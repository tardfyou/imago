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95a4729e5c41c9" /><Relationship Type="http://schemas.openxmlformats.org/officeDocument/2006/relationships/extended-properties" Target="/docProps/app.xml" Id="R265f180d46aa4edd" /><Relationship Type="http://schemas.openxmlformats.org/officeDocument/2006/relationships/officeDocument" Target="/ppt/presentation.xml" Id="Rd6dffcc77a7340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9834d5a644c82"/>
  </p:sldMasterIdLst>
  <p:notesMasterIdLst>
    <p:notesMasterId xmlns:r="http://schemas.openxmlformats.org/officeDocument/2006/relationships" r:id="R10b845baa26d44f9"/>
  </p:notesMasterIdLst>
  <p:sldIdLst>
    <p:sldId xmlns:r="http://schemas.openxmlformats.org/officeDocument/2006/relationships" id="256" r:id="R9c0e669828ed4c0e"/>
  </p:sldIdLst>
  <p:sldSz cx="11058525" cy="5400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2f13abbd114079" /><Relationship Type="http://schemas.openxmlformats.org/officeDocument/2006/relationships/slideMaster" Target="/ppt/slideMasters/slideMaster1.xml" Id="R55e9834d5a644c82" /><Relationship Type="http://schemas.openxmlformats.org/officeDocument/2006/relationships/notesMaster" Target="/ppt/notesMasters/notesMaster1.xml" Id="R10b845baa26d44f9" /><Relationship Type="http://schemas.openxmlformats.org/officeDocument/2006/relationships/presProps" Target="/ppt/presProps.xml" Id="R773e64923cbc4311" /><Relationship Type="http://schemas.openxmlformats.org/officeDocument/2006/relationships/tableStyles" Target="/ppt/tableStyles.xml" Id="Rbe4991dfe37c4f7b" /><Relationship Type="http://schemas.openxmlformats.org/officeDocument/2006/relationships/slide" Target="/ppt/slides/slide1.xml" Id="R9c0e669828ed4c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eb25df9a740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9b99e73cdf4e92" /><Relationship Type="http://schemas.openxmlformats.org/officeDocument/2006/relationships/notesMaster" Target="/ppt/notesMasters/notesMaster1.xml" Id="Rcae2c89b055e468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素材ID：AI-047</ns1:t>
            </ns1:r>
          </ns1:p>
          <ns1:p>
            <ns1:r>
              <ns1:t>论文：Why Diffusion Models Don’t Memorize: The Role of Implicit Dynamical Regularization in Training</ns1:t>
            </ns1:r>
          </ns1:p>
          <ns1:p>
            <ns1:r>
              <ns1:t>会议：NeurIPS 2025</ns1:t>
            </ns1:r>
          </ns1:p>
          <ns1:p>
            <ns1:r>
              <ns1:t>奖项：Best Paper</ns1:t>
            </ns1:r>
          </ns1:p>
          <ns1:p>
            <ns1:r>
              <ns1:t>图号：Figure 1，PDF第2页</ns1:t>
            </ns1:r>
          </ns1:p>
          <ns1:p>
            <ns1:r>
              <ns1:t>类型：动机示例</ns1:t>
            </ns1:r>
          </ns1:p>
          <ns1:p>
            <ns1:r>
              <ns1:t>借鉴点：一边展示质量和记忆率的反向时间曲线，另一边用参数量/数据量相图总结三种机制。</ns1:t>
            </ns1:r>
          </ns1:p>
          <ns1:p>
            <ns1:r>
              <ns1:t>论文URL：https://arxiv.org/abs/2505.17638</ns1:t>
            </ns1:r>
          </ns1:p>
          <ns1:p>
            <ns1:r>
              <ns1:t>官方获奖URL：https://blog.neurips.cc/2025/11/26/announcing-the-neurips-2025-best-paper-awards/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c1bb7de4a46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8581e9345541fe" /><Relationship Type="http://schemas.openxmlformats.org/officeDocument/2006/relationships/slideLayout" Target="/ppt/slideLayouts/slideLayout1.xml" Id="Rba38b6dd3412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38b6dd3412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39a56eb4041e6" /><Relationship Type="http://schemas.openxmlformats.org/officeDocument/2006/relationships/notesSlide" Target="/ppt/notesSlides/notesSlide1.xml" Id="R48e3970443f44a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BBA0B-D405-4FBD-B868-ADEBF462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07938" cy="5400675"/>
          </a:xfrm>
          <a:custGeom xmlns:a="http://schemas.openxmlformats.org/drawingml/2006/main">
            <a:pathLst>
              <a:path w="5507938" h="5400675">
                <a:moveTo>
                  <a:pt x="5507938" y="0"/>
                </a:moveTo>
                <a:lnTo>
                  <a:pt x="0" y="0"/>
                </a:lnTo>
                <a:lnTo>
                  <a:pt x="0" y="5400675"/>
                </a:lnTo>
                <a:lnTo>
                  <a:pt x="5507938" y="5400675"/>
                </a:lnTo>
                <a:lnTo>
                  <a:pt x="550793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D9BD4-96A0-4B91-8515-06B0F80C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99044"/>
            <a:ext cx="4583794" cy="4877633"/>
          </a:xfrm>
          <a:custGeom xmlns:a="http://schemas.openxmlformats.org/drawingml/2006/main">
            <a:pathLst>
              <a:path w="4583794" h="4877633">
                <a:moveTo>
                  <a:pt x="0" y="4877633"/>
                </a:moveTo>
                <a:lnTo>
                  <a:pt x="4583794" y="4877633"/>
                </a:lnTo>
                <a:lnTo>
                  <a:pt x="4583794" y="0"/>
                </a:lnTo>
                <a:lnTo>
                  <a:pt x="0" y="0"/>
                </a:lnTo>
                <a:lnTo>
                  <a:pt x="0" y="48776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108E7-3340-4AC2-B415-68CE6C92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99044"/>
            <a:ext cx="1038548" cy="4877633"/>
          </a:xfrm>
          <a:custGeom xmlns:a="http://schemas.openxmlformats.org/drawingml/2006/main">
            <a:pathLst>
              <a:path w="1038548" h="4877633">
                <a:moveTo>
                  <a:pt x="1038548" y="0"/>
                </a:moveTo>
                <a:lnTo>
                  <a:pt x="0" y="0"/>
                </a:lnTo>
                <a:lnTo>
                  <a:pt x="0" y="4877633"/>
                </a:lnTo>
                <a:lnTo>
                  <a:pt x="1038548" y="4877633"/>
                </a:lnTo>
                <a:lnTo>
                  <a:pt x="1038548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65251-6121-463C-9DF6-9C2CAF06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327" y="99044"/>
            <a:ext cx="2293983" cy="4877633"/>
          </a:xfrm>
          <a:custGeom xmlns:a="http://schemas.openxmlformats.org/drawingml/2006/main">
            <a:pathLst>
              <a:path w="2293983" h="4877633">
                <a:moveTo>
                  <a:pt x="0" y="4877633"/>
                </a:moveTo>
                <a:lnTo>
                  <a:pt x="0" y="0"/>
                </a:lnTo>
                <a:lnTo>
                  <a:pt x="2293983" y="0"/>
                </a:lnTo>
                <a:lnTo>
                  <a:pt x="2293983" y="4877633"/>
                </a:lnTo>
                <a:lnTo>
                  <a:pt x="0" y="487763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AAB9E-4D0F-475B-945A-00109C45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309" y="99044"/>
            <a:ext cx="1251263" cy="4877633"/>
          </a:xfrm>
          <a:custGeom xmlns:a="http://schemas.openxmlformats.org/drawingml/2006/main">
            <a:pathLst>
              <a:path w="1251263" h="4877633">
                <a:moveTo>
                  <a:pt x="0" y="4877633"/>
                </a:moveTo>
                <a:lnTo>
                  <a:pt x="0" y="0"/>
                </a:lnTo>
                <a:lnTo>
                  <a:pt x="1251263" y="0"/>
                </a:lnTo>
                <a:lnTo>
                  <a:pt x="1251263" y="4877633"/>
                </a:lnTo>
                <a:lnTo>
                  <a:pt x="0" y="487763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28736E3-F1DF-4130-8748-41989E46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99044"/>
            <a:ext cx="4583794" cy="4877633"/>
          </a:xfrm>
          <a:custGeom xmlns:a="http://schemas.openxmlformats.org/drawingml/2006/main">
            <a:pathLst>
              <a:path w="4583794" h="4877633">
                <a:moveTo>
                  <a:pt x="8454" y="630613"/>
                </a:moveTo>
                <a:lnTo>
                  <a:pt x="8452" y="630556"/>
                </a:lnTo>
                <a:lnTo>
                  <a:pt x="0" y="399527"/>
                </a:lnTo>
                <a:lnTo>
                  <a:pt x="0" y="0"/>
                </a:lnTo>
                <a:lnTo>
                  <a:pt x="6275" y="0"/>
                </a:lnTo>
                <a:lnTo>
                  <a:pt x="29315" y="629765"/>
                </a:lnTo>
                <a:lnTo>
                  <a:pt x="52368" y="1178544"/>
                </a:lnTo>
                <a:lnTo>
                  <a:pt x="75419" y="1656476"/>
                </a:lnTo>
                <a:lnTo>
                  <a:pt x="98470" y="2072704"/>
                </a:lnTo>
                <a:lnTo>
                  <a:pt x="121519" y="2435188"/>
                </a:lnTo>
                <a:lnTo>
                  <a:pt x="144567" y="2750862"/>
                </a:lnTo>
                <a:lnTo>
                  <a:pt x="167612" y="3025765"/>
                </a:lnTo>
                <a:lnTo>
                  <a:pt x="190654" y="3265153"/>
                </a:lnTo>
                <a:lnTo>
                  <a:pt x="213692" y="3473606"/>
                </a:lnTo>
                <a:lnTo>
                  <a:pt x="236724" y="3655113"/>
                </a:lnTo>
                <a:lnTo>
                  <a:pt x="259749" y="3813145"/>
                </a:lnTo>
                <a:lnTo>
                  <a:pt x="282765" y="3950725"/>
                </a:lnTo>
                <a:lnTo>
                  <a:pt x="305770" y="4070488"/>
                </a:lnTo>
                <a:lnTo>
                  <a:pt x="328760" y="4174725"/>
                </a:lnTo>
                <a:lnTo>
                  <a:pt x="351730" y="4265434"/>
                </a:lnTo>
                <a:lnTo>
                  <a:pt x="374677" y="4344354"/>
                </a:lnTo>
                <a:lnTo>
                  <a:pt x="397595" y="4413000"/>
                </a:lnTo>
                <a:lnTo>
                  <a:pt x="420478" y="4472694"/>
                </a:lnTo>
                <a:lnTo>
                  <a:pt x="443318" y="4524589"/>
                </a:lnTo>
                <a:lnTo>
                  <a:pt x="466112" y="4569693"/>
                </a:lnTo>
                <a:lnTo>
                  <a:pt x="488853" y="4608884"/>
                </a:lnTo>
                <a:lnTo>
                  <a:pt x="511540" y="4642936"/>
                </a:lnTo>
                <a:lnTo>
                  <a:pt x="534173" y="4672523"/>
                </a:lnTo>
                <a:lnTo>
                  <a:pt x="556757" y="4698235"/>
                </a:lnTo>
                <a:lnTo>
                  <a:pt x="579302" y="4720589"/>
                </a:lnTo>
                <a:lnTo>
                  <a:pt x="601818" y="4740034"/>
                </a:lnTo>
                <a:lnTo>
                  <a:pt x="624321" y="4756959"/>
                </a:lnTo>
                <a:lnTo>
                  <a:pt x="646700" y="4771619"/>
                </a:lnTo>
                <a:lnTo>
                  <a:pt x="691910" y="4795747"/>
                </a:lnTo>
                <a:lnTo>
                  <a:pt x="737090" y="4814036"/>
                </a:lnTo>
                <a:lnTo>
                  <a:pt x="782422" y="4827956"/>
                </a:lnTo>
                <a:lnTo>
                  <a:pt x="827906" y="4838550"/>
                </a:lnTo>
                <a:lnTo>
                  <a:pt x="873482" y="4846601"/>
                </a:lnTo>
                <a:lnTo>
                  <a:pt x="942144" y="4855223"/>
                </a:lnTo>
                <a:lnTo>
                  <a:pt x="1033933" y="4862367"/>
                </a:lnTo>
                <a:lnTo>
                  <a:pt x="1148901" y="4867207"/>
                </a:lnTo>
                <a:lnTo>
                  <a:pt x="1310096" y="4870225"/>
                </a:lnTo>
                <a:lnTo>
                  <a:pt x="1586661" y="4871724"/>
                </a:lnTo>
                <a:lnTo>
                  <a:pt x="2531892" y="4872075"/>
                </a:lnTo>
                <a:lnTo>
                  <a:pt x="4583794" y="4872077"/>
                </a:lnTo>
                <a:lnTo>
                  <a:pt x="4583794" y="4877633"/>
                </a:lnTo>
                <a:lnTo>
                  <a:pt x="961021" y="4877633"/>
                </a:lnTo>
                <a:lnTo>
                  <a:pt x="940278" y="4876018"/>
                </a:lnTo>
                <a:lnTo>
                  <a:pt x="939788" y="4875969"/>
                </a:lnTo>
                <a:lnTo>
                  <a:pt x="870622" y="4867284"/>
                </a:lnTo>
                <a:lnTo>
                  <a:pt x="870107" y="4867206"/>
                </a:lnTo>
                <a:lnTo>
                  <a:pt x="823997" y="4859060"/>
                </a:lnTo>
                <a:lnTo>
                  <a:pt x="823445" y="4858947"/>
                </a:lnTo>
                <a:lnTo>
                  <a:pt x="777334" y="4848208"/>
                </a:lnTo>
                <a:lnTo>
                  <a:pt x="776638" y="4848020"/>
                </a:lnTo>
                <a:lnTo>
                  <a:pt x="730528" y="4833861"/>
                </a:lnTo>
                <a:lnTo>
                  <a:pt x="729675" y="4833558"/>
                </a:lnTo>
                <a:lnTo>
                  <a:pt x="683565" y="4814892"/>
                </a:lnTo>
                <a:lnTo>
                  <a:pt x="683060" y="4814672"/>
                </a:lnTo>
                <a:lnTo>
                  <a:pt x="682567" y="4814426"/>
                </a:lnTo>
                <a:lnTo>
                  <a:pt x="636457" y="4789817"/>
                </a:lnTo>
                <a:lnTo>
                  <a:pt x="635652" y="4789340"/>
                </a:lnTo>
                <a:lnTo>
                  <a:pt x="612597" y="4774238"/>
                </a:lnTo>
                <a:lnTo>
                  <a:pt x="612042" y="4773848"/>
                </a:lnTo>
                <a:lnTo>
                  <a:pt x="588987" y="4756508"/>
                </a:lnTo>
                <a:lnTo>
                  <a:pt x="588439" y="4756066"/>
                </a:lnTo>
                <a:lnTo>
                  <a:pt x="565384" y="4736156"/>
                </a:lnTo>
                <a:lnTo>
                  <a:pt x="564857" y="4735668"/>
                </a:lnTo>
                <a:lnTo>
                  <a:pt x="541801" y="4712807"/>
                </a:lnTo>
                <a:lnTo>
                  <a:pt x="541308" y="4712284"/>
                </a:lnTo>
                <a:lnTo>
                  <a:pt x="518253" y="4686035"/>
                </a:lnTo>
                <a:lnTo>
                  <a:pt x="517805" y="4685489"/>
                </a:lnTo>
                <a:lnTo>
                  <a:pt x="494750" y="4655350"/>
                </a:lnTo>
                <a:lnTo>
                  <a:pt x="494354" y="4654796"/>
                </a:lnTo>
                <a:lnTo>
                  <a:pt x="471299" y="4620191"/>
                </a:lnTo>
                <a:lnTo>
                  <a:pt x="470957" y="4619642"/>
                </a:lnTo>
                <a:lnTo>
                  <a:pt x="447902" y="4579910"/>
                </a:lnTo>
                <a:lnTo>
                  <a:pt x="447614" y="4579379"/>
                </a:lnTo>
                <a:lnTo>
                  <a:pt x="424559" y="4533758"/>
                </a:lnTo>
                <a:lnTo>
                  <a:pt x="424322" y="4533255"/>
                </a:lnTo>
                <a:lnTo>
                  <a:pt x="401266" y="4480873"/>
                </a:lnTo>
                <a:lnTo>
                  <a:pt x="401074" y="4480404"/>
                </a:lnTo>
                <a:lnTo>
                  <a:pt x="378018" y="4420259"/>
                </a:lnTo>
                <a:lnTo>
                  <a:pt x="377864" y="4419829"/>
                </a:lnTo>
                <a:lnTo>
                  <a:pt x="354809" y="4350771"/>
                </a:lnTo>
                <a:lnTo>
                  <a:pt x="354687" y="4350380"/>
                </a:lnTo>
                <a:lnTo>
                  <a:pt x="331632" y="4271088"/>
                </a:lnTo>
                <a:lnTo>
                  <a:pt x="331536" y="4270736"/>
                </a:lnTo>
                <a:lnTo>
                  <a:pt x="308481" y="4179694"/>
                </a:lnTo>
                <a:lnTo>
                  <a:pt x="308407" y="4179380"/>
                </a:lnTo>
                <a:lnTo>
                  <a:pt x="285351" y="4074845"/>
                </a:lnTo>
                <a:lnTo>
                  <a:pt x="285294" y="4074566"/>
                </a:lnTo>
                <a:lnTo>
                  <a:pt x="262239" y="3954541"/>
                </a:lnTo>
                <a:lnTo>
                  <a:pt x="262194" y="3954294"/>
                </a:lnTo>
                <a:lnTo>
                  <a:pt x="239139" y="3816481"/>
                </a:lnTo>
                <a:lnTo>
                  <a:pt x="239105" y="3816264"/>
                </a:lnTo>
                <a:lnTo>
                  <a:pt x="216050" y="3658028"/>
                </a:lnTo>
                <a:lnTo>
                  <a:pt x="216024" y="3657837"/>
                </a:lnTo>
                <a:lnTo>
                  <a:pt x="192969" y="3476151"/>
                </a:lnTo>
                <a:lnTo>
                  <a:pt x="192949" y="3475984"/>
                </a:lnTo>
                <a:lnTo>
                  <a:pt x="169894" y="3267373"/>
                </a:lnTo>
                <a:lnTo>
                  <a:pt x="169879" y="3267226"/>
                </a:lnTo>
                <a:lnTo>
                  <a:pt x="146824" y="3027701"/>
                </a:lnTo>
                <a:lnTo>
                  <a:pt x="146812" y="3027573"/>
                </a:lnTo>
                <a:lnTo>
                  <a:pt x="123757" y="2752550"/>
                </a:lnTo>
                <a:lnTo>
                  <a:pt x="123748" y="2752439"/>
                </a:lnTo>
                <a:lnTo>
                  <a:pt x="100693" y="2436660"/>
                </a:lnTo>
                <a:lnTo>
                  <a:pt x="100687" y="2436562"/>
                </a:lnTo>
                <a:lnTo>
                  <a:pt x="77632" y="2073986"/>
                </a:lnTo>
                <a:lnTo>
                  <a:pt x="77627" y="2073901"/>
                </a:lnTo>
                <a:lnTo>
                  <a:pt x="54571" y="1657594"/>
                </a:lnTo>
                <a:lnTo>
                  <a:pt x="54568" y="1657519"/>
                </a:lnTo>
                <a:lnTo>
                  <a:pt x="31512" y="1179517"/>
                </a:lnTo>
                <a:lnTo>
                  <a:pt x="31510" y="1179452"/>
                </a:lnTo>
                <a:lnTo>
                  <a:pt x="8454" y="630613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BC100-5940-47ED-B3C3-EA562909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417" y="5087570"/>
            <a:ext cx="176376" cy="202710"/>
          </a:xfrm>
          <a:custGeom xmlns:a="http://schemas.openxmlformats.org/drawingml/2006/main">
            <a:pathLst>
              <a:path w="176376" h="202710">
                <a:moveTo>
                  <a:pt x="176376" y="52056"/>
                </a:moveTo>
                <a:lnTo>
                  <a:pt x="169027" y="52056"/>
                </a:lnTo>
                <a:cubicBezTo>
                  <a:pt x="165659" y="35520"/>
                  <a:pt x="161066" y="24803"/>
                  <a:pt x="155248" y="19904"/>
                </a:cubicBezTo>
                <a:cubicBezTo>
                  <a:pt x="149124" y="15310"/>
                  <a:pt x="138100" y="12861"/>
                  <a:pt x="121871" y="12861"/>
                </a:cubicBezTo>
                <a:lnTo>
                  <a:pt x="103805" y="12861"/>
                </a:lnTo>
                <a:lnTo>
                  <a:pt x="103805" y="168721"/>
                </a:lnTo>
                <a:cubicBezTo>
                  <a:pt x="103805" y="180357"/>
                  <a:pt x="105336" y="188012"/>
                  <a:pt x="109010" y="191074"/>
                </a:cubicBezTo>
                <a:cubicBezTo>
                  <a:pt x="112379" y="194443"/>
                  <a:pt x="120340" y="196280"/>
                  <a:pt x="133201" y="196892"/>
                </a:cubicBezTo>
                <a:lnTo>
                  <a:pt x="133201" y="202710"/>
                </a:lnTo>
                <a:lnTo>
                  <a:pt x="43788" y="202710"/>
                </a:lnTo>
                <a:lnTo>
                  <a:pt x="43788" y="196892"/>
                </a:lnTo>
                <a:cubicBezTo>
                  <a:pt x="56649" y="196280"/>
                  <a:pt x="64610" y="194137"/>
                  <a:pt x="67672" y="190462"/>
                </a:cubicBezTo>
                <a:cubicBezTo>
                  <a:pt x="70734" y="187094"/>
                  <a:pt x="72572" y="178520"/>
                  <a:pt x="72572" y="165047"/>
                </a:cubicBezTo>
                <a:lnTo>
                  <a:pt x="72572" y="12861"/>
                </a:lnTo>
                <a:lnTo>
                  <a:pt x="54199" y="12861"/>
                </a:lnTo>
                <a:cubicBezTo>
                  <a:pt x="37664" y="12861"/>
                  <a:pt x="26334" y="15310"/>
                  <a:pt x="20516" y="20210"/>
                </a:cubicBezTo>
                <a:cubicBezTo>
                  <a:pt x="14698" y="25109"/>
                  <a:pt x="10411" y="35520"/>
                  <a:pt x="7349" y="52056"/>
                </a:cubicBezTo>
                <a:lnTo>
                  <a:pt x="0" y="52056"/>
                </a:lnTo>
                <a:lnTo>
                  <a:pt x="2143" y="0"/>
                </a:lnTo>
                <a:lnTo>
                  <a:pt x="174233" y="0"/>
                </a:lnTo>
                <a:lnTo>
                  <a:pt x="176376" y="52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9FF20-C185-4F88-B27B-04CB7C63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836" y="5149424"/>
            <a:ext cx="101049" cy="140856"/>
          </a:xfrm>
          <a:custGeom xmlns:a="http://schemas.openxmlformats.org/drawingml/2006/main">
            <a:pathLst>
              <a:path w="101049" h="140856">
                <a:moveTo>
                  <a:pt x="47462" y="612"/>
                </a:moveTo>
                <a:lnTo>
                  <a:pt x="47462" y="28784"/>
                </a:lnTo>
                <a:cubicBezTo>
                  <a:pt x="55118" y="17760"/>
                  <a:pt x="61548" y="10411"/>
                  <a:pt x="66754" y="6124"/>
                </a:cubicBezTo>
                <a:cubicBezTo>
                  <a:pt x="71959" y="2143"/>
                  <a:pt x="77777" y="0"/>
                  <a:pt x="84208" y="0"/>
                </a:cubicBezTo>
                <a:cubicBezTo>
                  <a:pt x="89413" y="0"/>
                  <a:pt x="93394" y="1531"/>
                  <a:pt x="96456" y="4287"/>
                </a:cubicBezTo>
                <a:cubicBezTo>
                  <a:pt x="99518" y="7349"/>
                  <a:pt x="101049" y="11330"/>
                  <a:pt x="101049" y="16229"/>
                </a:cubicBezTo>
                <a:cubicBezTo>
                  <a:pt x="101049" y="20516"/>
                  <a:pt x="99824" y="23884"/>
                  <a:pt x="97681" y="26334"/>
                </a:cubicBezTo>
                <a:cubicBezTo>
                  <a:pt x="95537" y="28784"/>
                  <a:pt x="92781" y="30008"/>
                  <a:pt x="89107" y="30008"/>
                </a:cubicBezTo>
                <a:cubicBezTo>
                  <a:pt x="85126" y="30008"/>
                  <a:pt x="81145" y="28171"/>
                  <a:pt x="76858" y="23884"/>
                </a:cubicBezTo>
                <a:cubicBezTo>
                  <a:pt x="73490" y="20822"/>
                  <a:pt x="70734" y="19291"/>
                  <a:pt x="68897" y="19291"/>
                </a:cubicBezTo>
                <a:cubicBezTo>
                  <a:pt x="64610" y="19291"/>
                  <a:pt x="59711" y="22353"/>
                  <a:pt x="54811" y="28171"/>
                </a:cubicBezTo>
                <a:cubicBezTo>
                  <a:pt x="49912" y="34295"/>
                  <a:pt x="47462" y="39501"/>
                  <a:pt x="47462" y="44400"/>
                </a:cubicBezTo>
                <a:lnTo>
                  <a:pt x="47462" y="113297"/>
                </a:lnTo>
                <a:cubicBezTo>
                  <a:pt x="47462" y="122177"/>
                  <a:pt x="48993" y="127995"/>
                  <a:pt x="52668" y="131058"/>
                </a:cubicBezTo>
                <a:cubicBezTo>
                  <a:pt x="56036" y="134120"/>
                  <a:pt x="63079" y="135957"/>
                  <a:pt x="73490" y="136263"/>
                </a:cubicBezTo>
                <a:lnTo>
                  <a:pt x="73490" y="140856"/>
                </a:lnTo>
                <a:lnTo>
                  <a:pt x="0" y="140856"/>
                </a:lnTo>
                <a:lnTo>
                  <a:pt x="0" y="136263"/>
                </a:lnTo>
                <a:cubicBezTo>
                  <a:pt x="9799" y="134426"/>
                  <a:pt x="15617" y="132589"/>
                  <a:pt x="18066" y="130139"/>
                </a:cubicBezTo>
                <a:cubicBezTo>
                  <a:pt x="20516" y="127995"/>
                  <a:pt x="21741" y="123096"/>
                  <a:pt x="21741" y="115135"/>
                </a:cubicBezTo>
                <a:lnTo>
                  <a:pt x="21741" y="38582"/>
                </a:lnTo>
                <a:cubicBezTo>
                  <a:pt x="21741" y="31846"/>
                  <a:pt x="20822" y="27253"/>
                  <a:pt x="19291" y="24497"/>
                </a:cubicBezTo>
                <a:cubicBezTo>
                  <a:pt x="17760" y="21741"/>
                  <a:pt x="15004" y="20210"/>
                  <a:pt x="11330" y="20210"/>
                </a:cubicBezTo>
                <a:cubicBezTo>
                  <a:pt x="7961" y="20210"/>
                  <a:pt x="4287" y="20822"/>
                  <a:pt x="612" y="21435"/>
                </a:cubicBezTo>
                <a:lnTo>
                  <a:pt x="612" y="16535"/>
                </a:lnTo>
                <a:cubicBezTo>
                  <a:pt x="13473" y="12555"/>
                  <a:pt x="28477" y="7043"/>
                  <a:pt x="45931" y="0"/>
                </a:cubicBezTo>
                <a:lnTo>
                  <a:pt x="47462" y="6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050AD-213E-49B9-BD82-07483AA4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602" y="5149424"/>
            <a:ext cx="124015" cy="143612"/>
          </a:xfrm>
          <a:custGeom xmlns:a="http://schemas.openxmlformats.org/drawingml/2006/main">
            <a:pathLst>
              <a:path w="124015" h="143612">
                <a:moveTo>
                  <a:pt x="124015" y="120646"/>
                </a:moveTo>
                <a:lnTo>
                  <a:pt x="124015" y="129220"/>
                </a:lnTo>
                <a:cubicBezTo>
                  <a:pt x="116053" y="139019"/>
                  <a:pt x="106867" y="143612"/>
                  <a:pt x="96456" y="143612"/>
                </a:cubicBezTo>
                <a:cubicBezTo>
                  <a:pt x="84820" y="143612"/>
                  <a:pt x="78083" y="136263"/>
                  <a:pt x="76858" y="121565"/>
                </a:cubicBezTo>
                <a:lnTo>
                  <a:pt x="76552" y="121565"/>
                </a:lnTo>
                <a:cubicBezTo>
                  <a:pt x="63385" y="136263"/>
                  <a:pt x="48687" y="143612"/>
                  <a:pt x="32152" y="143612"/>
                </a:cubicBezTo>
                <a:cubicBezTo>
                  <a:pt x="22353" y="143612"/>
                  <a:pt x="14698" y="140856"/>
                  <a:pt x="8880" y="135344"/>
                </a:cubicBezTo>
                <a:cubicBezTo>
                  <a:pt x="2756" y="129833"/>
                  <a:pt x="0" y="122177"/>
                  <a:pt x="0" y="112073"/>
                </a:cubicBezTo>
                <a:cubicBezTo>
                  <a:pt x="0" y="97987"/>
                  <a:pt x="7043" y="86045"/>
                  <a:pt x="21435" y="76246"/>
                </a:cubicBezTo>
                <a:cubicBezTo>
                  <a:pt x="31233" y="69816"/>
                  <a:pt x="49606" y="61548"/>
                  <a:pt x="76552" y="51443"/>
                </a:cubicBezTo>
                <a:lnTo>
                  <a:pt x="76552" y="34908"/>
                </a:lnTo>
                <a:cubicBezTo>
                  <a:pt x="76552" y="25722"/>
                  <a:pt x="74103" y="18985"/>
                  <a:pt x="69816" y="14392"/>
                </a:cubicBezTo>
                <a:cubicBezTo>
                  <a:pt x="65529" y="9799"/>
                  <a:pt x="59711" y="7349"/>
                  <a:pt x="52668" y="7349"/>
                </a:cubicBezTo>
                <a:cubicBezTo>
                  <a:pt x="46544" y="7349"/>
                  <a:pt x="41338" y="8880"/>
                  <a:pt x="37358" y="11942"/>
                </a:cubicBezTo>
                <a:cubicBezTo>
                  <a:pt x="33071" y="15004"/>
                  <a:pt x="31233" y="18373"/>
                  <a:pt x="31233" y="22353"/>
                </a:cubicBezTo>
                <a:cubicBezTo>
                  <a:pt x="31233" y="24191"/>
                  <a:pt x="31540" y="26334"/>
                  <a:pt x="32152" y="28477"/>
                </a:cubicBezTo>
                <a:cubicBezTo>
                  <a:pt x="32764" y="30927"/>
                  <a:pt x="33071" y="33071"/>
                  <a:pt x="33071" y="35214"/>
                </a:cubicBezTo>
                <a:cubicBezTo>
                  <a:pt x="33071" y="38276"/>
                  <a:pt x="31540" y="41338"/>
                  <a:pt x="28784" y="43788"/>
                </a:cubicBezTo>
                <a:cubicBezTo>
                  <a:pt x="26028" y="46544"/>
                  <a:pt x="22659" y="47769"/>
                  <a:pt x="18985" y="47769"/>
                </a:cubicBezTo>
                <a:cubicBezTo>
                  <a:pt x="15310" y="47769"/>
                  <a:pt x="12248" y="46544"/>
                  <a:pt x="9799" y="43788"/>
                </a:cubicBezTo>
                <a:cubicBezTo>
                  <a:pt x="7043" y="41338"/>
                  <a:pt x="5818" y="37970"/>
                  <a:pt x="5818" y="33683"/>
                </a:cubicBezTo>
                <a:cubicBezTo>
                  <a:pt x="5818" y="23884"/>
                  <a:pt x="11024" y="15923"/>
                  <a:pt x="21435" y="9186"/>
                </a:cubicBezTo>
                <a:cubicBezTo>
                  <a:pt x="30927" y="3062"/>
                  <a:pt x="42563" y="0"/>
                  <a:pt x="56649" y="0"/>
                </a:cubicBezTo>
                <a:cubicBezTo>
                  <a:pt x="73184" y="0"/>
                  <a:pt x="85126" y="4593"/>
                  <a:pt x="92781" y="13779"/>
                </a:cubicBezTo>
                <a:cubicBezTo>
                  <a:pt x="96456" y="18066"/>
                  <a:pt x="98599" y="22659"/>
                  <a:pt x="99824" y="26946"/>
                </a:cubicBezTo>
                <a:cubicBezTo>
                  <a:pt x="100743" y="31233"/>
                  <a:pt x="101355" y="38276"/>
                  <a:pt x="101355" y="47769"/>
                </a:cubicBezTo>
                <a:lnTo>
                  <a:pt x="101355" y="106255"/>
                </a:lnTo>
                <a:cubicBezTo>
                  <a:pt x="101355" y="119728"/>
                  <a:pt x="104417" y="126464"/>
                  <a:pt x="110848" y="126464"/>
                </a:cubicBezTo>
                <a:cubicBezTo>
                  <a:pt x="114828" y="126464"/>
                  <a:pt x="119115" y="124627"/>
                  <a:pt x="124015" y="120646"/>
                </a:cubicBezTo>
                <a:close/>
                <a:moveTo>
                  <a:pt x="76552" y="101968"/>
                </a:moveTo>
                <a:lnTo>
                  <a:pt x="76552" y="58792"/>
                </a:lnTo>
                <a:cubicBezTo>
                  <a:pt x="57567" y="65529"/>
                  <a:pt x="44707" y="72265"/>
                  <a:pt x="37358" y="79002"/>
                </a:cubicBezTo>
                <a:cubicBezTo>
                  <a:pt x="30315" y="85432"/>
                  <a:pt x="26946" y="93394"/>
                  <a:pt x="26946" y="102580"/>
                </a:cubicBezTo>
                <a:cubicBezTo>
                  <a:pt x="26946" y="110541"/>
                  <a:pt x="28784" y="116359"/>
                  <a:pt x="32764" y="120340"/>
                </a:cubicBezTo>
                <a:cubicBezTo>
                  <a:pt x="36439" y="124321"/>
                  <a:pt x="41644" y="126158"/>
                  <a:pt x="48075" y="126158"/>
                </a:cubicBezTo>
                <a:cubicBezTo>
                  <a:pt x="54811" y="126158"/>
                  <a:pt x="60629" y="124627"/>
                  <a:pt x="65835" y="121259"/>
                </a:cubicBezTo>
                <a:cubicBezTo>
                  <a:pt x="70122" y="118197"/>
                  <a:pt x="72878" y="115441"/>
                  <a:pt x="74409" y="112685"/>
                </a:cubicBezTo>
                <a:cubicBezTo>
                  <a:pt x="75634" y="110235"/>
                  <a:pt x="76552" y="106561"/>
                  <a:pt x="76552" y="101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69178-399A-47A1-8453-6EF352F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29" y="5081139"/>
            <a:ext cx="72572" cy="209141"/>
          </a:xfrm>
          <a:custGeom xmlns:a="http://schemas.openxmlformats.org/drawingml/2006/main">
            <a:pathLst>
              <a:path w="72572" h="209141">
                <a:moveTo>
                  <a:pt x="50218" y="15617"/>
                </a:moveTo>
                <a:cubicBezTo>
                  <a:pt x="50218" y="20210"/>
                  <a:pt x="48687" y="23884"/>
                  <a:pt x="45625" y="26946"/>
                </a:cubicBezTo>
                <a:cubicBezTo>
                  <a:pt x="42563" y="30008"/>
                  <a:pt x="38582" y="31233"/>
                  <a:pt x="34295" y="31233"/>
                </a:cubicBezTo>
                <a:cubicBezTo>
                  <a:pt x="30008" y="31233"/>
                  <a:pt x="26334" y="30008"/>
                  <a:pt x="23272" y="26946"/>
                </a:cubicBezTo>
                <a:cubicBezTo>
                  <a:pt x="20210" y="23884"/>
                  <a:pt x="18985" y="20210"/>
                  <a:pt x="18985" y="15617"/>
                </a:cubicBezTo>
                <a:cubicBezTo>
                  <a:pt x="18985" y="11330"/>
                  <a:pt x="20516" y="7655"/>
                  <a:pt x="23578" y="4593"/>
                </a:cubicBezTo>
                <a:cubicBezTo>
                  <a:pt x="26640" y="1531"/>
                  <a:pt x="30315" y="0"/>
                  <a:pt x="34602" y="0"/>
                </a:cubicBezTo>
                <a:cubicBezTo>
                  <a:pt x="38889" y="0"/>
                  <a:pt x="42563" y="1531"/>
                  <a:pt x="45625" y="4593"/>
                </a:cubicBezTo>
                <a:cubicBezTo>
                  <a:pt x="48687" y="7655"/>
                  <a:pt x="50218" y="11330"/>
                  <a:pt x="50218" y="15617"/>
                </a:cubicBezTo>
                <a:close/>
                <a:moveTo>
                  <a:pt x="72572" y="209141"/>
                </a:moveTo>
                <a:lnTo>
                  <a:pt x="0" y="209141"/>
                </a:lnTo>
                <a:lnTo>
                  <a:pt x="0" y="204548"/>
                </a:lnTo>
                <a:cubicBezTo>
                  <a:pt x="10411" y="203935"/>
                  <a:pt x="17148" y="202098"/>
                  <a:pt x="19904" y="199036"/>
                </a:cubicBezTo>
                <a:cubicBezTo>
                  <a:pt x="22659" y="195974"/>
                  <a:pt x="24191" y="188931"/>
                  <a:pt x="24191" y="177295"/>
                </a:cubicBezTo>
                <a:lnTo>
                  <a:pt x="24191" y="107786"/>
                </a:lnTo>
                <a:cubicBezTo>
                  <a:pt x="24191" y="100743"/>
                  <a:pt x="23272" y="95843"/>
                  <a:pt x="22047" y="92781"/>
                </a:cubicBezTo>
                <a:cubicBezTo>
                  <a:pt x="20516" y="90025"/>
                  <a:pt x="17760" y="88494"/>
                  <a:pt x="14086" y="88494"/>
                </a:cubicBezTo>
                <a:cubicBezTo>
                  <a:pt x="9186" y="88494"/>
                  <a:pt x="4899" y="89107"/>
                  <a:pt x="1225" y="90025"/>
                </a:cubicBezTo>
                <a:lnTo>
                  <a:pt x="1225" y="85126"/>
                </a:lnTo>
                <a:lnTo>
                  <a:pt x="48687" y="68285"/>
                </a:lnTo>
                <a:lnTo>
                  <a:pt x="49912" y="69509"/>
                </a:lnTo>
                <a:lnTo>
                  <a:pt x="49912" y="176989"/>
                </a:lnTo>
                <a:cubicBezTo>
                  <a:pt x="49912" y="188625"/>
                  <a:pt x="51137" y="195668"/>
                  <a:pt x="53587" y="198730"/>
                </a:cubicBezTo>
                <a:cubicBezTo>
                  <a:pt x="56036" y="201792"/>
                  <a:pt x="62467" y="203935"/>
                  <a:pt x="72572" y="204548"/>
                </a:cubicBezTo>
                <a:lnTo>
                  <a:pt x="72572" y="2091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36386-7EBE-42C0-AB01-0A73A2F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55" y="5149424"/>
            <a:ext cx="143612" cy="140856"/>
          </a:xfrm>
          <a:custGeom xmlns:a="http://schemas.openxmlformats.org/drawingml/2006/main">
            <a:pathLst>
              <a:path w="143612" h="140856">
                <a:moveTo>
                  <a:pt x="143612" y="140856"/>
                </a:moveTo>
                <a:lnTo>
                  <a:pt x="79921" y="140856"/>
                </a:lnTo>
                <a:lnTo>
                  <a:pt x="80227" y="136263"/>
                </a:lnTo>
                <a:cubicBezTo>
                  <a:pt x="87576" y="135651"/>
                  <a:pt x="92781" y="133507"/>
                  <a:pt x="95231" y="129833"/>
                </a:cubicBezTo>
                <a:cubicBezTo>
                  <a:pt x="97681" y="126158"/>
                  <a:pt x="99212" y="119115"/>
                  <a:pt x="99212" y="108704"/>
                </a:cubicBezTo>
                <a:lnTo>
                  <a:pt x="99212" y="47769"/>
                </a:lnTo>
                <a:cubicBezTo>
                  <a:pt x="99212" y="27253"/>
                  <a:pt x="91557" y="16842"/>
                  <a:pt x="76858" y="16842"/>
                </a:cubicBezTo>
                <a:cubicBezTo>
                  <a:pt x="71653" y="16842"/>
                  <a:pt x="66754" y="18066"/>
                  <a:pt x="62467" y="20516"/>
                </a:cubicBezTo>
                <a:cubicBezTo>
                  <a:pt x="57874" y="22966"/>
                  <a:pt x="52056" y="27559"/>
                  <a:pt x="45319" y="34295"/>
                </a:cubicBezTo>
                <a:lnTo>
                  <a:pt x="45319" y="118809"/>
                </a:lnTo>
                <a:cubicBezTo>
                  <a:pt x="45319" y="124933"/>
                  <a:pt x="46544" y="129220"/>
                  <a:pt x="49300" y="131670"/>
                </a:cubicBezTo>
                <a:cubicBezTo>
                  <a:pt x="52056" y="134120"/>
                  <a:pt x="57261" y="135651"/>
                  <a:pt x="65223" y="136263"/>
                </a:cubicBezTo>
                <a:lnTo>
                  <a:pt x="65223" y="140856"/>
                </a:lnTo>
                <a:lnTo>
                  <a:pt x="612" y="140856"/>
                </a:lnTo>
                <a:lnTo>
                  <a:pt x="612" y="136263"/>
                </a:lnTo>
                <a:cubicBezTo>
                  <a:pt x="8268" y="135651"/>
                  <a:pt x="13473" y="133813"/>
                  <a:pt x="15923" y="130751"/>
                </a:cubicBezTo>
                <a:cubicBezTo>
                  <a:pt x="18373" y="127689"/>
                  <a:pt x="19597" y="121259"/>
                  <a:pt x="19597" y="112073"/>
                </a:cubicBezTo>
                <a:lnTo>
                  <a:pt x="19597" y="37664"/>
                </a:lnTo>
                <a:cubicBezTo>
                  <a:pt x="19597" y="30315"/>
                  <a:pt x="18679" y="25109"/>
                  <a:pt x="17454" y="22047"/>
                </a:cubicBezTo>
                <a:cubicBezTo>
                  <a:pt x="15923" y="19291"/>
                  <a:pt x="13167" y="17760"/>
                  <a:pt x="8880" y="17760"/>
                </a:cubicBezTo>
                <a:cubicBezTo>
                  <a:pt x="4593" y="17760"/>
                  <a:pt x="1837" y="18373"/>
                  <a:pt x="0" y="18985"/>
                </a:cubicBezTo>
                <a:lnTo>
                  <a:pt x="0" y="13779"/>
                </a:lnTo>
                <a:cubicBezTo>
                  <a:pt x="14086" y="9799"/>
                  <a:pt x="28171" y="5206"/>
                  <a:pt x="41951" y="0"/>
                </a:cubicBezTo>
                <a:lnTo>
                  <a:pt x="44400" y="919"/>
                </a:lnTo>
                <a:lnTo>
                  <a:pt x="44400" y="24803"/>
                </a:lnTo>
                <a:lnTo>
                  <a:pt x="44707" y="24803"/>
                </a:lnTo>
                <a:cubicBezTo>
                  <a:pt x="59098" y="8268"/>
                  <a:pt x="73796" y="0"/>
                  <a:pt x="88801" y="0"/>
                </a:cubicBezTo>
                <a:cubicBezTo>
                  <a:pt x="100437" y="0"/>
                  <a:pt x="109317" y="4287"/>
                  <a:pt x="115441" y="12248"/>
                </a:cubicBezTo>
                <a:cubicBezTo>
                  <a:pt x="121565" y="20516"/>
                  <a:pt x="124933" y="32152"/>
                  <a:pt x="124933" y="47156"/>
                </a:cubicBezTo>
                <a:lnTo>
                  <a:pt x="124933" y="114828"/>
                </a:lnTo>
                <a:cubicBezTo>
                  <a:pt x="124933" y="123096"/>
                  <a:pt x="126158" y="128608"/>
                  <a:pt x="128608" y="131058"/>
                </a:cubicBezTo>
                <a:cubicBezTo>
                  <a:pt x="131058" y="133813"/>
                  <a:pt x="135957" y="135651"/>
                  <a:pt x="143612" y="136263"/>
                </a:cubicBezTo>
                <a:lnTo>
                  <a:pt x="143612" y="140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728CD-FE03-4E2F-A897-FBF599F3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359" y="5081139"/>
            <a:ext cx="72572" cy="209141"/>
          </a:xfrm>
          <a:custGeom xmlns:a="http://schemas.openxmlformats.org/drawingml/2006/main">
            <a:pathLst>
              <a:path w="72572" h="209141">
                <a:moveTo>
                  <a:pt x="50218" y="15617"/>
                </a:moveTo>
                <a:cubicBezTo>
                  <a:pt x="50218" y="20210"/>
                  <a:pt x="48687" y="23884"/>
                  <a:pt x="45625" y="26946"/>
                </a:cubicBezTo>
                <a:cubicBezTo>
                  <a:pt x="42563" y="30008"/>
                  <a:pt x="38582" y="31233"/>
                  <a:pt x="34295" y="31233"/>
                </a:cubicBezTo>
                <a:cubicBezTo>
                  <a:pt x="30008" y="31233"/>
                  <a:pt x="26334" y="30008"/>
                  <a:pt x="23272" y="26946"/>
                </a:cubicBezTo>
                <a:cubicBezTo>
                  <a:pt x="20210" y="23884"/>
                  <a:pt x="18985" y="20210"/>
                  <a:pt x="18985" y="15617"/>
                </a:cubicBezTo>
                <a:cubicBezTo>
                  <a:pt x="18985" y="11330"/>
                  <a:pt x="20516" y="7655"/>
                  <a:pt x="23578" y="4593"/>
                </a:cubicBezTo>
                <a:cubicBezTo>
                  <a:pt x="26640" y="1531"/>
                  <a:pt x="30315" y="0"/>
                  <a:pt x="34602" y="0"/>
                </a:cubicBezTo>
                <a:cubicBezTo>
                  <a:pt x="38889" y="0"/>
                  <a:pt x="42563" y="1531"/>
                  <a:pt x="45625" y="4593"/>
                </a:cubicBezTo>
                <a:cubicBezTo>
                  <a:pt x="48687" y="7655"/>
                  <a:pt x="50218" y="11330"/>
                  <a:pt x="50218" y="15617"/>
                </a:cubicBezTo>
                <a:close/>
                <a:moveTo>
                  <a:pt x="72572" y="209141"/>
                </a:moveTo>
                <a:lnTo>
                  <a:pt x="0" y="209141"/>
                </a:lnTo>
                <a:lnTo>
                  <a:pt x="0" y="204548"/>
                </a:lnTo>
                <a:cubicBezTo>
                  <a:pt x="10411" y="203935"/>
                  <a:pt x="17148" y="202098"/>
                  <a:pt x="19904" y="199036"/>
                </a:cubicBezTo>
                <a:cubicBezTo>
                  <a:pt x="22659" y="195974"/>
                  <a:pt x="24191" y="188931"/>
                  <a:pt x="24191" y="177295"/>
                </a:cubicBezTo>
                <a:lnTo>
                  <a:pt x="24191" y="107786"/>
                </a:lnTo>
                <a:cubicBezTo>
                  <a:pt x="24191" y="100743"/>
                  <a:pt x="23272" y="95843"/>
                  <a:pt x="22047" y="92781"/>
                </a:cubicBezTo>
                <a:cubicBezTo>
                  <a:pt x="20516" y="90025"/>
                  <a:pt x="17760" y="88494"/>
                  <a:pt x="14086" y="88494"/>
                </a:cubicBezTo>
                <a:cubicBezTo>
                  <a:pt x="9186" y="88494"/>
                  <a:pt x="4899" y="89107"/>
                  <a:pt x="1225" y="90025"/>
                </a:cubicBezTo>
                <a:lnTo>
                  <a:pt x="1225" y="85126"/>
                </a:lnTo>
                <a:lnTo>
                  <a:pt x="48687" y="68285"/>
                </a:lnTo>
                <a:lnTo>
                  <a:pt x="49912" y="69509"/>
                </a:lnTo>
                <a:lnTo>
                  <a:pt x="49912" y="176989"/>
                </a:lnTo>
                <a:cubicBezTo>
                  <a:pt x="49912" y="188625"/>
                  <a:pt x="51137" y="195668"/>
                  <a:pt x="53587" y="198730"/>
                </a:cubicBezTo>
                <a:cubicBezTo>
                  <a:pt x="56036" y="201792"/>
                  <a:pt x="62467" y="203935"/>
                  <a:pt x="72572" y="204548"/>
                </a:cubicBezTo>
                <a:lnTo>
                  <a:pt x="72572" y="2091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A8EBE-A8EF-45D5-9DB1-1E557D8F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485" y="5149424"/>
            <a:ext cx="143612" cy="140856"/>
          </a:xfrm>
          <a:custGeom xmlns:a="http://schemas.openxmlformats.org/drawingml/2006/main">
            <a:pathLst>
              <a:path w="143612" h="140856">
                <a:moveTo>
                  <a:pt x="143612" y="140856"/>
                </a:moveTo>
                <a:lnTo>
                  <a:pt x="79921" y="140856"/>
                </a:lnTo>
                <a:lnTo>
                  <a:pt x="80227" y="136263"/>
                </a:lnTo>
                <a:cubicBezTo>
                  <a:pt x="87576" y="135651"/>
                  <a:pt x="92781" y="133507"/>
                  <a:pt x="95231" y="129833"/>
                </a:cubicBezTo>
                <a:cubicBezTo>
                  <a:pt x="97681" y="126158"/>
                  <a:pt x="99212" y="119115"/>
                  <a:pt x="99212" y="108704"/>
                </a:cubicBezTo>
                <a:lnTo>
                  <a:pt x="99212" y="47769"/>
                </a:lnTo>
                <a:cubicBezTo>
                  <a:pt x="99212" y="27253"/>
                  <a:pt x="91557" y="16842"/>
                  <a:pt x="76858" y="16842"/>
                </a:cubicBezTo>
                <a:cubicBezTo>
                  <a:pt x="71653" y="16842"/>
                  <a:pt x="66754" y="18066"/>
                  <a:pt x="62467" y="20516"/>
                </a:cubicBezTo>
                <a:cubicBezTo>
                  <a:pt x="57874" y="22966"/>
                  <a:pt x="52056" y="27559"/>
                  <a:pt x="45319" y="34295"/>
                </a:cubicBezTo>
                <a:lnTo>
                  <a:pt x="45319" y="118809"/>
                </a:lnTo>
                <a:cubicBezTo>
                  <a:pt x="45319" y="124933"/>
                  <a:pt x="46544" y="129220"/>
                  <a:pt x="49300" y="131670"/>
                </a:cubicBezTo>
                <a:cubicBezTo>
                  <a:pt x="52056" y="134120"/>
                  <a:pt x="57261" y="135651"/>
                  <a:pt x="65223" y="136263"/>
                </a:cubicBezTo>
                <a:lnTo>
                  <a:pt x="65223" y="140856"/>
                </a:lnTo>
                <a:lnTo>
                  <a:pt x="612" y="140856"/>
                </a:lnTo>
                <a:lnTo>
                  <a:pt x="612" y="136263"/>
                </a:lnTo>
                <a:cubicBezTo>
                  <a:pt x="8268" y="135651"/>
                  <a:pt x="13473" y="133813"/>
                  <a:pt x="15923" y="130751"/>
                </a:cubicBezTo>
                <a:cubicBezTo>
                  <a:pt x="18373" y="127689"/>
                  <a:pt x="19597" y="121259"/>
                  <a:pt x="19597" y="112073"/>
                </a:cubicBezTo>
                <a:lnTo>
                  <a:pt x="19597" y="37664"/>
                </a:lnTo>
                <a:cubicBezTo>
                  <a:pt x="19597" y="30315"/>
                  <a:pt x="18679" y="25109"/>
                  <a:pt x="17454" y="22047"/>
                </a:cubicBezTo>
                <a:cubicBezTo>
                  <a:pt x="15923" y="19291"/>
                  <a:pt x="13167" y="17760"/>
                  <a:pt x="8880" y="17760"/>
                </a:cubicBezTo>
                <a:cubicBezTo>
                  <a:pt x="4593" y="17760"/>
                  <a:pt x="1837" y="18373"/>
                  <a:pt x="0" y="18985"/>
                </a:cubicBezTo>
                <a:lnTo>
                  <a:pt x="0" y="13779"/>
                </a:lnTo>
                <a:cubicBezTo>
                  <a:pt x="14086" y="9799"/>
                  <a:pt x="28171" y="5206"/>
                  <a:pt x="41951" y="0"/>
                </a:cubicBezTo>
                <a:lnTo>
                  <a:pt x="44400" y="919"/>
                </a:lnTo>
                <a:lnTo>
                  <a:pt x="44400" y="24803"/>
                </a:lnTo>
                <a:lnTo>
                  <a:pt x="44707" y="24803"/>
                </a:lnTo>
                <a:cubicBezTo>
                  <a:pt x="59098" y="8268"/>
                  <a:pt x="73796" y="0"/>
                  <a:pt x="88801" y="0"/>
                </a:cubicBezTo>
                <a:cubicBezTo>
                  <a:pt x="100437" y="0"/>
                  <a:pt x="109317" y="4287"/>
                  <a:pt x="115441" y="12248"/>
                </a:cubicBezTo>
                <a:cubicBezTo>
                  <a:pt x="121565" y="20516"/>
                  <a:pt x="124933" y="32152"/>
                  <a:pt x="124933" y="47156"/>
                </a:cubicBezTo>
                <a:lnTo>
                  <a:pt x="124933" y="114828"/>
                </a:lnTo>
                <a:cubicBezTo>
                  <a:pt x="124933" y="123096"/>
                  <a:pt x="126158" y="128608"/>
                  <a:pt x="128608" y="131058"/>
                </a:cubicBezTo>
                <a:cubicBezTo>
                  <a:pt x="131058" y="133813"/>
                  <a:pt x="135957" y="135651"/>
                  <a:pt x="143612" y="136263"/>
                </a:cubicBezTo>
                <a:lnTo>
                  <a:pt x="143612" y="140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5C46B-953F-4715-A70D-815F0EA5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264" y="5149424"/>
            <a:ext cx="135344" cy="207304"/>
          </a:xfrm>
          <a:custGeom xmlns:a="http://schemas.openxmlformats.org/drawingml/2006/main">
            <a:pathLst>
              <a:path w="135344" h="207304">
                <a:moveTo>
                  <a:pt x="135344" y="22047"/>
                </a:moveTo>
                <a:lnTo>
                  <a:pt x="109929" y="22047"/>
                </a:lnTo>
                <a:cubicBezTo>
                  <a:pt x="113604" y="30927"/>
                  <a:pt x="115747" y="39501"/>
                  <a:pt x="115747" y="47769"/>
                </a:cubicBezTo>
                <a:cubicBezTo>
                  <a:pt x="115747" y="63691"/>
                  <a:pt x="110235" y="75327"/>
                  <a:pt x="99824" y="83289"/>
                </a:cubicBezTo>
                <a:cubicBezTo>
                  <a:pt x="89107" y="91250"/>
                  <a:pt x="78390" y="95231"/>
                  <a:pt x="67978" y="95231"/>
                </a:cubicBezTo>
                <a:cubicBezTo>
                  <a:pt x="65529" y="95231"/>
                  <a:pt x="61854" y="94925"/>
                  <a:pt x="56342" y="94312"/>
                </a:cubicBezTo>
                <a:lnTo>
                  <a:pt x="50525" y="93700"/>
                </a:lnTo>
                <a:cubicBezTo>
                  <a:pt x="46238" y="94925"/>
                  <a:pt x="42257" y="97681"/>
                  <a:pt x="38276" y="101968"/>
                </a:cubicBezTo>
                <a:cubicBezTo>
                  <a:pt x="33989" y="106255"/>
                  <a:pt x="32152" y="109929"/>
                  <a:pt x="32152" y="112991"/>
                </a:cubicBezTo>
                <a:cubicBezTo>
                  <a:pt x="32152" y="117891"/>
                  <a:pt x="40113" y="120646"/>
                  <a:pt x="56036" y="121259"/>
                </a:cubicBezTo>
                <a:lnTo>
                  <a:pt x="95537" y="123096"/>
                </a:lnTo>
                <a:cubicBezTo>
                  <a:pt x="106561" y="123708"/>
                  <a:pt x="115747" y="126771"/>
                  <a:pt x="122484" y="132589"/>
                </a:cubicBezTo>
                <a:cubicBezTo>
                  <a:pt x="129220" y="138407"/>
                  <a:pt x="132589" y="145756"/>
                  <a:pt x="132589" y="155554"/>
                </a:cubicBezTo>
                <a:cubicBezTo>
                  <a:pt x="132589" y="167190"/>
                  <a:pt x="126464" y="177908"/>
                  <a:pt x="114216" y="187706"/>
                </a:cubicBezTo>
                <a:cubicBezTo>
                  <a:pt x="97068" y="200567"/>
                  <a:pt x="76858" y="207304"/>
                  <a:pt x="52974" y="207304"/>
                </a:cubicBezTo>
                <a:cubicBezTo>
                  <a:pt x="38276" y="207304"/>
                  <a:pt x="25722" y="204241"/>
                  <a:pt x="15310" y="198424"/>
                </a:cubicBezTo>
                <a:cubicBezTo>
                  <a:pt x="4899" y="192606"/>
                  <a:pt x="0" y="185563"/>
                  <a:pt x="0" y="177601"/>
                </a:cubicBezTo>
                <a:cubicBezTo>
                  <a:pt x="0" y="171783"/>
                  <a:pt x="2143" y="165965"/>
                  <a:pt x="6737" y="160454"/>
                </a:cubicBezTo>
                <a:cubicBezTo>
                  <a:pt x="11024" y="154942"/>
                  <a:pt x="18985" y="148205"/>
                  <a:pt x="30008" y="140550"/>
                </a:cubicBezTo>
                <a:cubicBezTo>
                  <a:pt x="23272" y="137488"/>
                  <a:pt x="18985" y="135038"/>
                  <a:pt x="16842" y="132589"/>
                </a:cubicBezTo>
                <a:cubicBezTo>
                  <a:pt x="14698" y="130445"/>
                  <a:pt x="13779" y="127689"/>
                  <a:pt x="13779" y="124321"/>
                </a:cubicBezTo>
                <a:cubicBezTo>
                  <a:pt x="13779" y="118503"/>
                  <a:pt x="18373" y="111460"/>
                  <a:pt x="27865" y="103192"/>
                </a:cubicBezTo>
                <a:cubicBezTo>
                  <a:pt x="32458" y="99212"/>
                  <a:pt x="36745" y="95231"/>
                  <a:pt x="41032" y="90944"/>
                </a:cubicBezTo>
                <a:cubicBezTo>
                  <a:pt x="30621" y="86045"/>
                  <a:pt x="23272" y="80227"/>
                  <a:pt x="18985" y="73796"/>
                </a:cubicBezTo>
                <a:cubicBezTo>
                  <a:pt x="14698" y="67672"/>
                  <a:pt x="12555" y="59711"/>
                  <a:pt x="12555" y="49912"/>
                </a:cubicBezTo>
                <a:cubicBezTo>
                  <a:pt x="12555" y="36133"/>
                  <a:pt x="17454" y="24497"/>
                  <a:pt x="27253" y="14698"/>
                </a:cubicBezTo>
                <a:cubicBezTo>
                  <a:pt x="37051" y="4899"/>
                  <a:pt x="49300" y="0"/>
                  <a:pt x="63691" y="0"/>
                </a:cubicBezTo>
                <a:cubicBezTo>
                  <a:pt x="71653" y="0"/>
                  <a:pt x="79921" y="1531"/>
                  <a:pt x="88188" y="4593"/>
                </a:cubicBezTo>
                <a:lnTo>
                  <a:pt x="94925" y="7043"/>
                </a:lnTo>
                <a:cubicBezTo>
                  <a:pt x="100743" y="9186"/>
                  <a:pt x="106255" y="10105"/>
                  <a:pt x="111766" y="10105"/>
                </a:cubicBezTo>
                <a:lnTo>
                  <a:pt x="135344" y="10105"/>
                </a:lnTo>
                <a:lnTo>
                  <a:pt x="135344" y="22047"/>
                </a:lnTo>
                <a:close/>
                <a:moveTo>
                  <a:pt x="37970" y="37358"/>
                </a:moveTo>
                <a:lnTo>
                  <a:pt x="37970" y="38276"/>
                </a:lnTo>
                <a:cubicBezTo>
                  <a:pt x="37970" y="52974"/>
                  <a:pt x="40726" y="64916"/>
                  <a:pt x="46544" y="74103"/>
                </a:cubicBezTo>
                <a:cubicBezTo>
                  <a:pt x="52362" y="83289"/>
                  <a:pt x="60017" y="87576"/>
                  <a:pt x="69509" y="87576"/>
                </a:cubicBezTo>
                <a:cubicBezTo>
                  <a:pt x="76246" y="87576"/>
                  <a:pt x="81758" y="85126"/>
                  <a:pt x="86045" y="80227"/>
                </a:cubicBezTo>
                <a:cubicBezTo>
                  <a:pt x="90025" y="75327"/>
                  <a:pt x="92169" y="68591"/>
                  <a:pt x="92169" y="60017"/>
                </a:cubicBezTo>
                <a:cubicBezTo>
                  <a:pt x="92169" y="46544"/>
                  <a:pt x="89107" y="34295"/>
                  <a:pt x="82983" y="22966"/>
                </a:cubicBezTo>
                <a:cubicBezTo>
                  <a:pt x="77777" y="13473"/>
                  <a:pt x="70428" y="8574"/>
                  <a:pt x="60629" y="8574"/>
                </a:cubicBezTo>
                <a:cubicBezTo>
                  <a:pt x="53280" y="8574"/>
                  <a:pt x="47769" y="11330"/>
                  <a:pt x="43788" y="16229"/>
                </a:cubicBezTo>
                <a:cubicBezTo>
                  <a:pt x="39807" y="21435"/>
                  <a:pt x="37970" y="28477"/>
                  <a:pt x="37970" y="37358"/>
                </a:cubicBezTo>
                <a:close/>
                <a:moveTo>
                  <a:pt x="124015" y="160147"/>
                </a:moveTo>
                <a:cubicBezTo>
                  <a:pt x="124015" y="154329"/>
                  <a:pt x="120953" y="150349"/>
                  <a:pt x="115441" y="148205"/>
                </a:cubicBezTo>
                <a:cubicBezTo>
                  <a:pt x="109929" y="146062"/>
                  <a:pt x="100130" y="145143"/>
                  <a:pt x="86045" y="145143"/>
                </a:cubicBezTo>
                <a:cubicBezTo>
                  <a:pt x="65835" y="145143"/>
                  <a:pt x="49300" y="143612"/>
                  <a:pt x="36439" y="141162"/>
                </a:cubicBezTo>
                <a:cubicBezTo>
                  <a:pt x="30315" y="148511"/>
                  <a:pt x="26028" y="153717"/>
                  <a:pt x="24191" y="157085"/>
                </a:cubicBezTo>
                <a:cubicBezTo>
                  <a:pt x="22353" y="160454"/>
                  <a:pt x="21435" y="163822"/>
                  <a:pt x="21435" y="167496"/>
                </a:cubicBezTo>
                <a:cubicBezTo>
                  <a:pt x="21435" y="174233"/>
                  <a:pt x="25415" y="179439"/>
                  <a:pt x="33377" y="183725"/>
                </a:cubicBezTo>
                <a:cubicBezTo>
                  <a:pt x="41338" y="187706"/>
                  <a:pt x="52362" y="189850"/>
                  <a:pt x="65835" y="189850"/>
                </a:cubicBezTo>
                <a:cubicBezTo>
                  <a:pt x="82983" y="189850"/>
                  <a:pt x="97068" y="187094"/>
                  <a:pt x="107786" y="181582"/>
                </a:cubicBezTo>
                <a:cubicBezTo>
                  <a:pt x="118503" y="176070"/>
                  <a:pt x="124015" y="169027"/>
                  <a:pt x="124015" y="1601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B39E5-A994-4C0E-8350-80F0054E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328" y="5112985"/>
            <a:ext cx="81452" cy="180051"/>
          </a:xfrm>
          <a:custGeom xmlns:a="http://schemas.openxmlformats.org/drawingml/2006/main">
            <a:pathLst>
              <a:path w="81452" h="180051">
                <a:moveTo>
                  <a:pt x="77471" y="153717"/>
                </a:moveTo>
                <a:lnTo>
                  <a:pt x="81452" y="157085"/>
                </a:lnTo>
                <a:cubicBezTo>
                  <a:pt x="71653" y="172396"/>
                  <a:pt x="59098" y="180051"/>
                  <a:pt x="44400" y="180051"/>
                </a:cubicBezTo>
                <a:cubicBezTo>
                  <a:pt x="26334" y="180051"/>
                  <a:pt x="17454" y="167190"/>
                  <a:pt x="17454" y="141469"/>
                </a:cubicBezTo>
                <a:lnTo>
                  <a:pt x="17454" y="49300"/>
                </a:lnTo>
                <a:lnTo>
                  <a:pt x="1225" y="49300"/>
                </a:lnTo>
                <a:cubicBezTo>
                  <a:pt x="306" y="48687"/>
                  <a:pt x="0" y="48075"/>
                  <a:pt x="0" y="47156"/>
                </a:cubicBezTo>
                <a:cubicBezTo>
                  <a:pt x="0" y="45625"/>
                  <a:pt x="1531" y="43788"/>
                  <a:pt x="5206" y="41338"/>
                </a:cubicBezTo>
                <a:cubicBezTo>
                  <a:pt x="12861" y="37051"/>
                  <a:pt x="22659" y="26028"/>
                  <a:pt x="34908" y="8574"/>
                </a:cubicBezTo>
                <a:cubicBezTo>
                  <a:pt x="35214" y="7961"/>
                  <a:pt x="36133" y="6737"/>
                  <a:pt x="37664" y="4899"/>
                </a:cubicBezTo>
                <a:cubicBezTo>
                  <a:pt x="39195" y="3062"/>
                  <a:pt x="40420" y="1225"/>
                  <a:pt x="41032" y="0"/>
                </a:cubicBezTo>
                <a:cubicBezTo>
                  <a:pt x="42257" y="0"/>
                  <a:pt x="43175" y="1531"/>
                  <a:pt x="43175" y="3981"/>
                </a:cubicBezTo>
                <a:lnTo>
                  <a:pt x="43175" y="39501"/>
                </a:lnTo>
                <a:lnTo>
                  <a:pt x="74103" y="39501"/>
                </a:lnTo>
                <a:lnTo>
                  <a:pt x="74103" y="49300"/>
                </a:lnTo>
                <a:lnTo>
                  <a:pt x="43175" y="49300"/>
                </a:lnTo>
                <a:lnTo>
                  <a:pt x="43175" y="136875"/>
                </a:lnTo>
                <a:cubicBezTo>
                  <a:pt x="43175" y="146674"/>
                  <a:pt x="44400" y="153717"/>
                  <a:pt x="46850" y="158004"/>
                </a:cubicBezTo>
                <a:cubicBezTo>
                  <a:pt x="49300" y="162291"/>
                  <a:pt x="53280" y="164434"/>
                  <a:pt x="59098" y="164434"/>
                </a:cubicBezTo>
                <a:cubicBezTo>
                  <a:pt x="65223" y="164434"/>
                  <a:pt x="71347" y="161066"/>
                  <a:pt x="77471" y="153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F80CC-DB57-4423-B8F7-50752C3A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373" y="5081139"/>
            <a:ext cx="72572" cy="209141"/>
          </a:xfrm>
          <a:custGeom xmlns:a="http://schemas.openxmlformats.org/drawingml/2006/main">
            <a:pathLst>
              <a:path w="72572" h="209141">
                <a:moveTo>
                  <a:pt x="50218" y="15617"/>
                </a:moveTo>
                <a:cubicBezTo>
                  <a:pt x="50218" y="20210"/>
                  <a:pt x="48687" y="23884"/>
                  <a:pt x="45625" y="26946"/>
                </a:cubicBezTo>
                <a:cubicBezTo>
                  <a:pt x="42563" y="30008"/>
                  <a:pt x="38582" y="31233"/>
                  <a:pt x="34295" y="31233"/>
                </a:cubicBezTo>
                <a:cubicBezTo>
                  <a:pt x="30008" y="31233"/>
                  <a:pt x="26334" y="30008"/>
                  <a:pt x="23272" y="26946"/>
                </a:cubicBezTo>
                <a:cubicBezTo>
                  <a:pt x="20210" y="23884"/>
                  <a:pt x="18985" y="20210"/>
                  <a:pt x="18985" y="15617"/>
                </a:cubicBezTo>
                <a:cubicBezTo>
                  <a:pt x="18985" y="11330"/>
                  <a:pt x="20516" y="7655"/>
                  <a:pt x="23578" y="4593"/>
                </a:cubicBezTo>
                <a:cubicBezTo>
                  <a:pt x="26640" y="1531"/>
                  <a:pt x="30315" y="0"/>
                  <a:pt x="34602" y="0"/>
                </a:cubicBezTo>
                <a:cubicBezTo>
                  <a:pt x="38889" y="0"/>
                  <a:pt x="42563" y="1531"/>
                  <a:pt x="45625" y="4593"/>
                </a:cubicBezTo>
                <a:cubicBezTo>
                  <a:pt x="48687" y="7655"/>
                  <a:pt x="50218" y="11330"/>
                  <a:pt x="50218" y="15617"/>
                </a:cubicBezTo>
                <a:close/>
                <a:moveTo>
                  <a:pt x="72572" y="209141"/>
                </a:moveTo>
                <a:lnTo>
                  <a:pt x="0" y="209141"/>
                </a:lnTo>
                <a:lnTo>
                  <a:pt x="0" y="204548"/>
                </a:lnTo>
                <a:cubicBezTo>
                  <a:pt x="10411" y="203935"/>
                  <a:pt x="17148" y="202098"/>
                  <a:pt x="19904" y="199036"/>
                </a:cubicBezTo>
                <a:cubicBezTo>
                  <a:pt x="22659" y="195974"/>
                  <a:pt x="24191" y="188931"/>
                  <a:pt x="24191" y="177295"/>
                </a:cubicBezTo>
                <a:lnTo>
                  <a:pt x="24191" y="107786"/>
                </a:lnTo>
                <a:cubicBezTo>
                  <a:pt x="24191" y="100743"/>
                  <a:pt x="23272" y="95843"/>
                  <a:pt x="22047" y="92781"/>
                </a:cubicBezTo>
                <a:cubicBezTo>
                  <a:pt x="20516" y="90025"/>
                  <a:pt x="17760" y="88494"/>
                  <a:pt x="14086" y="88494"/>
                </a:cubicBezTo>
                <a:cubicBezTo>
                  <a:pt x="9186" y="88494"/>
                  <a:pt x="4899" y="89107"/>
                  <a:pt x="1225" y="90025"/>
                </a:cubicBezTo>
                <a:lnTo>
                  <a:pt x="1225" y="85126"/>
                </a:lnTo>
                <a:lnTo>
                  <a:pt x="48687" y="68285"/>
                </a:lnTo>
                <a:lnTo>
                  <a:pt x="49912" y="69509"/>
                </a:lnTo>
                <a:lnTo>
                  <a:pt x="49912" y="176989"/>
                </a:lnTo>
                <a:cubicBezTo>
                  <a:pt x="49912" y="188625"/>
                  <a:pt x="51137" y="195668"/>
                  <a:pt x="53587" y="198730"/>
                </a:cubicBezTo>
                <a:cubicBezTo>
                  <a:pt x="56036" y="201792"/>
                  <a:pt x="62467" y="203935"/>
                  <a:pt x="72572" y="204548"/>
                </a:cubicBezTo>
                <a:lnTo>
                  <a:pt x="72572" y="2091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C8D31-E14D-4644-8964-D659EFD4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499" y="5149424"/>
            <a:ext cx="232413" cy="140856"/>
          </a:xfrm>
          <a:custGeom xmlns:a="http://schemas.openxmlformats.org/drawingml/2006/main">
            <a:pathLst>
              <a:path w="232413" h="140856">
                <a:moveTo>
                  <a:pt x="232413" y="140856"/>
                </a:moveTo>
                <a:lnTo>
                  <a:pt x="165659" y="140856"/>
                </a:lnTo>
                <a:lnTo>
                  <a:pt x="165659" y="136263"/>
                </a:lnTo>
                <a:cubicBezTo>
                  <a:pt x="174233" y="135651"/>
                  <a:pt x="179439" y="133813"/>
                  <a:pt x="181888" y="131058"/>
                </a:cubicBezTo>
                <a:cubicBezTo>
                  <a:pt x="184338" y="128302"/>
                  <a:pt x="185563" y="122484"/>
                  <a:pt x="185563" y="113297"/>
                </a:cubicBezTo>
                <a:lnTo>
                  <a:pt x="185563" y="50218"/>
                </a:lnTo>
                <a:cubicBezTo>
                  <a:pt x="185563" y="37970"/>
                  <a:pt x="183725" y="29396"/>
                  <a:pt x="180051" y="23884"/>
                </a:cubicBezTo>
                <a:cubicBezTo>
                  <a:pt x="176376" y="18679"/>
                  <a:pt x="170558" y="15923"/>
                  <a:pt x="161985" y="15923"/>
                </a:cubicBezTo>
                <a:cubicBezTo>
                  <a:pt x="154636" y="15923"/>
                  <a:pt x="148511" y="17454"/>
                  <a:pt x="143612" y="20210"/>
                </a:cubicBezTo>
                <a:cubicBezTo>
                  <a:pt x="138713" y="23272"/>
                  <a:pt x="133813" y="27865"/>
                  <a:pt x="129220" y="34602"/>
                </a:cubicBezTo>
                <a:lnTo>
                  <a:pt x="129220" y="111766"/>
                </a:lnTo>
                <a:cubicBezTo>
                  <a:pt x="129220" y="121565"/>
                  <a:pt x="130445" y="128302"/>
                  <a:pt x="133507" y="131364"/>
                </a:cubicBezTo>
                <a:cubicBezTo>
                  <a:pt x="136569" y="134426"/>
                  <a:pt x="142387" y="136263"/>
                  <a:pt x="151267" y="136263"/>
                </a:cubicBezTo>
                <a:lnTo>
                  <a:pt x="151267" y="140856"/>
                </a:lnTo>
                <a:lnTo>
                  <a:pt x="82676" y="140856"/>
                </a:lnTo>
                <a:lnTo>
                  <a:pt x="82676" y="136263"/>
                </a:lnTo>
                <a:cubicBezTo>
                  <a:pt x="91557" y="135651"/>
                  <a:pt x="97375" y="134426"/>
                  <a:pt x="99824" y="131976"/>
                </a:cubicBezTo>
                <a:cubicBezTo>
                  <a:pt x="102274" y="129526"/>
                  <a:pt x="103499" y="123708"/>
                  <a:pt x="103499" y="114522"/>
                </a:cubicBezTo>
                <a:lnTo>
                  <a:pt x="103499" y="49912"/>
                </a:lnTo>
                <a:cubicBezTo>
                  <a:pt x="103499" y="27253"/>
                  <a:pt x="96762" y="15923"/>
                  <a:pt x="83595" y="15923"/>
                </a:cubicBezTo>
                <a:cubicBezTo>
                  <a:pt x="77777" y="15923"/>
                  <a:pt x="71653" y="17454"/>
                  <a:pt x="65223" y="19904"/>
                </a:cubicBezTo>
                <a:cubicBezTo>
                  <a:pt x="58792" y="22353"/>
                  <a:pt x="54199" y="25415"/>
                  <a:pt x="51137" y="29090"/>
                </a:cubicBezTo>
                <a:cubicBezTo>
                  <a:pt x="48381" y="32152"/>
                  <a:pt x="47156" y="33989"/>
                  <a:pt x="47156" y="34295"/>
                </a:cubicBezTo>
                <a:lnTo>
                  <a:pt x="47156" y="119422"/>
                </a:lnTo>
                <a:cubicBezTo>
                  <a:pt x="47156" y="126158"/>
                  <a:pt x="48381" y="130445"/>
                  <a:pt x="51443" y="132589"/>
                </a:cubicBezTo>
                <a:cubicBezTo>
                  <a:pt x="54199" y="134732"/>
                  <a:pt x="59711" y="135957"/>
                  <a:pt x="67978" y="136263"/>
                </a:cubicBezTo>
                <a:lnTo>
                  <a:pt x="67978" y="140856"/>
                </a:lnTo>
                <a:lnTo>
                  <a:pt x="0" y="140856"/>
                </a:lnTo>
                <a:lnTo>
                  <a:pt x="0" y="136263"/>
                </a:lnTo>
                <a:cubicBezTo>
                  <a:pt x="8574" y="136263"/>
                  <a:pt x="14086" y="134732"/>
                  <a:pt x="17148" y="131670"/>
                </a:cubicBezTo>
                <a:cubicBezTo>
                  <a:pt x="19904" y="128608"/>
                  <a:pt x="21435" y="122790"/>
                  <a:pt x="21435" y="113910"/>
                </a:cubicBezTo>
                <a:lnTo>
                  <a:pt x="21435" y="37970"/>
                </a:lnTo>
                <a:cubicBezTo>
                  <a:pt x="21435" y="30621"/>
                  <a:pt x="20516" y="25415"/>
                  <a:pt x="18985" y="22353"/>
                </a:cubicBezTo>
                <a:cubicBezTo>
                  <a:pt x="17148" y="19291"/>
                  <a:pt x="14392" y="17760"/>
                  <a:pt x="10717" y="17760"/>
                </a:cubicBezTo>
                <a:cubicBezTo>
                  <a:pt x="7655" y="17760"/>
                  <a:pt x="4287" y="18373"/>
                  <a:pt x="919" y="18985"/>
                </a:cubicBezTo>
                <a:lnTo>
                  <a:pt x="919" y="13779"/>
                </a:lnTo>
                <a:cubicBezTo>
                  <a:pt x="14698" y="10105"/>
                  <a:pt x="28784" y="5512"/>
                  <a:pt x="43482" y="0"/>
                </a:cubicBezTo>
                <a:lnTo>
                  <a:pt x="45931" y="919"/>
                </a:lnTo>
                <a:lnTo>
                  <a:pt x="45931" y="23578"/>
                </a:lnTo>
                <a:lnTo>
                  <a:pt x="46544" y="23578"/>
                </a:lnTo>
                <a:cubicBezTo>
                  <a:pt x="55730" y="14086"/>
                  <a:pt x="63691" y="7655"/>
                  <a:pt x="70734" y="4593"/>
                </a:cubicBezTo>
                <a:cubicBezTo>
                  <a:pt x="77777" y="1531"/>
                  <a:pt x="85432" y="0"/>
                  <a:pt x="93394" y="0"/>
                </a:cubicBezTo>
                <a:cubicBezTo>
                  <a:pt x="109317" y="0"/>
                  <a:pt x="120340" y="8574"/>
                  <a:pt x="125852" y="25722"/>
                </a:cubicBezTo>
                <a:cubicBezTo>
                  <a:pt x="141775" y="8574"/>
                  <a:pt x="158310" y="0"/>
                  <a:pt x="175764" y="0"/>
                </a:cubicBezTo>
                <a:cubicBezTo>
                  <a:pt x="199342" y="0"/>
                  <a:pt x="211284" y="18373"/>
                  <a:pt x="211284" y="55118"/>
                </a:cubicBezTo>
                <a:lnTo>
                  <a:pt x="211284" y="117278"/>
                </a:lnTo>
                <a:cubicBezTo>
                  <a:pt x="211284" y="124015"/>
                  <a:pt x="212203" y="128914"/>
                  <a:pt x="214346" y="131364"/>
                </a:cubicBezTo>
                <a:cubicBezTo>
                  <a:pt x="216184" y="133813"/>
                  <a:pt x="219552" y="135344"/>
                  <a:pt x="224451" y="135651"/>
                </a:cubicBezTo>
                <a:lnTo>
                  <a:pt x="232413" y="136263"/>
                </a:lnTo>
                <a:lnTo>
                  <a:pt x="232413" y="140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F8CCD-95EE-44BD-B09B-CA94F373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486" y="5149424"/>
            <a:ext cx="122177" cy="143612"/>
          </a:xfrm>
          <a:custGeom xmlns:a="http://schemas.openxmlformats.org/drawingml/2006/main">
            <a:pathLst>
              <a:path w="122177" h="143612">
                <a:moveTo>
                  <a:pt x="117278" y="90638"/>
                </a:moveTo>
                <a:lnTo>
                  <a:pt x="122177" y="92781"/>
                </a:lnTo>
                <a:cubicBezTo>
                  <a:pt x="109929" y="126771"/>
                  <a:pt x="88494" y="143612"/>
                  <a:pt x="58180" y="143612"/>
                </a:cubicBezTo>
                <a:cubicBezTo>
                  <a:pt x="40113" y="143612"/>
                  <a:pt x="26028" y="137488"/>
                  <a:pt x="15617" y="124933"/>
                </a:cubicBezTo>
                <a:cubicBezTo>
                  <a:pt x="5206" y="112685"/>
                  <a:pt x="0" y="95843"/>
                  <a:pt x="0" y="74409"/>
                </a:cubicBezTo>
                <a:cubicBezTo>
                  <a:pt x="0" y="52668"/>
                  <a:pt x="5818" y="34908"/>
                  <a:pt x="17454" y="20822"/>
                </a:cubicBezTo>
                <a:cubicBezTo>
                  <a:pt x="29090" y="7043"/>
                  <a:pt x="44400" y="0"/>
                  <a:pt x="63385" y="0"/>
                </a:cubicBezTo>
                <a:cubicBezTo>
                  <a:pt x="81758" y="0"/>
                  <a:pt x="95843" y="7043"/>
                  <a:pt x="105948" y="21128"/>
                </a:cubicBezTo>
                <a:cubicBezTo>
                  <a:pt x="111766" y="29396"/>
                  <a:pt x="115135" y="41032"/>
                  <a:pt x="116359" y="56036"/>
                </a:cubicBezTo>
                <a:lnTo>
                  <a:pt x="22047" y="56036"/>
                </a:lnTo>
                <a:cubicBezTo>
                  <a:pt x="22659" y="68897"/>
                  <a:pt x="23884" y="78696"/>
                  <a:pt x="25722" y="85432"/>
                </a:cubicBezTo>
                <a:cubicBezTo>
                  <a:pt x="27559" y="92169"/>
                  <a:pt x="30927" y="99212"/>
                  <a:pt x="36133" y="105948"/>
                </a:cubicBezTo>
                <a:cubicBezTo>
                  <a:pt x="44707" y="117278"/>
                  <a:pt x="56036" y="122790"/>
                  <a:pt x="70122" y="122790"/>
                </a:cubicBezTo>
                <a:cubicBezTo>
                  <a:pt x="79921" y="122790"/>
                  <a:pt x="88494" y="120340"/>
                  <a:pt x="95231" y="115441"/>
                </a:cubicBezTo>
                <a:cubicBezTo>
                  <a:pt x="101968" y="110541"/>
                  <a:pt x="109317" y="102274"/>
                  <a:pt x="117278" y="90638"/>
                </a:cubicBezTo>
                <a:close/>
                <a:moveTo>
                  <a:pt x="22659" y="46238"/>
                </a:moveTo>
                <a:lnTo>
                  <a:pt x="85126" y="46238"/>
                </a:lnTo>
                <a:cubicBezTo>
                  <a:pt x="83289" y="33377"/>
                  <a:pt x="80227" y="24497"/>
                  <a:pt x="75940" y="18985"/>
                </a:cubicBezTo>
                <a:cubicBezTo>
                  <a:pt x="71653" y="13779"/>
                  <a:pt x="64916" y="11024"/>
                  <a:pt x="55118" y="11024"/>
                </a:cubicBezTo>
                <a:cubicBezTo>
                  <a:pt x="46544" y="11024"/>
                  <a:pt x="39195" y="14086"/>
                  <a:pt x="33683" y="20210"/>
                </a:cubicBezTo>
                <a:cubicBezTo>
                  <a:pt x="27865" y="26334"/>
                  <a:pt x="24191" y="34908"/>
                  <a:pt x="22659" y="46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EBABB-D63A-48C6-A0E3-582A9CF9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689" y="5158304"/>
            <a:ext cx="149430" cy="135651"/>
          </a:xfrm>
          <a:custGeom xmlns:a="http://schemas.openxmlformats.org/drawingml/2006/main">
            <a:pathLst>
              <a:path w="149430" h="135651">
                <a:moveTo>
                  <a:pt x="40420" y="127383"/>
                </a:moveTo>
                <a:cubicBezTo>
                  <a:pt x="40420" y="126158"/>
                  <a:pt x="40420" y="124933"/>
                  <a:pt x="40726" y="124015"/>
                </a:cubicBezTo>
                <a:lnTo>
                  <a:pt x="72878" y="18985"/>
                </a:lnTo>
                <a:lnTo>
                  <a:pt x="45319" y="18985"/>
                </a:lnTo>
                <a:cubicBezTo>
                  <a:pt x="37664" y="18985"/>
                  <a:pt x="30621" y="21435"/>
                  <a:pt x="24191" y="26028"/>
                </a:cubicBezTo>
                <a:cubicBezTo>
                  <a:pt x="17760" y="30927"/>
                  <a:pt x="12555" y="36745"/>
                  <a:pt x="8268" y="43788"/>
                </a:cubicBezTo>
                <a:cubicBezTo>
                  <a:pt x="7655" y="44707"/>
                  <a:pt x="7043" y="45013"/>
                  <a:pt x="6430" y="45013"/>
                </a:cubicBezTo>
                <a:lnTo>
                  <a:pt x="2756" y="45013"/>
                </a:lnTo>
                <a:cubicBezTo>
                  <a:pt x="919" y="45013"/>
                  <a:pt x="0" y="44094"/>
                  <a:pt x="0" y="41951"/>
                </a:cubicBezTo>
                <a:cubicBezTo>
                  <a:pt x="0" y="41644"/>
                  <a:pt x="0" y="41032"/>
                  <a:pt x="612" y="40113"/>
                </a:cubicBezTo>
                <a:cubicBezTo>
                  <a:pt x="7349" y="29090"/>
                  <a:pt x="14392" y="19597"/>
                  <a:pt x="22047" y="11636"/>
                </a:cubicBezTo>
                <a:cubicBezTo>
                  <a:pt x="29396" y="3981"/>
                  <a:pt x="37970" y="0"/>
                  <a:pt x="47769" y="0"/>
                </a:cubicBezTo>
                <a:lnTo>
                  <a:pt x="141775" y="0"/>
                </a:lnTo>
                <a:cubicBezTo>
                  <a:pt x="143918" y="0"/>
                  <a:pt x="145756" y="919"/>
                  <a:pt x="147287" y="2143"/>
                </a:cubicBezTo>
                <a:cubicBezTo>
                  <a:pt x="148511" y="3675"/>
                  <a:pt x="149430" y="5512"/>
                  <a:pt x="149430" y="7655"/>
                </a:cubicBezTo>
                <a:cubicBezTo>
                  <a:pt x="149430" y="10717"/>
                  <a:pt x="148205" y="13473"/>
                  <a:pt x="146062" y="15617"/>
                </a:cubicBezTo>
                <a:cubicBezTo>
                  <a:pt x="143918" y="18066"/>
                  <a:pt x="141469" y="18985"/>
                  <a:pt x="138407" y="18985"/>
                </a:cubicBezTo>
                <a:lnTo>
                  <a:pt x="82983" y="18985"/>
                </a:lnTo>
                <a:lnTo>
                  <a:pt x="62467" y="124627"/>
                </a:lnTo>
                <a:cubicBezTo>
                  <a:pt x="61548" y="127995"/>
                  <a:pt x="60017" y="130751"/>
                  <a:pt x="57874" y="132589"/>
                </a:cubicBezTo>
                <a:cubicBezTo>
                  <a:pt x="55730" y="134426"/>
                  <a:pt x="52974" y="135651"/>
                  <a:pt x="49606" y="135651"/>
                </a:cubicBezTo>
                <a:cubicBezTo>
                  <a:pt x="46850" y="135651"/>
                  <a:pt x="44707" y="134732"/>
                  <a:pt x="42869" y="133201"/>
                </a:cubicBezTo>
                <a:cubicBezTo>
                  <a:pt x="41032" y="131976"/>
                  <a:pt x="40420" y="129833"/>
                  <a:pt x="40420" y="1273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40E03-B11C-4DF9-85C0-2299B952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" y="3355465"/>
            <a:ext cx="202710" cy="90944"/>
          </a:xfrm>
          <a:custGeom xmlns:a="http://schemas.openxmlformats.org/drawingml/2006/main">
            <a:pathLst>
              <a:path w="202710" h="90944">
                <a:moveTo>
                  <a:pt x="202710" y="0"/>
                </a:moveTo>
                <a:lnTo>
                  <a:pt x="202710" y="90944"/>
                </a:lnTo>
                <a:lnTo>
                  <a:pt x="196892" y="90944"/>
                </a:lnTo>
                <a:cubicBezTo>
                  <a:pt x="196586" y="78083"/>
                  <a:pt x="194749" y="70122"/>
                  <a:pt x="191381" y="66447"/>
                </a:cubicBezTo>
                <a:cubicBezTo>
                  <a:pt x="188012" y="63079"/>
                  <a:pt x="180357" y="61242"/>
                  <a:pt x="168415" y="61242"/>
                </a:cubicBezTo>
                <a:lnTo>
                  <a:pt x="33989" y="61242"/>
                </a:lnTo>
                <a:cubicBezTo>
                  <a:pt x="22353" y="61242"/>
                  <a:pt x="14698" y="63079"/>
                  <a:pt x="11636" y="66141"/>
                </a:cubicBezTo>
                <a:cubicBezTo>
                  <a:pt x="8574" y="69509"/>
                  <a:pt x="6737" y="77777"/>
                  <a:pt x="5818" y="90944"/>
                </a:cubicBezTo>
                <a:lnTo>
                  <a:pt x="0" y="90944"/>
                </a:lnTo>
                <a:lnTo>
                  <a:pt x="0" y="0"/>
                </a:lnTo>
                <a:lnTo>
                  <a:pt x="5818" y="0"/>
                </a:lnTo>
                <a:cubicBezTo>
                  <a:pt x="6430" y="12861"/>
                  <a:pt x="8574" y="21128"/>
                  <a:pt x="11636" y="24803"/>
                </a:cubicBezTo>
                <a:cubicBezTo>
                  <a:pt x="15004" y="28477"/>
                  <a:pt x="22353" y="30008"/>
                  <a:pt x="33989" y="30008"/>
                </a:cubicBezTo>
                <a:lnTo>
                  <a:pt x="168415" y="30008"/>
                </a:lnTo>
                <a:cubicBezTo>
                  <a:pt x="180051" y="30008"/>
                  <a:pt x="187400" y="28171"/>
                  <a:pt x="191074" y="24497"/>
                </a:cubicBezTo>
                <a:cubicBezTo>
                  <a:pt x="194749" y="20822"/>
                  <a:pt x="196586" y="12861"/>
                  <a:pt x="196892" y="0"/>
                </a:cubicBezTo>
                <a:lnTo>
                  <a:pt x="202710" y="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5EDD0-3D7F-4901-9A44-149F779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7" y="3201442"/>
            <a:ext cx="140856" cy="143612"/>
          </a:xfrm>
          <a:custGeom xmlns:a="http://schemas.openxmlformats.org/drawingml/2006/main">
            <a:pathLst>
              <a:path w="140856" h="143612">
                <a:moveTo>
                  <a:pt x="140856" y="0"/>
                </a:moveTo>
                <a:lnTo>
                  <a:pt x="140856" y="63691"/>
                </a:lnTo>
                <a:lnTo>
                  <a:pt x="136263" y="63385"/>
                </a:lnTo>
                <a:cubicBezTo>
                  <a:pt x="135651" y="56036"/>
                  <a:pt x="133507" y="50831"/>
                  <a:pt x="129833" y="48381"/>
                </a:cubicBezTo>
                <a:cubicBezTo>
                  <a:pt x="126158" y="45931"/>
                  <a:pt x="119115" y="44400"/>
                  <a:pt x="108704" y="44400"/>
                </a:cubicBezTo>
                <a:lnTo>
                  <a:pt x="47769" y="44400"/>
                </a:lnTo>
                <a:cubicBezTo>
                  <a:pt x="27253" y="44400"/>
                  <a:pt x="16842" y="52056"/>
                  <a:pt x="16842" y="66754"/>
                </a:cubicBezTo>
                <a:cubicBezTo>
                  <a:pt x="16842" y="71959"/>
                  <a:pt x="18066" y="76858"/>
                  <a:pt x="20516" y="81145"/>
                </a:cubicBezTo>
                <a:cubicBezTo>
                  <a:pt x="22966" y="85739"/>
                  <a:pt x="27559" y="91557"/>
                  <a:pt x="34295" y="98293"/>
                </a:cubicBezTo>
                <a:lnTo>
                  <a:pt x="118809" y="98293"/>
                </a:lnTo>
                <a:cubicBezTo>
                  <a:pt x="124933" y="98293"/>
                  <a:pt x="129220" y="97068"/>
                  <a:pt x="131670" y="94312"/>
                </a:cubicBezTo>
                <a:cubicBezTo>
                  <a:pt x="134120" y="91557"/>
                  <a:pt x="135651" y="86351"/>
                  <a:pt x="136263" y="78390"/>
                </a:cubicBezTo>
                <a:lnTo>
                  <a:pt x="140856" y="78390"/>
                </a:lnTo>
                <a:lnTo>
                  <a:pt x="140856" y="143000"/>
                </a:lnTo>
                <a:lnTo>
                  <a:pt x="136263" y="143000"/>
                </a:lnTo>
                <a:cubicBezTo>
                  <a:pt x="135651" y="135344"/>
                  <a:pt x="133813" y="130139"/>
                  <a:pt x="130751" y="127689"/>
                </a:cubicBezTo>
                <a:cubicBezTo>
                  <a:pt x="127689" y="125240"/>
                  <a:pt x="121259" y="124015"/>
                  <a:pt x="112073" y="124015"/>
                </a:cubicBezTo>
                <a:lnTo>
                  <a:pt x="37664" y="124015"/>
                </a:lnTo>
                <a:cubicBezTo>
                  <a:pt x="30315" y="124015"/>
                  <a:pt x="25109" y="124933"/>
                  <a:pt x="22047" y="126158"/>
                </a:cubicBezTo>
                <a:cubicBezTo>
                  <a:pt x="19291" y="127689"/>
                  <a:pt x="17760" y="130445"/>
                  <a:pt x="17760" y="134732"/>
                </a:cubicBezTo>
                <a:cubicBezTo>
                  <a:pt x="17760" y="139019"/>
                  <a:pt x="18373" y="141775"/>
                  <a:pt x="18985" y="143612"/>
                </a:cubicBezTo>
                <a:lnTo>
                  <a:pt x="13779" y="143612"/>
                </a:lnTo>
                <a:cubicBezTo>
                  <a:pt x="9799" y="129526"/>
                  <a:pt x="5206" y="115441"/>
                  <a:pt x="0" y="101661"/>
                </a:cubicBezTo>
                <a:lnTo>
                  <a:pt x="919" y="99212"/>
                </a:lnTo>
                <a:lnTo>
                  <a:pt x="24803" y="99212"/>
                </a:lnTo>
                <a:lnTo>
                  <a:pt x="24803" y="98906"/>
                </a:lnTo>
                <a:cubicBezTo>
                  <a:pt x="8268" y="84514"/>
                  <a:pt x="0" y="69816"/>
                  <a:pt x="0" y="54811"/>
                </a:cubicBezTo>
                <a:cubicBezTo>
                  <a:pt x="0" y="43175"/>
                  <a:pt x="4287" y="34295"/>
                  <a:pt x="12248" y="28171"/>
                </a:cubicBezTo>
                <a:cubicBezTo>
                  <a:pt x="20516" y="22047"/>
                  <a:pt x="32152" y="18679"/>
                  <a:pt x="47156" y="18679"/>
                </a:cubicBezTo>
                <a:lnTo>
                  <a:pt x="114828" y="18679"/>
                </a:lnTo>
                <a:cubicBezTo>
                  <a:pt x="123096" y="18679"/>
                  <a:pt x="128608" y="17454"/>
                  <a:pt x="131058" y="15004"/>
                </a:cubicBezTo>
                <a:cubicBezTo>
                  <a:pt x="133813" y="12555"/>
                  <a:pt x="135651" y="7655"/>
                  <a:pt x="136263" y="0"/>
                </a:cubicBezTo>
                <a:lnTo>
                  <a:pt x="140856" y="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CB230-EA5A-4D49-86D5-2007ABBF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9" y="3050786"/>
            <a:ext cx="141775" cy="140244"/>
          </a:xfrm>
          <a:custGeom xmlns:a="http://schemas.openxmlformats.org/drawingml/2006/main">
            <a:pathLst>
              <a:path w="141775" h="140244">
                <a:moveTo>
                  <a:pt x="0" y="0"/>
                </a:moveTo>
                <a:lnTo>
                  <a:pt x="4593" y="0"/>
                </a:lnTo>
                <a:cubicBezTo>
                  <a:pt x="5206" y="4899"/>
                  <a:pt x="6737" y="8268"/>
                  <a:pt x="9186" y="10411"/>
                </a:cubicBezTo>
                <a:cubicBezTo>
                  <a:pt x="11942" y="12861"/>
                  <a:pt x="18373" y="15923"/>
                  <a:pt x="28477" y="19904"/>
                </a:cubicBezTo>
                <a:lnTo>
                  <a:pt x="126771" y="59098"/>
                </a:lnTo>
                <a:cubicBezTo>
                  <a:pt x="136875" y="63385"/>
                  <a:pt x="141775" y="66141"/>
                  <a:pt x="141775" y="67672"/>
                </a:cubicBezTo>
                <a:cubicBezTo>
                  <a:pt x="141775" y="69509"/>
                  <a:pt x="139019" y="71347"/>
                  <a:pt x="134120" y="73184"/>
                </a:cubicBezTo>
                <a:cubicBezTo>
                  <a:pt x="133507" y="73796"/>
                  <a:pt x="132589" y="74103"/>
                  <a:pt x="131058" y="74409"/>
                </a:cubicBezTo>
                <a:cubicBezTo>
                  <a:pt x="129833" y="75021"/>
                  <a:pt x="128608" y="75327"/>
                  <a:pt x="127689" y="75634"/>
                </a:cubicBezTo>
                <a:lnTo>
                  <a:pt x="39807" y="112379"/>
                </a:lnTo>
                <a:cubicBezTo>
                  <a:pt x="24497" y="119115"/>
                  <a:pt x="14698" y="123708"/>
                  <a:pt x="11024" y="126771"/>
                </a:cubicBezTo>
                <a:cubicBezTo>
                  <a:pt x="7349" y="129833"/>
                  <a:pt x="5206" y="134426"/>
                  <a:pt x="4593" y="140244"/>
                </a:cubicBezTo>
                <a:lnTo>
                  <a:pt x="0" y="140244"/>
                </a:lnTo>
                <a:lnTo>
                  <a:pt x="0" y="80227"/>
                </a:lnTo>
                <a:lnTo>
                  <a:pt x="4593" y="80227"/>
                </a:lnTo>
                <a:cubicBezTo>
                  <a:pt x="5206" y="85739"/>
                  <a:pt x="5818" y="89413"/>
                  <a:pt x="7043" y="91250"/>
                </a:cubicBezTo>
                <a:cubicBezTo>
                  <a:pt x="8268" y="93394"/>
                  <a:pt x="10411" y="94312"/>
                  <a:pt x="12861" y="94312"/>
                </a:cubicBezTo>
                <a:cubicBezTo>
                  <a:pt x="16229" y="94312"/>
                  <a:pt x="20210" y="93394"/>
                  <a:pt x="24497" y="91557"/>
                </a:cubicBezTo>
                <a:lnTo>
                  <a:pt x="102886" y="60323"/>
                </a:lnTo>
                <a:lnTo>
                  <a:pt x="23578" y="30008"/>
                </a:lnTo>
                <a:cubicBezTo>
                  <a:pt x="20516" y="28784"/>
                  <a:pt x="17454" y="28171"/>
                  <a:pt x="14392" y="28171"/>
                </a:cubicBezTo>
                <a:cubicBezTo>
                  <a:pt x="8880" y="28171"/>
                  <a:pt x="5512" y="33071"/>
                  <a:pt x="4593" y="42563"/>
                </a:cubicBezTo>
                <a:lnTo>
                  <a:pt x="0" y="425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74C8B-0D6B-41F9-855B-FC55AE7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7" y="2913911"/>
            <a:ext cx="143612" cy="122177"/>
          </a:xfrm>
          <a:custGeom xmlns:a="http://schemas.openxmlformats.org/drawingml/2006/main">
            <a:pathLst>
              <a:path w="143612" h="122177">
                <a:moveTo>
                  <a:pt x="90638" y="4899"/>
                </a:moveTo>
                <a:lnTo>
                  <a:pt x="92781" y="0"/>
                </a:lnTo>
                <a:cubicBezTo>
                  <a:pt x="126771" y="12248"/>
                  <a:pt x="143612" y="33683"/>
                  <a:pt x="143612" y="63998"/>
                </a:cubicBezTo>
                <a:cubicBezTo>
                  <a:pt x="143612" y="82064"/>
                  <a:pt x="137488" y="96150"/>
                  <a:pt x="124933" y="106561"/>
                </a:cubicBezTo>
                <a:cubicBezTo>
                  <a:pt x="112685" y="116972"/>
                  <a:pt x="95843" y="122177"/>
                  <a:pt x="74409" y="122177"/>
                </a:cubicBezTo>
                <a:cubicBezTo>
                  <a:pt x="52668" y="122177"/>
                  <a:pt x="34908" y="116359"/>
                  <a:pt x="20822" y="104724"/>
                </a:cubicBezTo>
                <a:cubicBezTo>
                  <a:pt x="7043" y="93088"/>
                  <a:pt x="0" y="77777"/>
                  <a:pt x="0" y="58792"/>
                </a:cubicBezTo>
                <a:cubicBezTo>
                  <a:pt x="0" y="40420"/>
                  <a:pt x="7043" y="26334"/>
                  <a:pt x="21128" y="16229"/>
                </a:cubicBezTo>
                <a:cubicBezTo>
                  <a:pt x="29396" y="10411"/>
                  <a:pt x="41032" y="7043"/>
                  <a:pt x="56036" y="5818"/>
                </a:cubicBezTo>
                <a:lnTo>
                  <a:pt x="56036" y="100130"/>
                </a:lnTo>
                <a:cubicBezTo>
                  <a:pt x="68897" y="99518"/>
                  <a:pt x="78696" y="98293"/>
                  <a:pt x="85432" y="96456"/>
                </a:cubicBezTo>
                <a:cubicBezTo>
                  <a:pt x="92169" y="94619"/>
                  <a:pt x="99212" y="91250"/>
                  <a:pt x="105948" y="86045"/>
                </a:cubicBezTo>
                <a:cubicBezTo>
                  <a:pt x="117278" y="77471"/>
                  <a:pt x="122790" y="66141"/>
                  <a:pt x="122790" y="52056"/>
                </a:cubicBezTo>
                <a:cubicBezTo>
                  <a:pt x="122790" y="42257"/>
                  <a:pt x="120340" y="33683"/>
                  <a:pt x="115441" y="26946"/>
                </a:cubicBezTo>
                <a:cubicBezTo>
                  <a:pt x="110541" y="20210"/>
                  <a:pt x="102274" y="12861"/>
                  <a:pt x="90638" y="4899"/>
                </a:cubicBezTo>
                <a:close/>
                <a:moveTo>
                  <a:pt x="46238" y="99518"/>
                </a:moveTo>
                <a:lnTo>
                  <a:pt x="46238" y="37051"/>
                </a:lnTo>
                <a:cubicBezTo>
                  <a:pt x="33377" y="38889"/>
                  <a:pt x="24497" y="41951"/>
                  <a:pt x="18985" y="46238"/>
                </a:cubicBezTo>
                <a:cubicBezTo>
                  <a:pt x="13779" y="50525"/>
                  <a:pt x="11024" y="57261"/>
                  <a:pt x="11024" y="67060"/>
                </a:cubicBezTo>
                <a:cubicBezTo>
                  <a:pt x="11024" y="75634"/>
                  <a:pt x="14086" y="82983"/>
                  <a:pt x="20210" y="88494"/>
                </a:cubicBezTo>
                <a:cubicBezTo>
                  <a:pt x="26334" y="94312"/>
                  <a:pt x="34908" y="97987"/>
                  <a:pt x="46238" y="99518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7A21F-D7A3-4EE5-9D3B-7148199D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7" y="2805207"/>
            <a:ext cx="140856" cy="101049"/>
          </a:xfrm>
          <a:custGeom xmlns:a="http://schemas.openxmlformats.org/drawingml/2006/main">
            <a:pathLst>
              <a:path w="140856" h="101049">
                <a:moveTo>
                  <a:pt x="612" y="53587"/>
                </a:moveTo>
                <a:lnTo>
                  <a:pt x="28784" y="53587"/>
                </a:lnTo>
                <a:cubicBezTo>
                  <a:pt x="17760" y="45931"/>
                  <a:pt x="10411" y="39501"/>
                  <a:pt x="6124" y="34295"/>
                </a:cubicBezTo>
                <a:cubicBezTo>
                  <a:pt x="2143" y="29090"/>
                  <a:pt x="0" y="23272"/>
                  <a:pt x="0" y="16842"/>
                </a:cubicBezTo>
                <a:cubicBezTo>
                  <a:pt x="0" y="11636"/>
                  <a:pt x="1531" y="7655"/>
                  <a:pt x="4287" y="4593"/>
                </a:cubicBezTo>
                <a:cubicBezTo>
                  <a:pt x="7349" y="1531"/>
                  <a:pt x="11330" y="0"/>
                  <a:pt x="16229" y="0"/>
                </a:cubicBezTo>
                <a:cubicBezTo>
                  <a:pt x="20516" y="0"/>
                  <a:pt x="23884" y="1225"/>
                  <a:pt x="26334" y="3368"/>
                </a:cubicBezTo>
                <a:cubicBezTo>
                  <a:pt x="28784" y="5512"/>
                  <a:pt x="30008" y="8268"/>
                  <a:pt x="30008" y="11942"/>
                </a:cubicBezTo>
                <a:cubicBezTo>
                  <a:pt x="30008" y="15923"/>
                  <a:pt x="28171" y="19904"/>
                  <a:pt x="23884" y="24191"/>
                </a:cubicBezTo>
                <a:cubicBezTo>
                  <a:pt x="20822" y="27559"/>
                  <a:pt x="19291" y="30315"/>
                  <a:pt x="19291" y="32152"/>
                </a:cubicBezTo>
                <a:cubicBezTo>
                  <a:pt x="19291" y="36439"/>
                  <a:pt x="22353" y="41338"/>
                  <a:pt x="28171" y="46238"/>
                </a:cubicBezTo>
                <a:cubicBezTo>
                  <a:pt x="34295" y="51137"/>
                  <a:pt x="39501" y="53587"/>
                  <a:pt x="44400" y="53587"/>
                </a:cubicBezTo>
                <a:lnTo>
                  <a:pt x="113297" y="53587"/>
                </a:lnTo>
                <a:cubicBezTo>
                  <a:pt x="122177" y="53587"/>
                  <a:pt x="127995" y="52056"/>
                  <a:pt x="131058" y="48381"/>
                </a:cubicBezTo>
                <a:cubicBezTo>
                  <a:pt x="134120" y="45013"/>
                  <a:pt x="135957" y="37970"/>
                  <a:pt x="136263" y="27559"/>
                </a:cubicBezTo>
                <a:lnTo>
                  <a:pt x="140856" y="27559"/>
                </a:lnTo>
                <a:lnTo>
                  <a:pt x="140856" y="101049"/>
                </a:lnTo>
                <a:lnTo>
                  <a:pt x="136263" y="101049"/>
                </a:lnTo>
                <a:cubicBezTo>
                  <a:pt x="134426" y="91250"/>
                  <a:pt x="132589" y="85432"/>
                  <a:pt x="130139" y="82983"/>
                </a:cubicBezTo>
                <a:cubicBezTo>
                  <a:pt x="127995" y="80533"/>
                  <a:pt x="123096" y="79308"/>
                  <a:pt x="115135" y="79308"/>
                </a:cubicBezTo>
                <a:lnTo>
                  <a:pt x="38582" y="79308"/>
                </a:lnTo>
                <a:cubicBezTo>
                  <a:pt x="31846" y="79308"/>
                  <a:pt x="27253" y="80227"/>
                  <a:pt x="24497" y="81758"/>
                </a:cubicBezTo>
                <a:cubicBezTo>
                  <a:pt x="21741" y="83289"/>
                  <a:pt x="20210" y="86045"/>
                  <a:pt x="20210" y="89719"/>
                </a:cubicBezTo>
                <a:cubicBezTo>
                  <a:pt x="20210" y="93088"/>
                  <a:pt x="20822" y="96762"/>
                  <a:pt x="21435" y="100437"/>
                </a:cubicBezTo>
                <a:lnTo>
                  <a:pt x="16535" y="100437"/>
                </a:lnTo>
                <a:cubicBezTo>
                  <a:pt x="12555" y="87576"/>
                  <a:pt x="7043" y="72572"/>
                  <a:pt x="0" y="55118"/>
                </a:cubicBezTo>
                <a:lnTo>
                  <a:pt x="612" y="53587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1BF5E-2383-4EA7-9633-4B244CD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3" y="2699258"/>
            <a:ext cx="143306" cy="90944"/>
          </a:xfrm>
          <a:custGeom xmlns:a="http://schemas.openxmlformats.org/drawingml/2006/main">
            <a:pathLst>
              <a:path w="143306" h="90944">
                <a:moveTo>
                  <a:pt x="48381" y="58792"/>
                </a:moveTo>
                <a:lnTo>
                  <a:pt x="67672" y="26946"/>
                </a:lnTo>
                <a:cubicBezTo>
                  <a:pt x="73796" y="16842"/>
                  <a:pt x="79614" y="9799"/>
                  <a:pt x="84820" y="5818"/>
                </a:cubicBezTo>
                <a:cubicBezTo>
                  <a:pt x="90332" y="2143"/>
                  <a:pt x="97068" y="0"/>
                  <a:pt x="105336" y="0"/>
                </a:cubicBezTo>
                <a:cubicBezTo>
                  <a:pt x="115747" y="0"/>
                  <a:pt x="124627" y="4287"/>
                  <a:pt x="131976" y="12861"/>
                </a:cubicBezTo>
                <a:cubicBezTo>
                  <a:pt x="139631" y="21435"/>
                  <a:pt x="143306" y="31233"/>
                  <a:pt x="143306" y="42869"/>
                </a:cubicBezTo>
                <a:cubicBezTo>
                  <a:pt x="143306" y="52668"/>
                  <a:pt x="142387" y="60017"/>
                  <a:pt x="140550" y="65223"/>
                </a:cubicBezTo>
                <a:cubicBezTo>
                  <a:pt x="139019" y="70734"/>
                  <a:pt x="138100" y="75634"/>
                  <a:pt x="138100" y="79308"/>
                </a:cubicBezTo>
                <a:cubicBezTo>
                  <a:pt x="138100" y="82983"/>
                  <a:pt x="139325" y="85432"/>
                  <a:pt x="141469" y="86657"/>
                </a:cubicBezTo>
                <a:lnTo>
                  <a:pt x="141469" y="90638"/>
                </a:lnTo>
                <a:lnTo>
                  <a:pt x="93700" y="90638"/>
                </a:lnTo>
                <a:lnTo>
                  <a:pt x="93700" y="85739"/>
                </a:lnTo>
                <a:cubicBezTo>
                  <a:pt x="108704" y="82676"/>
                  <a:pt x="119728" y="77777"/>
                  <a:pt x="126464" y="71653"/>
                </a:cubicBezTo>
                <a:cubicBezTo>
                  <a:pt x="133507" y="65529"/>
                  <a:pt x="136875" y="57261"/>
                  <a:pt x="136875" y="46850"/>
                </a:cubicBezTo>
                <a:cubicBezTo>
                  <a:pt x="136875" y="39501"/>
                  <a:pt x="134732" y="33377"/>
                  <a:pt x="130445" y="28477"/>
                </a:cubicBezTo>
                <a:cubicBezTo>
                  <a:pt x="126158" y="23884"/>
                  <a:pt x="120953" y="21435"/>
                  <a:pt x="114216" y="21435"/>
                </a:cubicBezTo>
                <a:cubicBezTo>
                  <a:pt x="105030" y="21435"/>
                  <a:pt x="97375" y="26946"/>
                  <a:pt x="91250" y="37664"/>
                </a:cubicBezTo>
                <a:lnTo>
                  <a:pt x="82064" y="54199"/>
                </a:lnTo>
                <a:cubicBezTo>
                  <a:pt x="68591" y="78696"/>
                  <a:pt x="53587" y="90944"/>
                  <a:pt x="37664" y="90944"/>
                </a:cubicBezTo>
                <a:cubicBezTo>
                  <a:pt x="26028" y="90944"/>
                  <a:pt x="16842" y="87270"/>
                  <a:pt x="10105" y="79614"/>
                </a:cubicBezTo>
                <a:cubicBezTo>
                  <a:pt x="3368" y="71959"/>
                  <a:pt x="0" y="61548"/>
                  <a:pt x="0" y="48687"/>
                </a:cubicBezTo>
                <a:cubicBezTo>
                  <a:pt x="0" y="39807"/>
                  <a:pt x="1225" y="33071"/>
                  <a:pt x="3368" y="28171"/>
                </a:cubicBezTo>
                <a:cubicBezTo>
                  <a:pt x="5206" y="24497"/>
                  <a:pt x="5818" y="21741"/>
                  <a:pt x="5818" y="19597"/>
                </a:cubicBezTo>
                <a:cubicBezTo>
                  <a:pt x="5818" y="18373"/>
                  <a:pt x="4899" y="16535"/>
                  <a:pt x="2756" y="14698"/>
                </a:cubicBezTo>
                <a:lnTo>
                  <a:pt x="2756" y="11330"/>
                </a:lnTo>
                <a:lnTo>
                  <a:pt x="44400" y="9799"/>
                </a:lnTo>
                <a:lnTo>
                  <a:pt x="44400" y="14392"/>
                </a:lnTo>
                <a:cubicBezTo>
                  <a:pt x="30621" y="18066"/>
                  <a:pt x="20822" y="22353"/>
                  <a:pt x="15310" y="27559"/>
                </a:cubicBezTo>
                <a:cubicBezTo>
                  <a:pt x="9799" y="32764"/>
                  <a:pt x="6737" y="39807"/>
                  <a:pt x="6737" y="48993"/>
                </a:cubicBezTo>
                <a:cubicBezTo>
                  <a:pt x="6737" y="56036"/>
                  <a:pt x="8574" y="61548"/>
                  <a:pt x="11942" y="65835"/>
                </a:cubicBezTo>
                <a:cubicBezTo>
                  <a:pt x="15617" y="70122"/>
                  <a:pt x="20822" y="71959"/>
                  <a:pt x="27559" y="71959"/>
                </a:cubicBezTo>
                <a:cubicBezTo>
                  <a:pt x="31233" y="71959"/>
                  <a:pt x="34908" y="71041"/>
                  <a:pt x="38889" y="68591"/>
                </a:cubicBezTo>
                <a:cubicBezTo>
                  <a:pt x="42869" y="66141"/>
                  <a:pt x="45931" y="63079"/>
                  <a:pt x="48381" y="58792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5D9B9-B293-45E8-9749-3CDA4C5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7" y="2556871"/>
            <a:ext cx="143612" cy="122177"/>
          </a:xfrm>
          <a:custGeom xmlns:a="http://schemas.openxmlformats.org/drawingml/2006/main">
            <a:pathLst>
              <a:path w="143612" h="122177">
                <a:moveTo>
                  <a:pt x="90638" y="4899"/>
                </a:moveTo>
                <a:lnTo>
                  <a:pt x="92781" y="0"/>
                </a:lnTo>
                <a:cubicBezTo>
                  <a:pt x="126771" y="12248"/>
                  <a:pt x="143612" y="33683"/>
                  <a:pt x="143612" y="63998"/>
                </a:cubicBezTo>
                <a:cubicBezTo>
                  <a:pt x="143612" y="82064"/>
                  <a:pt x="137488" y="96150"/>
                  <a:pt x="124933" y="106561"/>
                </a:cubicBezTo>
                <a:cubicBezTo>
                  <a:pt x="112685" y="116972"/>
                  <a:pt x="95843" y="122177"/>
                  <a:pt x="74409" y="122177"/>
                </a:cubicBezTo>
                <a:cubicBezTo>
                  <a:pt x="52668" y="122177"/>
                  <a:pt x="34908" y="116359"/>
                  <a:pt x="20822" y="104724"/>
                </a:cubicBezTo>
                <a:cubicBezTo>
                  <a:pt x="7043" y="93088"/>
                  <a:pt x="0" y="77777"/>
                  <a:pt x="0" y="58792"/>
                </a:cubicBezTo>
                <a:cubicBezTo>
                  <a:pt x="0" y="40420"/>
                  <a:pt x="7043" y="26334"/>
                  <a:pt x="21128" y="16229"/>
                </a:cubicBezTo>
                <a:cubicBezTo>
                  <a:pt x="29396" y="10411"/>
                  <a:pt x="41032" y="7043"/>
                  <a:pt x="56036" y="5818"/>
                </a:cubicBezTo>
                <a:lnTo>
                  <a:pt x="56036" y="100130"/>
                </a:lnTo>
                <a:cubicBezTo>
                  <a:pt x="68897" y="99518"/>
                  <a:pt x="78696" y="98293"/>
                  <a:pt x="85432" y="96456"/>
                </a:cubicBezTo>
                <a:cubicBezTo>
                  <a:pt x="92169" y="94619"/>
                  <a:pt x="99212" y="91250"/>
                  <a:pt x="105948" y="86045"/>
                </a:cubicBezTo>
                <a:cubicBezTo>
                  <a:pt x="117278" y="77471"/>
                  <a:pt x="122790" y="66141"/>
                  <a:pt x="122790" y="52056"/>
                </a:cubicBezTo>
                <a:cubicBezTo>
                  <a:pt x="122790" y="42257"/>
                  <a:pt x="120340" y="33683"/>
                  <a:pt x="115441" y="26946"/>
                </a:cubicBezTo>
                <a:cubicBezTo>
                  <a:pt x="110541" y="20210"/>
                  <a:pt x="102274" y="12861"/>
                  <a:pt x="90638" y="4899"/>
                </a:cubicBezTo>
                <a:close/>
                <a:moveTo>
                  <a:pt x="46238" y="99518"/>
                </a:moveTo>
                <a:lnTo>
                  <a:pt x="46238" y="37051"/>
                </a:lnTo>
                <a:cubicBezTo>
                  <a:pt x="33377" y="38889"/>
                  <a:pt x="24497" y="41951"/>
                  <a:pt x="18985" y="46238"/>
                </a:cubicBezTo>
                <a:cubicBezTo>
                  <a:pt x="13779" y="50525"/>
                  <a:pt x="11024" y="57261"/>
                  <a:pt x="11024" y="67060"/>
                </a:cubicBezTo>
                <a:cubicBezTo>
                  <a:pt x="11024" y="75634"/>
                  <a:pt x="14086" y="82983"/>
                  <a:pt x="20210" y="88494"/>
                </a:cubicBezTo>
                <a:cubicBezTo>
                  <a:pt x="26334" y="94312"/>
                  <a:pt x="34908" y="97987"/>
                  <a:pt x="46238" y="99518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08F86-CD40-4D47-A1AC-E391F703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7" y="2324765"/>
            <a:ext cx="206997" cy="142081"/>
          </a:xfrm>
          <a:custGeom xmlns:a="http://schemas.openxmlformats.org/drawingml/2006/main">
            <a:pathLst>
              <a:path w="206997" h="142081">
                <a:moveTo>
                  <a:pt x="206997" y="0"/>
                </a:moveTo>
                <a:lnTo>
                  <a:pt x="206997" y="72265"/>
                </a:lnTo>
                <a:lnTo>
                  <a:pt x="201792" y="72265"/>
                </a:lnTo>
                <a:cubicBezTo>
                  <a:pt x="200873" y="61548"/>
                  <a:pt x="199036" y="54199"/>
                  <a:pt x="195974" y="50525"/>
                </a:cubicBezTo>
                <a:cubicBezTo>
                  <a:pt x="192912" y="46850"/>
                  <a:pt x="187094" y="45013"/>
                  <a:pt x="178520" y="45013"/>
                </a:cubicBezTo>
                <a:lnTo>
                  <a:pt x="121259" y="45013"/>
                </a:lnTo>
                <a:cubicBezTo>
                  <a:pt x="136263" y="59098"/>
                  <a:pt x="143612" y="75021"/>
                  <a:pt x="143612" y="93088"/>
                </a:cubicBezTo>
                <a:cubicBezTo>
                  <a:pt x="143612" y="107479"/>
                  <a:pt x="137794" y="119115"/>
                  <a:pt x="125546" y="128302"/>
                </a:cubicBezTo>
                <a:cubicBezTo>
                  <a:pt x="113297" y="137488"/>
                  <a:pt x="97681" y="142081"/>
                  <a:pt x="78083" y="142081"/>
                </a:cubicBezTo>
                <a:cubicBezTo>
                  <a:pt x="56036" y="142081"/>
                  <a:pt x="37664" y="135651"/>
                  <a:pt x="22659" y="122790"/>
                </a:cubicBezTo>
                <a:cubicBezTo>
                  <a:pt x="7655" y="109929"/>
                  <a:pt x="0" y="93700"/>
                  <a:pt x="0" y="74715"/>
                </a:cubicBezTo>
                <a:cubicBezTo>
                  <a:pt x="0" y="63385"/>
                  <a:pt x="3675" y="51443"/>
                  <a:pt x="10717" y="39195"/>
                </a:cubicBezTo>
                <a:lnTo>
                  <a:pt x="919" y="22659"/>
                </a:lnTo>
                <a:lnTo>
                  <a:pt x="919" y="19291"/>
                </a:lnTo>
                <a:lnTo>
                  <a:pt x="183725" y="19291"/>
                </a:lnTo>
                <a:cubicBezTo>
                  <a:pt x="190156" y="19291"/>
                  <a:pt x="194443" y="18066"/>
                  <a:pt x="196892" y="15617"/>
                </a:cubicBezTo>
                <a:cubicBezTo>
                  <a:pt x="199342" y="13167"/>
                  <a:pt x="200873" y="7961"/>
                  <a:pt x="201792" y="0"/>
                </a:cubicBezTo>
                <a:lnTo>
                  <a:pt x="206997" y="0"/>
                </a:lnTo>
                <a:close/>
                <a:moveTo>
                  <a:pt x="101968" y="45013"/>
                </a:moveTo>
                <a:lnTo>
                  <a:pt x="38889" y="45013"/>
                </a:lnTo>
                <a:cubicBezTo>
                  <a:pt x="18985" y="45013"/>
                  <a:pt x="8880" y="54505"/>
                  <a:pt x="8880" y="73490"/>
                </a:cubicBezTo>
                <a:cubicBezTo>
                  <a:pt x="8880" y="86657"/>
                  <a:pt x="14086" y="97068"/>
                  <a:pt x="24497" y="104417"/>
                </a:cubicBezTo>
                <a:cubicBezTo>
                  <a:pt x="34908" y="112073"/>
                  <a:pt x="49300" y="115747"/>
                  <a:pt x="67060" y="115747"/>
                </a:cubicBezTo>
                <a:cubicBezTo>
                  <a:pt x="77777" y="115747"/>
                  <a:pt x="87576" y="114216"/>
                  <a:pt x="96762" y="111154"/>
                </a:cubicBezTo>
                <a:cubicBezTo>
                  <a:pt x="105948" y="108092"/>
                  <a:pt x="112685" y="103805"/>
                  <a:pt x="116972" y="98599"/>
                </a:cubicBezTo>
                <a:cubicBezTo>
                  <a:pt x="122484" y="92475"/>
                  <a:pt x="125240" y="84820"/>
                  <a:pt x="125240" y="75634"/>
                </a:cubicBezTo>
                <a:cubicBezTo>
                  <a:pt x="125240" y="64916"/>
                  <a:pt x="122177" y="56036"/>
                  <a:pt x="115441" y="48687"/>
                </a:cubicBezTo>
                <a:cubicBezTo>
                  <a:pt x="113297" y="46238"/>
                  <a:pt x="108704" y="45013"/>
                  <a:pt x="101968" y="45013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42EFB-9FAC-4AD7-9525-0B6730FD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9" y="2174110"/>
            <a:ext cx="140550" cy="144224"/>
          </a:xfrm>
          <a:custGeom xmlns:a="http://schemas.openxmlformats.org/drawingml/2006/main">
            <a:pathLst>
              <a:path w="140550" h="144224">
                <a:moveTo>
                  <a:pt x="122484" y="0"/>
                </a:moveTo>
                <a:lnTo>
                  <a:pt x="126771" y="0"/>
                </a:lnTo>
                <a:cubicBezTo>
                  <a:pt x="131058" y="15923"/>
                  <a:pt x="135651" y="30008"/>
                  <a:pt x="140244" y="41951"/>
                </a:cubicBezTo>
                <a:lnTo>
                  <a:pt x="139325" y="43482"/>
                </a:lnTo>
                <a:lnTo>
                  <a:pt x="114522" y="43482"/>
                </a:lnTo>
                <a:lnTo>
                  <a:pt x="114522" y="44094"/>
                </a:lnTo>
                <a:cubicBezTo>
                  <a:pt x="131976" y="56955"/>
                  <a:pt x="140550" y="71653"/>
                  <a:pt x="140550" y="87882"/>
                </a:cubicBezTo>
                <a:cubicBezTo>
                  <a:pt x="140550" y="99518"/>
                  <a:pt x="137182" y="108704"/>
                  <a:pt x="130139" y="115441"/>
                </a:cubicBezTo>
                <a:cubicBezTo>
                  <a:pt x="123096" y="122177"/>
                  <a:pt x="113604" y="125240"/>
                  <a:pt x="101661" y="125240"/>
                </a:cubicBezTo>
                <a:lnTo>
                  <a:pt x="24803" y="125240"/>
                </a:lnTo>
                <a:cubicBezTo>
                  <a:pt x="17454" y="125240"/>
                  <a:pt x="12248" y="126771"/>
                  <a:pt x="9186" y="129220"/>
                </a:cubicBezTo>
                <a:cubicBezTo>
                  <a:pt x="6430" y="131976"/>
                  <a:pt x="4899" y="136875"/>
                  <a:pt x="4287" y="144224"/>
                </a:cubicBezTo>
                <a:lnTo>
                  <a:pt x="0" y="144224"/>
                </a:lnTo>
                <a:lnTo>
                  <a:pt x="0" y="99518"/>
                </a:lnTo>
                <a:lnTo>
                  <a:pt x="98906" y="99518"/>
                </a:lnTo>
                <a:cubicBezTo>
                  <a:pt x="105948" y="99518"/>
                  <a:pt x="111766" y="97681"/>
                  <a:pt x="116359" y="93394"/>
                </a:cubicBezTo>
                <a:cubicBezTo>
                  <a:pt x="120953" y="89107"/>
                  <a:pt x="123096" y="83901"/>
                  <a:pt x="123096" y="77777"/>
                </a:cubicBezTo>
                <a:cubicBezTo>
                  <a:pt x="123096" y="67978"/>
                  <a:pt x="120034" y="59405"/>
                  <a:pt x="113604" y="52056"/>
                </a:cubicBezTo>
                <a:cubicBezTo>
                  <a:pt x="111154" y="49606"/>
                  <a:pt x="109010" y="47769"/>
                  <a:pt x="106867" y="46544"/>
                </a:cubicBezTo>
                <a:cubicBezTo>
                  <a:pt x="104724" y="45625"/>
                  <a:pt x="101049" y="45013"/>
                  <a:pt x="95843" y="45013"/>
                </a:cubicBezTo>
                <a:lnTo>
                  <a:pt x="25109" y="45013"/>
                </a:lnTo>
                <a:cubicBezTo>
                  <a:pt x="17148" y="45013"/>
                  <a:pt x="12248" y="46544"/>
                  <a:pt x="9799" y="49300"/>
                </a:cubicBezTo>
                <a:cubicBezTo>
                  <a:pt x="7349" y="52362"/>
                  <a:pt x="5818" y="58486"/>
                  <a:pt x="5206" y="67672"/>
                </a:cubicBezTo>
                <a:lnTo>
                  <a:pt x="0" y="67672"/>
                </a:lnTo>
                <a:lnTo>
                  <a:pt x="0" y="19291"/>
                </a:lnTo>
                <a:lnTo>
                  <a:pt x="105030" y="19291"/>
                </a:lnTo>
                <a:cubicBezTo>
                  <a:pt x="112379" y="19291"/>
                  <a:pt x="116972" y="18373"/>
                  <a:pt x="119115" y="15923"/>
                </a:cubicBezTo>
                <a:cubicBezTo>
                  <a:pt x="121565" y="13473"/>
                  <a:pt x="122484" y="8880"/>
                  <a:pt x="122484" y="1837"/>
                </a:cubicBezTo>
                <a:lnTo>
                  <a:pt x="122484" y="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04CEF-678D-4685-97EF-D43E5C06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7" y="2032641"/>
            <a:ext cx="143612" cy="124015"/>
          </a:xfrm>
          <a:custGeom xmlns:a="http://schemas.openxmlformats.org/drawingml/2006/main">
            <a:pathLst>
              <a:path w="143612" h="124015">
                <a:moveTo>
                  <a:pt x="120646" y="0"/>
                </a:moveTo>
                <a:lnTo>
                  <a:pt x="129220" y="0"/>
                </a:lnTo>
                <a:cubicBezTo>
                  <a:pt x="139019" y="7961"/>
                  <a:pt x="143612" y="17148"/>
                  <a:pt x="143612" y="27559"/>
                </a:cubicBezTo>
                <a:cubicBezTo>
                  <a:pt x="143612" y="39195"/>
                  <a:pt x="136263" y="45931"/>
                  <a:pt x="121565" y="47156"/>
                </a:cubicBezTo>
                <a:lnTo>
                  <a:pt x="121565" y="47462"/>
                </a:lnTo>
                <a:cubicBezTo>
                  <a:pt x="136263" y="60629"/>
                  <a:pt x="143612" y="75327"/>
                  <a:pt x="143612" y="91863"/>
                </a:cubicBezTo>
                <a:cubicBezTo>
                  <a:pt x="143612" y="101661"/>
                  <a:pt x="140856" y="109317"/>
                  <a:pt x="135344" y="115135"/>
                </a:cubicBezTo>
                <a:cubicBezTo>
                  <a:pt x="129833" y="121259"/>
                  <a:pt x="122177" y="124015"/>
                  <a:pt x="112073" y="124015"/>
                </a:cubicBezTo>
                <a:cubicBezTo>
                  <a:pt x="97987" y="124015"/>
                  <a:pt x="86045" y="116972"/>
                  <a:pt x="76246" y="102580"/>
                </a:cubicBezTo>
                <a:cubicBezTo>
                  <a:pt x="69816" y="92781"/>
                  <a:pt x="61548" y="74409"/>
                  <a:pt x="51443" y="47462"/>
                </a:cubicBezTo>
                <a:lnTo>
                  <a:pt x="34908" y="47462"/>
                </a:lnTo>
                <a:cubicBezTo>
                  <a:pt x="25722" y="47462"/>
                  <a:pt x="18985" y="49912"/>
                  <a:pt x="14392" y="54199"/>
                </a:cubicBezTo>
                <a:cubicBezTo>
                  <a:pt x="9799" y="58486"/>
                  <a:pt x="7349" y="64304"/>
                  <a:pt x="7349" y="71347"/>
                </a:cubicBezTo>
                <a:cubicBezTo>
                  <a:pt x="7349" y="77471"/>
                  <a:pt x="8880" y="82676"/>
                  <a:pt x="11942" y="86657"/>
                </a:cubicBezTo>
                <a:cubicBezTo>
                  <a:pt x="15004" y="90944"/>
                  <a:pt x="18373" y="92781"/>
                  <a:pt x="22353" y="92781"/>
                </a:cubicBezTo>
                <a:cubicBezTo>
                  <a:pt x="24191" y="92781"/>
                  <a:pt x="26334" y="92475"/>
                  <a:pt x="28477" y="91863"/>
                </a:cubicBezTo>
                <a:cubicBezTo>
                  <a:pt x="30927" y="91250"/>
                  <a:pt x="33071" y="90944"/>
                  <a:pt x="35214" y="90944"/>
                </a:cubicBezTo>
                <a:cubicBezTo>
                  <a:pt x="38276" y="90944"/>
                  <a:pt x="41338" y="92475"/>
                  <a:pt x="43788" y="95231"/>
                </a:cubicBezTo>
                <a:cubicBezTo>
                  <a:pt x="46544" y="97987"/>
                  <a:pt x="47769" y="101355"/>
                  <a:pt x="47769" y="105030"/>
                </a:cubicBezTo>
                <a:cubicBezTo>
                  <a:pt x="47769" y="108704"/>
                  <a:pt x="46544" y="111766"/>
                  <a:pt x="43788" y="114216"/>
                </a:cubicBezTo>
                <a:cubicBezTo>
                  <a:pt x="41338" y="116972"/>
                  <a:pt x="37970" y="118197"/>
                  <a:pt x="33683" y="118197"/>
                </a:cubicBezTo>
                <a:cubicBezTo>
                  <a:pt x="23884" y="118197"/>
                  <a:pt x="15923" y="112991"/>
                  <a:pt x="9186" y="102580"/>
                </a:cubicBezTo>
                <a:cubicBezTo>
                  <a:pt x="3062" y="93088"/>
                  <a:pt x="0" y="81452"/>
                  <a:pt x="0" y="67366"/>
                </a:cubicBezTo>
                <a:cubicBezTo>
                  <a:pt x="0" y="50831"/>
                  <a:pt x="4593" y="38889"/>
                  <a:pt x="13779" y="31233"/>
                </a:cubicBezTo>
                <a:cubicBezTo>
                  <a:pt x="18066" y="27559"/>
                  <a:pt x="22659" y="25415"/>
                  <a:pt x="26946" y="24191"/>
                </a:cubicBezTo>
                <a:cubicBezTo>
                  <a:pt x="31233" y="23272"/>
                  <a:pt x="38276" y="22659"/>
                  <a:pt x="47769" y="22659"/>
                </a:cubicBezTo>
                <a:lnTo>
                  <a:pt x="106255" y="22659"/>
                </a:lnTo>
                <a:cubicBezTo>
                  <a:pt x="119728" y="22659"/>
                  <a:pt x="126464" y="19597"/>
                  <a:pt x="126464" y="13167"/>
                </a:cubicBezTo>
                <a:cubicBezTo>
                  <a:pt x="126464" y="9186"/>
                  <a:pt x="124627" y="4899"/>
                  <a:pt x="120646" y="0"/>
                </a:cubicBezTo>
                <a:close/>
                <a:moveTo>
                  <a:pt x="101968" y="47462"/>
                </a:moveTo>
                <a:lnTo>
                  <a:pt x="58792" y="47462"/>
                </a:lnTo>
                <a:cubicBezTo>
                  <a:pt x="65529" y="66447"/>
                  <a:pt x="72265" y="79308"/>
                  <a:pt x="79002" y="86657"/>
                </a:cubicBezTo>
                <a:cubicBezTo>
                  <a:pt x="85432" y="93700"/>
                  <a:pt x="93394" y="97068"/>
                  <a:pt x="102580" y="97068"/>
                </a:cubicBezTo>
                <a:cubicBezTo>
                  <a:pt x="110541" y="97068"/>
                  <a:pt x="116359" y="95231"/>
                  <a:pt x="120340" y="91250"/>
                </a:cubicBezTo>
                <a:cubicBezTo>
                  <a:pt x="124321" y="87576"/>
                  <a:pt x="126158" y="82370"/>
                  <a:pt x="126158" y="75940"/>
                </a:cubicBezTo>
                <a:cubicBezTo>
                  <a:pt x="126158" y="69203"/>
                  <a:pt x="124627" y="63385"/>
                  <a:pt x="121259" y="58180"/>
                </a:cubicBezTo>
                <a:cubicBezTo>
                  <a:pt x="118197" y="53893"/>
                  <a:pt x="115441" y="51137"/>
                  <a:pt x="112685" y="49606"/>
                </a:cubicBezTo>
                <a:cubicBezTo>
                  <a:pt x="110235" y="48381"/>
                  <a:pt x="106561" y="47462"/>
                  <a:pt x="101968" y="47462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762A4-0838-453F-94EF-6FAC8DA8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2" y="1953333"/>
            <a:ext cx="209141" cy="72878"/>
          </a:xfrm>
          <a:custGeom xmlns:a="http://schemas.openxmlformats.org/drawingml/2006/main">
            <a:pathLst>
              <a:path w="209141" h="72878">
                <a:moveTo>
                  <a:pt x="209141" y="0"/>
                </a:moveTo>
                <a:lnTo>
                  <a:pt x="209141" y="72265"/>
                </a:lnTo>
                <a:lnTo>
                  <a:pt x="204548" y="72265"/>
                </a:lnTo>
                <a:cubicBezTo>
                  <a:pt x="203935" y="62773"/>
                  <a:pt x="201792" y="56342"/>
                  <a:pt x="198730" y="53280"/>
                </a:cubicBezTo>
                <a:cubicBezTo>
                  <a:pt x="195668" y="50218"/>
                  <a:pt x="189543" y="48687"/>
                  <a:pt x="180970" y="48687"/>
                </a:cubicBezTo>
                <a:lnTo>
                  <a:pt x="37358" y="48687"/>
                </a:lnTo>
                <a:cubicBezTo>
                  <a:pt x="30008" y="48687"/>
                  <a:pt x="25109" y="49606"/>
                  <a:pt x="22047" y="51443"/>
                </a:cubicBezTo>
                <a:cubicBezTo>
                  <a:pt x="19291" y="53280"/>
                  <a:pt x="17760" y="56649"/>
                  <a:pt x="17760" y="61548"/>
                </a:cubicBezTo>
                <a:cubicBezTo>
                  <a:pt x="17760" y="65835"/>
                  <a:pt x="18066" y="69816"/>
                  <a:pt x="18373" y="72878"/>
                </a:cubicBezTo>
                <a:lnTo>
                  <a:pt x="13473" y="72878"/>
                </a:lnTo>
                <a:cubicBezTo>
                  <a:pt x="8880" y="53587"/>
                  <a:pt x="4287" y="37358"/>
                  <a:pt x="0" y="24497"/>
                </a:cubicBezTo>
                <a:lnTo>
                  <a:pt x="1225" y="22966"/>
                </a:lnTo>
                <a:lnTo>
                  <a:pt x="182501" y="22966"/>
                </a:lnTo>
                <a:cubicBezTo>
                  <a:pt x="191074" y="22966"/>
                  <a:pt x="196892" y="21741"/>
                  <a:pt x="199648" y="18679"/>
                </a:cubicBezTo>
                <a:cubicBezTo>
                  <a:pt x="202404" y="15923"/>
                  <a:pt x="203935" y="9799"/>
                  <a:pt x="204548" y="0"/>
                </a:cubicBezTo>
                <a:lnTo>
                  <a:pt x="209141" y="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55D36-05AC-4539-B061-09BCD35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2" y="1869432"/>
            <a:ext cx="209141" cy="72572"/>
          </a:xfrm>
          <a:custGeom xmlns:a="http://schemas.openxmlformats.org/drawingml/2006/main">
            <a:pathLst>
              <a:path w="209141" h="72572">
                <a:moveTo>
                  <a:pt x="15617" y="22353"/>
                </a:moveTo>
                <a:cubicBezTo>
                  <a:pt x="20210" y="22353"/>
                  <a:pt x="23884" y="23884"/>
                  <a:pt x="26946" y="26946"/>
                </a:cubicBezTo>
                <a:cubicBezTo>
                  <a:pt x="30008" y="30008"/>
                  <a:pt x="31233" y="33989"/>
                  <a:pt x="31233" y="38276"/>
                </a:cubicBezTo>
                <a:cubicBezTo>
                  <a:pt x="31233" y="42563"/>
                  <a:pt x="30008" y="46238"/>
                  <a:pt x="26946" y="49300"/>
                </a:cubicBezTo>
                <a:cubicBezTo>
                  <a:pt x="23884" y="52362"/>
                  <a:pt x="20210" y="53587"/>
                  <a:pt x="15617" y="53587"/>
                </a:cubicBezTo>
                <a:cubicBezTo>
                  <a:pt x="11330" y="53587"/>
                  <a:pt x="7655" y="52056"/>
                  <a:pt x="4593" y="48993"/>
                </a:cubicBezTo>
                <a:cubicBezTo>
                  <a:pt x="1531" y="45931"/>
                  <a:pt x="0" y="42257"/>
                  <a:pt x="0" y="37970"/>
                </a:cubicBezTo>
                <a:cubicBezTo>
                  <a:pt x="0" y="33683"/>
                  <a:pt x="1531" y="30008"/>
                  <a:pt x="4593" y="26946"/>
                </a:cubicBezTo>
                <a:cubicBezTo>
                  <a:pt x="7655" y="23884"/>
                  <a:pt x="11330" y="22353"/>
                  <a:pt x="15617" y="22353"/>
                </a:cubicBezTo>
                <a:close/>
                <a:moveTo>
                  <a:pt x="209141" y="0"/>
                </a:moveTo>
                <a:lnTo>
                  <a:pt x="209141" y="72572"/>
                </a:lnTo>
                <a:lnTo>
                  <a:pt x="204548" y="72572"/>
                </a:lnTo>
                <a:cubicBezTo>
                  <a:pt x="203935" y="62160"/>
                  <a:pt x="202098" y="55424"/>
                  <a:pt x="199036" y="52668"/>
                </a:cubicBezTo>
                <a:cubicBezTo>
                  <a:pt x="195974" y="49912"/>
                  <a:pt x="188931" y="48381"/>
                  <a:pt x="177295" y="48381"/>
                </a:cubicBezTo>
                <a:lnTo>
                  <a:pt x="107786" y="48381"/>
                </a:lnTo>
                <a:cubicBezTo>
                  <a:pt x="100743" y="48381"/>
                  <a:pt x="95843" y="49300"/>
                  <a:pt x="92781" y="50525"/>
                </a:cubicBezTo>
                <a:cubicBezTo>
                  <a:pt x="90025" y="52056"/>
                  <a:pt x="88494" y="54811"/>
                  <a:pt x="88494" y="58486"/>
                </a:cubicBezTo>
                <a:cubicBezTo>
                  <a:pt x="88494" y="63385"/>
                  <a:pt x="89107" y="67672"/>
                  <a:pt x="90025" y="71347"/>
                </a:cubicBezTo>
                <a:lnTo>
                  <a:pt x="85126" y="71347"/>
                </a:lnTo>
                <a:lnTo>
                  <a:pt x="68285" y="23884"/>
                </a:lnTo>
                <a:lnTo>
                  <a:pt x="69509" y="22659"/>
                </a:lnTo>
                <a:lnTo>
                  <a:pt x="176989" y="22659"/>
                </a:lnTo>
                <a:cubicBezTo>
                  <a:pt x="188625" y="22659"/>
                  <a:pt x="195668" y="21435"/>
                  <a:pt x="198730" y="18985"/>
                </a:cubicBezTo>
                <a:cubicBezTo>
                  <a:pt x="201792" y="16535"/>
                  <a:pt x="203935" y="10105"/>
                  <a:pt x="204548" y="0"/>
                </a:cubicBezTo>
                <a:lnTo>
                  <a:pt x="209141" y="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2E434-29D7-4DE6-A7AB-2DCE4584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8" y="1776344"/>
            <a:ext cx="180051" cy="81452"/>
          </a:xfrm>
          <a:custGeom xmlns:a="http://schemas.openxmlformats.org/drawingml/2006/main">
            <a:pathLst>
              <a:path w="180051" h="81452">
                <a:moveTo>
                  <a:pt x="153717" y="3981"/>
                </a:moveTo>
                <a:lnTo>
                  <a:pt x="157085" y="0"/>
                </a:lnTo>
                <a:cubicBezTo>
                  <a:pt x="172396" y="9799"/>
                  <a:pt x="180051" y="22353"/>
                  <a:pt x="180051" y="37051"/>
                </a:cubicBezTo>
                <a:cubicBezTo>
                  <a:pt x="180051" y="55118"/>
                  <a:pt x="167190" y="63998"/>
                  <a:pt x="141469" y="63998"/>
                </a:cubicBezTo>
                <a:lnTo>
                  <a:pt x="49300" y="63998"/>
                </a:lnTo>
                <a:lnTo>
                  <a:pt x="49300" y="80227"/>
                </a:lnTo>
                <a:cubicBezTo>
                  <a:pt x="48687" y="81145"/>
                  <a:pt x="48075" y="81452"/>
                  <a:pt x="47156" y="81452"/>
                </a:cubicBezTo>
                <a:cubicBezTo>
                  <a:pt x="45625" y="81452"/>
                  <a:pt x="43788" y="79921"/>
                  <a:pt x="41338" y="76246"/>
                </a:cubicBezTo>
                <a:cubicBezTo>
                  <a:pt x="37051" y="68591"/>
                  <a:pt x="26028" y="58792"/>
                  <a:pt x="8574" y="46544"/>
                </a:cubicBezTo>
                <a:cubicBezTo>
                  <a:pt x="7961" y="46238"/>
                  <a:pt x="6737" y="45319"/>
                  <a:pt x="4899" y="43788"/>
                </a:cubicBezTo>
                <a:cubicBezTo>
                  <a:pt x="3062" y="42257"/>
                  <a:pt x="1225" y="41032"/>
                  <a:pt x="0" y="40420"/>
                </a:cubicBezTo>
                <a:cubicBezTo>
                  <a:pt x="0" y="39195"/>
                  <a:pt x="1531" y="38276"/>
                  <a:pt x="3981" y="38276"/>
                </a:cubicBezTo>
                <a:lnTo>
                  <a:pt x="39501" y="38276"/>
                </a:lnTo>
                <a:lnTo>
                  <a:pt x="39501" y="7349"/>
                </a:lnTo>
                <a:lnTo>
                  <a:pt x="49300" y="7349"/>
                </a:lnTo>
                <a:lnTo>
                  <a:pt x="49300" y="38276"/>
                </a:lnTo>
                <a:lnTo>
                  <a:pt x="136875" y="38276"/>
                </a:lnTo>
                <a:cubicBezTo>
                  <a:pt x="146674" y="38276"/>
                  <a:pt x="153717" y="37051"/>
                  <a:pt x="158004" y="34602"/>
                </a:cubicBezTo>
                <a:cubicBezTo>
                  <a:pt x="162291" y="32152"/>
                  <a:pt x="164434" y="28171"/>
                  <a:pt x="164434" y="22353"/>
                </a:cubicBezTo>
                <a:cubicBezTo>
                  <a:pt x="164434" y="16229"/>
                  <a:pt x="161066" y="10105"/>
                  <a:pt x="153717" y="3981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7F9DD-7B87-424D-B695-634898AE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9" y="1631201"/>
            <a:ext cx="204241" cy="141162"/>
          </a:xfrm>
          <a:custGeom xmlns:a="http://schemas.openxmlformats.org/drawingml/2006/main">
            <a:pathLst>
              <a:path w="204241" h="141162">
                <a:moveTo>
                  <a:pt x="0" y="0"/>
                </a:moveTo>
                <a:lnTo>
                  <a:pt x="4593" y="0"/>
                </a:lnTo>
                <a:cubicBezTo>
                  <a:pt x="5206" y="3675"/>
                  <a:pt x="6430" y="6737"/>
                  <a:pt x="8574" y="8880"/>
                </a:cubicBezTo>
                <a:cubicBezTo>
                  <a:pt x="11024" y="11330"/>
                  <a:pt x="14698" y="13473"/>
                  <a:pt x="20210" y="15310"/>
                </a:cubicBezTo>
                <a:lnTo>
                  <a:pt x="145143" y="61242"/>
                </a:lnTo>
                <a:cubicBezTo>
                  <a:pt x="166578" y="69203"/>
                  <a:pt x="181888" y="77471"/>
                  <a:pt x="190768" y="85432"/>
                </a:cubicBezTo>
                <a:cubicBezTo>
                  <a:pt x="199648" y="93394"/>
                  <a:pt x="204241" y="103192"/>
                  <a:pt x="204241" y="114828"/>
                </a:cubicBezTo>
                <a:cubicBezTo>
                  <a:pt x="204241" y="121565"/>
                  <a:pt x="202404" y="126771"/>
                  <a:pt x="199036" y="130445"/>
                </a:cubicBezTo>
                <a:cubicBezTo>
                  <a:pt x="195668" y="134426"/>
                  <a:pt x="191381" y="136263"/>
                  <a:pt x="186481" y="136263"/>
                </a:cubicBezTo>
                <a:cubicBezTo>
                  <a:pt x="182501" y="136263"/>
                  <a:pt x="179132" y="135038"/>
                  <a:pt x="176376" y="132589"/>
                </a:cubicBezTo>
                <a:cubicBezTo>
                  <a:pt x="173621" y="130139"/>
                  <a:pt x="172396" y="126771"/>
                  <a:pt x="172396" y="123096"/>
                </a:cubicBezTo>
                <a:cubicBezTo>
                  <a:pt x="172396" y="117278"/>
                  <a:pt x="173621" y="112073"/>
                  <a:pt x="176376" y="107173"/>
                </a:cubicBezTo>
                <a:cubicBezTo>
                  <a:pt x="177601" y="104724"/>
                  <a:pt x="178520" y="101968"/>
                  <a:pt x="178520" y="99212"/>
                </a:cubicBezTo>
                <a:cubicBezTo>
                  <a:pt x="178520" y="94925"/>
                  <a:pt x="173927" y="90025"/>
                  <a:pt x="165047" y="83901"/>
                </a:cubicBezTo>
                <a:cubicBezTo>
                  <a:pt x="160760" y="81145"/>
                  <a:pt x="154942" y="78390"/>
                  <a:pt x="147593" y="75634"/>
                </a:cubicBezTo>
                <a:cubicBezTo>
                  <a:pt x="140244" y="73184"/>
                  <a:pt x="135344" y="71653"/>
                  <a:pt x="132282" y="71653"/>
                </a:cubicBezTo>
                <a:cubicBezTo>
                  <a:pt x="129833" y="71653"/>
                  <a:pt x="119422" y="75940"/>
                  <a:pt x="101355" y="84514"/>
                </a:cubicBezTo>
                <a:lnTo>
                  <a:pt x="15004" y="124933"/>
                </a:lnTo>
                <a:cubicBezTo>
                  <a:pt x="9186" y="127689"/>
                  <a:pt x="5512" y="133201"/>
                  <a:pt x="4287" y="141162"/>
                </a:cubicBezTo>
                <a:lnTo>
                  <a:pt x="0" y="141162"/>
                </a:lnTo>
                <a:lnTo>
                  <a:pt x="0" y="78390"/>
                </a:lnTo>
                <a:lnTo>
                  <a:pt x="4593" y="78390"/>
                </a:lnTo>
                <a:cubicBezTo>
                  <a:pt x="4899" y="85126"/>
                  <a:pt x="5512" y="89719"/>
                  <a:pt x="6737" y="92169"/>
                </a:cubicBezTo>
                <a:cubicBezTo>
                  <a:pt x="7961" y="94619"/>
                  <a:pt x="10105" y="95843"/>
                  <a:pt x="12861" y="95843"/>
                </a:cubicBezTo>
                <a:cubicBezTo>
                  <a:pt x="15310" y="95843"/>
                  <a:pt x="19291" y="94619"/>
                  <a:pt x="25415" y="91863"/>
                </a:cubicBezTo>
                <a:lnTo>
                  <a:pt x="101968" y="57567"/>
                </a:lnTo>
                <a:lnTo>
                  <a:pt x="17454" y="27865"/>
                </a:lnTo>
                <a:cubicBezTo>
                  <a:pt x="15617" y="27253"/>
                  <a:pt x="13779" y="26640"/>
                  <a:pt x="11942" y="26640"/>
                </a:cubicBezTo>
                <a:cubicBezTo>
                  <a:pt x="7043" y="26640"/>
                  <a:pt x="4593" y="31540"/>
                  <a:pt x="4593" y="40726"/>
                </a:cubicBezTo>
                <a:lnTo>
                  <a:pt x="0" y="407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E41F4-6EF0-46C4-81CC-39008BA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327" y="4001150"/>
            <a:ext cx="10" cy="975527"/>
          </a:xfrm>
          <a:custGeom xmlns:a="http://schemas.openxmlformats.org/drawingml/2006/main">
            <a:pathLst>
              <a:path w="1" h="975527" fill="none">
                <a:moveTo>
                  <a:pt x="0" y="9755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59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AC783-2842-4838-8A2E-18541957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309" y="4001150"/>
            <a:ext cx="10" cy="975527"/>
          </a:xfrm>
          <a:custGeom xmlns:a="http://schemas.openxmlformats.org/drawingml/2006/main">
            <a:pathLst>
              <a:path w="1" h="975527" fill="none">
                <a:moveTo>
                  <a:pt x="0" y="9755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59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68D97-A794-4A7B-9F75-6BFD60D8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99044"/>
            <a:ext cx="10" cy="4877633"/>
          </a:xfrm>
          <a:custGeom xmlns:a="http://schemas.openxmlformats.org/drawingml/2006/main">
            <a:pathLst>
              <a:path w="1" h="4877633" fill="none">
                <a:moveTo>
                  <a:pt x="0" y="48776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35" cap="sq">
            <a:solidFill>
              <a:srgbClr val="000000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CDE4C-D384-4CA5-96BD-C0AA5718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573" y="99044"/>
            <a:ext cx="10" cy="4877633"/>
          </a:xfrm>
          <a:custGeom xmlns:a="http://schemas.openxmlformats.org/drawingml/2006/main">
            <a:pathLst>
              <a:path w="1" h="4877633" fill="none">
                <a:moveTo>
                  <a:pt x="0" y="48776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35" cap="sq">
            <a:solidFill>
              <a:srgbClr val="00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F7AC1-4261-4F64-BCB5-0E848E6C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4976677"/>
            <a:ext cx="4583794" cy="10"/>
          </a:xfrm>
          <a:custGeom xmlns:a="http://schemas.openxmlformats.org/drawingml/2006/main">
            <a:pathLst>
              <a:path w="4583794" h="1" fill="none">
                <a:moveTo>
                  <a:pt x="0" y="0"/>
                </a:moveTo>
                <a:lnTo>
                  <a:pt x="45837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35" cap="sq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315B5-DCEC-48C3-8F38-4EEAF94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99044"/>
            <a:ext cx="4583794" cy="10"/>
          </a:xfrm>
          <a:custGeom xmlns:a="http://schemas.openxmlformats.org/drawingml/2006/main">
            <a:pathLst>
              <a:path w="4583794" h="1" fill="none">
                <a:moveTo>
                  <a:pt x="0" y="0"/>
                </a:moveTo>
                <a:lnTo>
                  <a:pt x="45837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35" cap="sq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E1822-ED5E-4960-8647-A0D5216B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59" y="4493308"/>
            <a:ext cx="2207161" cy="10"/>
          </a:xfrm>
          <a:custGeom xmlns:a="http://schemas.openxmlformats.org/drawingml/2006/main">
            <a:pathLst>
              <a:path w="2207161" h="1" fill="none">
                <a:moveTo>
                  <a:pt x="2207161" y="0"/>
                </a:moveTo>
                <a:cubicBezTo>
                  <a:pt x="1471441" y="0"/>
                  <a:pt x="73572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919" cap="rnd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6C3FF-BB6B-45F2-8C57-4AA89B0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437" y="4432066"/>
            <a:ext cx="122484" cy="122484"/>
          </a:xfrm>
          <a:custGeom xmlns:a="http://schemas.openxmlformats.org/drawingml/2006/main">
            <a:pathLst>
              <a:path w="122484" h="122484" fill="none">
                <a:moveTo>
                  <a:pt x="0" y="0"/>
                </a:moveTo>
                <a:lnTo>
                  <a:pt x="122484" y="61242"/>
                </a:lnTo>
                <a:lnTo>
                  <a:pt x="0" y="122484"/>
                </a:lnTo>
              </a:path>
            </a:pathLst>
          </a:custGeom>
          <a:noFill xmlns:a="http://schemas.openxmlformats.org/drawingml/2006/main"/>
          <a:ln xmlns:a="http://schemas.openxmlformats.org/drawingml/2006/main" w="13919" cap="rnd">
            <a:solidFill>
              <a:srgbClr val="000000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8A48F-9E98-4188-91B3-E141B40A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59" y="4432066"/>
            <a:ext cx="122484" cy="122484"/>
          </a:xfrm>
          <a:custGeom xmlns:a="http://schemas.openxmlformats.org/drawingml/2006/main">
            <a:pathLst>
              <a:path w="122484" h="122484" fill="none">
                <a:moveTo>
                  <a:pt x="122484" y="122484"/>
                </a:moveTo>
                <a:lnTo>
                  <a:pt x="0" y="61242"/>
                </a:lnTo>
                <a:lnTo>
                  <a:pt x="1224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919" cap="rnd">
            <a:solidFill>
              <a:srgbClr val="000000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3804B-E77E-4FB1-B2B0-DD49D470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726" y="4089309"/>
            <a:ext cx="220471" cy="222308"/>
          </a:xfrm>
          <a:custGeom xmlns:a="http://schemas.openxmlformats.org/drawingml/2006/main">
            <a:pathLst>
              <a:path w="220471" h="222308">
                <a:moveTo>
                  <a:pt x="71653" y="222308"/>
                </a:moveTo>
                <a:cubicBezTo>
                  <a:pt x="48993" y="222308"/>
                  <a:pt x="31540" y="214653"/>
                  <a:pt x="18985" y="198730"/>
                </a:cubicBezTo>
                <a:cubicBezTo>
                  <a:pt x="6124" y="182807"/>
                  <a:pt x="0" y="163516"/>
                  <a:pt x="0" y="140244"/>
                </a:cubicBezTo>
                <a:cubicBezTo>
                  <a:pt x="0" y="110235"/>
                  <a:pt x="9799" y="81758"/>
                  <a:pt x="30008" y="54811"/>
                </a:cubicBezTo>
                <a:cubicBezTo>
                  <a:pt x="34602" y="48687"/>
                  <a:pt x="41338" y="41338"/>
                  <a:pt x="50525" y="32764"/>
                </a:cubicBezTo>
                <a:cubicBezTo>
                  <a:pt x="59405" y="24191"/>
                  <a:pt x="68591" y="16842"/>
                  <a:pt x="77777" y="10411"/>
                </a:cubicBezTo>
                <a:cubicBezTo>
                  <a:pt x="86963" y="4287"/>
                  <a:pt x="94619" y="612"/>
                  <a:pt x="101355" y="0"/>
                </a:cubicBezTo>
                <a:lnTo>
                  <a:pt x="102886" y="0"/>
                </a:lnTo>
                <a:cubicBezTo>
                  <a:pt x="104111" y="612"/>
                  <a:pt x="105030" y="1531"/>
                  <a:pt x="105030" y="2450"/>
                </a:cubicBezTo>
                <a:cubicBezTo>
                  <a:pt x="105030" y="3368"/>
                  <a:pt x="104417" y="4287"/>
                  <a:pt x="103805" y="5512"/>
                </a:cubicBezTo>
                <a:cubicBezTo>
                  <a:pt x="102580" y="7043"/>
                  <a:pt x="97375" y="11024"/>
                  <a:pt x="88494" y="17454"/>
                </a:cubicBezTo>
                <a:cubicBezTo>
                  <a:pt x="79308" y="23884"/>
                  <a:pt x="74409" y="27559"/>
                  <a:pt x="73490" y="28171"/>
                </a:cubicBezTo>
                <a:cubicBezTo>
                  <a:pt x="63998" y="36439"/>
                  <a:pt x="56036" y="45625"/>
                  <a:pt x="49300" y="55424"/>
                </a:cubicBezTo>
                <a:cubicBezTo>
                  <a:pt x="41951" y="66141"/>
                  <a:pt x="36439" y="77471"/>
                  <a:pt x="32764" y="89719"/>
                </a:cubicBezTo>
                <a:cubicBezTo>
                  <a:pt x="29090" y="101968"/>
                  <a:pt x="27253" y="114522"/>
                  <a:pt x="27253" y="127383"/>
                </a:cubicBezTo>
                <a:cubicBezTo>
                  <a:pt x="27253" y="141162"/>
                  <a:pt x="29702" y="154023"/>
                  <a:pt x="34602" y="165659"/>
                </a:cubicBezTo>
                <a:cubicBezTo>
                  <a:pt x="39501" y="177601"/>
                  <a:pt x="47156" y="187094"/>
                  <a:pt x="57261" y="194137"/>
                </a:cubicBezTo>
                <a:cubicBezTo>
                  <a:pt x="67366" y="201179"/>
                  <a:pt x="79614" y="204548"/>
                  <a:pt x="93700" y="204548"/>
                </a:cubicBezTo>
                <a:cubicBezTo>
                  <a:pt x="108398" y="204548"/>
                  <a:pt x="121871" y="200873"/>
                  <a:pt x="134426" y="193524"/>
                </a:cubicBezTo>
                <a:cubicBezTo>
                  <a:pt x="146674" y="186175"/>
                  <a:pt x="157391" y="176376"/>
                  <a:pt x="165965" y="164434"/>
                </a:cubicBezTo>
                <a:cubicBezTo>
                  <a:pt x="174539" y="152492"/>
                  <a:pt x="180970" y="139019"/>
                  <a:pt x="185869" y="124321"/>
                </a:cubicBezTo>
                <a:cubicBezTo>
                  <a:pt x="190768" y="109623"/>
                  <a:pt x="193218" y="95537"/>
                  <a:pt x="193218" y="81452"/>
                </a:cubicBezTo>
                <a:cubicBezTo>
                  <a:pt x="193218" y="70428"/>
                  <a:pt x="191381" y="60017"/>
                  <a:pt x="188012" y="50525"/>
                </a:cubicBezTo>
                <a:cubicBezTo>
                  <a:pt x="184644" y="41032"/>
                  <a:pt x="179439" y="33377"/>
                  <a:pt x="172396" y="27253"/>
                </a:cubicBezTo>
                <a:cubicBezTo>
                  <a:pt x="165047" y="21128"/>
                  <a:pt x="156167" y="18066"/>
                  <a:pt x="145143" y="18066"/>
                </a:cubicBezTo>
                <a:cubicBezTo>
                  <a:pt x="140550" y="18066"/>
                  <a:pt x="136263" y="18985"/>
                  <a:pt x="132282" y="20822"/>
                </a:cubicBezTo>
                <a:cubicBezTo>
                  <a:pt x="125546" y="24497"/>
                  <a:pt x="119115" y="30927"/>
                  <a:pt x="112991" y="40113"/>
                </a:cubicBezTo>
                <a:cubicBezTo>
                  <a:pt x="106867" y="49606"/>
                  <a:pt x="101968" y="59098"/>
                  <a:pt x="97987" y="68897"/>
                </a:cubicBezTo>
                <a:cubicBezTo>
                  <a:pt x="95843" y="72572"/>
                  <a:pt x="92475" y="75940"/>
                  <a:pt x="87882" y="78390"/>
                </a:cubicBezTo>
                <a:cubicBezTo>
                  <a:pt x="83289" y="81145"/>
                  <a:pt x="79002" y="82676"/>
                  <a:pt x="74715" y="82983"/>
                </a:cubicBezTo>
                <a:lnTo>
                  <a:pt x="73184" y="82983"/>
                </a:lnTo>
                <a:cubicBezTo>
                  <a:pt x="72572" y="82983"/>
                  <a:pt x="72265" y="82676"/>
                  <a:pt x="71653" y="82064"/>
                </a:cubicBezTo>
                <a:cubicBezTo>
                  <a:pt x="71041" y="81758"/>
                  <a:pt x="71041" y="81145"/>
                  <a:pt x="71041" y="80533"/>
                </a:cubicBezTo>
                <a:cubicBezTo>
                  <a:pt x="71041" y="80227"/>
                  <a:pt x="71041" y="79614"/>
                  <a:pt x="71347" y="79002"/>
                </a:cubicBezTo>
                <a:cubicBezTo>
                  <a:pt x="80533" y="56036"/>
                  <a:pt x="93088" y="37664"/>
                  <a:pt x="109010" y="24191"/>
                </a:cubicBezTo>
                <a:cubicBezTo>
                  <a:pt x="117584" y="16842"/>
                  <a:pt x="126464" y="11024"/>
                  <a:pt x="135957" y="6737"/>
                </a:cubicBezTo>
                <a:cubicBezTo>
                  <a:pt x="145449" y="2450"/>
                  <a:pt x="155248" y="0"/>
                  <a:pt x="165353" y="0"/>
                </a:cubicBezTo>
                <a:lnTo>
                  <a:pt x="167190" y="0"/>
                </a:lnTo>
                <a:cubicBezTo>
                  <a:pt x="179439" y="0"/>
                  <a:pt x="189543" y="3368"/>
                  <a:pt x="197505" y="9492"/>
                </a:cubicBezTo>
                <a:cubicBezTo>
                  <a:pt x="205466" y="15923"/>
                  <a:pt x="211284" y="24191"/>
                  <a:pt x="214959" y="34602"/>
                </a:cubicBezTo>
                <a:cubicBezTo>
                  <a:pt x="218633" y="45013"/>
                  <a:pt x="220471" y="56342"/>
                  <a:pt x="220471" y="68285"/>
                </a:cubicBezTo>
                <a:cubicBezTo>
                  <a:pt x="220471" y="81758"/>
                  <a:pt x="218633" y="94619"/>
                  <a:pt x="214959" y="107479"/>
                </a:cubicBezTo>
                <a:cubicBezTo>
                  <a:pt x="211284" y="120340"/>
                  <a:pt x="206385" y="132282"/>
                  <a:pt x="199955" y="143306"/>
                </a:cubicBezTo>
                <a:cubicBezTo>
                  <a:pt x="193218" y="154329"/>
                  <a:pt x="185257" y="164741"/>
                  <a:pt x="176070" y="174233"/>
                </a:cubicBezTo>
                <a:cubicBezTo>
                  <a:pt x="166272" y="183725"/>
                  <a:pt x="155860" y="191993"/>
                  <a:pt x="145143" y="199036"/>
                </a:cubicBezTo>
                <a:cubicBezTo>
                  <a:pt x="134120" y="206385"/>
                  <a:pt x="122484" y="211897"/>
                  <a:pt x="110235" y="215877"/>
                </a:cubicBezTo>
                <a:cubicBezTo>
                  <a:pt x="97681" y="220164"/>
                  <a:pt x="85432" y="222308"/>
                  <a:pt x="73184" y="222308"/>
                </a:cubicBezTo>
                <a:lnTo>
                  <a:pt x="71653" y="2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CD389-CFB5-488D-88A8-6F163AE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685" y="4075530"/>
            <a:ext cx="71959" cy="305903"/>
          </a:xfrm>
          <a:custGeom xmlns:a="http://schemas.openxmlformats.org/drawingml/2006/main">
            <a:pathLst>
              <a:path w="71959" h="305903">
                <a:moveTo>
                  <a:pt x="65223" y="305291"/>
                </a:moveTo>
                <a:cubicBezTo>
                  <a:pt x="53587" y="296104"/>
                  <a:pt x="43788" y="285999"/>
                  <a:pt x="35826" y="274363"/>
                </a:cubicBezTo>
                <a:cubicBezTo>
                  <a:pt x="27559" y="262727"/>
                  <a:pt x="20822" y="250173"/>
                  <a:pt x="15617" y="237312"/>
                </a:cubicBezTo>
                <a:cubicBezTo>
                  <a:pt x="10411" y="224451"/>
                  <a:pt x="6430" y="210672"/>
                  <a:pt x="3981" y="196280"/>
                </a:cubicBezTo>
                <a:cubicBezTo>
                  <a:pt x="1225" y="182194"/>
                  <a:pt x="0" y="167803"/>
                  <a:pt x="0" y="153105"/>
                </a:cubicBezTo>
                <a:cubicBezTo>
                  <a:pt x="0" y="138407"/>
                  <a:pt x="1225" y="124015"/>
                  <a:pt x="3981" y="109623"/>
                </a:cubicBezTo>
                <a:cubicBezTo>
                  <a:pt x="6430" y="95537"/>
                  <a:pt x="10411" y="81758"/>
                  <a:pt x="15923" y="68285"/>
                </a:cubicBezTo>
                <a:cubicBezTo>
                  <a:pt x="21128" y="55118"/>
                  <a:pt x="27865" y="42563"/>
                  <a:pt x="36133" y="30927"/>
                </a:cubicBezTo>
                <a:cubicBezTo>
                  <a:pt x="44400" y="19291"/>
                  <a:pt x="54199" y="9186"/>
                  <a:pt x="65223" y="612"/>
                </a:cubicBezTo>
                <a:cubicBezTo>
                  <a:pt x="65223" y="306"/>
                  <a:pt x="65529" y="0"/>
                  <a:pt x="66754" y="0"/>
                </a:cubicBezTo>
                <a:lnTo>
                  <a:pt x="69509" y="0"/>
                </a:lnTo>
                <a:cubicBezTo>
                  <a:pt x="70122" y="0"/>
                  <a:pt x="70428" y="306"/>
                  <a:pt x="71041" y="919"/>
                </a:cubicBezTo>
                <a:cubicBezTo>
                  <a:pt x="71653" y="1531"/>
                  <a:pt x="71959" y="2143"/>
                  <a:pt x="71959" y="2756"/>
                </a:cubicBezTo>
                <a:cubicBezTo>
                  <a:pt x="71959" y="3675"/>
                  <a:pt x="71653" y="4287"/>
                  <a:pt x="71347" y="4593"/>
                </a:cubicBezTo>
                <a:cubicBezTo>
                  <a:pt x="61242" y="14392"/>
                  <a:pt x="52974" y="25109"/>
                  <a:pt x="46238" y="36133"/>
                </a:cubicBezTo>
                <a:cubicBezTo>
                  <a:pt x="39501" y="47156"/>
                  <a:pt x="34295" y="59098"/>
                  <a:pt x="30315" y="71653"/>
                </a:cubicBezTo>
                <a:cubicBezTo>
                  <a:pt x="26334" y="84514"/>
                  <a:pt x="23578" y="97375"/>
                  <a:pt x="21741" y="110848"/>
                </a:cubicBezTo>
                <a:cubicBezTo>
                  <a:pt x="19904" y="124321"/>
                  <a:pt x="18985" y="138407"/>
                  <a:pt x="18985" y="153105"/>
                </a:cubicBezTo>
                <a:cubicBezTo>
                  <a:pt x="18985" y="218021"/>
                  <a:pt x="36133" y="267014"/>
                  <a:pt x="71041" y="300697"/>
                </a:cubicBezTo>
                <a:cubicBezTo>
                  <a:pt x="71653" y="301310"/>
                  <a:pt x="71959" y="301922"/>
                  <a:pt x="71959" y="303147"/>
                </a:cubicBezTo>
                <a:cubicBezTo>
                  <a:pt x="71959" y="303759"/>
                  <a:pt x="71653" y="304372"/>
                  <a:pt x="71041" y="304984"/>
                </a:cubicBezTo>
                <a:cubicBezTo>
                  <a:pt x="70428" y="305597"/>
                  <a:pt x="70122" y="305903"/>
                  <a:pt x="69509" y="305903"/>
                </a:cubicBezTo>
                <a:lnTo>
                  <a:pt x="66754" y="305903"/>
                </a:lnTo>
                <a:cubicBezTo>
                  <a:pt x="65529" y="305903"/>
                  <a:pt x="65223" y="305597"/>
                  <a:pt x="65223" y="3052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DBE1B-3DF3-4F2A-B2A2-6864A757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116" y="4169842"/>
            <a:ext cx="167496" cy="138407"/>
          </a:xfrm>
          <a:custGeom xmlns:a="http://schemas.openxmlformats.org/drawingml/2006/main">
            <a:pathLst>
              <a:path w="167496" h="138407">
                <a:moveTo>
                  <a:pt x="15310" y="130139"/>
                </a:moveTo>
                <a:cubicBezTo>
                  <a:pt x="15310" y="128914"/>
                  <a:pt x="15310" y="127995"/>
                  <a:pt x="15617" y="127383"/>
                </a:cubicBezTo>
                <a:lnTo>
                  <a:pt x="38582" y="36133"/>
                </a:lnTo>
                <a:cubicBezTo>
                  <a:pt x="39807" y="30621"/>
                  <a:pt x="40726" y="25415"/>
                  <a:pt x="40726" y="21128"/>
                </a:cubicBezTo>
                <a:cubicBezTo>
                  <a:pt x="40726" y="12555"/>
                  <a:pt x="37664" y="7961"/>
                  <a:pt x="31846" y="7961"/>
                </a:cubicBezTo>
                <a:cubicBezTo>
                  <a:pt x="25415" y="7961"/>
                  <a:pt x="20516" y="11942"/>
                  <a:pt x="17454" y="19597"/>
                </a:cubicBezTo>
                <a:cubicBezTo>
                  <a:pt x="14392" y="27253"/>
                  <a:pt x="11330" y="36745"/>
                  <a:pt x="8574" y="48381"/>
                </a:cubicBezTo>
                <a:cubicBezTo>
                  <a:pt x="8574" y="48993"/>
                  <a:pt x="8268" y="49606"/>
                  <a:pt x="7655" y="49912"/>
                </a:cubicBezTo>
                <a:cubicBezTo>
                  <a:pt x="7043" y="50218"/>
                  <a:pt x="6430" y="50218"/>
                  <a:pt x="6124" y="50218"/>
                </a:cubicBezTo>
                <a:lnTo>
                  <a:pt x="2450" y="50218"/>
                </a:lnTo>
                <a:cubicBezTo>
                  <a:pt x="1837" y="50218"/>
                  <a:pt x="1225" y="49912"/>
                  <a:pt x="612" y="49300"/>
                </a:cubicBezTo>
                <a:cubicBezTo>
                  <a:pt x="0" y="48687"/>
                  <a:pt x="0" y="47769"/>
                  <a:pt x="0" y="47156"/>
                </a:cubicBezTo>
                <a:cubicBezTo>
                  <a:pt x="2143" y="38276"/>
                  <a:pt x="4287" y="30621"/>
                  <a:pt x="6430" y="24497"/>
                </a:cubicBezTo>
                <a:cubicBezTo>
                  <a:pt x="8268" y="18373"/>
                  <a:pt x="11636" y="12861"/>
                  <a:pt x="15923" y="7655"/>
                </a:cubicBezTo>
                <a:cubicBezTo>
                  <a:pt x="20210" y="2756"/>
                  <a:pt x="25415" y="0"/>
                  <a:pt x="32152" y="0"/>
                </a:cubicBezTo>
                <a:cubicBezTo>
                  <a:pt x="39501" y="0"/>
                  <a:pt x="46238" y="2450"/>
                  <a:pt x="52362" y="7349"/>
                </a:cubicBezTo>
                <a:cubicBezTo>
                  <a:pt x="58180" y="12248"/>
                  <a:pt x="61242" y="18373"/>
                  <a:pt x="61242" y="25722"/>
                </a:cubicBezTo>
                <a:cubicBezTo>
                  <a:pt x="67366" y="17760"/>
                  <a:pt x="74409" y="11636"/>
                  <a:pt x="82676" y="7043"/>
                </a:cubicBezTo>
                <a:cubicBezTo>
                  <a:pt x="90638" y="2450"/>
                  <a:pt x="99518" y="0"/>
                  <a:pt x="108704" y="0"/>
                </a:cubicBezTo>
                <a:cubicBezTo>
                  <a:pt x="115747" y="0"/>
                  <a:pt x="121871" y="1531"/>
                  <a:pt x="127383" y="3981"/>
                </a:cubicBezTo>
                <a:cubicBezTo>
                  <a:pt x="132589" y="6430"/>
                  <a:pt x="136569" y="10411"/>
                  <a:pt x="139631" y="15310"/>
                </a:cubicBezTo>
                <a:cubicBezTo>
                  <a:pt x="142693" y="20210"/>
                  <a:pt x="144224" y="26334"/>
                  <a:pt x="144224" y="33071"/>
                </a:cubicBezTo>
                <a:cubicBezTo>
                  <a:pt x="144224" y="41644"/>
                  <a:pt x="142081" y="51749"/>
                  <a:pt x="138407" y="63385"/>
                </a:cubicBezTo>
                <a:cubicBezTo>
                  <a:pt x="134732" y="75327"/>
                  <a:pt x="130139" y="88494"/>
                  <a:pt x="124627" y="103192"/>
                </a:cubicBezTo>
                <a:cubicBezTo>
                  <a:pt x="121565" y="109929"/>
                  <a:pt x="120340" y="116053"/>
                  <a:pt x="120340" y="121565"/>
                </a:cubicBezTo>
                <a:cubicBezTo>
                  <a:pt x="120340" y="127689"/>
                  <a:pt x="122484" y="130751"/>
                  <a:pt x="127383" y="130751"/>
                </a:cubicBezTo>
                <a:cubicBezTo>
                  <a:pt x="135344" y="130751"/>
                  <a:pt x="141775" y="126464"/>
                  <a:pt x="147287" y="117891"/>
                </a:cubicBezTo>
                <a:cubicBezTo>
                  <a:pt x="152492" y="109317"/>
                  <a:pt x="156167" y="100130"/>
                  <a:pt x="158616" y="90332"/>
                </a:cubicBezTo>
                <a:cubicBezTo>
                  <a:pt x="158923" y="89107"/>
                  <a:pt x="159841" y="88494"/>
                  <a:pt x="161066" y="88494"/>
                </a:cubicBezTo>
                <a:lnTo>
                  <a:pt x="164741" y="88494"/>
                </a:lnTo>
                <a:cubicBezTo>
                  <a:pt x="165353" y="88494"/>
                  <a:pt x="165965" y="88801"/>
                  <a:pt x="166578" y="89413"/>
                </a:cubicBezTo>
                <a:cubicBezTo>
                  <a:pt x="167190" y="90025"/>
                  <a:pt x="167496" y="90638"/>
                  <a:pt x="167496" y="91250"/>
                </a:cubicBezTo>
                <a:cubicBezTo>
                  <a:pt x="167496" y="91557"/>
                  <a:pt x="167190" y="91863"/>
                  <a:pt x="167190" y="92169"/>
                </a:cubicBezTo>
                <a:cubicBezTo>
                  <a:pt x="164434" y="103805"/>
                  <a:pt x="159535" y="114522"/>
                  <a:pt x="152798" y="124015"/>
                </a:cubicBezTo>
                <a:cubicBezTo>
                  <a:pt x="145756" y="133813"/>
                  <a:pt x="137182" y="138407"/>
                  <a:pt x="126771" y="138407"/>
                </a:cubicBezTo>
                <a:cubicBezTo>
                  <a:pt x="119422" y="138407"/>
                  <a:pt x="113297" y="135957"/>
                  <a:pt x="108398" y="131364"/>
                </a:cubicBezTo>
                <a:cubicBezTo>
                  <a:pt x="103192" y="126464"/>
                  <a:pt x="100743" y="120646"/>
                  <a:pt x="100743" y="113297"/>
                </a:cubicBezTo>
                <a:cubicBezTo>
                  <a:pt x="100743" y="109623"/>
                  <a:pt x="101355" y="105642"/>
                  <a:pt x="103192" y="101355"/>
                </a:cubicBezTo>
                <a:cubicBezTo>
                  <a:pt x="105642" y="94619"/>
                  <a:pt x="108398" y="86657"/>
                  <a:pt x="111766" y="77471"/>
                </a:cubicBezTo>
                <a:cubicBezTo>
                  <a:pt x="115135" y="68285"/>
                  <a:pt x="117891" y="59711"/>
                  <a:pt x="120034" y="51137"/>
                </a:cubicBezTo>
                <a:cubicBezTo>
                  <a:pt x="122177" y="42563"/>
                  <a:pt x="123402" y="35214"/>
                  <a:pt x="123402" y="28477"/>
                </a:cubicBezTo>
                <a:cubicBezTo>
                  <a:pt x="123402" y="22966"/>
                  <a:pt x="122177" y="18066"/>
                  <a:pt x="119728" y="14086"/>
                </a:cubicBezTo>
                <a:cubicBezTo>
                  <a:pt x="117278" y="10105"/>
                  <a:pt x="113604" y="7961"/>
                  <a:pt x="108092" y="7961"/>
                </a:cubicBezTo>
                <a:cubicBezTo>
                  <a:pt x="100437" y="7961"/>
                  <a:pt x="93394" y="9799"/>
                  <a:pt x="87270" y="12861"/>
                </a:cubicBezTo>
                <a:cubicBezTo>
                  <a:pt x="81145" y="16229"/>
                  <a:pt x="75634" y="20516"/>
                  <a:pt x="71041" y="26028"/>
                </a:cubicBezTo>
                <a:cubicBezTo>
                  <a:pt x="66141" y="31540"/>
                  <a:pt x="61854" y="37970"/>
                  <a:pt x="58180" y="45319"/>
                </a:cubicBezTo>
                <a:lnTo>
                  <a:pt x="37358" y="128608"/>
                </a:lnTo>
                <a:cubicBezTo>
                  <a:pt x="36745" y="131670"/>
                  <a:pt x="35214" y="133813"/>
                  <a:pt x="32764" y="135651"/>
                </a:cubicBezTo>
                <a:cubicBezTo>
                  <a:pt x="30315" y="137488"/>
                  <a:pt x="27559" y="138407"/>
                  <a:pt x="24497" y="138407"/>
                </a:cubicBezTo>
                <a:cubicBezTo>
                  <a:pt x="22047" y="138407"/>
                  <a:pt x="19904" y="137488"/>
                  <a:pt x="18066" y="136263"/>
                </a:cubicBezTo>
                <a:cubicBezTo>
                  <a:pt x="16229" y="135038"/>
                  <a:pt x="15310" y="132895"/>
                  <a:pt x="15310" y="130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7344B-1607-4E2C-818A-9A862792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751" y="4075530"/>
            <a:ext cx="71959" cy="305903"/>
          </a:xfrm>
          <a:custGeom xmlns:a="http://schemas.openxmlformats.org/drawingml/2006/main">
            <a:pathLst>
              <a:path w="71959" h="305903">
                <a:moveTo>
                  <a:pt x="2756" y="305903"/>
                </a:moveTo>
                <a:cubicBezTo>
                  <a:pt x="919" y="305903"/>
                  <a:pt x="0" y="304984"/>
                  <a:pt x="0" y="303147"/>
                </a:cubicBezTo>
                <a:cubicBezTo>
                  <a:pt x="0" y="302228"/>
                  <a:pt x="0" y="301616"/>
                  <a:pt x="612" y="301310"/>
                </a:cubicBezTo>
                <a:cubicBezTo>
                  <a:pt x="35520" y="267014"/>
                  <a:pt x="52974" y="218021"/>
                  <a:pt x="52974" y="153105"/>
                </a:cubicBezTo>
                <a:cubicBezTo>
                  <a:pt x="52974" y="88188"/>
                  <a:pt x="35520" y="38889"/>
                  <a:pt x="1225" y="5206"/>
                </a:cubicBezTo>
                <a:cubicBezTo>
                  <a:pt x="306" y="4899"/>
                  <a:pt x="0" y="3981"/>
                  <a:pt x="0" y="2756"/>
                </a:cubicBezTo>
                <a:cubicBezTo>
                  <a:pt x="0" y="2143"/>
                  <a:pt x="306" y="1531"/>
                  <a:pt x="919" y="919"/>
                </a:cubicBezTo>
                <a:cubicBezTo>
                  <a:pt x="1531" y="306"/>
                  <a:pt x="2143" y="0"/>
                  <a:pt x="2756" y="0"/>
                </a:cubicBezTo>
                <a:lnTo>
                  <a:pt x="5512" y="0"/>
                </a:lnTo>
                <a:cubicBezTo>
                  <a:pt x="6124" y="0"/>
                  <a:pt x="6430" y="306"/>
                  <a:pt x="7043" y="612"/>
                </a:cubicBezTo>
                <a:cubicBezTo>
                  <a:pt x="21741" y="12248"/>
                  <a:pt x="33989" y="26334"/>
                  <a:pt x="43788" y="42869"/>
                </a:cubicBezTo>
                <a:cubicBezTo>
                  <a:pt x="53587" y="59405"/>
                  <a:pt x="60629" y="77165"/>
                  <a:pt x="65223" y="95843"/>
                </a:cubicBezTo>
                <a:cubicBezTo>
                  <a:pt x="69509" y="114522"/>
                  <a:pt x="71959" y="133507"/>
                  <a:pt x="71959" y="153105"/>
                </a:cubicBezTo>
                <a:cubicBezTo>
                  <a:pt x="71959" y="167803"/>
                  <a:pt x="70734" y="181888"/>
                  <a:pt x="68285" y="195974"/>
                </a:cubicBezTo>
                <a:cubicBezTo>
                  <a:pt x="65835" y="210059"/>
                  <a:pt x="61854" y="223533"/>
                  <a:pt x="56649" y="237006"/>
                </a:cubicBezTo>
                <a:cubicBezTo>
                  <a:pt x="51137" y="250479"/>
                  <a:pt x="44400" y="262727"/>
                  <a:pt x="36439" y="274363"/>
                </a:cubicBezTo>
                <a:cubicBezTo>
                  <a:pt x="28171" y="285999"/>
                  <a:pt x="18373" y="296104"/>
                  <a:pt x="7043" y="305291"/>
                </a:cubicBezTo>
                <a:cubicBezTo>
                  <a:pt x="6430" y="305597"/>
                  <a:pt x="6124" y="305903"/>
                  <a:pt x="5512" y="305903"/>
                </a:cubicBezTo>
                <a:lnTo>
                  <a:pt x="2756" y="305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E78BE-BBDC-492F-B203-EA266DDA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72" y="3715668"/>
            <a:ext cx="149430" cy="135651"/>
          </a:xfrm>
          <a:custGeom xmlns:a="http://schemas.openxmlformats.org/drawingml/2006/main">
            <a:pathLst>
              <a:path w="149430" h="135651">
                <a:moveTo>
                  <a:pt x="40420" y="127383"/>
                </a:moveTo>
                <a:cubicBezTo>
                  <a:pt x="40420" y="126158"/>
                  <a:pt x="40420" y="124933"/>
                  <a:pt x="40726" y="124015"/>
                </a:cubicBezTo>
                <a:lnTo>
                  <a:pt x="72878" y="18985"/>
                </a:lnTo>
                <a:lnTo>
                  <a:pt x="45319" y="18985"/>
                </a:lnTo>
                <a:cubicBezTo>
                  <a:pt x="37664" y="18985"/>
                  <a:pt x="30621" y="21435"/>
                  <a:pt x="24191" y="26028"/>
                </a:cubicBezTo>
                <a:cubicBezTo>
                  <a:pt x="17760" y="30927"/>
                  <a:pt x="12555" y="36745"/>
                  <a:pt x="8268" y="43788"/>
                </a:cubicBezTo>
                <a:cubicBezTo>
                  <a:pt x="7655" y="44707"/>
                  <a:pt x="7043" y="45013"/>
                  <a:pt x="6430" y="45013"/>
                </a:cubicBezTo>
                <a:lnTo>
                  <a:pt x="2756" y="45013"/>
                </a:lnTo>
                <a:cubicBezTo>
                  <a:pt x="919" y="45013"/>
                  <a:pt x="0" y="44094"/>
                  <a:pt x="0" y="41951"/>
                </a:cubicBezTo>
                <a:cubicBezTo>
                  <a:pt x="0" y="41644"/>
                  <a:pt x="0" y="41032"/>
                  <a:pt x="612" y="40113"/>
                </a:cubicBezTo>
                <a:cubicBezTo>
                  <a:pt x="7349" y="29090"/>
                  <a:pt x="14392" y="19597"/>
                  <a:pt x="22047" y="11636"/>
                </a:cubicBezTo>
                <a:cubicBezTo>
                  <a:pt x="29396" y="3981"/>
                  <a:pt x="37970" y="0"/>
                  <a:pt x="47769" y="0"/>
                </a:cubicBezTo>
                <a:lnTo>
                  <a:pt x="141775" y="0"/>
                </a:lnTo>
                <a:cubicBezTo>
                  <a:pt x="143918" y="0"/>
                  <a:pt x="145756" y="919"/>
                  <a:pt x="147287" y="2143"/>
                </a:cubicBezTo>
                <a:cubicBezTo>
                  <a:pt x="148511" y="3675"/>
                  <a:pt x="149430" y="5512"/>
                  <a:pt x="149430" y="7655"/>
                </a:cubicBezTo>
                <a:cubicBezTo>
                  <a:pt x="149430" y="10717"/>
                  <a:pt x="148205" y="13473"/>
                  <a:pt x="146062" y="15617"/>
                </a:cubicBezTo>
                <a:cubicBezTo>
                  <a:pt x="143918" y="18066"/>
                  <a:pt x="141469" y="18985"/>
                  <a:pt x="138407" y="18985"/>
                </a:cubicBezTo>
                <a:lnTo>
                  <a:pt x="82983" y="18985"/>
                </a:lnTo>
                <a:lnTo>
                  <a:pt x="62467" y="124627"/>
                </a:lnTo>
                <a:cubicBezTo>
                  <a:pt x="61548" y="127995"/>
                  <a:pt x="60017" y="130751"/>
                  <a:pt x="57874" y="132589"/>
                </a:cubicBezTo>
                <a:cubicBezTo>
                  <a:pt x="55730" y="134426"/>
                  <a:pt x="52974" y="135651"/>
                  <a:pt x="49606" y="135651"/>
                </a:cubicBezTo>
                <a:cubicBezTo>
                  <a:pt x="46850" y="135651"/>
                  <a:pt x="44707" y="134732"/>
                  <a:pt x="42869" y="133201"/>
                </a:cubicBezTo>
                <a:cubicBezTo>
                  <a:pt x="41032" y="131976"/>
                  <a:pt x="40420" y="129833"/>
                  <a:pt x="40420" y="12738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43923-99FD-4E2E-B363-D60A96A3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42" y="3802620"/>
            <a:ext cx="97956" cy="141040"/>
          </a:xfrm>
          <a:custGeom xmlns:a="http://schemas.openxmlformats.org/drawingml/2006/main">
            <a:pathLst>
              <a:path w="97956" h="141040">
                <a:moveTo>
                  <a:pt x="0" y="113604"/>
                </a:moveTo>
                <a:cubicBezTo>
                  <a:pt x="0" y="108459"/>
                  <a:pt x="1715" y="103958"/>
                  <a:pt x="5573" y="100314"/>
                </a:cubicBezTo>
                <a:cubicBezTo>
                  <a:pt x="9217" y="96670"/>
                  <a:pt x="13504" y="94098"/>
                  <a:pt x="18648" y="92383"/>
                </a:cubicBezTo>
                <a:cubicBezTo>
                  <a:pt x="15647" y="90240"/>
                  <a:pt x="13504" y="87668"/>
                  <a:pt x="12003" y="84238"/>
                </a:cubicBezTo>
                <a:cubicBezTo>
                  <a:pt x="10503" y="81023"/>
                  <a:pt x="9860" y="77593"/>
                  <a:pt x="9860" y="73735"/>
                </a:cubicBezTo>
                <a:cubicBezTo>
                  <a:pt x="9860" y="67090"/>
                  <a:pt x="12003" y="61089"/>
                  <a:pt x="16290" y="55944"/>
                </a:cubicBezTo>
                <a:cubicBezTo>
                  <a:pt x="9646" y="49514"/>
                  <a:pt x="6430" y="42226"/>
                  <a:pt x="6430" y="33867"/>
                </a:cubicBezTo>
                <a:cubicBezTo>
                  <a:pt x="6430" y="29580"/>
                  <a:pt x="7288" y="25293"/>
                  <a:pt x="9217" y="21435"/>
                </a:cubicBezTo>
                <a:cubicBezTo>
                  <a:pt x="11146" y="17576"/>
                  <a:pt x="13933" y="14147"/>
                  <a:pt x="17362" y="11146"/>
                </a:cubicBezTo>
                <a:cubicBezTo>
                  <a:pt x="20792" y="8360"/>
                  <a:pt x="24435" y="6216"/>
                  <a:pt x="28722" y="4716"/>
                </a:cubicBezTo>
                <a:cubicBezTo>
                  <a:pt x="32795" y="3215"/>
                  <a:pt x="37082" y="2358"/>
                  <a:pt x="41583" y="2358"/>
                </a:cubicBezTo>
                <a:cubicBezTo>
                  <a:pt x="50157" y="2358"/>
                  <a:pt x="57659" y="4930"/>
                  <a:pt x="64518" y="9860"/>
                </a:cubicBezTo>
                <a:cubicBezTo>
                  <a:pt x="67519" y="6859"/>
                  <a:pt x="70949" y="4287"/>
                  <a:pt x="75021" y="2572"/>
                </a:cubicBezTo>
                <a:cubicBezTo>
                  <a:pt x="78879" y="857"/>
                  <a:pt x="83166" y="0"/>
                  <a:pt x="87453" y="0"/>
                </a:cubicBezTo>
                <a:cubicBezTo>
                  <a:pt x="90454" y="0"/>
                  <a:pt x="93026" y="1286"/>
                  <a:pt x="94955" y="3430"/>
                </a:cubicBezTo>
                <a:cubicBezTo>
                  <a:pt x="96885" y="5573"/>
                  <a:pt x="97956" y="8145"/>
                  <a:pt x="97956" y="11146"/>
                </a:cubicBezTo>
                <a:cubicBezTo>
                  <a:pt x="97956" y="12861"/>
                  <a:pt x="97099" y="14576"/>
                  <a:pt x="95813" y="15862"/>
                </a:cubicBezTo>
                <a:cubicBezTo>
                  <a:pt x="94527" y="17148"/>
                  <a:pt x="93026" y="17791"/>
                  <a:pt x="91312" y="17791"/>
                </a:cubicBezTo>
                <a:cubicBezTo>
                  <a:pt x="89382" y="17791"/>
                  <a:pt x="87882" y="17148"/>
                  <a:pt x="86596" y="15862"/>
                </a:cubicBezTo>
                <a:cubicBezTo>
                  <a:pt x="85310" y="14576"/>
                  <a:pt x="84667" y="12861"/>
                  <a:pt x="84667" y="11146"/>
                </a:cubicBezTo>
                <a:cubicBezTo>
                  <a:pt x="84667" y="8574"/>
                  <a:pt x="85524" y="6859"/>
                  <a:pt x="87239" y="5573"/>
                </a:cubicBezTo>
                <a:cubicBezTo>
                  <a:pt x="79737" y="5573"/>
                  <a:pt x="73306" y="8145"/>
                  <a:pt x="68162" y="13289"/>
                </a:cubicBezTo>
                <a:cubicBezTo>
                  <a:pt x="70734" y="15862"/>
                  <a:pt x="72663" y="19077"/>
                  <a:pt x="74378" y="22721"/>
                </a:cubicBezTo>
                <a:cubicBezTo>
                  <a:pt x="75879" y="26579"/>
                  <a:pt x="76736" y="30223"/>
                  <a:pt x="76736" y="33867"/>
                </a:cubicBezTo>
                <a:cubicBezTo>
                  <a:pt x="76736" y="40083"/>
                  <a:pt x="75021" y="45656"/>
                  <a:pt x="71592" y="50371"/>
                </a:cubicBezTo>
                <a:cubicBezTo>
                  <a:pt x="68162" y="55087"/>
                  <a:pt x="63875" y="58945"/>
                  <a:pt x="58517" y="61517"/>
                </a:cubicBezTo>
                <a:cubicBezTo>
                  <a:pt x="52944" y="64304"/>
                  <a:pt x="47371" y="65590"/>
                  <a:pt x="41583" y="65590"/>
                </a:cubicBezTo>
                <a:cubicBezTo>
                  <a:pt x="33652" y="65590"/>
                  <a:pt x="26579" y="63447"/>
                  <a:pt x="20149" y="59160"/>
                </a:cubicBezTo>
                <a:cubicBezTo>
                  <a:pt x="18005" y="62160"/>
                  <a:pt x="17148" y="65161"/>
                  <a:pt x="17148" y="68591"/>
                </a:cubicBezTo>
                <a:cubicBezTo>
                  <a:pt x="17148" y="72449"/>
                  <a:pt x="18219" y="75879"/>
                  <a:pt x="20792" y="78665"/>
                </a:cubicBezTo>
                <a:cubicBezTo>
                  <a:pt x="23364" y="81452"/>
                  <a:pt x="26365" y="82738"/>
                  <a:pt x="30223" y="82738"/>
                </a:cubicBezTo>
                <a:lnTo>
                  <a:pt x="47799" y="82738"/>
                </a:lnTo>
                <a:cubicBezTo>
                  <a:pt x="56373" y="82738"/>
                  <a:pt x="63875" y="83595"/>
                  <a:pt x="70734" y="85096"/>
                </a:cubicBezTo>
                <a:cubicBezTo>
                  <a:pt x="77593" y="86810"/>
                  <a:pt x="83166" y="89811"/>
                  <a:pt x="87882" y="94312"/>
                </a:cubicBezTo>
                <a:cubicBezTo>
                  <a:pt x="92598" y="98599"/>
                  <a:pt x="94955" y="105030"/>
                  <a:pt x="94955" y="113604"/>
                </a:cubicBezTo>
                <a:cubicBezTo>
                  <a:pt x="94955" y="119820"/>
                  <a:pt x="92169" y="124964"/>
                  <a:pt x="87025" y="129251"/>
                </a:cubicBezTo>
                <a:cubicBezTo>
                  <a:pt x="81666" y="133323"/>
                  <a:pt x="75236" y="136324"/>
                  <a:pt x="67948" y="138253"/>
                </a:cubicBezTo>
                <a:cubicBezTo>
                  <a:pt x="60660" y="139968"/>
                  <a:pt x="53801" y="141040"/>
                  <a:pt x="47585" y="141040"/>
                </a:cubicBezTo>
                <a:cubicBezTo>
                  <a:pt x="41155" y="141040"/>
                  <a:pt x="34295" y="139968"/>
                  <a:pt x="27008" y="138253"/>
                </a:cubicBezTo>
                <a:cubicBezTo>
                  <a:pt x="19506" y="136324"/>
                  <a:pt x="13075" y="133323"/>
                  <a:pt x="7931" y="129251"/>
                </a:cubicBezTo>
                <a:cubicBezTo>
                  <a:pt x="2572" y="124964"/>
                  <a:pt x="0" y="119820"/>
                  <a:pt x="0" y="113604"/>
                </a:cubicBezTo>
                <a:close/>
                <a:moveTo>
                  <a:pt x="12003" y="113604"/>
                </a:moveTo>
                <a:cubicBezTo>
                  <a:pt x="12003" y="118319"/>
                  <a:pt x="13933" y="122392"/>
                  <a:pt x="17791" y="125607"/>
                </a:cubicBezTo>
                <a:cubicBezTo>
                  <a:pt x="21649" y="128822"/>
                  <a:pt x="26365" y="131180"/>
                  <a:pt x="31938" y="132895"/>
                </a:cubicBezTo>
                <a:cubicBezTo>
                  <a:pt x="37511" y="134395"/>
                  <a:pt x="42655" y="135253"/>
                  <a:pt x="47585" y="135253"/>
                </a:cubicBezTo>
                <a:cubicBezTo>
                  <a:pt x="52301" y="135253"/>
                  <a:pt x="57445" y="134395"/>
                  <a:pt x="63018" y="132895"/>
                </a:cubicBezTo>
                <a:cubicBezTo>
                  <a:pt x="68591" y="131180"/>
                  <a:pt x="73306" y="128822"/>
                  <a:pt x="77165" y="125607"/>
                </a:cubicBezTo>
                <a:cubicBezTo>
                  <a:pt x="81023" y="122392"/>
                  <a:pt x="82952" y="118319"/>
                  <a:pt x="82952" y="113604"/>
                </a:cubicBezTo>
                <a:cubicBezTo>
                  <a:pt x="82952" y="106101"/>
                  <a:pt x="79523" y="101386"/>
                  <a:pt x="72663" y="99242"/>
                </a:cubicBezTo>
                <a:cubicBezTo>
                  <a:pt x="65804" y="97099"/>
                  <a:pt x="57445" y="96027"/>
                  <a:pt x="47799" y="96027"/>
                </a:cubicBezTo>
                <a:lnTo>
                  <a:pt x="30223" y="96027"/>
                </a:lnTo>
                <a:cubicBezTo>
                  <a:pt x="26793" y="96027"/>
                  <a:pt x="23792" y="96885"/>
                  <a:pt x="21006" y="98171"/>
                </a:cubicBezTo>
                <a:cubicBezTo>
                  <a:pt x="18219" y="99671"/>
                  <a:pt x="16076" y="101815"/>
                  <a:pt x="14361" y="104815"/>
                </a:cubicBezTo>
                <a:cubicBezTo>
                  <a:pt x="12646" y="107602"/>
                  <a:pt x="12003" y="110603"/>
                  <a:pt x="12003" y="113604"/>
                </a:cubicBezTo>
                <a:close/>
                <a:moveTo>
                  <a:pt x="41583" y="59803"/>
                </a:moveTo>
                <a:cubicBezTo>
                  <a:pt x="53587" y="59803"/>
                  <a:pt x="59803" y="51229"/>
                  <a:pt x="59803" y="33867"/>
                </a:cubicBezTo>
                <a:cubicBezTo>
                  <a:pt x="59803" y="26579"/>
                  <a:pt x="58517" y="20363"/>
                  <a:pt x="55944" y="15433"/>
                </a:cubicBezTo>
                <a:cubicBezTo>
                  <a:pt x="53372" y="10717"/>
                  <a:pt x="48442" y="8145"/>
                  <a:pt x="41583" y="8145"/>
                </a:cubicBezTo>
                <a:cubicBezTo>
                  <a:pt x="34510" y="8145"/>
                  <a:pt x="29794" y="10717"/>
                  <a:pt x="27222" y="15433"/>
                </a:cubicBezTo>
                <a:cubicBezTo>
                  <a:pt x="24650" y="20363"/>
                  <a:pt x="23364" y="26579"/>
                  <a:pt x="23364" y="33867"/>
                </a:cubicBezTo>
                <a:cubicBezTo>
                  <a:pt x="23364" y="38582"/>
                  <a:pt x="23792" y="42869"/>
                  <a:pt x="24864" y="46728"/>
                </a:cubicBezTo>
                <a:cubicBezTo>
                  <a:pt x="25722" y="50586"/>
                  <a:pt x="27651" y="53801"/>
                  <a:pt x="30223" y="56159"/>
                </a:cubicBezTo>
                <a:cubicBezTo>
                  <a:pt x="32795" y="58731"/>
                  <a:pt x="36653" y="59803"/>
                  <a:pt x="41583" y="5980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9C3BE-1189-4494-A68E-194F3DDD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015" y="3803692"/>
            <a:ext cx="82952" cy="98171"/>
          </a:xfrm>
          <a:custGeom xmlns:a="http://schemas.openxmlformats.org/drawingml/2006/main">
            <a:pathLst>
              <a:path w="82952" h="98171">
                <a:moveTo>
                  <a:pt x="47371" y="98171"/>
                </a:moveTo>
                <a:cubicBezTo>
                  <a:pt x="38582" y="98171"/>
                  <a:pt x="30652" y="96027"/>
                  <a:pt x="23364" y="91526"/>
                </a:cubicBezTo>
                <a:cubicBezTo>
                  <a:pt x="16076" y="87025"/>
                  <a:pt x="10289" y="81023"/>
                  <a:pt x="6216" y="73306"/>
                </a:cubicBezTo>
                <a:cubicBezTo>
                  <a:pt x="1929" y="65590"/>
                  <a:pt x="0" y="57659"/>
                  <a:pt x="0" y="49085"/>
                </a:cubicBezTo>
                <a:cubicBezTo>
                  <a:pt x="0" y="40726"/>
                  <a:pt x="1715" y="32795"/>
                  <a:pt x="5573" y="25293"/>
                </a:cubicBezTo>
                <a:cubicBezTo>
                  <a:pt x="9431" y="17791"/>
                  <a:pt x="14576" y="11789"/>
                  <a:pt x="21435" y="7073"/>
                </a:cubicBezTo>
                <a:cubicBezTo>
                  <a:pt x="28294" y="2358"/>
                  <a:pt x="35796" y="0"/>
                  <a:pt x="44370" y="0"/>
                </a:cubicBezTo>
                <a:cubicBezTo>
                  <a:pt x="50800" y="0"/>
                  <a:pt x="56587" y="1286"/>
                  <a:pt x="61517" y="3430"/>
                </a:cubicBezTo>
                <a:cubicBezTo>
                  <a:pt x="66233" y="5573"/>
                  <a:pt x="70306" y="8574"/>
                  <a:pt x="73521" y="12432"/>
                </a:cubicBezTo>
                <a:cubicBezTo>
                  <a:pt x="76522" y="16290"/>
                  <a:pt x="78879" y="21006"/>
                  <a:pt x="80594" y="26150"/>
                </a:cubicBezTo>
                <a:cubicBezTo>
                  <a:pt x="82095" y="31509"/>
                  <a:pt x="82952" y="37296"/>
                  <a:pt x="82952" y="43727"/>
                </a:cubicBezTo>
                <a:cubicBezTo>
                  <a:pt x="82952" y="45656"/>
                  <a:pt x="82095" y="46513"/>
                  <a:pt x="80809" y="46513"/>
                </a:cubicBezTo>
                <a:lnTo>
                  <a:pt x="18648" y="46513"/>
                </a:lnTo>
                <a:lnTo>
                  <a:pt x="18648" y="48871"/>
                </a:lnTo>
                <a:cubicBezTo>
                  <a:pt x="18648" y="60874"/>
                  <a:pt x="21006" y="70949"/>
                  <a:pt x="25722" y="79523"/>
                </a:cubicBezTo>
                <a:cubicBezTo>
                  <a:pt x="30437" y="88096"/>
                  <a:pt x="38368" y="92169"/>
                  <a:pt x="49300" y="92169"/>
                </a:cubicBezTo>
                <a:cubicBezTo>
                  <a:pt x="53587" y="92169"/>
                  <a:pt x="57659" y="91312"/>
                  <a:pt x="61517" y="89382"/>
                </a:cubicBezTo>
                <a:cubicBezTo>
                  <a:pt x="65161" y="87453"/>
                  <a:pt x="68376" y="84667"/>
                  <a:pt x="71163" y="81237"/>
                </a:cubicBezTo>
                <a:cubicBezTo>
                  <a:pt x="73735" y="77808"/>
                  <a:pt x="75664" y="73950"/>
                  <a:pt x="76736" y="69877"/>
                </a:cubicBezTo>
                <a:cubicBezTo>
                  <a:pt x="76736" y="69448"/>
                  <a:pt x="77165" y="69020"/>
                  <a:pt x="77593" y="68591"/>
                </a:cubicBezTo>
                <a:cubicBezTo>
                  <a:pt x="78022" y="68162"/>
                  <a:pt x="78451" y="67948"/>
                  <a:pt x="78879" y="67948"/>
                </a:cubicBezTo>
                <a:lnTo>
                  <a:pt x="80809" y="67948"/>
                </a:lnTo>
                <a:cubicBezTo>
                  <a:pt x="82095" y="67948"/>
                  <a:pt x="82952" y="69020"/>
                  <a:pt x="82952" y="70734"/>
                </a:cubicBezTo>
                <a:cubicBezTo>
                  <a:pt x="80809" y="78879"/>
                  <a:pt x="76522" y="85310"/>
                  <a:pt x="69877" y="90454"/>
                </a:cubicBezTo>
                <a:cubicBezTo>
                  <a:pt x="63018" y="95598"/>
                  <a:pt x="55516" y="98171"/>
                  <a:pt x="47371" y="98171"/>
                </a:cubicBezTo>
                <a:close/>
                <a:moveTo>
                  <a:pt x="18862" y="41155"/>
                </a:moveTo>
                <a:lnTo>
                  <a:pt x="67733" y="41155"/>
                </a:lnTo>
                <a:cubicBezTo>
                  <a:pt x="67733" y="36010"/>
                  <a:pt x="66876" y="30437"/>
                  <a:pt x="65376" y="24864"/>
                </a:cubicBezTo>
                <a:cubicBezTo>
                  <a:pt x="63875" y="19291"/>
                  <a:pt x="61303" y="14790"/>
                  <a:pt x="57874" y="11146"/>
                </a:cubicBezTo>
                <a:cubicBezTo>
                  <a:pt x="54444" y="7502"/>
                  <a:pt x="49943" y="5573"/>
                  <a:pt x="44370" y="5573"/>
                </a:cubicBezTo>
                <a:cubicBezTo>
                  <a:pt x="36225" y="5573"/>
                  <a:pt x="29794" y="9431"/>
                  <a:pt x="25507" y="16933"/>
                </a:cubicBezTo>
                <a:cubicBezTo>
                  <a:pt x="21006" y="24650"/>
                  <a:pt x="18862" y="32581"/>
                  <a:pt x="18862" y="41155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B8123-43C3-4293-BE35-264A6629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581" y="3804978"/>
            <a:ext cx="108674" cy="94741"/>
          </a:xfrm>
          <a:custGeom xmlns:a="http://schemas.openxmlformats.org/drawingml/2006/main">
            <a:pathLst>
              <a:path w="108674" h="94741">
                <a:moveTo>
                  <a:pt x="0" y="94741"/>
                </a:moveTo>
                <a:lnTo>
                  <a:pt x="0" y="87239"/>
                </a:lnTo>
                <a:cubicBezTo>
                  <a:pt x="4716" y="87239"/>
                  <a:pt x="8788" y="87025"/>
                  <a:pt x="12003" y="86167"/>
                </a:cubicBezTo>
                <a:cubicBezTo>
                  <a:pt x="15004" y="85310"/>
                  <a:pt x="16719" y="83381"/>
                  <a:pt x="16719" y="80380"/>
                </a:cubicBezTo>
                <a:lnTo>
                  <a:pt x="16719" y="21863"/>
                </a:lnTo>
                <a:cubicBezTo>
                  <a:pt x="16719" y="18005"/>
                  <a:pt x="16076" y="15219"/>
                  <a:pt x="15004" y="13504"/>
                </a:cubicBezTo>
                <a:cubicBezTo>
                  <a:pt x="13718" y="11789"/>
                  <a:pt x="12218" y="10932"/>
                  <a:pt x="10074" y="10503"/>
                </a:cubicBezTo>
                <a:cubicBezTo>
                  <a:pt x="7931" y="10074"/>
                  <a:pt x="4501" y="9860"/>
                  <a:pt x="0" y="9860"/>
                </a:cubicBezTo>
                <a:lnTo>
                  <a:pt x="0" y="2358"/>
                </a:lnTo>
                <a:lnTo>
                  <a:pt x="31080" y="0"/>
                </a:lnTo>
                <a:lnTo>
                  <a:pt x="31080" y="21006"/>
                </a:lnTo>
                <a:cubicBezTo>
                  <a:pt x="33867" y="15004"/>
                  <a:pt x="38154" y="9860"/>
                  <a:pt x="43727" y="6002"/>
                </a:cubicBezTo>
                <a:cubicBezTo>
                  <a:pt x="49300" y="2143"/>
                  <a:pt x="55301" y="0"/>
                  <a:pt x="62160" y="0"/>
                </a:cubicBezTo>
                <a:cubicBezTo>
                  <a:pt x="72020" y="0"/>
                  <a:pt x="79308" y="2572"/>
                  <a:pt x="84452" y="7288"/>
                </a:cubicBezTo>
                <a:cubicBezTo>
                  <a:pt x="89382" y="12003"/>
                  <a:pt x="91955" y="19291"/>
                  <a:pt x="91955" y="28937"/>
                </a:cubicBezTo>
                <a:lnTo>
                  <a:pt x="91955" y="80380"/>
                </a:lnTo>
                <a:cubicBezTo>
                  <a:pt x="91955" y="83381"/>
                  <a:pt x="93455" y="85310"/>
                  <a:pt x="96670" y="86167"/>
                </a:cubicBezTo>
                <a:cubicBezTo>
                  <a:pt x="99671" y="87025"/>
                  <a:pt x="103744" y="87239"/>
                  <a:pt x="108674" y="87239"/>
                </a:cubicBezTo>
                <a:lnTo>
                  <a:pt x="108674" y="94741"/>
                </a:lnTo>
                <a:lnTo>
                  <a:pt x="59588" y="94741"/>
                </a:lnTo>
                <a:lnTo>
                  <a:pt x="59588" y="87239"/>
                </a:lnTo>
                <a:cubicBezTo>
                  <a:pt x="64304" y="87239"/>
                  <a:pt x="68376" y="87025"/>
                  <a:pt x="71592" y="86167"/>
                </a:cubicBezTo>
                <a:cubicBezTo>
                  <a:pt x="74593" y="85310"/>
                  <a:pt x="76307" y="83381"/>
                  <a:pt x="76307" y="80380"/>
                </a:cubicBezTo>
                <a:lnTo>
                  <a:pt x="76307" y="29580"/>
                </a:lnTo>
                <a:cubicBezTo>
                  <a:pt x="76307" y="22721"/>
                  <a:pt x="75236" y="16933"/>
                  <a:pt x="73306" y="12432"/>
                </a:cubicBezTo>
                <a:cubicBezTo>
                  <a:pt x="71163" y="7931"/>
                  <a:pt x="67090" y="5573"/>
                  <a:pt x="60874" y="5573"/>
                </a:cubicBezTo>
                <a:cubicBezTo>
                  <a:pt x="52515" y="5573"/>
                  <a:pt x="45656" y="9003"/>
                  <a:pt x="40297" y="15647"/>
                </a:cubicBezTo>
                <a:cubicBezTo>
                  <a:pt x="34938" y="22292"/>
                  <a:pt x="32366" y="29794"/>
                  <a:pt x="32366" y="38154"/>
                </a:cubicBezTo>
                <a:lnTo>
                  <a:pt x="32366" y="80380"/>
                </a:lnTo>
                <a:cubicBezTo>
                  <a:pt x="32366" y="83381"/>
                  <a:pt x="33867" y="85310"/>
                  <a:pt x="37082" y="86167"/>
                </a:cubicBezTo>
                <a:cubicBezTo>
                  <a:pt x="40083" y="87025"/>
                  <a:pt x="44155" y="87239"/>
                  <a:pt x="49085" y="87239"/>
                </a:cubicBezTo>
                <a:lnTo>
                  <a:pt x="49085" y="94741"/>
                </a:lnTo>
                <a:lnTo>
                  <a:pt x="0" y="94741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C17A1-3ECD-4B82-A7C3-9D41ECC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07" y="3715668"/>
            <a:ext cx="149430" cy="135651"/>
          </a:xfrm>
          <a:custGeom xmlns:a="http://schemas.openxmlformats.org/drawingml/2006/main">
            <a:pathLst>
              <a:path w="149430" h="135651">
                <a:moveTo>
                  <a:pt x="40420" y="127383"/>
                </a:moveTo>
                <a:cubicBezTo>
                  <a:pt x="40420" y="126158"/>
                  <a:pt x="40420" y="124933"/>
                  <a:pt x="40726" y="124015"/>
                </a:cubicBezTo>
                <a:lnTo>
                  <a:pt x="72878" y="18985"/>
                </a:lnTo>
                <a:lnTo>
                  <a:pt x="45319" y="18985"/>
                </a:lnTo>
                <a:cubicBezTo>
                  <a:pt x="37664" y="18985"/>
                  <a:pt x="30621" y="21435"/>
                  <a:pt x="24191" y="26028"/>
                </a:cubicBezTo>
                <a:cubicBezTo>
                  <a:pt x="17760" y="30927"/>
                  <a:pt x="12555" y="36745"/>
                  <a:pt x="8268" y="43788"/>
                </a:cubicBezTo>
                <a:cubicBezTo>
                  <a:pt x="7655" y="44707"/>
                  <a:pt x="7043" y="45013"/>
                  <a:pt x="6430" y="45013"/>
                </a:cubicBezTo>
                <a:lnTo>
                  <a:pt x="2756" y="45013"/>
                </a:lnTo>
                <a:cubicBezTo>
                  <a:pt x="919" y="45013"/>
                  <a:pt x="0" y="44094"/>
                  <a:pt x="0" y="41951"/>
                </a:cubicBezTo>
                <a:cubicBezTo>
                  <a:pt x="0" y="41644"/>
                  <a:pt x="0" y="41032"/>
                  <a:pt x="612" y="40113"/>
                </a:cubicBezTo>
                <a:cubicBezTo>
                  <a:pt x="7349" y="29090"/>
                  <a:pt x="14392" y="19597"/>
                  <a:pt x="22047" y="11636"/>
                </a:cubicBezTo>
                <a:cubicBezTo>
                  <a:pt x="29396" y="3981"/>
                  <a:pt x="37970" y="0"/>
                  <a:pt x="47769" y="0"/>
                </a:cubicBezTo>
                <a:lnTo>
                  <a:pt x="141775" y="0"/>
                </a:lnTo>
                <a:cubicBezTo>
                  <a:pt x="143918" y="0"/>
                  <a:pt x="145756" y="919"/>
                  <a:pt x="147287" y="2143"/>
                </a:cubicBezTo>
                <a:cubicBezTo>
                  <a:pt x="148511" y="3675"/>
                  <a:pt x="149430" y="5512"/>
                  <a:pt x="149430" y="7655"/>
                </a:cubicBezTo>
                <a:cubicBezTo>
                  <a:pt x="149430" y="10717"/>
                  <a:pt x="148205" y="13473"/>
                  <a:pt x="146062" y="15617"/>
                </a:cubicBezTo>
                <a:cubicBezTo>
                  <a:pt x="143918" y="18066"/>
                  <a:pt x="141469" y="18985"/>
                  <a:pt x="138407" y="18985"/>
                </a:cubicBezTo>
                <a:lnTo>
                  <a:pt x="82983" y="18985"/>
                </a:lnTo>
                <a:lnTo>
                  <a:pt x="62467" y="124627"/>
                </a:lnTo>
                <a:cubicBezTo>
                  <a:pt x="61548" y="127995"/>
                  <a:pt x="60017" y="130751"/>
                  <a:pt x="57874" y="132589"/>
                </a:cubicBezTo>
                <a:cubicBezTo>
                  <a:pt x="55730" y="134426"/>
                  <a:pt x="52974" y="135651"/>
                  <a:pt x="49606" y="135651"/>
                </a:cubicBezTo>
                <a:cubicBezTo>
                  <a:pt x="46850" y="135651"/>
                  <a:pt x="44707" y="134732"/>
                  <a:pt x="42869" y="133201"/>
                </a:cubicBezTo>
                <a:cubicBezTo>
                  <a:pt x="41032" y="131976"/>
                  <a:pt x="40420" y="129833"/>
                  <a:pt x="40420" y="127383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63DA6-7553-4A1C-B1D5-0606F39A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006" y="3804978"/>
            <a:ext cx="168262" cy="94741"/>
          </a:xfrm>
          <a:custGeom xmlns:a="http://schemas.openxmlformats.org/drawingml/2006/main">
            <a:pathLst>
              <a:path w="168262" h="94741">
                <a:moveTo>
                  <a:pt x="0" y="94741"/>
                </a:moveTo>
                <a:lnTo>
                  <a:pt x="0" y="87239"/>
                </a:lnTo>
                <a:cubicBezTo>
                  <a:pt x="4716" y="87239"/>
                  <a:pt x="8788" y="87025"/>
                  <a:pt x="12003" y="86167"/>
                </a:cubicBezTo>
                <a:cubicBezTo>
                  <a:pt x="15004" y="85310"/>
                  <a:pt x="16719" y="83381"/>
                  <a:pt x="16719" y="80380"/>
                </a:cubicBezTo>
                <a:lnTo>
                  <a:pt x="16719" y="21863"/>
                </a:lnTo>
                <a:cubicBezTo>
                  <a:pt x="16719" y="18005"/>
                  <a:pt x="16076" y="15219"/>
                  <a:pt x="15004" y="13504"/>
                </a:cubicBezTo>
                <a:cubicBezTo>
                  <a:pt x="13718" y="11789"/>
                  <a:pt x="12218" y="10932"/>
                  <a:pt x="10074" y="10503"/>
                </a:cubicBezTo>
                <a:cubicBezTo>
                  <a:pt x="7931" y="10074"/>
                  <a:pt x="4501" y="9860"/>
                  <a:pt x="0" y="9860"/>
                </a:cubicBezTo>
                <a:lnTo>
                  <a:pt x="0" y="2358"/>
                </a:lnTo>
                <a:lnTo>
                  <a:pt x="31080" y="0"/>
                </a:lnTo>
                <a:lnTo>
                  <a:pt x="31080" y="21006"/>
                </a:lnTo>
                <a:cubicBezTo>
                  <a:pt x="33867" y="15004"/>
                  <a:pt x="38154" y="9860"/>
                  <a:pt x="43727" y="6002"/>
                </a:cubicBezTo>
                <a:cubicBezTo>
                  <a:pt x="49300" y="2143"/>
                  <a:pt x="55301" y="0"/>
                  <a:pt x="62160" y="0"/>
                </a:cubicBezTo>
                <a:cubicBezTo>
                  <a:pt x="78451" y="0"/>
                  <a:pt x="88096" y="6859"/>
                  <a:pt x="91097" y="20149"/>
                </a:cubicBezTo>
                <a:cubicBezTo>
                  <a:pt x="93884" y="14147"/>
                  <a:pt x="97956" y="9431"/>
                  <a:pt x="103529" y="5573"/>
                </a:cubicBezTo>
                <a:cubicBezTo>
                  <a:pt x="109102" y="1929"/>
                  <a:pt x="115104" y="0"/>
                  <a:pt x="121749" y="0"/>
                </a:cubicBezTo>
                <a:cubicBezTo>
                  <a:pt x="128179" y="0"/>
                  <a:pt x="133752" y="1072"/>
                  <a:pt x="138253" y="3215"/>
                </a:cubicBezTo>
                <a:cubicBezTo>
                  <a:pt x="142540" y="5359"/>
                  <a:pt x="145970" y="8360"/>
                  <a:pt x="148113" y="12646"/>
                </a:cubicBezTo>
                <a:cubicBezTo>
                  <a:pt x="150257" y="16933"/>
                  <a:pt x="151543" y="22506"/>
                  <a:pt x="151543" y="28937"/>
                </a:cubicBezTo>
                <a:lnTo>
                  <a:pt x="151543" y="80380"/>
                </a:lnTo>
                <a:cubicBezTo>
                  <a:pt x="151543" y="83381"/>
                  <a:pt x="153043" y="85310"/>
                  <a:pt x="156259" y="86167"/>
                </a:cubicBezTo>
                <a:cubicBezTo>
                  <a:pt x="159259" y="87025"/>
                  <a:pt x="163332" y="87239"/>
                  <a:pt x="168262" y="87239"/>
                </a:cubicBezTo>
                <a:lnTo>
                  <a:pt x="168262" y="94741"/>
                </a:lnTo>
                <a:lnTo>
                  <a:pt x="119177" y="94741"/>
                </a:lnTo>
                <a:lnTo>
                  <a:pt x="119177" y="87239"/>
                </a:lnTo>
                <a:cubicBezTo>
                  <a:pt x="123892" y="87239"/>
                  <a:pt x="127965" y="87025"/>
                  <a:pt x="131180" y="86167"/>
                </a:cubicBezTo>
                <a:cubicBezTo>
                  <a:pt x="134181" y="85310"/>
                  <a:pt x="135896" y="83381"/>
                  <a:pt x="135896" y="80380"/>
                </a:cubicBezTo>
                <a:lnTo>
                  <a:pt x="135896" y="29580"/>
                </a:lnTo>
                <a:cubicBezTo>
                  <a:pt x="135896" y="22506"/>
                  <a:pt x="134824" y="16719"/>
                  <a:pt x="132895" y="12218"/>
                </a:cubicBezTo>
                <a:cubicBezTo>
                  <a:pt x="130751" y="7931"/>
                  <a:pt x="126679" y="5573"/>
                  <a:pt x="120463" y="5573"/>
                </a:cubicBezTo>
                <a:cubicBezTo>
                  <a:pt x="112103" y="5573"/>
                  <a:pt x="105244" y="9003"/>
                  <a:pt x="99885" y="15647"/>
                </a:cubicBezTo>
                <a:cubicBezTo>
                  <a:pt x="94527" y="22292"/>
                  <a:pt x="91955" y="29794"/>
                  <a:pt x="91955" y="38154"/>
                </a:cubicBezTo>
                <a:lnTo>
                  <a:pt x="91955" y="80380"/>
                </a:lnTo>
                <a:cubicBezTo>
                  <a:pt x="91955" y="83381"/>
                  <a:pt x="93455" y="85310"/>
                  <a:pt x="96670" y="86167"/>
                </a:cubicBezTo>
                <a:cubicBezTo>
                  <a:pt x="99671" y="87025"/>
                  <a:pt x="103744" y="87239"/>
                  <a:pt x="108674" y="87239"/>
                </a:cubicBezTo>
                <a:lnTo>
                  <a:pt x="108674" y="94741"/>
                </a:lnTo>
                <a:lnTo>
                  <a:pt x="59588" y="94741"/>
                </a:lnTo>
                <a:lnTo>
                  <a:pt x="59588" y="87239"/>
                </a:lnTo>
                <a:cubicBezTo>
                  <a:pt x="64304" y="87239"/>
                  <a:pt x="68376" y="87025"/>
                  <a:pt x="71592" y="86167"/>
                </a:cubicBezTo>
                <a:cubicBezTo>
                  <a:pt x="74593" y="85310"/>
                  <a:pt x="76307" y="83381"/>
                  <a:pt x="76307" y="80380"/>
                </a:cubicBezTo>
                <a:lnTo>
                  <a:pt x="76307" y="29580"/>
                </a:lnTo>
                <a:cubicBezTo>
                  <a:pt x="76307" y="22721"/>
                  <a:pt x="75236" y="16933"/>
                  <a:pt x="73306" y="12432"/>
                </a:cubicBezTo>
                <a:cubicBezTo>
                  <a:pt x="71163" y="7931"/>
                  <a:pt x="67090" y="5573"/>
                  <a:pt x="60874" y="5573"/>
                </a:cubicBezTo>
                <a:cubicBezTo>
                  <a:pt x="52515" y="5573"/>
                  <a:pt x="45656" y="9003"/>
                  <a:pt x="40297" y="15647"/>
                </a:cubicBezTo>
                <a:cubicBezTo>
                  <a:pt x="34938" y="22292"/>
                  <a:pt x="32366" y="29794"/>
                  <a:pt x="32366" y="38154"/>
                </a:cubicBezTo>
                <a:lnTo>
                  <a:pt x="32366" y="80380"/>
                </a:lnTo>
                <a:cubicBezTo>
                  <a:pt x="32366" y="83381"/>
                  <a:pt x="33867" y="85310"/>
                  <a:pt x="37082" y="86167"/>
                </a:cubicBezTo>
                <a:cubicBezTo>
                  <a:pt x="40083" y="87025"/>
                  <a:pt x="44155" y="87239"/>
                  <a:pt x="49085" y="87239"/>
                </a:cubicBezTo>
                <a:lnTo>
                  <a:pt x="49085" y="94741"/>
                </a:lnTo>
                <a:lnTo>
                  <a:pt x="0" y="94741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17C0F-B1E9-4F3E-89FC-E9E09638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129" y="3803692"/>
            <a:ext cx="82952" cy="98171"/>
          </a:xfrm>
          <a:custGeom xmlns:a="http://schemas.openxmlformats.org/drawingml/2006/main">
            <a:pathLst>
              <a:path w="82952" h="98171">
                <a:moveTo>
                  <a:pt x="47371" y="98171"/>
                </a:moveTo>
                <a:cubicBezTo>
                  <a:pt x="38582" y="98171"/>
                  <a:pt x="30652" y="96027"/>
                  <a:pt x="23364" y="91526"/>
                </a:cubicBezTo>
                <a:cubicBezTo>
                  <a:pt x="16076" y="87025"/>
                  <a:pt x="10289" y="81023"/>
                  <a:pt x="6216" y="73306"/>
                </a:cubicBezTo>
                <a:cubicBezTo>
                  <a:pt x="1929" y="65590"/>
                  <a:pt x="0" y="57659"/>
                  <a:pt x="0" y="49085"/>
                </a:cubicBezTo>
                <a:cubicBezTo>
                  <a:pt x="0" y="40726"/>
                  <a:pt x="1715" y="32795"/>
                  <a:pt x="5573" y="25293"/>
                </a:cubicBezTo>
                <a:cubicBezTo>
                  <a:pt x="9431" y="17791"/>
                  <a:pt x="14576" y="11789"/>
                  <a:pt x="21435" y="7073"/>
                </a:cubicBezTo>
                <a:cubicBezTo>
                  <a:pt x="28294" y="2358"/>
                  <a:pt x="35796" y="0"/>
                  <a:pt x="44370" y="0"/>
                </a:cubicBezTo>
                <a:cubicBezTo>
                  <a:pt x="50800" y="0"/>
                  <a:pt x="56587" y="1286"/>
                  <a:pt x="61517" y="3430"/>
                </a:cubicBezTo>
                <a:cubicBezTo>
                  <a:pt x="66233" y="5573"/>
                  <a:pt x="70306" y="8574"/>
                  <a:pt x="73521" y="12432"/>
                </a:cubicBezTo>
                <a:cubicBezTo>
                  <a:pt x="76522" y="16290"/>
                  <a:pt x="78879" y="21006"/>
                  <a:pt x="80594" y="26150"/>
                </a:cubicBezTo>
                <a:cubicBezTo>
                  <a:pt x="82095" y="31509"/>
                  <a:pt x="82952" y="37296"/>
                  <a:pt x="82952" y="43727"/>
                </a:cubicBezTo>
                <a:cubicBezTo>
                  <a:pt x="82952" y="45656"/>
                  <a:pt x="82095" y="46513"/>
                  <a:pt x="80809" y="46513"/>
                </a:cubicBezTo>
                <a:lnTo>
                  <a:pt x="18648" y="46513"/>
                </a:lnTo>
                <a:lnTo>
                  <a:pt x="18648" y="48871"/>
                </a:lnTo>
                <a:cubicBezTo>
                  <a:pt x="18648" y="60874"/>
                  <a:pt x="21006" y="70949"/>
                  <a:pt x="25722" y="79523"/>
                </a:cubicBezTo>
                <a:cubicBezTo>
                  <a:pt x="30437" y="88096"/>
                  <a:pt x="38368" y="92169"/>
                  <a:pt x="49300" y="92169"/>
                </a:cubicBezTo>
                <a:cubicBezTo>
                  <a:pt x="53587" y="92169"/>
                  <a:pt x="57659" y="91312"/>
                  <a:pt x="61517" y="89382"/>
                </a:cubicBezTo>
                <a:cubicBezTo>
                  <a:pt x="65161" y="87453"/>
                  <a:pt x="68376" y="84667"/>
                  <a:pt x="71163" y="81237"/>
                </a:cubicBezTo>
                <a:cubicBezTo>
                  <a:pt x="73735" y="77808"/>
                  <a:pt x="75664" y="73950"/>
                  <a:pt x="76736" y="69877"/>
                </a:cubicBezTo>
                <a:cubicBezTo>
                  <a:pt x="76736" y="69448"/>
                  <a:pt x="77165" y="69020"/>
                  <a:pt x="77593" y="68591"/>
                </a:cubicBezTo>
                <a:cubicBezTo>
                  <a:pt x="78022" y="68162"/>
                  <a:pt x="78451" y="67948"/>
                  <a:pt x="78879" y="67948"/>
                </a:cubicBezTo>
                <a:lnTo>
                  <a:pt x="80809" y="67948"/>
                </a:lnTo>
                <a:cubicBezTo>
                  <a:pt x="82095" y="67948"/>
                  <a:pt x="82952" y="69020"/>
                  <a:pt x="82952" y="70734"/>
                </a:cubicBezTo>
                <a:cubicBezTo>
                  <a:pt x="80809" y="78879"/>
                  <a:pt x="76522" y="85310"/>
                  <a:pt x="69877" y="90454"/>
                </a:cubicBezTo>
                <a:cubicBezTo>
                  <a:pt x="63018" y="95598"/>
                  <a:pt x="55516" y="98171"/>
                  <a:pt x="47371" y="98171"/>
                </a:cubicBezTo>
                <a:close/>
                <a:moveTo>
                  <a:pt x="18862" y="41155"/>
                </a:moveTo>
                <a:lnTo>
                  <a:pt x="67733" y="41155"/>
                </a:lnTo>
                <a:cubicBezTo>
                  <a:pt x="67733" y="36010"/>
                  <a:pt x="66876" y="30437"/>
                  <a:pt x="65376" y="24864"/>
                </a:cubicBezTo>
                <a:cubicBezTo>
                  <a:pt x="63875" y="19291"/>
                  <a:pt x="61303" y="14790"/>
                  <a:pt x="57874" y="11146"/>
                </a:cubicBezTo>
                <a:cubicBezTo>
                  <a:pt x="54444" y="7502"/>
                  <a:pt x="49943" y="5573"/>
                  <a:pt x="44370" y="5573"/>
                </a:cubicBezTo>
                <a:cubicBezTo>
                  <a:pt x="36225" y="5573"/>
                  <a:pt x="29794" y="9431"/>
                  <a:pt x="25507" y="16933"/>
                </a:cubicBezTo>
                <a:cubicBezTo>
                  <a:pt x="21006" y="24650"/>
                  <a:pt x="18862" y="32581"/>
                  <a:pt x="18862" y="41155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DBEEE-A8C0-4A68-8469-B175FBCA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695" y="3804978"/>
            <a:ext cx="168262" cy="94741"/>
          </a:xfrm>
          <a:custGeom xmlns:a="http://schemas.openxmlformats.org/drawingml/2006/main">
            <a:pathLst>
              <a:path w="168262" h="94741">
                <a:moveTo>
                  <a:pt x="0" y="94741"/>
                </a:moveTo>
                <a:lnTo>
                  <a:pt x="0" y="87239"/>
                </a:lnTo>
                <a:cubicBezTo>
                  <a:pt x="4716" y="87239"/>
                  <a:pt x="8788" y="87025"/>
                  <a:pt x="12003" y="86167"/>
                </a:cubicBezTo>
                <a:cubicBezTo>
                  <a:pt x="15004" y="85310"/>
                  <a:pt x="16719" y="83381"/>
                  <a:pt x="16719" y="80380"/>
                </a:cubicBezTo>
                <a:lnTo>
                  <a:pt x="16719" y="21863"/>
                </a:lnTo>
                <a:cubicBezTo>
                  <a:pt x="16719" y="18005"/>
                  <a:pt x="16076" y="15219"/>
                  <a:pt x="15004" y="13504"/>
                </a:cubicBezTo>
                <a:cubicBezTo>
                  <a:pt x="13718" y="11789"/>
                  <a:pt x="12218" y="10932"/>
                  <a:pt x="10074" y="10503"/>
                </a:cubicBezTo>
                <a:cubicBezTo>
                  <a:pt x="7931" y="10074"/>
                  <a:pt x="4501" y="9860"/>
                  <a:pt x="0" y="9860"/>
                </a:cubicBezTo>
                <a:lnTo>
                  <a:pt x="0" y="2358"/>
                </a:lnTo>
                <a:lnTo>
                  <a:pt x="31080" y="0"/>
                </a:lnTo>
                <a:lnTo>
                  <a:pt x="31080" y="21006"/>
                </a:lnTo>
                <a:cubicBezTo>
                  <a:pt x="33867" y="15004"/>
                  <a:pt x="38154" y="9860"/>
                  <a:pt x="43727" y="6002"/>
                </a:cubicBezTo>
                <a:cubicBezTo>
                  <a:pt x="49300" y="2143"/>
                  <a:pt x="55301" y="0"/>
                  <a:pt x="62160" y="0"/>
                </a:cubicBezTo>
                <a:cubicBezTo>
                  <a:pt x="78451" y="0"/>
                  <a:pt x="88096" y="6859"/>
                  <a:pt x="91097" y="20149"/>
                </a:cubicBezTo>
                <a:cubicBezTo>
                  <a:pt x="93884" y="14147"/>
                  <a:pt x="97956" y="9431"/>
                  <a:pt x="103529" y="5573"/>
                </a:cubicBezTo>
                <a:cubicBezTo>
                  <a:pt x="109102" y="1929"/>
                  <a:pt x="115104" y="0"/>
                  <a:pt x="121749" y="0"/>
                </a:cubicBezTo>
                <a:cubicBezTo>
                  <a:pt x="128179" y="0"/>
                  <a:pt x="133752" y="1072"/>
                  <a:pt x="138253" y="3215"/>
                </a:cubicBezTo>
                <a:cubicBezTo>
                  <a:pt x="142540" y="5359"/>
                  <a:pt x="145970" y="8360"/>
                  <a:pt x="148113" y="12646"/>
                </a:cubicBezTo>
                <a:cubicBezTo>
                  <a:pt x="150257" y="16933"/>
                  <a:pt x="151543" y="22506"/>
                  <a:pt x="151543" y="28937"/>
                </a:cubicBezTo>
                <a:lnTo>
                  <a:pt x="151543" y="80380"/>
                </a:lnTo>
                <a:cubicBezTo>
                  <a:pt x="151543" y="83381"/>
                  <a:pt x="153043" y="85310"/>
                  <a:pt x="156259" y="86167"/>
                </a:cubicBezTo>
                <a:cubicBezTo>
                  <a:pt x="159259" y="87025"/>
                  <a:pt x="163332" y="87239"/>
                  <a:pt x="168262" y="87239"/>
                </a:cubicBezTo>
                <a:lnTo>
                  <a:pt x="168262" y="94741"/>
                </a:lnTo>
                <a:lnTo>
                  <a:pt x="119177" y="94741"/>
                </a:lnTo>
                <a:lnTo>
                  <a:pt x="119177" y="87239"/>
                </a:lnTo>
                <a:cubicBezTo>
                  <a:pt x="123892" y="87239"/>
                  <a:pt x="127965" y="87025"/>
                  <a:pt x="131180" y="86167"/>
                </a:cubicBezTo>
                <a:cubicBezTo>
                  <a:pt x="134181" y="85310"/>
                  <a:pt x="135896" y="83381"/>
                  <a:pt x="135896" y="80380"/>
                </a:cubicBezTo>
                <a:lnTo>
                  <a:pt x="135896" y="29580"/>
                </a:lnTo>
                <a:cubicBezTo>
                  <a:pt x="135896" y="22506"/>
                  <a:pt x="134824" y="16719"/>
                  <a:pt x="132895" y="12218"/>
                </a:cubicBezTo>
                <a:cubicBezTo>
                  <a:pt x="130751" y="7931"/>
                  <a:pt x="126679" y="5573"/>
                  <a:pt x="120463" y="5573"/>
                </a:cubicBezTo>
                <a:cubicBezTo>
                  <a:pt x="112103" y="5573"/>
                  <a:pt x="105244" y="9003"/>
                  <a:pt x="99885" y="15647"/>
                </a:cubicBezTo>
                <a:cubicBezTo>
                  <a:pt x="94527" y="22292"/>
                  <a:pt x="91955" y="29794"/>
                  <a:pt x="91955" y="38154"/>
                </a:cubicBezTo>
                <a:lnTo>
                  <a:pt x="91955" y="80380"/>
                </a:lnTo>
                <a:cubicBezTo>
                  <a:pt x="91955" y="83381"/>
                  <a:pt x="93455" y="85310"/>
                  <a:pt x="96670" y="86167"/>
                </a:cubicBezTo>
                <a:cubicBezTo>
                  <a:pt x="99671" y="87025"/>
                  <a:pt x="103744" y="87239"/>
                  <a:pt x="108674" y="87239"/>
                </a:cubicBezTo>
                <a:lnTo>
                  <a:pt x="108674" y="94741"/>
                </a:lnTo>
                <a:lnTo>
                  <a:pt x="59588" y="94741"/>
                </a:lnTo>
                <a:lnTo>
                  <a:pt x="59588" y="87239"/>
                </a:lnTo>
                <a:cubicBezTo>
                  <a:pt x="64304" y="87239"/>
                  <a:pt x="68376" y="87025"/>
                  <a:pt x="71592" y="86167"/>
                </a:cubicBezTo>
                <a:cubicBezTo>
                  <a:pt x="74593" y="85310"/>
                  <a:pt x="76307" y="83381"/>
                  <a:pt x="76307" y="80380"/>
                </a:cubicBezTo>
                <a:lnTo>
                  <a:pt x="76307" y="29580"/>
                </a:lnTo>
                <a:cubicBezTo>
                  <a:pt x="76307" y="22721"/>
                  <a:pt x="75236" y="16933"/>
                  <a:pt x="73306" y="12432"/>
                </a:cubicBezTo>
                <a:cubicBezTo>
                  <a:pt x="71163" y="7931"/>
                  <a:pt x="67090" y="5573"/>
                  <a:pt x="60874" y="5573"/>
                </a:cubicBezTo>
                <a:cubicBezTo>
                  <a:pt x="52515" y="5573"/>
                  <a:pt x="45656" y="9003"/>
                  <a:pt x="40297" y="15647"/>
                </a:cubicBezTo>
                <a:cubicBezTo>
                  <a:pt x="34938" y="22292"/>
                  <a:pt x="32366" y="29794"/>
                  <a:pt x="32366" y="38154"/>
                </a:cubicBezTo>
                <a:lnTo>
                  <a:pt x="32366" y="80380"/>
                </a:lnTo>
                <a:cubicBezTo>
                  <a:pt x="32366" y="83381"/>
                  <a:pt x="33867" y="85310"/>
                  <a:pt x="37082" y="86167"/>
                </a:cubicBezTo>
                <a:cubicBezTo>
                  <a:pt x="40083" y="87025"/>
                  <a:pt x="44155" y="87239"/>
                  <a:pt x="49085" y="87239"/>
                </a:cubicBezTo>
                <a:lnTo>
                  <a:pt x="49085" y="94741"/>
                </a:lnTo>
                <a:lnTo>
                  <a:pt x="0" y="94741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08663-6CE6-45D6-AA79-0334E097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524" y="2358143"/>
            <a:ext cx="167858" cy="171115"/>
          </a:xfrm>
          <a:custGeom xmlns:a="http://schemas.openxmlformats.org/drawingml/2006/main">
            <a:pathLst>
              <a:path w="167858" h="171115">
                <a:moveTo>
                  <a:pt x="167858" y="86936"/>
                </a:moveTo>
                <a:lnTo>
                  <a:pt x="167858" y="90944"/>
                </a:lnTo>
                <a:cubicBezTo>
                  <a:pt x="159591" y="91445"/>
                  <a:pt x="153828" y="92948"/>
                  <a:pt x="150822" y="95203"/>
                </a:cubicBezTo>
                <a:cubicBezTo>
                  <a:pt x="147815" y="97458"/>
                  <a:pt x="145310" y="101968"/>
                  <a:pt x="143556" y="108983"/>
                </a:cubicBezTo>
                <a:lnTo>
                  <a:pt x="131280" y="155833"/>
                </a:lnTo>
                <a:cubicBezTo>
                  <a:pt x="112741" y="166105"/>
                  <a:pt x="92948" y="171115"/>
                  <a:pt x="71903" y="171115"/>
                </a:cubicBezTo>
                <a:cubicBezTo>
                  <a:pt x="48854" y="171115"/>
                  <a:pt x="31066" y="164852"/>
                  <a:pt x="18540" y="152325"/>
                </a:cubicBezTo>
                <a:cubicBezTo>
                  <a:pt x="12527" y="146563"/>
                  <a:pt x="8017" y="139297"/>
                  <a:pt x="4760" y="130278"/>
                </a:cubicBezTo>
                <a:cubicBezTo>
                  <a:pt x="1503" y="121509"/>
                  <a:pt x="0" y="112741"/>
                  <a:pt x="0" y="103972"/>
                </a:cubicBezTo>
                <a:cubicBezTo>
                  <a:pt x="0" y="86936"/>
                  <a:pt x="4009" y="70651"/>
                  <a:pt x="12527" y="55368"/>
                </a:cubicBezTo>
                <a:cubicBezTo>
                  <a:pt x="20794" y="40336"/>
                  <a:pt x="31818" y="27809"/>
                  <a:pt x="45848" y="18039"/>
                </a:cubicBezTo>
                <a:cubicBezTo>
                  <a:pt x="63135" y="6013"/>
                  <a:pt x="81424" y="0"/>
                  <a:pt x="100966" y="0"/>
                </a:cubicBezTo>
                <a:cubicBezTo>
                  <a:pt x="112991" y="0"/>
                  <a:pt x="124015" y="2004"/>
                  <a:pt x="134537" y="6013"/>
                </a:cubicBezTo>
                <a:cubicBezTo>
                  <a:pt x="138796" y="7767"/>
                  <a:pt x="142554" y="8518"/>
                  <a:pt x="145561" y="8518"/>
                </a:cubicBezTo>
                <a:cubicBezTo>
                  <a:pt x="151574" y="8518"/>
                  <a:pt x="156584" y="5762"/>
                  <a:pt x="160593" y="0"/>
                </a:cubicBezTo>
                <a:lnTo>
                  <a:pt x="164351" y="1253"/>
                </a:lnTo>
                <a:lnTo>
                  <a:pt x="152075" y="50608"/>
                </a:lnTo>
                <a:lnTo>
                  <a:pt x="147565" y="49856"/>
                </a:lnTo>
                <a:cubicBezTo>
                  <a:pt x="147064" y="39334"/>
                  <a:pt x="143807" y="30315"/>
                  <a:pt x="138295" y="23300"/>
                </a:cubicBezTo>
                <a:cubicBezTo>
                  <a:pt x="130278" y="13529"/>
                  <a:pt x="118503" y="8518"/>
                  <a:pt x="102970" y="8518"/>
                </a:cubicBezTo>
                <a:cubicBezTo>
                  <a:pt x="83428" y="8518"/>
                  <a:pt x="67143" y="16786"/>
                  <a:pt x="54116" y="33321"/>
                </a:cubicBezTo>
                <a:cubicBezTo>
                  <a:pt x="45597" y="43844"/>
                  <a:pt x="39083" y="55869"/>
                  <a:pt x="34574" y="69148"/>
                </a:cubicBezTo>
                <a:cubicBezTo>
                  <a:pt x="29814" y="82676"/>
                  <a:pt x="27559" y="96205"/>
                  <a:pt x="27559" y="109734"/>
                </a:cubicBezTo>
                <a:cubicBezTo>
                  <a:pt x="27559" y="126270"/>
                  <a:pt x="31818" y="139297"/>
                  <a:pt x="40837" y="148317"/>
                </a:cubicBezTo>
                <a:cubicBezTo>
                  <a:pt x="49606" y="157586"/>
                  <a:pt x="62133" y="162096"/>
                  <a:pt x="78167" y="162096"/>
                </a:cubicBezTo>
                <a:cubicBezTo>
                  <a:pt x="89942" y="162096"/>
                  <a:pt x="98711" y="159340"/>
                  <a:pt x="104473" y="153578"/>
                </a:cubicBezTo>
                <a:cubicBezTo>
                  <a:pt x="105976" y="152075"/>
                  <a:pt x="107229" y="150070"/>
                  <a:pt x="108482" y="147064"/>
                </a:cubicBezTo>
                <a:cubicBezTo>
                  <a:pt x="109484" y="144057"/>
                  <a:pt x="111488" y="137794"/>
                  <a:pt x="114244" y="128274"/>
                </a:cubicBezTo>
                <a:cubicBezTo>
                  <a:pt x="118503" y="113743"/>
                  <a:pt x="120758" y="104473"/>
                  <a:pt x="120758" y="99963"/>
                </a:cubicBezTo>
                <a:cubicBezTo>
                  <a:pt x="120758" y="95203"/>
                  <a:pt x="116749" y="92447"/>
                  <a:pt x="108983" y="91696"/>
                </a:cubicBezTo>
                <a:lnTo>
                  <a:pt x="100966" y="90944"/>
                </a:lnTo>
                <a:lnTo>
                  <a:pt x="100966" y="86936"/>
                </a:lnTo>
                <a:lnTo>
                  <a:pt x="167858" y="86936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9FCD1-5B32-4712-BB0A-CCE84EF5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149" y="2414513"/>
            <a:ext cx="95454" cy="112991"/>
          </a:xfrm>
          <a:custGeom xmlns:a="http://schemas.openxmlformats.org/drawingml/2006/main">
            <a:pathLst>
              <a:path w="95454" h="112991">
                <a:moveTo>
                  <a:pt x="81925" y="83178"/>
                </a:moveTo>
                <a:lnTo>
                  <a:pt x="84931" y="86184"/>
                </a:lnTo>
                <a:cubicBezTo>
                  <a:pt x="70150" y="104222"/>
                  <a:pt x="53113" y="112991"/>
                  <a:pt x="33822" y="112991"/>
                </a:cubicBezTo>
                <a:cubicBezTo>
                  <a:pt x="23550" y="112991"/>
                  <a:pt x="15283" y="109985"/>
                  <a:pt x="9270" y="103721"/>
                </a:cubicBezTo>
                <a:cubicBezTo>
                  <a:pt x="3006" y="97709"/>
                  <a:pt x="0" y="89441"/>
                  <a:pt x="0" y="78918"/>
                </a:cubicBezTo>
                <a:cubicBezTo>
                  <a:pt x="0" y="59377"/>
                  <a:pt x="7767" y="41338"/>
                  <a:pt x="23300" y="24803"/>
                </a:cubicBezTo>
                <a:cubicBezTo>
                  <a:pt x="38833" y="8268"/>
                  <a:pt x="56120" y="0"/>
                  <a:pt x="74910" y="0"/>
                </a:cubicBezTo>
                <a:cubicBezTo>
                  <a:pt x="81424" y="0"/>
                  <a:pt x="86434" y="1503"/>
                  <a:pt x="89942" y="4510"/>
                </a:cubicBezTo>
                <a:cubicBezTo>
                  <a:pt x="93449" y="7516"/>
                  <a:pt x="95454" y="11775"/>
                  <a:pt x="95454" y="17036"/>
                </a:cubicBezTo>
                <a:cubicBezTo>
                  <a:pt x="95454" y="28060"/>
                  <a:pt x="88940" y="38081"/>
                  <a:pt x="76163" y="46599"/>
                </a:cubicBezTo>
                <a:cubicBezTo>
                  <a:pt x="63385" y="55368"/>
                  <a:pt x="46098" y="61130"/>
                  <a:pt x="24302" y="63886"/>
                </a:cubicBezTo>
                <a:cubicBezTo>
                  <a:pt x="22548" y="67394"/>
                  <a:pt x="21797" y="72405"/>
                  <a:pt x="21797" y="79169"/>
                </a:cubicBezTo>
                <a:cubicBezTo>
                  <a:pt x="21797" y="86184"/>
                  <a:pt x="23801" y="91696"/>
                  <a:pt x="28060" y="95704"/>
                </a:cubicBezTo>
                <a:cubicBezTo>
                  <a:pt x="32319" y="99963"/>
                  <a:pt x="38081" y="101968"/>
                  <a:pt x="45096" y="101968"/>
                </a:cubicBezTo>
                <a:cubicBezTo>
                  <a:pt x="50608" y="101968"/>
                  <a:pt x="55869" y="100715"/>
                  <a:pt x="60880" y="98210"/>
                </a:cubicBezTo>
                <a:cubicBezTo>
                  <a:pt x="65891" y="95704"/>
                  <a:pt x="72906" y="90694"/>
                  <a:pt x="81925" y="83178"/>
                </a:cubicBezTo>
                <a:close/>
                <a:moveTo>
                  <a:pt x="30315" y="47351"/>
                </a:moveTo>
                <a:lnTo>
                  <a:pt x="26056" y="58375"/>
                </a:lnTo>
                <a:cubicBezTo>
                  <a:pt x="44595" y="53865"/>
                  <a:pt x="58124" y="47852"/>
                  <a:pt x="66392" y="39835"/>
                </a:cubicBezTo>
                <a:cubicBezTo>
                  <a:pt x="74659" y="31818"/>
                  <a:pt x="78918" y="23801"/>
                  <a:pt x="78918" y="15533"/>
                </a:cubicBezTo>
                <a:cubicBezTo>
                  <a:pt x="78918" y="9019"/>
                  <a:pt x="75912" y="5762"/>
                  <a:pt x="70150" y="5762"/>
                </a:cubicBezTo>
                <a:cubicBezTo>
                  <a:pt x="63135" y="5762"/>
                  <a:pt x="55619" y="10021"/>
                  <a:pt x="48103" y="18039"/>
                </a:cubicBezTo>
                <a:cubicBezTo>
                  <a:pt x="40587" y="26056"/>
                  <a:pt x="34574" y="35826"/>
                  <a:pt x="30315" y="47351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FDD09-43A1-4128-A0DB-02E1F4C2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128" y="2414513"/>
            <a:ext cx="115246" cy="112490"/>
          </a:xfrm>
          <a:custGeom xmlns:a="http://schemas.openxmlformats.org/drawingml/2006/main">
            <a:pathLst>
              <a:path w="115246" h="112490">
                <a:moveTo>
                  <a:pt x="111738" y="81173"/>
                </a:moveTo>
                <a:lnTo>
                  <a:pt x="115246" y="84430"/>
                </a:lnTo>
                <a:cubicBezTo>
                  <a:pt x="106728" y="96205"/>
                  <a:pt x="100214" y="103721"/>
                  <a:pt x="95704" y="107229"/>
                </a:cubicBezTo>
                <a:cubicBezTo>
                  <a:pt x="91195" y="110736"/>
                  <a:pt x="85933" y="112490"/>
                  <a:pt x="80171" y="112490"/>
                </a:cubicBezTo>
                <a:cubicBezTo>
                  <a:pt x="76664" y="112490"/>
                  <a:pt x="73908" y="111237"/>
                  <a:pt x="71653" y="109233"/>
                </a:cubicBezTo>
                <a:cubicBezTo>
                  <a:pt x="69398" y="107229"/>
                  <a:pt x="68396" y="103721"/>
                  <a:pt x="68396" y="99212"/>
                </a:cubicBezTo>
                <a:cubicBezTo>
                  <a:pt x="68396" y="96706"/>
                  <a:pt x="69649" y="90443"/>
                  <a:pt x="72405" y="80422"/>
                </a:cubicBezTo>
                <a:lnTo>
                  <a:pt x="83428" y="39835"/>
                </a:lnTo>
                <a:cubicBezTo>
                  <a:pt x="85683" y="30816"/>
                  <a:pt x="86936" y="24302"/>
                  <a:pt x="86936" y="20043"/>
                </a:cubicBezTo>
                <a:cubicBezTo>
                  <a:pt x="86936" y="15283"/>
                  <a:pt x="84931" y="12777"/>
                  <a:pt x="80923" y="12777"/>
                </a:cubicBezTo>
                <a:cubicBezTo>
                  <a:pt x="75912" y="12777"/>
                  <a:pt x="70651" y="15784"/>
                  <a:pt x="64888" y="21546"/>
                </a:cubicBezTo>
                <a:cubicBezTo>
                  <a:pt x="59126" y="27308"/>
                  <a:pt x="52111" y="36328"/>
                  <a:pt x="43844" y="48353"/>
                </a:cubicBezTo>
                <a:cubicBezTo>
                  <a:pt x="38332" y="56621"/>
                  <a:pt x="34073" y="63886"/>
                  <a:pt x="31567" y="70400"/>
                </a:cubicBezTo>
                <a:cubicBezTo>
                  <a:pt x="29062" y="76914"/>
                  <a:pt x="24803" y="90443"/>
                  <a:pt x="18790" y="110486"/>
                </a:cubicBezTo>
                <a:lnTo>
                  <a:pt x="0" y="110486"/>
                </a:lnTo>
                <a:lnTo>
                  <a:pt x="24051" y="22799"/>
                </a:lnTo>
                <a:cubicBezTo>
                  <a:pt x="24302" y="21295"/>
                  <a:pt x="24552" y="19792"/>
                  <a:pt x="24552" y="18540"/>
                </a:cubicBezTo>
                <a:cubicBezTo>
                  <a:pt x="24552" y="16034"/>
                  <a:pt x="23300" y="14531"/>
                  <a:pt x="21045" y="13529"/>
                </a:cubicBezTo>
                <a:cubicBezTo>
                  <a:pt x="18790" y="12527"/>
                  <a:pt x="14531" y="12026"/>
                  <a:pt x="8268" y="11775"/>
                </a:cubicBezTo>
                <a:lnTo>
                  <a:pt x="8268" y="7767"/>
                </a:lnTo>
                <a:cubicBezTo>
                  <a:pt x="14782" y="6514"/>
                  <a:pt x="22047" y="5261"/>
                  <a:pt x="30064" y="3758"/>
                </a:cubicBezTo>
                <a:cubicBezTo>
                  <a:pt x="38081" y="2255"/>
                  <a:pt x="44345" y="1002"/>
                  <a:pt x="48854" y="0"/>
                </a:cubicBezTo>
                <a:lnTo>
                  <a:pt x="49856" y="501"/>
                </a:lnTo>
                <a:lnTo>
                  <a:pt x="33071" y="55118"/>
                </a:lnTo>
                <a:cubicBezTo>
                  <a:pt x="45347" y="35576"/>
                  <a:pt x="56120" y="21295"/>
                  <a:pt x="65139" y="12777"/>
                </a:cubicBezTo>
                <a:cubicBezTo>
                  <a:pt x="74158" y="4259"/>
                  <a:pt x="82676" y="0"/>
                  <a:pt x="90944" y="0"/>
                </a:cubicBezTo>
                <a:cubicBezTo>
                  <a:pt x="95955" y="0"/>
                  <a:pt x="99963" y="1503"/>
                  <a:pt x="102970" y="4259"/>
                </a:cubicBezTo>
                <a:cubicBezTo>
                  <a:pt x="105726" y="7015"/>
                  <a:pt x="107229" y="10773"/>
                  <a:pt x="107229" y="15283"/>
                </a:cubicBezTo>
                <a:cubicBezTo>
                  <a:pt x="107229" y="19542"/>
                  <a:pt x="106227" y="24552"/>
                  <a:pt x="104724" y="30315"/>
                </a:cubicBezTo>
                <a:lnTo>
                  <a:pt x="90694" y="81173"/>
                </a:lnTo>
                <a:cubicBezTo>
                  <a:pt x="88188" y="89691"/>
                  <a:pt x="87186" y="94702"/>
                  <a:pt x="87186" y="96456"/>
                </a:cubicBezTo>
                <a:cubicBezTo>
                  <a:pt x="87186" y="99462"/>
                  <a:pt x="88439" y="100966"/>
                  <a:pt x="91195" y="100966"/>
                </a:cubicBezTo>
                <a:cubicBezTo>
                  <a:pt x="94201" y="100966"/>
                  <a:pt x="99462" y="96706"/>
                  <a:pt x="106477" y="87687"/>
                </a:cubicBezTo>
                <a:cubicBezTo>
                  <a:pt x="107479" y="86434"/>
                  <a:pt x="109233" y="84180"/>
                  <a:pt x="111738" y="8117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C960E-3AC2-4C92-9169-EF83EC57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654" y="2414513"/>
            <a:ext cx="95454" cy="112991"/>
          </a:xfrm>
          <a:custGeom xmlns:a="http://schemas.openxmlformats.org/drawingml/2006/main">
            <a:pathLst>
              <a:path w="95454" h="112991">
                <a:moveTo>
                  <a:pt x="81925" y="83178"/>
                </a:moveTo>
                <a:lnTo>
                  <a:pt x="84931" y="86184"/>
                </a:lnTo>
                <a:cubicBezTo>
                  <a:pt x="70150" y="104222"/>
                  <a:pt x="53113" y="112991"/>
                  <a:pt x="33822" y="112991"/>
                </a:cubicBezTo>
                <a:cubicBezTo>
                  <a:pt x="23550" y="112991"/>
                  <a:pt x="15283" y="109985"/>
                  <a:pt x="9270" y="103721"/>
                </a:cubicBezTo>
                <a:cubicBezTo>
                  <a:pt x="3006" y="97709"/>
                  <a:pt x="0" y="89441"/>
                  <a:pt x="0" y="78918"/>
                </a:cubicBezTo>
                <a:cubicBezTo>
                  <a:pt x="0" y="59377"/>
                  <a:pt x="7767" y="41338"/>
                  <a:pt x="23300" y="24803"/>
                </a:cubicBezTo>
                <a:cubicBezTo>
                  <a:pt x="38833" y="8268"/>
                  <a:pt x="56120" y="0"/>
                  <a:pt x="74910" y="0"/>
                </a:cubicBezTo>
                <a:cubicBezTo>
                  <a:pt x="81424" y="0"/>
                  <a:pt x="86434" y="1503"/>
                  <a:pt x="89942" y="4510"/>
                </a:cubicBezTo>
                <a:cubicBezTo>
                  <a:pt x="93449" y="7516"/>
                  <a:pt x="95454" y="11775"/>
                  <a:pt x="95454" y="17036"/>
                </a:cubicBezTo>
                <a:cubicBezTo>
                  <a:pt x="95454" y="28060"/>
                  <a:pt x="88940" y="38081"/>
                  <a:pt x="76163" y="46599"/>
                </a:cubicBezTo>
                <a:cubicBezTo>
                  <a:pt x="63385" y="55368"/>
                  <a:pt x="46098" y="61130"/>
                  <a:pt x="24302" y="63886"/>
                </a:cubicBezTo>
                <a:cubicBezTo>
                  <a:pt x="22548" y="67394"/>
                  <a:pt x="21797" y="72405"/>
                  <a:pt x="21797" y="79169"/>
                </a:cubicBezTo>
                <a:cubicBezTo>
                  <a:pt x="21797" y="86184"/>
                  <a:pt x="23801" y="91696"/>
                  <a:pt x="28060" y="95704"/>
                </a:cubicBezTo>
                <a:cubicBezTo>
                  <a:pt x="32319" y="99963"/>
                  <a:pt x="38081" y="101968"/>
                  <a:pt x="45096" y="101968"/>
                </a:cubicBezTo>
                <a:cubicBezTo>
                  <a:pt x="50608" y="101968"/>
                  <a:pt x="55869" y="100715"/>
                  <a:pt x="60880" y="98210"/>
                </a:cubicBezTo>
                <a:cubicBezTo>
                  <a:pt x="65891" y="95704"/>
                  <a:pt x="72906" y="90694"/>
                  <a:pt x="81925" y="83178"/>
                </a:cubicBezTo>
                <a:close/>
                <a:moveTo>
                  <a:pt x="30315" y="47351"/>
                </a:moveTo>
                <a:lnTo>
                  <a:pt x="26056" y="58375"/>
                </a:lnTo>
                <a:cubicBezTo>
                  <a:pt x="44595" y="53865"/>
                  <a:pt x="58124" y="47852"/>
                  <a:pt x="66392" y="39835"/>
                </a:cubicBezTo>
                <a:cubicBezTo>
                  <a:pt x="74659" y="31818"/>
                  <a:pt x="78918" y="23801"/>
                  <a:pt x="78918" y="15533"/>
                </a:cubicBezTo>
                <a:cubicBezTo>
                  <a:pt x="78918" y="9019"/>
                  <a:pt x="75912" y="5762"/>
                  <a:pt x="70150" y="5762"/>
                </a:cubicBezTo>
                <a:cubicBezTo>
                  <a:pt x="63135" y="5762"/>
                  <a:pt x="55619" y="10021"/>
                  <a:pt x="48103" y="18039"/>
                </a:cubicBezTo>
                <a:cubicBezTo>
                  <a:pt x="40587" y="26056"/>
                  <a:pt x="34574" y="35826"/>
                  <a:pt x="30315" y="47351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9583B-EAA9-45F8-B358-3A4B105B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399" y="2414513"/>
            <a:ext cx="91946" cy="110486"/>
          </a:xfrm>
          <a:custGeom xmlns:a="http://schemas.openxmlformats.org/drawingml/2006/main">
            <a:pathLst>
              <a:path w="91946" h="110486">
                <a:moveTo>
                  <a:pt x="32820" y="54617"/>
                </a:moveTo>
                <a:lnTo>
                  <a:pt x="36829" y="45848"/>
                </a:lnTo>
                <a:cubicBezTo>
                  <a:pt x="42340" y="33321"/>
                  <a:pt x="50357" y="21797"/>
                  <a:pt x="60379" y="11274"/>
                </a:cubicBezTo>
                <a:cubicBezTo>
                  <a:pt x="67394" y="3758"/>
                  <a:pt x="74158" y="0"/>
                  <a:pt x="80171" y="0"/>
                </a:cubicBezTo>
                <a:cubicBezTo>
                  <a:pt x="83679" y="0"/>
                  <a:pt x="86434" y="1253"/>
                  <a:pt x="88689" y="3507"/>
                </a:cubicBezTo>
                <a:cubicBezTo>
                  <a:pt x="90694" y="6013"/>
                  <a:pt x="91946" y="9019"/>
                  <a:pt x="91946" y="12777"/>
                </a:cubicBezTo>
                <a:cubicBezTo>
                  <a:pt x="91946" y="16786"/>
                  <a:pt x="90694" y="20043"/>
                  <a:pt x="88689" y="22548"/>
                </a:cubicBezTo>
                <a:cubicBezTo>
                  <a:pt x="86685" y="25053"/>
                  <a:pt x="83679" y="26306"/>
                  <a:pt x="80171" y="26306"/>
                </a:cubicBezTo>
                <a:cubicBezTo>
                  <a:pt x="76914" y="26306"/>
                  <a:pt x="73908" y="24302"/>
                  <a:pt x="71402" y="19792"/>
                </a:cubicBezTo>
                <a:cubicBezTo>
                  <a:pt x="69899" y="17537"/>
                  <a:pt x="68647" y="16285"/>
                  <a:pt x="67394" y="16285"/>
                </a:cubicBezTo>
                <a:cubicBezTo>
                  <a:pt x="62884" y="16285"/>
                  <a:pt x="55869" y="24302"/>
                  <a:pt x="46850" y="39835"/>
                </a:cubicBezTo>
                <a:cubicBezTo>
                  <a:pt x="41088" y="49606"/>
                  <a:pt x="36578" y="58876"/>
                  <a:pt x="33071" y="67394"/>
                </a:cubicBezTo>
                <a:cubicBezTo>
                  <a:pt x="29563" y="75912"/>
                  <a:pt x="25053" y="90443"/>
                  <a:pt x="19041" y="110486"/>
                </a:cubicBezTo>
                <a:lnTo>
                  <a:pt x="0" y="110486"/>
                </a:lnTo>
                <a:lnTo>
                  <a:pt x="20293" y="37330"/>
                </a:lnTo>
                <a:cubicBezTo>
                  <a:pt x="22799" y="27559"/>
                  <a:pt x="24302" y="20794"/>
                  <a:pt x="24302" y="16786"/>
                </a:cubicBezTo>
                <a:cubicBezTo>
                  <a:pt x="24302" y="12527"/>
                  <a:pt x="21045" y="10272"/>
                  <a:pt x="14782" y="10272"/>
                </a:cubicBezTo>
                <a:cubicBezTo>
                  <a:pt x="13278" y="10272"/>
                  <a:pt x="10773" y="10522"/>
                  <a:pt x="7015" y="11024"/>
                </a:cubicBezTo>
                <a:lnTo>
                  <a:pt x="7015" y="6764"/>
                </a:lnTo>
                <a:lnTo>
                  <a:pt x="45848" y="0"/>
                </a:lnTo>
                <a:lnTo>
                  <a:pt x="46599" y="501"/>
                </a:lnTo>
                <a:lnTo>
                  <a:pt x="32820" y="54617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663FB-0A0B-4542-BF8B-AA7354F7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842" y="2414513"/>
            <a:ext cx="114995" cy="112991"/>
          </a:xfrm>
          <a:custGeom xmlns:a="http://schemas.openxmlformats.org/drawingml/2006/main">
            <a:pathLst>
              <a:path w="114995" h="112991">
                <a:moveTo>
                  <a:pt x="111738" y="82676"/>
                </a:moveTo>
                <a:lnTo>
                  <a:pt x="114995" y="85432"/>
                </a:lnTo>
                <a:cubicBezTo>
                  <a:pt x="105475" y="96957"/>
                  <a:pt x="98711" y="104222"/>
                  <a:pt x="94201" y="107730"/>
                </a:cubicBezTo>
                <a:cubicBezTo>
                  <a:pt x="89691" y="110987"/>
                  <a:pt x="85182" y="112741"/>
                  <a:pt x="80171" y="112741"/>
                </a:cubicBezTo>
                <a:cubicBezTo>
                  <a:pt x="73407" y="112741"/>
                  <a:pt x="70150" y="109484"/>
                  <a:pt x="70150" y="102719"/>
                </a:cubicBezTo>
                <a:cubicBezTo>
                  <a:pt x="70150" y="98711"/>
                  <a:pt x="71903" y="88940"/>
                  <a:pt x="75912" y="73908"/>
                </a:cubicBezTo>
                <a:cubicBezTo>
                  <a:pt x="66392" y="87938"/>
                  <a:pt x="57874" y="97959"/>
                  <a:pt x="50107" y="103972"/>
                </a:cubicBezTo>
                <a:cubicBezTo>
                  <a:pt x="42090" y="109985"/>
                  <a:pt x="33822" y="112991"/>
                  <a:pt x="25053" y="112991"/>
                </a:cubicBezTo>
                <a:cubicBezTo>
                  <a:pt x="17537" y="112991"/>
                  <a:pt x="11525" y="110486"/>
                  <a:pt x="7015" y="105475"/>
                </a:cubicBezTo>
                <a:cubicBezTo>
                  <a:pt x="2255" y="100464"/>
                  <a:pt x="0" y="93449"/>
                  <a:pt x="0" y="84180"/>
                </a:cubicBezTo>
                <a:cubicBezTo>
                  <a:pt x="0" y="71653"/>
                  <a:pt x="3507" y="58625"/>
                  <a:pt x="10773" y="45347"/>
                </a:cubicBezTo>
                <a:cubicBezTo>
                  <a:pt x="18039" y="32319"/>
                  <a:pt x="27308" y="21295"/>
                  <a:pt x="38582" y="12777"/>
                </a:cubicBezTo>
                <a:cubicBezTo>
                  <a:pt x="49606" y="4259"/>
                  <a:pt x="60629" y="0"/>
                  <a:pt x="71653" y="0"/>
                </a:cubicBezTo>
                <a:cubicBezTo>
                  <a:pt x="82676" y="0"/>
                  <a:pt x="89441" y="5011"/>
                  <a:pt x="91696" y="14531"/>
                </a:cubicBezTo>
                <a:lnTo>
                  <a:pt x="94452" y="2505"/>
                </a:lnTo>
                <a:lnTo>
                  <a:pt x="95203" y="1754"/>
                </a:lnTo>
                <a:lnTo>
                  <a:pt x="110486" y="0"/>
                </a:lnTo>
                <a:lnTo>
                  <a:pt x="112240" y="752"/>
                </a:lnTo>
                <a:cubicBezTo>
                  <a:pt x="111989" y="1503"/>
                  <a:pt x="111488" y="3257"/>
                  <a:pt x="110736" y="6013"/>
                </a:cubicBezTo>
                <a:cubicBezTo>
                  <a:pt x="95704" y="60128"/>
                  <a:pt x="88439" y="90443"/>
                  <a:pt x="88439" y="96957"/>
                </a:cubicBezTo>
                <a:cubicBezTo>
                  <a:pt x="88439" y="99212"/>
                  <a:pt x="89441" y="100214"/>
                  <a:pt x="91946" y="100214"/>
                </a:cubicBezTo>
                <a:cubicBezTo>
                  <a:pt x="94452" y="100214"/>
                  <a:pt x="98711" y="96957"/>
                  <a:pt x="104974" y="89942"/>
                </a:cubicBezTo>
                <a:lnTo>
                  <a:pt x="111738" y="82676"/>
                </a:lnTo>
                <a:close/>
                <a:moveTo>
                  <a:pt x="87186" y="20043"/>
                </a:moveTo>
                <a:cubicBezTo>
                  <a:pt x="87186" y="15784"/>
                  <a:pt x="85933" y="12276"/>
                  <a:pt x="83428" y="9520"/>
                </a:cubicBezTo>
                <a:cubicBezTo>
                  <a:pt x="80923" y="7015"/>
                  <a:pt x="77415" y="5512"/>
                  <a:pt x="73156" y="5512"/>
                </a:cubicBezTo>
                <a:cubicBezTo>
                  <a:pt x="61632" y="5512"/>
                  <a:pt x="50859" y="13278"/>
                  <a:pt x="40336" y="28561"/>
                </a:cubicBezTo>
                <a:cubicBezTo>
                  <a:pt x="34824" y="36829"/>
                  <a:pt x="30064" y="45848"/>
                  <a:pt x="26557" y="55869"/>
                </a:cubicBezTo>
                <a:cubicBezTo>
                  <a:pt x="22799" y="65891"/>
                  <a:pt x="21045" y="74910"/>
                  <a:pt x="21045" y="82426"/>
                </a:cubicBezTo>
                <a:cubicBezTo>
                  <a:pt x="21045" y="94953"/>
                  <a:pt x="26056" y="100966"/>
                  <a:pt x="36077" y="100966"/>
                </a:cubicBezTo>
                <a:cubicBezTo>
                  <a:pt x="45848" y="100966"/>
                  <a:pt x="56370" y="92948"/>
                  <a:pt x="67895" y="76413"/>
                </a:cubicBezTo>
                <a:cubicBezTo>
                  <a:pt x="80672" y="57874"/>
                  <a:pt x="87186" y="39083"/>
                  <a:pt x="87186" y="2004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0DA26-504C-41C2-A85A-CC68D4CD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373" y="2353884"/>
            <a:ext cx="59627" cy="173621"/>
          </a:xfrm>
          <a:custGeom xmlns:a="http://schemas.openxmlformats.org/drawingml/2006/main">
            <a:pathLst>
              <a:path w="59627" h="173621">
                <a:moveTo>
                  <a:pt x="59627" y="1253"/>
                </a:moveTo>
                <a:lnTo>
                  <a:pt x="21295" y="147815"/>
                </a:lnTo>
                <a:cubicBezTo>
                  <a:pt x="19792" y="152826"/>
                  <a:pt x="19291" y="156334"/>
                  <a:pt x="19291" y="158588"/>
                </a:cubicBezTo>
                <a:cubicBezTo>
                  <a:pt x="19291" y="161595"/>
                  <a:pt x="20544" y="163098"/>
                  <a:pt x="23550" y="163098"/>
                </a:cubicBezTo>
                <a:cubicBezTo>
                  <a:pt x="28060" y="163098"/>
                  <a:pt x="33572" y="158338"/>
                  <a:pt x="40336" y="148818"/>
                </a:cubicBezTo>
                <a:lnTo>
                  <a:pt x="46599" y="140049"/>
                </a:lnTo>
                <a:lnTo>
                  <a:pt x="50107" y="142554"/>
                </a:lnTo>
                <a:cubicBezTo>
                  <a:pt x="42591" y="154580"/>
                  <a:pt x="36077" y="162597"/>
                  <a:pt x="30565" y="167107"/>
                </a:cubicBezTo>
                <a:cubicBezTo>
                  <a:pt x="25053" y="171366"/>
                  <a:pt x="19041" y="173621"/>
                  <a:pt x="12276" y="173621"/>
                </a:cubicBezTo>
                <a:cubicBezTo>
                  <a:pt x="4009" y="173621"/>
                  <a:pt x="0" y="169111"/>
                  <a:pt x="0" y="159841"/>
                </a:cubicBezTo>
                <a:cubicBezTo>
                  <a:pt x="0" y="157085"/>
                  <a:pt x="251" y="154580"/>
                  <a:pt x="1002" y="152325"/>
                </a:cubicBezTo>
                <a:lnTo>
                  <a:pt x="35325" y="21045"/>
                </a:lnTo>
                <a:cubicBezTo>
                  <a:pt x="35826" y="19542"/>
                  <a:pt x="36077" y="17788"/>
                  <a:pt x="36077" y="16285"/>
                </a:cubicBezTo>
                <a:cubicBezTo>
                  <a:pt x="36077" y="12777"/>
                  <a:pt x="31818" y="10773"/>
                  <a:pt x="23801" y="10773"/>
                </a:cubicBezTo>
                <a:lnTo>
                  <a:pt x="19291" y="10773"/>
                </a:lnTo>
                <a:lnTo>
                  <a:pt x="19291" y="6764"/>
                </a:lnTo>
                <a:cubicBezTo>
                  <a:pt x="30816" y="5512"/>
                  <a:pt x="43844" y="3257"/>
                  <a:pt x="58124" y="0"/>
                </a:cubicBezTo>
                <a:lnTo>
                  <a:pt x="59627" y="1253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E4293-F86C-43FD-8687-736768E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026" y="2361149"/>
            <a:ext cx="53865" cy="166355"/>
          </a:xfrm>
          <a:custGeom xmlns:a="http://schemas.openxmlformats.org/drawingml/2006/main">
            <a:pathLst>
              <a:path w="53865" h="166355">
                <a:moveTo>
                  <a:pt x="53865" y="13779"/>
                </a:moveTo>
                <a:cubicBezTo>
                  <a:pt x="53865" y="17287"/>
                  <a:pt x="52612" y="20293"/>
                  <a:pt x="50107" y="22799"/>
                </a:cubicBezTo>
                <a:cubicBezTo>
                  <a:pt x="47602" y="25304"/>
                  <a:pt x="44846" y="26557"/>
                  <a:pt x="41589" y="26557"/>
                </a:cubicBezTo>
                <a:cubicBezTo>
                  <a:pt x="37831" y="26557"/>
                  <a:pt x="34824" y="25555"/>
                  <a:pt x="32820" y="23049"/>
                </a:cubicBezTo>
                <a:cubicBezTo>
                  <a:pt x="30565" y="20544"/>
                  <a:pt x="29563" y="17287"/>
                  <a:pt x="29563" y="13278"/>
                </a:cubicBezTo>
                <a:cubicBezTo>
                  <a:pt x="29563" y="9520"/>
                  <a:pt x="30565" y="6263"/>
                  <a:pt x="32820" y="3758"/>
                </a:cubicBezTo>
                <a:cubicBezTo>
                  <a:pt x="35075" y="1253"/>
                  <a:pt x="37831" y="0"/>
                  <a:pt x="41338" y="0"/>
                </a:cubicBezTo>
                <a:cubicBezTo>
                  <a:pt x="44595" y="0"/>
                  <a:pt x="47602" y="1503"/>
                  <a:pt x="50107" y="4259"/>
                </a:cubicBezTo>
                <a:cubicBezTo>
                  <a:pt x="52612" y="7015"/>
                  <a:pt x="53865" y="10272"/>
                  <a:pt x="53865" y="13779"/>
                </a:cubicBezTo>
                <a:close/>
                <a:moveTo>
                  <a:pt x="43343" y="135289"/>
                </a:moveTo>
                <a:lnTo>
                  <a:pt x="46599" y="138045"/>
                </a:lnTo>
                <a:cubicBezTo>
                  <a:pt x="39584" y="149068"/>
                  <a:pt x="33572" y="156334"/>
                  <a:pt x="28811" y="160342"/>
                </a:cubicBezTo>
                <a:cubicBezTo>
                  <a:pt x="23801" y="164351"/>
                  <a:pt x="18289" y="166355"/>
                  <a:pt x="12276" y="166355"/>
                </a:cubicBezTo>
                <a:cubicBezTo>
                  <a:pt x="4009" y="166355"/>
                  <a:pt x="0" y="161845"/>
                  <a:pt x="0" y="152826"/>
                </a:cubicBezTo>
                <a:cubicBezTo>
                  <a:pt x="0" y="148066"/>
                  <a:pt x="1754" y="138796"/>
                  <a:pt x="5512" y="125017"/>
                </a:cubicBezTo>
                <a:lnTo>
                  <a:pt x="17537" y="80672"/>
                </a:lnTo>
                <a:cubicBezTo>
                  <a:pt x="19041" y="75411"/>
                  <a:pt x="19792" y="71653"/>
                  <a:pt x="19792" y="69649"/>
                </a:cubicBezTo>
                <a:cubicBezTo>
                  <a:pt x="19792" y="67143"/>
                  <a:pt x="18790" y="65640"/>
                  <a:pt x="16786" y="64888"/>
                </a:cubicBezTo>
                <a:cubicBezTo>
                  <a:pt x="14782" y="64387"/>
                  <a:pt x="10522" y="63886"/>
                  <a:pt x="3758" y="63636"/>
                </a:cubicBezTo>
                <a:lnTo>
                  <a:pt x="3758" y="59627"/>
                </a:lnTo>
                <a:cubicBezTo>
                  <a:pt x="11274" y="59126"/>
                  <a:pt x="24803" y="56871"/>
                  <a:pt x="43844" y="53364"/>
                </a:cubicBezTo>
                <a:lnTo>
                  <a:pt x="44846" y="54116"/>
                </a:lnTo>
                <a:lnTo>
                  <a:pt x="21295" y="140049"/>
                </a:lnTo>
                <a:cubicBezTo>
                  <a:pt x="19542" y="145811"/>
                  <a:pt x="18790" y="149569"/>
                  <a:pt x="18790" y="151072"/>
                </a:cubicBezTo>
                <a:cubicBezTo>
                  <a:pt x="18790" y="153578"/>
                  <a:pt x="19792" y="154830"/>
                  <a:pt x="22298" y="154830"/>
                </a:cubicBezTo>
                <a:cubicBezTo>
                  <a:pt x="26306" y="154830"/>
                  <a:pt x="33321" y="148317"/>
                  <a:pt x="43343" y="135289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55768-07F0-4278-B0D6-26DEF54F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147" y="2417770"/>
            <a:ext cx="95454" cy="127272"/>
          </a:xfrm>
          <a:custGeom xmlns:a="http://schemas.openxmlformats.org/drawingml/2006/main">
            <a:pathLst>
              <a:path w="95454" h="127272">
                <a:moveTo>
                  <a:pt x="95454" y="2756"/>
                </a:moveTo>
                <a:lnTo>
                  <a:pt x="23049" y="88940"/>
                </a:lnTo>
                <a:cubicBezTo>
                  <a:pt x="30565" y="90694"/>
                  <a:pt x="36328" y="92698"/>
                  <a:pt x="40086" y="95203"/>
                </a:cubicBezTo>
                <a:cubicBezTo>
                  <a:pt x="43844" y="97709"/>
                  <a:pt x="48103" y="102469"/>
                  <a:pt x="53113" y="109484"/>
                </a:cubicBezTo>
                <a:cubicBezTo>
                  <a:pt x="58625" y="117751"/>
                  <a:pt x="64638" y="122010"/>
                  <a:pt x="70651" y="122010"/>
                </a:cubicBezTo>
                <a:cubicBezTo>
                  <a:pt x="75160" y="122010"/>
                  <a:pt x="77415" y="120758"/>
                  <a:pt x="77415" y="118252"/>
                </a:cubicBezTo>
                <a:cubicBezTo>
                  <a:pt x="77415" y="117250"/>
                  <a:pt x="76914" y="115998"/>
                  <a:pt x="76163" y="114494"/>
                </a:cubicBezTo>
                <a:cubicBezTo>
                  <a:pt x="74659" y="111738"/>
                  <a:pt x="74158" y="109484"/>
                  <a:pt x="74158" y="107479"/>
                </a:cubicBezTo>
                <a:cubicBezTo>
                  <a:pt x="74158" y="105475"/>
                  <a:pt x="75160" y="103721"/>
                  <a:pt x="76914" y="101968"/>
                </a:cubicBezTo>
                <a:cubicBezTo>
                  <a:pt x="78417" y="100214"/>
                  <a:pt x="80422" y="99212"/>
                  <a:pt x="82426" y="99212"/>
                </a:cubicBezTo>
                <a:cubicBezTo>
                  <a:pt x="84931" y="99212"/>
                  <a:pt x="87186" y="100214"/>
                  <a:pt x="88689" y="101717"/>
                </a:cubicBezTo>
                <a:cubicBezTo>
                  <a:pt x="90193" y="103471"/>
                  <a:pt x="91195" y="105726"/>
                  <a:pt x="91195" y="108231"/>
                </a:cubicBezTo>
                <a:cubicBezTo>
                  <a:pt x="91195" y="113242"/>
                  <a:pt x="88940" y="117751"/>
                  <a:pt x="84681" y="121509"/>
                </a:cubicBezTo>
                <a:cubicBezTo>
                  <a:pt x="80171" y="125267"/>
                  <a:pt x="74659" y="127272"/>
                  <a:pt x="67895" y="127272"/>
                </a:cubicBezTo>
                <a:cubicBezTo>
                  <a:pt x="60880" y="127272"/>
                  <a:pt x="51360" y="123514"/>
                  <a:pt x="39584" y="116248"/>
                </a:cubicBezTo>
                <a:cubicBezTo>
                  <a:pt x="28060" y="109233"/>
                  <a:pt x="19291" y="105976"/>
                  <a:pt x="13278" y="105976"/>
                </a:cubicBezTo>
                <a:cubicBezTo>
                  <a:pt x="9270" y="105976"/>
                  <a:pt x="5512" y="107229"/>
                  <a:pt x="2004" y="110235"/>
                </a:cubicBezTo>
                <a:lnTo>
                  <a:pt x="0" y="107980"/>
                </a:lnTo>
                <a:lnTo>
                  <a:pt x="77415" y="15032"/>
                </a:lnTo>
                <a:lnTo>
                  <a:pt x="43343" y="15032"/>
                </a:lnTo>
                <a:cubicBezTo>
                  <a:pt x="36578" y="15032"/>
                  <a:pt x="31818" y="16034"/>
                  <a:pt x="28811" y="18039"/>
                </a:cubicBezTo>
                <a:cubicBezTo>
                  <a:pt x="25805" y="20043"/>
                  <a:pt x="23049" y="24051"/>
                  <a:pt x="20544" y="30064"/>
                </a:cubicBezTo>
                <a:lnTo>
                  <a:pt x="16535" y="29062"/>
                </a:lnTo>
                <a:lnTo>
                  <a:pt x="24552" y="0"/>
                </a:lnTo>
                <a:lnTo>
                  <a:pt x="95454" y="0"/>
                </a:lnTo>
                <a:lnTo>
                  <a:pt x="95454" y="2756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3745F-5FC2-4EA0-85D7-03859AE7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115" y="2414513"/>
            <a:ext cx="114995" cy="112991"/>
          </a:xfrm>
          <a:custGeom xmlns:a="http://schemas.openxmlformats.org/drawingml/2006/main">
            <a:pathLst>
              <a:path w="114995" h="112991">
                <a:moveTo>
                  <a:pt x="111738" y="82676"/>
                </a:moveTo>
                <a:lnTo>
                  <a:pt x="114995" y="85432"/>
                </a:lnTo>
                <a:cubicBezTo>
                  <a:pt x="105475" y="96957"/>
                  <a:pt x="98711" y="104222"/>
                  <a:pt x="94201" y="107730"/>
                </a:cubicBezTo>
                <a:cubicBezTo>
                  <a:pt x="89691" y="110987"/>
                  <a:pt x="85182" y="112741"/>
                  <a:pt x="80171" y="112741"/>
                </a:cubicBezTo>
                <a:cubicBezTo>
                  <a:pt x="73407" y="112741"/>
                  <a:pt x="70150" y="109484"/>
                  <a:pt x="70150" y="102719"/>
                </a:cubicBezTo>
                <a:cubicBezTo>
                  <a:pt x="70150" y="98711"/>
                  <a:pt x="71903" y="88940"/>
                  <a:pt x="75912" y="73908"/>
                </a:cubicBezTo>
                <a:cubicBezTo>
                  <a:pt x="66392" y="87938"/>
                  <a:pt x="57874" y="97959"/>
                  <a:pt x="50107" y="103972"/>
                </a:cubicBezTo>
                <a:cubicBezTo>
                  <a:pt x="42090" y="109985"/>
                  <a:pt x="33822" y="112991"/>
                  <a:pt x="25053" y="112991"/>
                </a:cubicBezTo>
                <a:cubicBezTo>
                  <a:pt x="17537" y="112991"/>
                  <a:pt x="11525" y="110486"/>
                  <a:pt x="7015" y="105475"/>
                </a:cubicBezTo>
                <a:cubicBezTo>
                  <a:pt x="2255" y="100464"/>
                  <a:pt x="0" y="93449"/>
                  <a:pt x="0" y="84180"/>
                </a:cubicBezTo>
                <a:cubicBezTo>
                  <a:pt x="0" y="71653"/>
                  <a:pt x="3507" y="58625"/>
                  <a:pt x="10773" y="45347"/>
                </a:cubicBezTo>
                <a:cubicBezTo>
                  <a:pt x="18039" y="32319"/>
                  <a:pt x="27308" y="21295"/>
                  <a:pt x="38582" y="12777"/>
                </a:cubicBezTo>
                <a:cubicBezTo>
                  <a:pt x="49606" y="4259"/>
                  <a:pt x="60629" y="0"/>
                  <a:pt x="71653" y="0"/>
                </a:cubicBezTo>
                <a:cubicBezTo>
                  <a:pt x="82676" y="0"/>
                  <a:pt x="89441" y="5011"/>
                  <a:pt x="91696" y="14531"/>
                </a:cubicBezTo>
                <a:lnTo>
                  <a:pt x="94452" y="2505"/>
                </a:lnTo>
                <a:lnTo>
                  <a:pt x="95203" y="1754"/>
                </a:lnTo>
                <a:lnTo>
                  <a:pt x="110486" y="0"/>
                </a:lnTo>
                <a:lnTo>
                  <a:pt x="112240" y="752"/>
                </a:lnTo>
                <a:cubicBezTo>
                  <a:pt x="111989" y="1503"/>
                  <a:pt x="111488" y="3257"/>
                  <a:pt x="110736" y="6013"/>
                </a:cubicBezTo>
                <a:cubicBezTo>
                  <a:pt x="95704" y="60128"/>
                  <a:pt x="88439" y="90443"/>
                  <a:pt x="88439" y="96957"/>
                </a:cubicBezTo>
                <a:cubicBezTo>
                  <a:pt x="88439" y="99212"/>
                  <a:pt x="89441" y="100214"/>
                  <a:pt x="91946" y="100214"/>
                </a:cubicBezTo>
                <a:cubicBezTo>
                  <a:pt x="94452" y="100214"/>
                  <a:pt x="98711" y="96957"/>
                  <a:pt x="104974" y="89942"/>
                </a:cubicBezTo>
                <a:lnTo>
                  <a:pt x="111738" y="82676"/>
                </a:lnTo>
                <a:close/>
                <a:moveTo>
                  <a:pt x="87186" y="20043"/>
                </a:moveTo>
                <a:cubicBezTo>
                  <a:pt x="87186" y="15784"/>
                  <a:pt x="85933" y="12276"/>
                  <a:pt x="83428" y="9520"/>
                </a:cubicBezTo>
                <a:cubicBezTo>
                  <a:pt x="80923" y="7015"/>
                  <a:pt x="77415" y="5512"/>
                  <a:pt x="73156" y="5512"/>
                </a:cubicBezTo>
                <a:cubicBezTo>
                  <a:pt x="61632" y="5512"/>
                  <a:pt x="50859" y="13278"/>
                  <a:pt x="40336" y="28561"/>
                </a:cubicBezTo>
                <a:cubicBezTo>
                  <a:pt x="34824" y="36829"/>
                  <a:pt x="30064" y="45848"/>
                  <a:pt x="26557" y="55869"/>
                </a:cubicBezTo>
                <a:cubicBezTo>
                  <a:pt x="22799" y="65891"/>
                  <a:pt x="21045" y="74910"/>
                  <a:pt x="21045" y="82426"/>
                </a:cubicBezTo>
                <a:cubicBezTo>
                  <a:pt x="21045" y="94953"/>
                  <a:pt x="26056" y="100966"/>
                  <a:pt x="36077" y="100966"/>
                </a:cubicBezTo>
                <a:cubicBezTo>
                  <a:pt x="45848" y="100966"/>
                  <a:pt x="56370" y="92948"/>
                  <a:pt x="67895" y="76413"/>
                </a:cubicBezTo>
                <a:cubicBezTo>
                  <a:pt x="80672" y="57874"/>
                  <a:pt x="87186" y="39083"/>
                  <a:pt x="87186" y="2004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5629D-1411-4132-9DB6-1A222761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894" y="2388207"/>
            <a:ext cx="64638" cy="139297"/>
          </a:xfrm>
          <a:custGeom xmlns:a="http://schemas.openxmlformats.org/drawingml/2006/main">
            <a:pathLst>
              <a:path w="64638" h="139297">
                <a:moveTo>
                  <a:pt x="64638" y="29563"/>
                </a:moveTo>
                <a:lnTo>
                  <a:pt x="63385" y="37580"/>
                </a:lnTo>
                <a:lnTo>
                  <a:pt x="42340" y="37580"/>
                </a:lnTo>
                <a:lnTo>
                  <a:pt x="20544" y="119756"/>
                </a:lnTo>
                <a:cubicBezTo>
                  <a:pt x="20043" y="121259"/>
                  <a:pt x="20043" y="122261"/>
                  <a:pt x="20043" y="123263"/>
                </a:cubicBezTo>
                <a:cubicBezTo>
                  <a:pt x="20043" y="126019"/>
                  <a:pt x="21295" y="127272"/>
                  <a:pt x="23801" y="127272"/>
                </a:cubicBezTo>
                <a:cubicBezTo>
                  <a:pt x="25805" y="127272"/>
                  <a:pt x="28060" y="126019"/>
                  <a:pt x="30816" y="123514"/>
                </a:cubicBezTo>
                <a:cubicBezTo>
                  <a:pt x="33321" y="121008"/>
                  <a:pt x="37831" y="115497"/>
                  <a:pt x="44094" y="107479"/>
                </a:cubicBezTo>
                <a:lnTo>
                  <a:pt x="47351" y="109233"/>
                </a:lnTo>
                <a:cubicBezTo>
                  <a:pt x="39584" y="121008"/>
                  <a:pt x="33321" y="129025"/>
                  <a:pt x="28310" y="133034"/>
                </a:cubicBezTo>
                <a:cubicBezTo>
                  <a:pt x="23300" y="137043"/>
                  <a:pt x="17788" y="139297"/>
                  <a:pt x="11525" y="139297"/>
                </a:cubicBezTo>
                <a:cubicBezTo>
                  <a:pt x="3758" y="139297"/>
                  <a:pt x="0" y="136291"/>
                  <a:pt x="0" y="130278"/>
                </a:cubicBezTo>
                <a:cubicBezTo>
                  <a:pt x="0" y="128775"/>
                  <a:pt x="1253" y="122511"/>
                  <a:pt x="4009" y="111738"/>
                </a:cubicBezTo>
                <a:lnTo>
                  <a:pt x="23550" y="37580"/>
                </a:lnTo>
                <a:lnTo>
                  <a:pt x="4760" y="37580"/>
                </a:lnTo>
                <a:lnTo>
                  <a:pt x="4510" y="36077"/>
                </a:lnTo>
                <a:cubicBezTo>
                  <a:pt x="4510" y="33071"/>
                  <a:pt x="7266" y="31066"/>
                  <a:pt x="12777" y="29814"/>
                </a:cubicBezTo>
                <a:cubicBezTo>
                  <a:pt x="16786" y="28811"/>
                  <a:pt x="22298" y="25805"/>
                  <a:pt x="29313" y="20293"/>
                </a:cubicBezTo>
                <a:cubicBezTo>
                  <a:pt x="36077" y="14782"/>
                  <a:pt x="41589" y="8769"/>
                  <a:pt x="46098" y="2255"/>
                </a:cubicBezTo>
                <a:cubicBezTo>
                  <a:pt x="47101" y="752"/>
                  <a:pt x="48103" y="0"/>
                  <a:pt x="49606" y="0"/>
                </a:cubicBezTo>
                <a:cubicBezTo>
                  <a:pt x="51109" y="0"/>
                  <a:pt x="51861" y="752"/>
                  <a:pt x="51861" y="2004"/>
                </a:cubicBezTo>
                <a:cubicBezTo>
                  <a:pt x="51861" y="3006"/>
                  <a:pt x="51610" y="3507"/>
                  <a:pt x="51610" y="3758"/>
                </a:cubicBezTo>
                <a:lnTo>
                  <a:pt x="44595" y="29563"/>
                </a:lnTo>
                <a:lnTo>
                  <a:pt x="64638" y="29563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F4A8B-0182-4D77-A780-F207BA88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299" y="2361149"/>
            <a:ext cx="53865" cy="166355"/>
          </a:xfrm>
          <a:custGeom xmlns:a="http://schemas.openxmlformats.org/drawingml/2006/main">
            <a:pathLst>
              <a:path w="53865" h="166355">
                <a:moveTo>
                  <a:pt x="53865" y="13779"/>
                </a:moveTo>
                <a:cubicBezTo>
                  <a:pt x="53865" y="17287"/>
                  <a:pt x="52612" y="20293"/>
                  <a:pt x="50107" y="22799"/>
                </a:cubicBezTo>
                <a:cubicBezTo>
                  <a:pt x="47602" y="25304"/>
                  <a:pt x="44846" y="26557"/>
                  <a:pt x="41589" y="26557"/>
                </a:cubicBezTo>
                <a:cubicBezTo>
                  <a:pt x="37831" y="26557"/>
                  <a:pt x="34824" y="25555"/>
                  <a:pt x="32820" y="23049"/>
                </a:cubicBezTo>
                <a:cubicBezTo>
                  <a:pt x="30565" y="20544"/>
                  <a:pt x="29563" y="17287"/>
                  <a:pt x="29563" y="13278"/>
                </a:cubicBezTo>
                <a:cubicBezTo>
                  <a:pt x="29563" y="9520"/>
                  <a:pt x="30565" y="6263"/>
                  <a:pt x="32820" y="3758"/>
                </a:cubicBezTo>
                <a:cubicBezTo>
                  <a:pt x="35075" y="1253"/>
                  <a:pt x="37831" y="0"/>
                  <a:pt x="41338" y="0"/>
                </a:cubicBezTo>
                <a:cubicBezTo>
                  <a:pt x="44595" y="0"/>
                  <a:pt x="47602" y="1503"/>
                  <a:pt x="50107" y="4259"/>
                </a:cubicBezTo>
                <a:cubicBezTo>
                  <a:pt x="52612" y="7015"/>
                  <a:pt x="53865" y="10272"/>
                  <a:pt x="53865" y="13779"/>
                </a:cubicBezTo>
                <a:close/>
                <a:moveTo>
                  <a:pt x="43343" y="135289"/>
                </a:moveTo>
                <a:lnTo>
                  <a:pt x="46599" y="138045"/>
                </a:lnTo>
                <a:cubicBezTo>
                  <a:pt x="39584" y="149068"/>
                  <a:pt x="33572" y="156334"/>
                  <a:pt x="28811" y="160342"/>
                </a:cubicBezTo>
                <a:cubicBezTo>
                  <a:pt x="23801" y="164351"/>
                  <a:pt x="18289" y="166355"/>
                  <a:pt x="12276" y="166355"/>
                </a:cubicBezTo>
                <a:cubicBezTo>
                  <a:pt x="4009" y="166355"/>
                  <a:pt x="0" y="161845"/>
                  <a:pt x="0" y="152826"/>
                </a:cubicBezTo>
                <a:cubicBezTo>
                  <a:pt x="0" y="148066"/>
                  <a:pt x="1754" y="138796"/>
                  <a:pt x="5512" y="125017"/>
                </a:cubicBezTo>
                <a:lnTo>
                  <a:pt x="17537" y="80672"/>
                </a:lnTo>
                <a:cubicBezTo>
                  <a:pt x="19041" y="75411"/>
                  <a:pt x="19792" y="71653"/>
                  <a:pt x="19792" y="69649"/>
                </a:cubicBezTo>
                <a:cubicBezTo>
                  <a:pt x="19792" y="67143"/>
                  <a:pt x="18790" y="65640"/>
                  <a:pt x="16786" y="64888"/>
                </a:cubicBezTo>
                <a:cubicBezTo>
                  <a:pt x="14782" y="64387"/>
                  <a:pt x="10522" y="63886"/>
                  <a:pt x="3758" y="63636"/>
                </a:cubicBezTo>
                <a:lnTo>
                  <a:pt x="3758" y="59627"/>
                </a:lnTo>
                <a:cubicBezTo>
                  <a:pt x="11274" y="59126"/>
                  <a:pt x="24803" y="56871"/>
                  <a:pt x="43844" y="53364"/>
                </a:cubicBezTo>
                <a:lnTo>
                  <a:pt x="44846" y="54116"/>
                </a:lnTo>
                <a:lnTo>
                  <a:pt x="21295" y="140049"/>
                </a:lnTo>
                <a:cubicBezTo>
                  <a:pt x="19542" y="145811"/>
                  <a:pt x="18790" y="149569"/>
                  <a:pt x="18790" y="151072"/>
                </a:cubicBezTo>
                <a:cubicBezTo>
                  <a:pt x="18790" y="153578"/>
                  <a:pt x="19792" y="154830"/>
                  <a:pt x="22298" y="154830"/>
                </a:cubicBezTo>
                <a:cubicBezTo>
                  <a:pt x="26306" y="154830"/>
                  <a:pt x="33321" y="148317"/>
                  <a:pt x="43343" y="135289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142B9-1B17-4D50-A688-ED6F7770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436" y="2414513"/>
            <a:ext cx="110486" cy="112991"/>
          </a:xfrm>
          <a:custGeom xmlns:a="http://schemas.openxmlformats.org/drawingml/2006/main">
            <a:pathLst>
              <a:path w="110486" h="112991">
                <a:moveTo>
                  <a:pt x="110486" y="35075"/>
                </a:moveTo>
                <a:cubicBezTo>
                  <a:pt x="110486" y="44595"/>
                  <a:pt x="107980" y="54617"/>
                  <a:pt x="103220" y="64888"/>
                </a:cubicBezTo>
                <a:cubicBezTo>
                  <a:pt x="98460" y="75160"/>
                  <a:pt x="91946" y="84430"/>
                  <a:pt x="83929" y="92447"/>
                </a:cubicBezTo>
                <a:cubicBezTo>
                  <a:pt x="69899" y="106227"/>
                  <a:pt x="54366" y="112991"/>
                  <a:pt x="36829" y="112991"/>
                </a:cubicBezTo>
                <a:cubicBezTo>
                  <a:pt x="25053" y="112991"/>
                  <a:pt x="16034" y="109985"/>
                  <a:pt x="9520" y="103972"/>
                </a:cubicBezTo>
                <a:cubicBezTo>
                  <a:pt x="3006" y="97959"/>
                  <a:pt x="0" y="89441"/>
                  <a:pt x="0" y="78417"/>
                </a:cubicBezTo>
                <a:cubicBezTo>
                  <a:pt x="0" y="64638"/>
                  <a:pt x="4009" y="51109"/>
                  <a:pt x="12527" y="37831"/>
                </a:cubicBezTo>
                <a:cubicBezTo>
                  <a:pt x="21045" y="24803"/>
                  <a:pt x="31818" y="14531"/>
                  <a:pt x="45096" y="7516"/>
                </a:cubicBezTo>
                <a:cubicBezTo>
                  <a:pt x="54366" y="2505"/>
                  <a:pt x="64387" y="0"/>
                  <a:pt x="75160" y="0"/>
                </a:cubicBezTo>
                <a:cubicBezTo>
                  <a:pt x="85432" y="0"/>
                  <a:pt x="93951" y="3257"/>
                  <a:pt x="100464" y="9520"/>
                </a:cubicBezTo>
                <a:cubicBezTo>
                  <a:pt x="106978" y="15784"/>
                  <a:pt x="110486" y="24302"/>
                  <a:pt x="110486" y="35075"/>
                </a:cubicBezTo>
                <a:close/>
                <a:moveTo>
                  <a:pt x="89441" y="28811"/>
                </a:moveTo>
                <a:cubicBezTo>
                  <a:pt x="89441" y="21295"/>
                  <a:pt x="87687" y="15533"/>
                  <a:pt x="84681" y="11525"/>
                </a:cubicBezTo>
                <a:cubicBezTo>
                  <a:pt x="81424" y="7516"/>
                  <a:pt x="77165" y="5261"/>
                  <a:pt x="71653" y="5261"/>
                </a:cubicBezTo>
                <a:cubicBezTo>
                  <a:pt x="60379" y="5261"/>
                  <a:pt x="49606" y="13028"/>
                  <a:pt x="39584" y="28060"/>
                </a:cubicBezTo>
                <a:cubicBezTo>
                  <a:pt x="27058" y="47101"/>
                  <a:pt x="21045" y="66141"/>
                  <a:pt x="21045" y="85182"/>
                </a:cubicBezTo>
                <a:cubicBezTo>
                  <a:pt x="21045" y="92698"/>
                  <a:pt x="22799" y="98210"/>
                  <a:pt x="26306" y="102218"/>
                </a:cubicBezTo>
                <a:cubicBezTo>
                  <a:pt x="29814" y="106227"/>
                  <a:pt x="34574" y="107980"/>
                  <a:pt x="40587" y="107980"/>
                </a:cubicBezTo>
                <a:cubicBezTo>
                  <a:pt x="50608" y="107980"/>
                  <a:pt x="60880" y="101216"/>
                  <a:pt x="70901" y="87186"/>
                </a:cubicBezTo>
                <a:cubicBezTo>
                  <a:pt x="76413" y="79670"/>
                  <a:pt x="80923" y="70400"/>
                  <a:pt x="84430" y="59627"/>
                </a:cubicBezTo>
                <a:cubicBezTo>
                  <a:pt x="87687" y="48854"/>
                  <a:pt x="89441" y="38582"/>
                  <a:pt x="89441" y="28811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D15FF-8A98-4D1C-A8FC-E54C2C9B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46" y="2414513"/>
            <a:ext cx="115246" cy="112490"/>
          </a:xfrm>
          <a:custGeom xmlns:a="http://schemas.openxmlformats.org/drawingml/2006/main">
            <a:pathLst>
              <a:path w="115246" h="112490">
                <a:moveTo>
                  <a:pt x="111738" y="81173"/>
                </a:moveTo>
                <a:lnTo>
                  <a:pt x="115246" y="84430"/>
                </a:lnTo>
                <a:cubicBezTo>
                  <a:pt x="106728" y="96205"/>
                  <a:pt x="100214" y="103721"/>
                  <a:pt x="95704" y="107229"/>
                </a:cubicBezTo>
                <a:cubicBezTo>
                  <a:pt x="91195" y="110736"/>
                  <a:pt x="85933" y="112490"/>
                  <a:pt x="80171" y="112490"/>
                </a:cubicBezTo>
                <a:cubicBezTo>
                  <a:pt x="76664" y="112490"/>
                  <a:pt x="73908" y="111237"/>
                  <a:pt x="71653" y="109233"/>
                </a:cubicBezTo>
                <a:cubicBezTo>
                  <a:pt x="69398" y="107229"/>
                  <a:pt x="68396" y="103721"/>
                  <a:pt x="68396" y="99212"/>
                </a:cubicBezTo>
                <a:cubicBezTo>
                  <a:pt x="68396" y="96706"/>
                  <a:pt x="69649" y="90443"/>
                  <a:pt x="72405" y="80422"/>
                </a:cubicBezTo>
                <a:lnTo>
                  <a:pt x="83428" y="39835"/>
                </a:lnTo>
                <a:cubicBezTo>
                  <a:pt x="85683" y="30816"/>
                  <a:pt x="86936" y="24302"/>
                  <a:pt x="86936" y="20043"/>
                </a:cubicBezTo>
                <a:cubicBezTo>
                  <a:pt x="86936" y="15283"/>
                  <a:pt x="84931" y="12777"/>
                  <a:pt x="80923" y="12777"/>
                </a:cubicBezTo>
                <a:cubicBezTo>
                  <a:pt x="75912" y="12777"/>
                  <a:pt x="70651" y="15784"/>
                  <a:pt x="64888" y="21546"/>
                </a:cubicBezTo>
                <a:cubicBezTo>
                  <a:pt x="59126" y="27308"/>
                  <a:pt x="52111" y="36328"/>
                  <a:pt x="43844" y="48353"/>
                </a:cubicBezTo>
                <a:cubicBezTo>
                  <a:pt x="38332" y="56621"/>
                  <a:pt x="34073" y="63886"/>
                  <a:pt x="31567" y="70400"/>
                </a:cubicBezTo>
                <a:cubicBezTo>
                  <a:pt x="29062" y="76914"/>
                  <a:pt x="24803" y="90443"/>
                  <a:pt x="18790" y="110486"/>
                </a:cubicBezTo>
                <a:lnTo>
                  <a:pt x="0" y="110486"/>
                </a:lnTo>
                <a:lnTo>
                  <a:pt x="24051" y="22799"/>
                </a:lnTo>
                <a:cubicBezTo>
                  <a:pt x="24302" y="21295"/>
                  <a:pt x="24552" y="19792"/>
                  <a:pt x="24552" y="18540"/>
                </a:cubicBezTo>
                <a:cubicBezTo>
                  <a:pt x="24552" y="16034"/>
                  <a:pt x="23300" y="14531"/>
                  <a:pt x="21045" y="13529"/>
                </a:cubicBezTo>
                <a:cubicBezTo>
                  <a:pt x="18790" y="12527"/>
                  <a:pt x="14531" y="12026"/>
                  <a:pt x="8268" y="11775"/>
                </a:cubicBezTo>
                <a:lnTo>
                  <a:pt x="8268" y="7767"/>
                </a:lnTo>
                <a:cubicBezTo>
                  <a:pt x="14782" y="6514"/>
                  <a:pt x="22047" y="5261"/>
                  <a:pt x="30064" y="3758"/>
                </a:cubicBezTo>
                <a:cubicBezTo>
                  <a:pt x="38081" y="2255"/>
                  <a:pt x="44345" y="1002"/>
                  <a:pt x="48854" y="0"/>
                </a:cubicBezTo>
                <a:lnTo>
                  <a:pt x="49856" y="501"/>
                </a:lnTo>
                <a:lnTo>
                  <a:pt x="33071" y="55118"/>
                </a:lnTo>
                <a:cubicBezTo>
                  <a:pt x="45347" y="35576"/>
                  <a:pt x="56120" y="21295"/>
                  <a:pt x="65139" y="12777"/>
                </a:cubicBezTo>
                <a:cubicBezTo>
                  <a:pt x="74158" y="4259"/>
                  <a:pt x="82676" y="0"/>
                  <a:pt x="90944" y="0"/>
                </a:cubicBezTo>
                <a:cubicBezTo>
                  <a:pt x="95955" y="0"/>
                  <a:pt x="99963" y="1503"/>
                  <a:pt x="102970" y="4259"/>
                </a:cubicBezTo>
                <a:cubicBezTo>
                  <a:pt x="105726" y="7015"/>
                  <a:pt x="107229" y="10773"/>
                  <a:pt x="107229" y="15283"/>
                </a:cubicBezTo>
                <a:cubicBezTo>
                  <a:pt x="107229" y="19542"/>
                  <a:pt x="106227" y="24552"/>
                  <a:pt x="104724" y="30315"/>
                </a:cubicBezTo>
                <a:lnTo>
                  <a:pt x="90694" y="81173"/>
                </a:lnTo>
                <a:cubicBezTo>
                  <a:pt x="88188" y="89691"/>
                  <a:pt x="87186" y="94702"/>
                  <a:pt x="87186" y="96456"/>
                </a:cubicBezTo>
                <a:cubicBezTo>
                  <a:pt x="87186" y="99462"/>
                  <a:pt x="88439" y="100966"/>
                  <a:pt x="91195" y="100966"/>
                </a:cubicBezTo>
                <a:cubicBezTo>
                  <a:pt x="94201" y="100966"/>
                  <a:pt x="99462" y="96706"/>
                  <a:pt x="106477" y="87687"/>
                </a:cubicBezTo>
                <a:cubicBezTo>
                  <a:pt x="107479" y="86434"/>
                  <a:pt x="109233" y="84180"/>
                  <a:pt x="111738" y="8117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76D71-F412-4736-9860-34FCA43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627" y="2671224"/>
            <a:ext cx="91946" cy="110486"/>
          </a:xfrm>
          <a:custGeom xmlns:a="http://schemas.openxmlformats.org/drawingml/2006/main">
            <a:pathLst>
              <a:path w="91946" h="110486">
                <a:moveTo>
                  <a:pt x="32820" y="54617"/>
                </a:moveTo>
                <a:lnTo>
                  <a:pt x="36829" y="45848"/>
                </a:lnTo>
                <a:cubicBezTo>
                  <a:pt x="42340" y="33321"/>
                  <a:pt x="50357" y="21797"/>
                  <a:pt x="60379" y="11274"/>
                </a:cubicBezTo>
                <a:cubicBezTo>
                  <a:pt x="67394" y="3758"/>
                  <a:pt x="74158" y="0"/>
                  <a:pt x="80171" y="0"/>
                </a:cubicBezTo>
                <a:cubicBezTo>
                  <a:pt x="83679" y="0"/>
                  <a:pt x="86434" y="1253"/>
                  <a:pt x="88689" y="3507"/>
                </a:cubicBezTo>
                <a:cubicBezTo>
                  <a:pt x="90694" y="6013"/>
                  <a:pt x="91946" y="9019"/>
                  <a:pt x="91946" y="12777"/>
                </a:cubicBezTo>
                <a:cubicBezTo>
                  <a:pt x="91946" y="16786"/>
                  <a:pt x="90694" y="20043"/>
                  <a:pt x="88689" y="22548"/>
                </a:cubicBezTo>
                <a:cubicBezTo>
                  <a:pt x="86685" y="25053"/>
                  <a:pt x="83679" y="26306"/>
                  <a:pt x="80171" y="26306"/>
                </a:cubicBezTo>
                <a:cubicBezTo>
                  <a:pt x="76914" y="26306"/>
                  <a:pt x="73908" y="24302"/>
                  <a:pt x="71402" y="19792"/>
                </a:cubicBezTo>
                <a:cubicBezTo>
                  <a:pt x="69899" y="17537"/>
                  <a:pt x="68647" y="16285"/>
                  <a:pt x="67394" y="16285"/>
                </a:cubicBezTo>
                <a:cubicBezTo>
                  <a:pt x="62884" y="16285"/>
                  <a:pt x="55869" y="24302"/>
                  <a:pt x="46850" y="39835"/>
                </a:cubicBezTo>
                <a:cubicBezTo>
                  <a:pt x="41088" y="49606"/>
                  <a:pt x="36578" y="58876"/>
                  <a:pt x="33071" y="67394"/>
                </a:cubicBezTo>
                <a:cubicBezTo>
                  <a:pt x="29563" y="75912"/>
                  <a:pt x="25053" y="90443"/>
                  <a:pt x="19041" y="110486"/>
                </a:cubicBezTo>
                <a:lnTo>
                  <a:pt x="0" y="110486"/>
                </a:lnTo>
                <a:lnTo>
                  <a:pt x="20293" y="37330"/>
                </a:lnTo>
                <a:cubicBezTo>
                  <a:pt x="22799" y="27559"/>
                  <a:pt x="24302" y="20794"/>
                  <a:pt x="24302" y="16786"/>
                </a:cubicBezTo>
                <a:cubicBezTo>
                  <a:pt x="24302" y="12527"/>
                  <a:pt x="21045" y="10272"/>
                  <a:pt x="14782" y="10272"/>
                </a:cubicBezTo>
                <a:cubicBezTo>
                  <a:pt x="13278" y="10272"/>
                  <a:pt x="10773" y="10522"/>
                  <a:pt x="7015" y="11024"/>
                </a:cubicBezTo>
                <a:lnTo>
                  <a:pt x="7015" y="6764"/>
                </a:lnTo>
                <a:lnTo>
                  <a:pt x="45848" y="0"/>
                </a:lnTo>
                <a:lnTo>
                  <a:pt x="46599" y="501"/>
                </a:lnTo>
                <a:lnTo>
                  <a:pt x="32820" y="54617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3181E-7BE9-4EA4-8DD2-F700F01B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78" y="2671224"/>
            <a:ext cx="95454" cy="112991"/>
          </a:xfrm>
          <a:custGeom xmlns:a="http://schemas.openxmlformats.org/drawingml/2006/main">
            <a:pathLst>
              <a:path w="95454" h="112991">
                <a:moveTo>
                  <a:pt x="81925" y="83178"/>
                </a:moveTo>
                <a:lnTo>
                  <a:pt x="84931" y="86184"/>
                </a:lnTo>
                <a:cubicBezTo>
                  <a:pt x="70150" y="104222"/>
                  <a:pt x="53113" y="112991"/>
                  <a:pt x="33822" y="112991"/>
                </a:cubicBezTo>
                <a:cubicBezTo>
                  <a:pt x="23550" y="112991"/>
                  <a:pt x="15283" y="109985"/>
                  <a:pt x="9270" y="103721"/>
                </a:cubicBezTo>
                <a:cubicBezTo>
                  <a:pt x="3006" y="97709"/>
                  <a:pt x="0" y="89441"/>
                  <a:pt x="0" y="78918"/>
                </a:cubicBezTo>
                <a:cubicBezTo>
                  <a:pt x="0" y="59377"/>
                  <a:pt x="7767" y="41338"/>
                  <a:pt x="23300" y="24803"/>
                </a:cubicBezTo>
                <a:cubicBezTo>
                  <a:pt x="38833" y="8268"/>
                  <a:pt x="56120" y="0"/>
                  <a:pt x="74910" y="0"/>
                </a:cubicBezTo>
                <a:cubicBezTo>
                  <a:pt x="81424" y="0"/>
                  <a:pt x="86434" y="1503"/>
                  <a:pt x="89942" y="4510"/>
                </a:cubicBezTo>
                <a:cubicBezTo>
                  <a:pt x="93449" y="7516"/>
                  <a:pt x="95454" y="11775"/>
                  <a:pt x="95454" y="17036"/>
                </a:cubicBezTo>
                <a:cubicBezTo>
                  <a:pt x="95454" y="28060"/>
                  <a:pt x="88940" y="38081"/>
                  <a:pt x="76163" y="46599"/>
                </a:cubicBezTo>
                <a:cubicBezTo>
                  <a:pt x="63385" y="55368"/>
                  <a:pt x="46098" y="61130"/>
                  <a:pt x="24302" y="63886"/>
                </a:cubicBezTo>
                <a:cubicBezTo>
                  <a:pt x="22548" y="67394"/>
                  <a:pt x="21797" y="72405"/>
                  <a:pt x="21797" y="79169"/>
                </a:cubicBezTo>
                <a:cubicBezTo>
                  <a:pt x="21797" y="86184"/>
                  <a:pt x="23801" y="91696"/>
                  <a:pt x="28060" y="95704"/>
                </a:cubicBezTo>
                <a:cubicBezTo>
                  <a:pt x="32319" y="99963"/>
                  <a:pt x="38081" y="101968"/>
                  <a:pt x="45096" y="101968"/>
                </a:cubicBezTo>
                <a:cubicBezTo>
                  <a:pt x="50608" y="101968"/>
                  <a:pt x="55869" y="100715"/>
                  <a:pt x="60880" y="98210"/>
                </a:cubicBezTo>
                <a:cubicBezTo>
                  <a:pt x="65891" y="95704"/>
                  <a:pt x="72906" y="90694"/>
                  <a:pt x="81925" y="83178"/>
                </a:cubicBezTo>
                <a:close/>
                <a:moveTo>
                  <a:pt x="30315" y="47351"/>
                </a:moveTo>
                <a:lnTo>
                  <a:pt x="26056" y="58375"/>
                </a:lnTo>
                <a:cubicBezTo>
                  <a:pt x="44595" y="53865"/>
                  <a:pt x="58124" y="47852"/>
                  <a:pt x="66392" y="39835"/>
                </a:cubicBezTo>
                <a:cubicBezTo>
                  <a:pt x="74659" y="31818"/>
                  <a:pt x="78918" y="23801"/>
                  <a:pt x="78918" y="15533"/>
                </a:cubicBezTo>
                <a:cubicBezTo>
                  <a:pt x="78918" y="9019"/>
                  <a:pt x="75912" y="5762"/>
                  <a:pt x="70150" y="5762"/>
                </a:cubicBezTo>
                <a:cubicBezTo>
                  <a:pt x="63135" y="5762"/>
                  <a:pt x="55619" y="10021"/>
                  <a:pt x="48103" y="18039"/>
                </a:cubicBezTo>
                <a:cubicBezTo>
                  <a:pt x="40587" y="26056"/>
                  <a:pt x="34574" y="35826"/>
                  <a:pt x="30315" y="47351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4149B-41DA-479F-BBFB-3D4477D9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053" y="2671224"/>
            <a:ext cx="115998" cy="161845"/>
          </a:xfrm>
          <a:custGeom xmlns:a="http://schemas.openxmlformats.org/drawingml/2006/main">
            <a:pathLst>
              <a:path w="115998" h="161845">
                <a:moveTo>
                  <a:pt x="115998" y="18790"/>
                </a:moveTo>
                <a:lnTo>
                  <a:pt x="103721" y="18790"/>
                </a:lnTo>
                <a:cubicBezTo>
                  <a:pt x="105225" y="21797"/>
                  <a:pt x="105976" y="26056"/>
                  <a:pt x="105976" y="31567"/>
                </a:cubicBezTo>
                <a:cubicBezTo>
                  <a:pt x="105976" y="42090"/>
                  <a:pt x="100966" y="51610"/>
                  <a:pt x="91445" y="60128"/>
                </a:cubicBezTo>
                <a:cubicBezTo>
                  <a:pt x="81925" y="68647"/>
                  <a:pt x="71152" y="72655"/>
                  <a:pt x="59627" y="72655"/>
                </a:cubicBezTo>
                <a:cubicBezTo>
                  <a:pt x="56621" y="72655"/>
                  <a:pt x="53865" y="72405"/>
                  <a:pt x="51861" y="71903"/>
                </a:cubicBezTo>
                <a:cubicBezTo>
                  <a:pt x="51360" y="71903"/>
                  <a:pt x="50608" y="71653"/>
                  <a:pt x="50107" y="71653"/>
                </a:cubicBezTo>
                <a:cubicBezTo>
                  <a:pt x="47852" y="71653"/>
                  <a:pt x="45848" y="72906"/>
                  <a:pt x="43844" y="74910"/>
                </a:cubicBezTo>
                <a:cubicBezTo>
                  <a:pt x="41839" y="77165"/>
                  <a:pt x="41088" y="79420"/>
                  <a:pt x="41088" y="81925"/>
                </a:cubicBezTo>
                <a:cubicBezTo>
                  <a:pt x="41088" y="85933"/>
                  <a:pt x="46850" y="89441"/>
                  <a:pt x="58876" y="92447"/>
                </a:cubicBezTo>
                <a:cubicBezTo>
                  <a:pt x="82426" y="98210"/>
                  <a:pt x="94452" y="108732"/>
                  <a:pt x="94452" y="124015"/>
                </a:cubicBezTo>
                <a:cubicBezTo>
                  <a:pt x="94452" y="135038"/>
                  <a:pt x="89691" y="144308"/>
                  <a:pt x="80422" y="151323"/>
                </a:cubicBezTo>
                <a:cubicBezTo>
                  <a:pt x="70901" y="158338"/>
                  <a:pt x="58124" y="161845"/>
                  <a:pt x="41839" y="161845"/>
                </a:cubicBezTo>
                <a:cubicBezTo>
                  <a:pt x="28811" y="161845"/>
                  <a:pt x="18540" y="159340"/>
                  <a:pt x="11024" y="154830"/>
                </a:cubicBezTo>
                <a:cubicBezTo>
                  <a:pt x="3507" y="150321"/>
                  <a:pt x="0" y="143556"/>
                  <a:pt x="0" y="134788"/>
                </a:cubicBezTo>
                <a:cubicBezTo>
                  <a:pt x="0" y="128274"/>
                  <a:pt x="1754" y="122511"/>
                  <a:pt x="5512" y="118002"/>
                </a:cubicBezTo>
                <a:cubicBezTo>
                  <a:pt x="9270" y="113492"/>
                  <a:pt x="17287" y="107730"/>
                  <a:pt x="29313" y="100715"/>
                </a:cubicBezTo>
                <a:cubicBezTo>
                  <a:pt x="24803" y="98210"/>
                  <a:pt x="22548" y="94953"/>
                  <a:pt x="22548" y="90944"/>
                </a:cubicBezTo>
                <a:cubicBezTo>
                  <a:pt x="22548" y="82927"/>
                  <a:pt x="28811" y="75912"/>
                  <a:pt x="41839" y="69899"/>
                </a:cubicBezTo>
                <a:cubicBezTo>
                  <a:pt x="28561" y="65390"/>
                  <a:pt x="22047" y="56370"/>
                  <a:pt x="22047" y="42841"/>
                </a:cubicBezTo>
                <a:cubicBezTo>
                  <a:pt x="22047" y="30565"/>
                  <a:pt x="27058" y="20293"/>
                  <a:pt x="37330" y="12276"/>
                </a:cubicBezTo>
                <a:cubicBezTo>
                  <a:pt x="47351" y="4259"/>
                  <a:pt x="59126" y="0"/>
                  <a:pt x="72405" y="0"/>
                </a:cubicBezTo>
                <a:cubicBezTo>
                  <a:pt x="81925" y="0"/>
                  <a:pt x="90193" y="2505"/>
                  <a:pt x="96957" y="7015"/>
                </a:cubicBezTo>
                <a:cubicBezTo>
                  <a:pt x="98711" y="8518"/>
                  <a:pt x="99963" y="9019"/>
                  <a:pt x="100966" y="9019"/>
                </a:cubicBezTo>
                <a:lnTo>
                  <a:pt x="115998" y="9019"/>
                </a:lnTo>
                <a:lnTo>
                  <a:pt x="115998" y="18790"/>
                </a:lnTo>
                <a:close/>
                <a:moveTo>
                  <a:pt x="86184" y="23300"/>
                </a:moveTo>
                <a:cubicBezTo>
                  <a:pt x="86184" y="16786"/>
                  <a:pt x="84931" y="12276"/>
                  <a:pt x="82676" y="9520"/>
                </a:cubicBezTo>
                <a:cubicBezTo>
                  <a:pt x="80422" y="7015"/>
                  <a:pt x="76914" y="5512"/>
                  <a:pt x="72154" y="5512"/>
                </a:cubicBezTo>
                <a:cubicBezTo>
                  <a:pt x="64137" y="5512"/>
                  <a:pt x="56871" y="9771"/>
                  <a:pt x="50859" y="18039"/>
                </a:cubicBezTo>
                <a:cubicBezTo>
                  <a:pt x="44595" y="26557"/>
                  <a:pt x="41589" y="36578"/>
                  <a:pt x="41589" y="48604"/>
                </a:cubicBezTo>
                <a:cubicBezTo>
                  <a:pt x="41589" y="54617"/>
                  <a:pt x="42841" y="59126"/>
                  <a:pt x="45597" y="62383"/>
                </a:cubicBezTo>
                <a:cubicBezTo>
                  <a:pt x="48103" y="65891"/>
                  <a:pt x="51861" y="67394"/>
                  <a:pt x="56621" y="67394"/>
                </a:cubicBezTo>
                <a:cubicBezTo>
                  <a:pt x="64888" y="67394"/>
                  <a:pt x="71903" y="62634"/>
                  <a:pt x="77916" y="52612"/>
                </a:cubicBezTo>
                <a:cubicBezTo>
                  <a:pt x="83428" y="43343"/>
                  <a:pt x="86184" y="33572"/>
                  <a:pt x="86184" y="23300"/>
                </a:cubicBezTo>
                <a:close/>
                <a:moveTo>
                  <a:pt x="79420" y="132783"/>
                </a:moveTo>
                <a:cubicBezTo>
                  <a:pt x="79420" y="126771"/>
                  <a:pt x="76664" y="122010"/>
                  <a:pt x="71402" y="118002"/>
                </a:cubicBezTo>
                <a:cubicBezTo>
                  <a:pt x="66141" y="113993"/>
                  <a:pt x="56871" y="110235"/>
                  <a:pt x="43593" y="106227"/>
                </a:cubicBezTo>
                <a:cubicBezTo>
                  <a:pt x="39584" y="105225"/>
                  <a:pt x="36578" y="104222"/>
                  <a:pt x="35075" y="103471"/>
                </a:cubicBezTo>
                <a:cubicBezTo>
                  <a:pt x="33822" y="103471"/>
                  <a:pt x="31317" y="105225"/>
                  <a:pt x="27308" y="108231"/>
                </a:cubicBezTo>
                <a:cubicBezTo>
                  <a:pt x="23300" y="111237"/>
                  <a:pt x="20544" y="113743"/>
                  <a:pt x="18790" y="116248"/>
                </a:cubicBezTo>
                <a:cubicBezTo>
                  <a:pt x="15283" y="120257"/>
                  <a:pt x="13779" y="125267"/>
                  <a:pt x="13779" y="130779"/>
                </a:cubicBezTo>
                <a:cubicBezTo>
                  <a:pt x="13779" y="147815"/>
                  <a:pt x="24302" y="156334"/>
                  <a:pt x="45597" y="156334"/>
                </a:cubicBezTo>
                <a:cubicBezTo>
                  <a:pt x="55368" y="156334"/>
                  <a:pt x="63385" y="153828"/>
                  <a:pt x="69899" y="149319"/>
                </a:cubicBezTo>
                <a:cubicBezTo>
                  <a:pt x="76163" y="144809"/>
                  <a:pt x="79420" y="139297"/>
                  <a:pt x="79420" y="132783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8C53C-0E64-420F-922A-4A331E6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592" y="2617860"/>
            <a:ext cx="53865" cy="166355"/>
          </a:xfrm>
          <a:custGeom xmlns:a="http://schemas.openxmlformats.org/drawingml/2006/main">
            <a:pathLst>
              <a:path w="53865" h="166355">
                <a:moveTo>
                  <a:pt x="53865" y="13779"/>
                </a:moveTo>
                <a:cubicBezTo>
                  <a:pt x="53865" y="17287"/>
                  <a:pt x="52612" y="20293"/>
                  <a:pt x="50107" y="22799"/>
                </a:cubicBezTo>
                <a:cubicBezTo>
                  <a:pt x="47602" y="25304"/>
                  <a:pt x="44846" y="26557"/>
                  <a:pt x="41589" y="26557"/>
                </a:cubicBezTo>
                <a:cubicBezTo>
                  <a:pt x="37831" y="26557"/>
                  <a:pt x="34824" y="25555"/>
                  <a:pt x="32820" y="23049"/>
                </a:cubicBezTo>
                <a:cubicBezTo>
                  <a:pt x="30565" y="20544"/>
                  <a:pt x="29563" y="17287"/>
                  <a:pt x="29563" y="13278"/>
                </a:cubicBezTo>
                <a:cubicBezTo>
                  <a:pt x="29563" y="9520"/>
                  <a:pt x="30565" y="6263"/>
                  <a:pt x="32820" y="3758"/>
                </a:cubicBezTo>
                <a:cubicBezTo>
                  <a:pt x="35075" y="1253"/>
                  <a:pt x="37831" y="0"/>
                  <a:pt x="41338" y="0"/>
                </a:cubicBezTo>
                <a:cubicBezTo>
                  <a:pt x="44595" y="0"/>
                  <a:pt x="47602" y="1503"/>
                  <a:pt x="50107" y="4259"/>
                </a:cubicBezTo>
                <a:cubicBezTo>
                  <a:pt x="52612" y="7015"/>
                  <a:pt x="53865" y="10272"/>
                  <a:pt x="53865" y="13779"/>
                </a:cubicBezTo>
                <a:close/>
                <a:moveTo>
                  <a:pt x="43343" y="135289"/>
                </a:moveTo>
                <a:lnTo>
                  <a:pt x="46599" y="138045"/>
                </a:lnTo>
                <a:cubicBezTo>
                  <a:pt x="39584" y="149068"/>
                  <a:pt x="33572" y="156334"/>
                  <a:pt x="28811" y="160342"/>
                </a:cubicBezTo>
                <a:cubicBezTo>
                  <a:pt x="23801" y="164351"/>
                  <a:pt x="18289" y="166355"/>
                  <a:pt x="12276" y="166355"/>
                </a:cubicBezTo>
                <a:cubicBezTo>
                  <a:pt x="4009" y="166355"/>
                  <a:pt x="0" y="161845"/>
                  <a:pt x="0" y="152826"/>
                </a:cubicBezTo>
                <a:cubicBezTo>
                  <a:pt x="0" y="148066"/>
                  <a:pt x="1754" y="138796"/>
                  <a:pt x="5512" y="125017"/>
                </a:cubicBezTo>
                <a:lnTo>
                  <a:pt x="17537" y="80672"/>
                </a:lnTo>
                <a:cubicBezTo>
                  <a:pt x="19041" y="75411"/>
                  <a:pt x="19792" y="71653"/>
                  <a:pt x="19792" y="69649"/>
                </a:cubicBezTo>
                <a:cubicBezTo>
                  <a:pt x="19792" y="67143"/>
                  <a:pt x="18790" y="65640"/>
                  <a:pt x="16786" y="64888"/>
                </a:cubicBezTo>
                <a:cubicBezTo>
                  <a:pt x="14782" y="64387"/>
                  <a:pt x="10522" y="63886"/>
                  <a:pt x="3758" y="63636"/>
                </a:cubicBezTo>
                <a:lnTo>
                  <a:pt x="3758" y="59627"/>
                </a:lnTo>
                <a:cubicBezTo>
                  <a:pt x="11274" y="59126"/>
                  <a:pt x="24803" y="56871"/>
                  <a:pt x="43844" y="53364"/>
                </a:cubicBezTo>
                <a:lnTo>
                  <a:pt x="44846" y="54116"/>
                </a:lnTo>
                <a:lnTo>
                  <a:pt x="21295" y="140049"/>
                </a:lnTo>
                <a:cubicBezTo>
                  <a:pt x="19542" y="145811"/>
                  <a:pt x="18790" y="149569"/>
                  <a:pt x="18790" y="151072"/>
                </a:cubicBezTo>
                <a:cubicBezTo>
                  <a:pt x="18790" y="153578"/>
                  <a:pt x="19792" y="154830"/>
                  <a:pt x="22298" y="154830"/>
                </a:cubicBezTo>
                <a:cubicBezTo>
                  <a:pt x="26306" y="154830"/>
                  <a:pt x="33321" y="148317"/>
                  <a:pt x="43343" y="135289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0AD6F-E4F3-4E01-8414-9EE33B51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71" y="2671224"/>
            <a:ext cx="173370" cy="112490"/>
          </a:xfrm>
          <a:custGeom xmlns:a="http://schemas.openxmlformats.org/drawingml/2006/main">
            <a:pathLst>
              <a:path w="173370" h="112490">
                <a:moveTo>
                  <a:pt x="173370" y="84180"/>
                </a:moveTo>
                <a:lnTo>
                  <a:pt x="172117" y="85933"/>
                </a:lnTo>
                <a:cubicBezTo>
                  <a:pt x="159090" y="103721"/>
                  <a:pt x="147064" y="112490"/>
                  <a:pt x="136040" y="112490"/>
                </a:cubicBezTo>
                <a:cubicBezTo>
                  <a:pt x="129276" y="112490"/>
                  <a:pt x="126019" y="108732"/>
                  <a:pt x="126019" y="101216"/>
                </a:cubicBezTo>
                <a:cubicBezTo>
                  <a:pt x="126019" y="98711"/>
                  <a:pt x="127021" y="93199"/>
                  <a:pt x="129276" y="84681"/>
                </a:cubicBezTo>
                <a:lnTo>
                  <a:pt x="143807" y="27809"/>
                </a:lnTo>
                <a:cubicBezTo>
                  <a:pt x="144809" y="23300"/>
                  <a:pt x="145561" y="20043"/>
                  <a:pt x="145561" y="18289"/>
                </a:cubicBezTo>
                <a:cubicBezTo>
                  <a:pt x="145561" y="16786"/>
                  <a:pt x="145060" y="15533"/>
                  <a:pt x="144057" y="14531"/>
                </a:cubicBezTo>
                <a:cubicBezTo>
                  <a:pt x="143055" y="13529"/>
                  <a:pt x="141803" y="13028"/>
                  <a:pt x="140550" y="13028"/>
                </a:cubicBezTo>
                <a:cubicBezTo>
                  <a:pt x="132533" y="13028"/>
                  <a:pt x="121760" y="22799"/>
                  <a:pt x="107730" y="42340"/>
                </a:cubicBezTo>
                <a:cubicBezTo>
                  <a:pt x="101467" y="51109"/>
                  <a:pt x="96706" y="59878"/>
                  <a:pt x="93199" y="68647"/>
                </a:cubicBezTo>
                <a:cubicBezTo>
                  <a:pt x="89691" y="77415"/>
                  <a:pt x="85432" y="91445"/>
                  <a:pt x="80672" y="110486"/>
                </a:cubicBezTo>
                <a:lnTo>
                  <a:pt x="61882" y="110486"/>
                </a:lnTo>
                <a:lnTo>
                  <a:pt x="68647" y="87186"/>
                </a:lnTo>
                <a:cubicBezTo>
                  <a:pt x="79921" y="48103"/>
                  <a:pt x="85683" y="25304"/>
                  <a:pt x="85683" y="19291"/>
                </a:cubicBezTo>
                <a:cubicBezTo>
                  <a:pt x="85683" y="15283"/>
                  <a:pt x="83679" y="13028"/>
                  <a:pt x="80171" y="13028"/>
                </a:cubicBezTo>
                <a:cubicBezTo>
                  <a:pt x="75912" y="13028"/>
                  <a:pt x="70400" y="16535"/>
                  <a:pt x="63636" y="23049"/>
                </a:cubicBezTo>
                <a:cubicBezTo>
                  <a:pt x="56621" y="29563"/>
                  <a:pt x="49856" y="38332"/>
                  <a:pt x="42841" y="48854"/>
                </a:cubicBezTo>
                <a:cubicBezTo>
                  <a:pt x="38582" y="55368"/>
                  <a:pt x="35075" y="62383"/>
                  <a:pt x="32068" y="69649"/>
                </a:cubicBezTo>
                <a:cubicBezTo>
                  <a:pt x="29062" y="77165"/>
                  <a:pt x="24803" y="90694"/>
                  <a:pt x="18790" y="110486"/>
                </a:cubicBezTo>
                <a:lnTo>
                  <a:pt x="0" y="110486"/>
                </a:lnTo>
                <a:lnTo>
                  <a:pt x="10773" y="74409"/>
                </a:lnTo>
                <a:cubicBezTo>
                  <a:pt x="19792" y="43844"/>
                  <a:pt x="24552" y="24803"/>
                  <a:pt x="24552" y="17287"/>
                </a:cubicBezTo>
                <a:cubicBezTo>
                  <a:pt x="24552" y="13779"/>
                  <a:pt x="21045" y="11775"/>
                  <a:pt x="14280" y="11775"/>
                </a:cubicBezTo>
                <a:lnTo>
                  <a:pt x="8017" y="11775"/>
                </a:lnTo>
                <a:lnTo>
                  <a:pt x="8017" y="7767"/>
                </a:lnTo>
                <a:lnTo>
                  <a:pt x="48604" y="0"/>
                </a:lnTo>
                <a:lnTo>
                  <a:pt x="49355" y="501"/>
                </a:lnTo>
                <a:lnTo>
                  <a:pt x="34824" y="52863"/>
                </a:lnTo>
                <a:cubicBezTo>
                  <a:pt x="56370" y="17788"/>
                  <a:pt x="74910" y="0"/>
                  <a:pt x="89942" y="0"/>
                </a:cubicBezTo>
                <a:cubicBezTo>
                  <a:pt x="94702" y="0"/>
                  <a:pt x="98460" y="1503"/>
                  <a:pt x="100966" y="4009"/>
                </a:cubicBezTo>
                <a:cubicBezTo>
                  <a:pt x="103471" y="6764"/>
                  <a:pt x="104974" y="10522"/>
                  <a:pt x="104974" y="15032"/>
                </a:cubicBezTo>
                <a:cubicBezTo>
                  <a:pt x="104974" y="21546"/>
                  <a:pt x="101467" y="34073"/>
                  <a:pt x="94953" y="53113"/>
                </a:cubicBezTo>
                <a:cubicBezTo>
                  <a:pt x="103721" y="39083"/>
                  <a:pt x="110987" y="28561"/>
                  <a:pt x="117000" y="21546"/>
                </a:cubicBezTo>
                <a:cubicBezTo>
                  <a:pt x="123013" y="14531"/>
                  <a:pt x="129025" y="9019"/>
                  <a:pt x="135038" y="5011"/>
                </a:cubicBezTo>
                <a:cubicBezTo>
                  <a:pt x="140299" y="1754"/>
                  <a:pt x="145561" y="0"/>
                  <a:pt x="150822" y="0"/>
                </a:cubicBezTo>
                <a:cubicBezTo>
                  <a:pt x="155332" y="0"/>
                  <a:pt x="158839" y="1503"/>
                  <a:pt x="161344" y="4510"/>
                </a:cubicBezTo>
                <a:cubicBezTo>
                  <a:pt x="163850" y="7516"/>
                  <a:pt x="165353" y="11274"/>
                  <a:pt x="165353" y="15784"/>
                </a:cubicBezTo>
                <a:cubicBezTo>
                  <a:pt x="165353" y="18039"/>
                  <a:pt x="165102" y="20293"/>
                  <a:pt x="164601" y="22799"/>
                </a:cubicBezTo>
                <a:lnTo>
                  <a:pt x="147565" y="85683"/>
                </a:lnTo>
                <a:cubicBezTo>
                  <a:pt x="145811" y="92197"/>
                  <a:pt x="145060" y="95955"/>
                  <a:pt x="145060" y="96957"/>
                </a:cubicBezTo>
                <a:cubicBezTo>
                  <a:pt x="145060" y="99713"/>
                  <a:pt x="146062" y="100966"/>
                  <a:pt x="148066" y="100966"/>
                </a:cubicBezTo>
                <a:cubicBezTo>
                  <a:pt x="151574" y="100966"/>
                  <a:pt x="157085" y="96706"/>
                  <a:pt x="164351" y="87687"/>
                </a:cubicBezTo>
                <a:lnTo>
                  <a:pt x="169612" y="81173"/>
                </a:lnTo>
                <a:lnTo>
                  <a:pt x="173370" y="8418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B65F0-51E7-4717-AD73-8E1DB303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617" y="2671224"/>
            <a:ext cx="95454" cy="112991"/>
          </a:xfrm>
          <a:custGeom xmlns:a="http://schemas.openxmlformats.org/drawingml/2006/main">
            <a:pathLst>
              <a:path w="95454" h="112991">
                <a:moveTo>
                  <a:pt x="81925" y="83178"/>
                </a:moveTo>
                <a:lnTo>
                  <a:pt x="84931" y="86184"/>
                </a:lnTo>
                <a:cubicBezTo>
                  <a:pt x="70150" y="104222"/>
                  <a:pt x="53113" y="112991"/>
                  <a:pt x="33822" y="112991"/>
                </a:cubicBezTo>
                <a:cubicBezTo>
                  <a:pt x="23550" y="112991"/>
                  <a:pt x="15283" y="109985"/>
                  <a:pt x="9270" y="103721"/>
                </a:cubicBezTo>
                <a:cubicBezTo>
                  <a:pt x="3006" y="97709"/>
                  <a:pt x="0" y="89441"/>
                  <a:pt x="0" y="78918"/>
                </a:cubicBezTo>
                <a:cubicBezTo>
                  <a:pt x="0" y="59377"/>
                  <a:pt x="7767" y="41338"/>
                  <a:pt x="23300" y="24803"/>
                </a:cubicBezTo>
                <a:cubicBezTo>
                  <a:pt x="38833" y="8268"/>
                  <a:pt x="56120" y="0"/>
                  <a:pt x="74910" y="0"/>
                </a:cubicBezTo>
                <a:cubicBezTo>
                  <a:pt x="81424" y="0"/>
                  <a:pt x="86434" y="1503"/>
                  <a:pt x="89942" y="4510"/>
                </a:cubicBezTo>
                <a:cubicBezTo>
                  <a:pt x="93449" y="7516"/>
                  <a:pt x="95454" y="11775"/>
                  <a:pt x="95454" y="17036"/>
                </a:cubicBezTo>
                <a:cubicBezTo>
                  <a:pt x="95454" y="28060"/>
                  <a:pt x="88940" y="38081"/>
                  <a:pt x="76163" y="46599"/>
                </a:cubicBezTo>
                <a:cubicBezTo>
                  <a:pt x="63385" y="55368"/>
                  <a:pt x="46098" y="61130"/>
                  <a:pt x="24302" y="63886"/>
                </a:cubicBezTo>
                <a:cubicBezTo>
                  <a:pt x="22548" y="67394"/>
                  <a:pt x="21797" y="72405"/>
                  <a:pt x="21797" y="79169"/>
                </a:cubicBezTo>
                <a:cubicBezTo>
                  <a:pt x="21797" y="86184"/>
                  <a:pt x="23801" y="91696"/>
                  <a:pt x="28060" y="95704"/>
                </a:cubicBezTo>
                <a:cubicBezTo>
                  <a:pt x="32319" y="99963"/>
                  <a:pt x="38081" y="101968"/>
                  <a:pt x="45096" y="101968"/>
                </a:cubicBezTo>
                <a:cubicBezTo>
                  <a:pt x="50608" y="101968"/>
                  <a:pt x="55869" y="100715"/>
                  <a:pt x="60880" y="98210"/>
                </a:cubicBezTo>
                <a:cubicBezTo>
                  <a:pt x="65891" y="95704"/>
                  <a:pt x="72906" y="90694"/>
                  <a:pt x="81925" y="83178"/>
                </a:cubicBezTo>
                <a:close/>
                <a:moveTo>
                  <a:pt x="30315" y="47351"/>
                </a:moveTo>
                <a:lnTo>
                  <a:pt x="26056" y="58375"/>
                </a:lnTo>
                <a:cubicBezTo>
                  <a:pt x="44595" y="53865"/>
                  <a:pt x="58124" y="47852"/>
                  <a:pt x="66392" y="39835"/>
                </a:cubicBezTo>
                <a:cubicBezTo>
                  <a:pt x="74659" y="31818"/>
                  <a:pt x="78918" y="23801"/>
                  <a:pt x="78918" y="15533"/>
                </a:cubicBezTo>
                <a:cubicBezTo>
                  <a:pt x="78918" y="9019"/>
                  <a:pt x="75912" y="5762"/>
                  <a:pt x="70150" y="5762"/>
                </a:cubicBezTo>
                <a:cubicBezTo>
                  <a:pt x="63135" y="5762"/>
                  <a:pt x="55619" y="10021"/>
                  <a:pt x="48103" y="18039"/>
                </a:cubicBezTo>
                <a:cubicBezTo>
                  <a:pt x="40587" y="26056"/>
                  <a:pt x="34574" y="35826"/>
                  <a:pt x="30315" y="47351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96649-49C6-46BB-9662-20CA8B07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558" y="2361400"/>
            <a:ext cx="222725" cy="163599"/>
          </a:xfrm>
          <a:custGeom xmlns:a="http://schemas.openxmlformats.org/drawingml/2006/main">
            <a:pathLst>
              <a:path w="222725" h="163599">
                <a:moveTo>
                  <a:pt x="222725" y="0"/>
                </a:moveTo>
                <a:lnTo>
                  <a:pt x="222725" y="4009"/>
                </a:lnTo>
                <a:cubicBezTo>
                  <a:pt x="215710" y="5261"/>
                  <a:pt x="211201" y="7015"/>
                  <a:pt x="208695" y="9270"/>
                </a:cubicBezTo>
                <a:cubicBezTo>
                  <a:pt x="206190" y="11525"/>
                  <a:pt x="204186" y="16034"/>
                  <a:pt x="202432" y="22548"/>
                </a:cubicBezTo>
                <a:lnTo>
                  <a:pt x="171616" y="133535"/>
                </a:lnTo>
                <a:cubicBezTo>
                  <a:pt x="169111" y="142053"/>
                  <a:pt x="168109" y="147064"/>
                  <a:pt x="168109" y="149068"/>
                </a:cubicBezTo>
                <a:cubicBezTo>
                  <a:pt x="168109" y="152576"/>
                  <a:pt x="169612" y="155081"/>
                  <a:pt x="172618" y="156835"/>
                </a:cubicBezTo>
                <a:cubicBezTo>
                  <a:pt x="175625" y="158588"/>
                  <a:pt x="180886" y="159591"/>
                  <a:pt x="188402" y="159591"/>
                </a:cubicBezTo>
                <a:lnTo>
                  <a:pt x="188152" y="163599"/>
                </a:lnTo>
                <a:lnTo>
                  <a:pt x="120257" y="163599"/>
                </a:lnTo>
                <a:lnTo>
                  <a:pt x="120257" y="159591"/>
                </a:lnTo>
                <a:cubicBezTo>
                  <a:pt x="128274" y="158839"/>
                  <a:pt x="134036" y="157085"/>
                  <a:pt x="137544" y="154079"/>
                </a:cubicBezTo>
                <a:cubicBezTo>
                  <a:pt x="140801" y="151323"/>
                  <a:pt x="143556" y="146062"/>
                  <a:pt x="145811" y="138045"/>
                </a:cubicBezTo>
                <a:lnTo>
                  <a:pt x="177379" y="23049"/>
                </a:lnTo>
                <a:lnTo>
                  <a:pt x="83178" y="163599"/>
                </a:lnTo>
                <a:lnTo>
                  <a:pt x="78918" y="163599"/>
                </a:lnTo>
                <a:lnTo>
                  <a:pt x="63385" y="26807"/>
                </a:lnTo>
                <a:lnTo>
                  <a:pt x="33822" y="134036"/>
                </a:lnTo>
                <a:cubicBezTo>
                  <a:pt x="32319" y="139548"/>
                  <a:pt x="31567" y="144057"/>
                  <a:pt x="31567" y="147565"/>
                </a:cubicBezTo>
                <a:cubicBezTo>
                  <a:pt x="31567" y="154830"/>
                  <a:pt x="37330" y="158839"/>
                  <a:pt x="49105" y="159591"/>
                </a:cubicBezTo>
                <a:lnTo>
                  <a:pt x="49105" y="163599"/>
                </a:lnTo>
                <a:lnTo>
                  <a:pt x="0" y="163599"/>
                </a:lnTo>
                <a:lnTo>
                  <a:pt x="0" y="159591"/>
                </a:lnTo>
                <a:cubicBezTo>
                  <a:pt x="6514" y="158839"/>
                  <a:pt x="11274" y="156584"/>
                  <a:pt x="14280" y="152576"/>
                </a:cubicBezTo>
                <a:cubicBezTo>
                  <a:pt x="17287" y="148567"/>
                  <a:pt x="20794" y="139798"/>
                  <a:pt x="24803" y="126019"/>
                </a:cubicBezTo>
                <a:lnTo>
                  <a:pt x="53364" y="25555"/>
                </a:lnTo>
                <a:cubicBezTo>
                  <a:pt x="55368" y="18790"/>
                  <a:pt x="56370" y="14531"/>
                  <a:pt x="56370" y="12527"/>
                </a:cubicBezTo>
                <a:cubicBezTo>
                  <a:pt x="56370" y="7516"/>
                  <a:pt x="50107" y="4760"/>
                  <a:pt x="37831" y="4009"/>
                </a:cubicBezTo>
                <a:lnTo>
                  <a:pt x="37831" y="0"/>
                </a:lnTo>
                <a:lnTo>
                  <a:pt x="83178" y="0"/>
                </a:lnTo>
                <a:lnTo>
                  <a:pt x="97207" y="123263"/>
                </a:lnTo>
                <a:lnTo>
                  <a:pt x="181137" y="0"/>
                </a:lnTo>
                <a:lnTo>
                  <a:pt x="222725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D61AB-52B6-48A1-A7EA-9DBE5BA4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79" y="2414513"/>
            <a:ext cx="95454" cy="112991"/>
          </a:xfrm>
          <a:custGeom xmlns:a="http://schemas.openxmlformats.org/drawingml/2006/main">
            <a:pathLst>
              <a:path w="95454" h="112991">
                <a:moveTo>
                  <a:pt x="81925" y="83178"/>
                </a:moveTo>
                <a:lnTo>
                  <a:pt x="84931" y="86184"/>
                </a:lnTo>
                <a:cubicBezTo>
                  <a:pt x="70150" y="104222"/>
                  <a:pt x="53113" y="112991"/>
                  <a:pt x="33822" y="112991"/>
                </a:cubicBezTo>
                <a:cubicBezTo>
                  <a:pt x="23550" y="112991"/>
                  <a:pt x="15283" y="109985"/>
                  <a:pt x="9270" y="103721"/>
                </a:cubicBezTo>
                <a:cubicBezTo>
                  <a:pt x="3006" y="97709"/>
                  <a:pt x="0" y="89441"/>
                  <a:pt x="0" y="78918"/>
                </a:cubicBezTo>
                <a:cubicBezTo>
                  <a:pt x="0" y="59377"/>
                  <a:pt x="7767" y="41338"/>
                  <a:pt x="23300" y="24803"/>
                </a:cubicBezTo>
                <a:cubicBezTo>
                  <a:pt x="38833" y="8268"/>
                  <a:pt x="56120" y="0"/>
                  <a:pt x="74910" y="0"/>
                </a:cubicBezTo>
                <a:cubicBezTo>
                  <a:pt x="81424" y="0"/>
                  <a:pt x="86434" y="1503"/>
                  <a:pt x="89942" y="4510"/>
                </a:cubicBezTo>
                <a:cubicBezTo>
                  <a:pt x="93449" y="7516"/>
                  <a:pt x="95454" y="11775"/>
                  <a:pt x="95454" y="17036"/>
                </a:cubicBezTo>
                <a:cubicBezTo>
                  <a:pt x="95454" y="28060"/>
                  <a:pt x="88940" y="38081"/>
                  <a:pt x="76163" y="46599"/>
                </a:cubicBezTo>
                <a:cubicBezTo>
                  <a:pt x="63385" y="55368"/>
                  <a:pt x="46098" y="61130"/>
                  <a:pt x="24302" y="63886"/>
                </a:cubicBezTo>
                <a:cubicBezTo>
                  <a:pt x="22548" y="67394"/>
                  <a:pt x="21797" y="72405"/>
                  <a:pt x="21797" y="79169"/>
                </a:cubicBezTo>
                <a:cubicBezTo>
                  <a:pt x="21797" y="86184"/>
                  <a:pt x="23801" y="91696"/>
                  <a:pt x="28060" y="95704"/>
                </a:cubicBezTo>
                <a:cubicBezTo>
                  <a:pt x="32319" y="99963"/>
                  <a:pt x="38081" y="101968"/>
                  <a:pt x="45096" y="101968"/>
                </a:cubicBezTo>
                <a:cubicBezTo>
                  <a:pt x="50608" y="101968"/>
                  <a:pt x="55869" y="100715"/>
                  <a:pt x="60880" y="98210"/>
                </a:cubicBezTo>
                <a:cubicBezTo>
                  <a:pt x="65891" y="95704"/>
                  <a:pt x="72906" y="90694"/>
                  <a:pt x="81925" y="83178"/>
                </a:cubicBezTo>
                <a:close/>
                <a:moveTo>
                  <a:pt x="30315" y="47351"/>
                </a:moveTo>
                <a:lnTo>
                  <a:pt x="26056" y="58375"/>
                </a:lnTo>
                <a:cubicBezTo>
                  <a:pt x="44595" y="53865"/>
                  <a:pt x="58124" y="47852"/>
                  <a:pt x="66392" y="39835"/>
                </a:cubicBezTo>
                <a:cubicBezTo>
                  <a:pt x="74659" y="31818"/>
                  <a:pt x="78918" y="23801"/>
                  <a:pt x="78918" y="15533"/>
                </a:cubicBezTo>
                <a:cubicBezTo>
                  <a:pt x="78918" y="9019"/>
                  <a:pt x="75912" y="5762"/>
                  <a:pt x="70150" y="5762"/>
                </a:cubicBezTo>
                <a:cubicBezTo>
                  <a:pt x="63135" y="5762"/>
                  <a:pt x="55619" y="10021"/>
                  <a:pt x="48103" y="18039"/>
                </a:cubicBezTo>
                <a:cubicBezTo>
                  <a:pt x="40587" y="26056"/>
                  <a:pt x="34574" y="35826"/>
                  <a:pt x="30315" y="47351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1F1D4-B6CC-4219-B1B0-F1A6B1A6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756" y="2414513"/>
            <a:ext cx="173370" cy="112490"/>
          </a:xfrm>
          <a:custGeom xmlns:a="http://schemas.openxmlformats.org/drawingml/2006/main">
            <a:pathLst>
              <a:path w="173370" h="112490">
                <a:moveTo>
                  <a:pt x="173370" y="84180"/>
                </a:moveTo>
                <a:lnTo>
                  <a:pt x="172117" y="85933"/>
                </a:lnTo>
                <a:cubicBezTo>
                  <a:pt x="159090" y="103721"/>
                  <a:pt x="147064" y="112490"/>
                  <a:pt x="136040" y="112490"/>
                </a:cubicBezTo>
                <a:cubicBezTo>
                  <a:pt x="129276" y="112490"/>
                  <a:pt x="126019" y="108732"/>
                  <a:pt x="126019" y="101216"/>
                </a:cubicBezTo>
                <a:cubicBezTo>
                  <a:pt x="126019" y="98711"/>
                  <a:pt x="127021" y="93199"/>
                  <a:pt x="129276" y="84681"/>
                </a:cubicBezTo>
                <a:lnTo>
                  <a:pt x="143807" y="27809"/>
                </a:lnTo>
                <a:cubicBezTo>
                  <a:pt x="144809" y="23300"/>
                  <a:pt x="145561" y="20043"/>
                  <a:pt x="145561" y="18289"/>
                </a:cubicBezTo>
                <a:cubicBezTo>
                  <a:pt x="145561" y="16786"/>
                  <a:pt x="145060" y="15533"/>
                  <a:pt x="144057" y="14531"/>
                </a:cubicBezTo>
                <a:cubicBezTo>
                  <a:pt x="143055" y="13529"/>
                  <a:pt x="141803" y="13028"/>
                  <a:pt x="140550" y="13028"/>
                </a:cubicBezTo>
                <a:cubicBezTo>
                  <a:pt x="132533" y="13028"/>
                  <a:pt x="121760" y="22799"/>
                  <a:pt x="107730" y="42340"/>
                </a:cubicBezTo>
                <a:cubicBezTo>
                  <a:pt x="101467" y="51109"/>
                  <a:pt x="96706" y="59878"/>
                  <a:pt x="93199" y="68647"/>
                </a:cubicBezTo>
                <a:cubicBezTo>
                  <a:pt x="89691" y="77415"/>
                  <a:pt x="85432" y="91445"/>
                  <a:pt x="80672" y="110486"/>
                </a:cubicBezTo>
                <a:lnTo>
                  <a:pt x="61882" y="110486"/>
                </a:lnTo>
                <a:lnTo>
                  <a:pt x="68647" y="87186"/>
                </a:lnTo>
                <a:cubicBezTo>
                  <a:pt x="79921" y="48103"/>
                  <a:pt x="85683" y="25304"/>
                  <a:pt x="85683" y="19291"/>
                </a:cubicBezTo>
                <a:cubicBezTo>
                  <a:pt x="85683" y="15283"/>
                  <a:pt x="83679" y="13028"/>
                  <a:pt x="80171" y="13028"/>
                </a:cubicBezTo>
                <a:cubicBezTo>
                  <a:pt x="75912" y="13028"/>
                  <a:pt x="70400" y="16535"/>
                  <a:pt x="63636" y="23049"/>
                </a:cubicBezTo>
                <a:cubicBezTo>
                  <a:pt x="56621" y="29563"/>
                  <a:pt x="49856" y="38332"/>
                  <a:pt x="42841" y="48854"/>
                </a:cubicBezTo>
                <a:cubicBezTo>
                  <a:pt x="38582" y="55368"/>
                  <a:pt x="35075" y="62383"/>
                  <a:pt x="32068" y="69649"/>
                </a:cubicBezTo>
                <a:cubicBezTo>
                  <a:pt x="29062" y="77165"/>
                  <a:pt x="24803" y="90694"/>
                  <a:pt x="18790" y="110486"/>
                </a:cubicBezTo>
                <a:lnTo>
                  <a:pt x="0" y="110486"/>
                </a:lnTo>
                <a:lnTo>
                  <a:pt x="10773" y="74409"/>
                </a:lnTo>
                <a:cubicBezTo>
                  <a:pt x="19792" y="43844"/>
                  <a:pt x="24552" y="24803"/>
                  <a:pt x="24552" y="17287"/>
                </a:cubicBezTo>
                <a:cubicBezTo>
                  <a:pt x="24552" y="13779"/>
                  <a:pt x="21045" y="11775"/>
                  <a:pt x="14280" y="11775"/>
                </a:cubicBezTo>
                <a:lnTo>
                  <a:pt x="8017" y="11775"/>
                </a:lnTo>
                <a:lnTo>
                  <a:pt x="8017" y="7767"/>
                </a:lnTo>
                <a:lnTo>
                  <a:pt x="48604" y="0"/>
                </a:lnTo>
                <a:lnTo>
                  <a:pt x="49355" y="501"/>
                </a:lnTo>
                <a:lnTo>
                  <a:pt x="34824" y="52863"/>
                </a:lnTo>
                <a:cubicBezTo>
                  <a:pt x="56370" y="17788"/>
                  <a:pt x="74910" y="0"/>
                  <a:pt x="89942" y="0"/>
                </a:cubicBezTo>
                <a:cubicBezTo>
                  <a:pt x="94702" y="0"/>
                  <a:pt x="98460" y="1503"/>
                  <a:pt x="100966" y="4009"/>
                </a:cubicBezTo>
                <a:cubicBezTo>
                  <a:pt x="103471" y="6764"/>
                  <a:pt x="104974" y="10522"/>
                  <a:pt x="104974" y="15032"/>
                </a:cubicBezTo>
                <a:cubicBezTo>
                  <a:pt x="104974" y="21546"/>
                  <a:pt x="101467" y="34073"/>
                  <a:pt x="94953" y="53113"/>
                </a:cubicBezTo>
                <a:cubicBezTo>
                  <a:pt x="103721" y="39083"/>
                  <a:pt x="110987" y="28561"/>
                  <a:pt x="117000" y="21546"/>
                </a:cubicBezTo>
                <a:cubicBezTo>
                  <a:pt x="123013" y="14531"/>
                  <a:pt x="129025" y="9019"/>
                  <a:pt x="135038" y="5011"/>
                </a:cubicBezTo>
                <a:cubicBezTo>
                  <a:pt x="140299" y="1754"/>
                  <a:pt x="145561" y="0"/>
                  <a:pt x="150822" y="0"/>
                </a:cubicBezTo>
                <a:cubicBezTo>
                  <a:pt x="155332" y="0"/>
                  <a:pt x="158839" y="1503"/>
                  <a:pt x="161344" y="4510"/>
                </a:cubicBezTo>
                <a:cubicBezTo>
                  <a:pt x="163850" y="7516"/>
                  <a:pt x="165353" y="11274"/>
                  <a:pt x="165353" y="15784"/>
                </a:cubicBezTo>
                <a:cubicBezTo>
                  <a:pt x="165353" y="18039"/>
                  <a:pt x="165102" y="20293"/>
                  <a:pt x="164601" y="22799"/>
                </a:cubicBezTo>
                <a:lnTo>
                  <a:pt x="147565" y="85683"/>
                </a:lnTo>
                <a:cubicBezTo>
                  <a:pt x="145811" y="92197"/>
                  <a:pt x="145060" y="95955"/>
                  <a:pt x="145060" y="96957"/>
                </a:cubicBezTo>
                <a:cubicBezTo>
                  <a:pt x="145060" y="99713"/>
                  <a:pt x="146062" y="100966"/>
                  <a:pt x="148066" y="100966"/>
                </a:cubicBezTo>
                <a:cubicBezTo>
                  <a:pt x="151574" y="100966"/>
                  <a:pt x="157085" y="96706"/>
                  <a:pt x="164351" y="87687"/>
                </a:cubicBezTo>
                <a:lnTo>
                  <a:pt x="169612" y="81173"/>
                </a:lnTo>
                <a:lnTo>
                  <a:pt x="173370" y="8418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78E58-11DC-4C91-8C4B-BB648228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00" y="2414513"/>
            <a:ext cx="110486" cy="112991"/>
          </a:xfrm>
          <a:custGeom xmlns:a="http://schemas.openxmlformats.org/drawingml/2006/main">
            <a:pathLst>
              <a:path w="110486" h="112991">
                <a:moveTo>
                  <a:pt x="110486" y="35075"/>
                </a:moveTo>
                <a:cubicBezTo>
                  <a:pt x="110486" y="44595"/>
                  <a:pt x="107980" y="54617"/>
                  <a:pt x="103220" y="64888"/>
                </a:cubicBezTo>
                <a:cubicBezTo>
                  <a:pt x="98460" y="75160"/>
                  <a:pt x="91946" y="84430"/>
                  <a:pt x="83929" y="92447"/>
                </a:cubicBezTo>
                <a:cubicBezTo>
                  <a:pt x="69899" y="106227"/>
                  <a:pt x="54366" y="112991"/>
                  <a:pt x="36829" y="112991"/>
                </a:cubicBezTo>
                <a:cubicBezTo>
                  <a:pt x="25053" y="112991"/>
                  <a:pt x="16034" y="109985"/>
                  <a:pt x="9520" y="103972"/>
                </a:cubicBezTo>
                <a:cubicBezTo>
                  <a:pt x="3006" y="97959"/>
                  <a:pt x="0" y="89441"/>
                  <a:pt x="0" y="78417"/>
                </a:cubicBezTo>
                <a:cubicBezTo>
                  <a:pt x="0" y="64638"/>
                  <a:pt x="4009" y="51109"/>
                  <a:pt x="12527" y="37831"/>
                </a:cubicBezTo>
                <a:cubicBezTo>
                  <a:pt x="21045" y="24803"/>
                  <a:pt x="31818" y="14531"/>
                  <a:pt x="45096" y="7516"/>
                </a:cubicBezTo>
                <a:cubicBezTo>
                  <a:pt x="54366" y="2505"/>
                  <a:pt x="64387" y="0"/>
                  <a:pt x="75160" y="0"/>
                </a:cubicBezTo>
                <a:cubicBezTo>
                  <a:pt x="85432" y="0"/>
                  <a:pt x="93951" y="3257"/>
                  <a:pt x="100464" y="9520"/>
                </a:cubicBezTo>
                <a:cubicBezTo>
                  <a:pt x="106978" y="15784"/>
                  <a:pt x="110486" y="24302"/>
                  <a:pt x="110486" y="35075"/>
                </a:cubicBezTo>
                <a:close/>
                <a:moveTo>
                  <a:pt x="89441" y="28811"/>
                </a:moveTo>
                <a:cubicBezTo>
                  <a:pt x="89441" y="21295"/>
                  <a:pt x="87687" y="15533"/>
                  <a:pt x="84681" y="11525"/>
                </a:cubicBezTo>
                <a:cubicBezTo>
                  <a:pt x="81424" y="7516"/>
                  <a:pt x="77165" y="5261"/>
                  <a:pt x="71653" y="5261"/>
                </a:cubicBezTo>
                <a:cubicBezTo>
                  <a:pt x="60379" y="5261"/>
                  <a:pt x="49606" y="13028"/>
                  <a:pt x="39584" y="28060"/>
                </a:cubicBezTo>
                <a:cubicBezTo>
                  <a:pt x="27058" y="47101"/>
                  <a:pt x="21045" y="66141"/>
                  <a:pt x="21045" y="85182"/>
                </a:cubicBezTo>
                <a:cubicBezTo>
                  <a:pt x="21045" y="92698"/>
                  <a:pt x="22799" y="98210"/>
                  <a:pt x="26306" y="102218"/>
                </a:cubicBezTo>
                <a:cubicBezTo>
                  <a:pt x="29814" y="106227"/>
                  <a:pt x="34574" y="107980"/>
                  <a:pt x="40587" y="107980"/>
                </a:cubicBezTo>
                <a:cubicBezTo>
                  <a:pt x="50608" y="107980"/>
                  <a:pt x="60880" y="101216"/>
                  <a:pt x="70901" y="87186"/>
                </a:cubicBezTo>
                <a:cubicBezTo>
                  <a:pt x="76413" y="79670"/>
                  <a:pt x="80923" y="70400"/>
                  <a:pt x="84430" y="59627"/>
                </a:cubicBezTo>
                <a:cubicBezTo>
                  <a:pt x="87687" y="48854"/>
                  <a:pt x="89441" y="38582"/>
                  <a:pt x="89441" y="28811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B3047-31F3-4F25-8017-D3E9734D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177" y="2414513"/>
            <a:ext cx="91946" cy="110486"/>
          </a:xfrm>
          <a:custGeom xmlns:a="http://schemas.openxmlformats.org/drawingml/2006/main">
            <a:pathLst>
              <a:path w="91946" h="110486">
                <a:moveTo>
                  <a:pt x="32820" y="54617"/>
                </a:moveTo>
                <a:lnTo>
                  <a:pt x="36829" y="45848"/>
                </a:lnTo>
                <a:cubicBezTo>
                  <a:pt x="42340" y="33321"/>
                  <a:pt x="50357" y="21797"/>
                  <a:pt x="60379" y="11274"/>
                </a:cubicBezTo>
                <a:cubicBezTo>
                  <a:pt x="67394" y="3758"/>
                  <a:pt x="74158" y="0"/>
                  <a:pt x="80171" y="0"/>
                </a:cubicBezTo>
                <a:cubicBezTo>
                  <a:pt x="83679" y="0"/>
                  <a:pt x="86434" y="1253"/>
                  <a:pt x="88689" y="3507"/>
                </a:cubicBezTo>
                <a:cubicBezTo>
                  <a:pt x="90694" y="6013"/>
                  <a:pt x="91946" y="9019"/>
                  <a:pt x="91946" y="12777"/>
                </a:cubicBezTo>
                <a:cubicBezTo>
                  <a:pt x="91946" y="16786"/>
                  <a:pt x="90694" y="20043"/>
                  <a:pt x="88689" y="22548"/>
                </a:cubicBezTo>
                <a:cubicBezTo>
                  <a:pt x="86685" y="25053"/>
                  <a:pt x="83679" y="26306"/>
                  <a:pt x="80171" y="26306"/>
                </a:cubicBezTo>
                <a:cubicBezTo>
                  <a:pt x="76914" y="26306"/>
                  <a:pt x="73908" y="24302"/>
                  <a:pt x="71402" y="19792"/>
                </a:cubicBezTo>
                <a:cubicBezTo>
                  <a:pt x="69899" y="17537"/>
                  <a:pt x="68647" y="16285"/>
                  <a:pt x="67394" y="16285"/>
                </a:cubicBezTo>
                <a:cubicBezTo>
                  <a:pt x="62884" y="16285"/>
                  <a:pt x="55869" y="24302"/>
                  <a:pt x="46850" y="39835"/>
                </a:cubicBezTo>
                <a:cubicBezTo>
                  <a:pt x="41088" y="49606"/>
                  <a:pt x="36578" y="58876"/>
                  <a:pt x="33071" y="67394"/>
                </a:cubicBezTo>
                <a:cubicBezTo>
                  <a:pt x="29563" y="75912"/>
                  <a:pt x="25053" y="90443"/>
                  <a:pt x="19041" y="110486"/>
                </a:cubicBezTo>
                <a:lnTo>
                  <a:pt x="0" y="110486"/>
                </a:lnTo>
                <a:lnTo>
                  <a:pt x="20293" y="37330"/>
                </a:lnTo>
                <a:cubicBezTo>
                  <a:pt x="22799" y="27559"/>
                  <a:pt x="24302" y="20794"/>
                  <a:pt x="24302" y="16786"/>
                </a:cubicBezTo>
                <a:cubicBezTo>
                  <a:pt x="24302" y="12527"/>
                  <a:pt x="21045" y="10272"/>
                  <a:pt x="14782" y="10272"/>
                </a:cubicBezTo>
                <a:cubicBezTo>
                  <a:pt x="13278" y="10272"/>
                  <a:pt x="10773" y="10522"/>
                  <a:pt x="7015" y="11024"/>
                </a:cubicBezTo>
                <a:lnTo>
                  <a:pt x="7015" y="6764"/>
                </a:lnTo>
                <a:lnTo>
                  <a:pt x="45848" y="0"/>
                </a:lnTo>
                <a:lnTo>
                  <a:pt x="46599" y="501"/>
                </a:lnTo>
                <a:lnTo>
                  <a:pt x="32820" y="54617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C757A-9D2F-4754-ACF9-AA7CA697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637" y="2361149"/>
            <a:ext cx="53865" cy="166355"/>
          </a:xfrm>
          <a:custGeom xmlns:a="http://schemas.openxmlformats.org/drawingml/2006/main">
            <a:pathLst>
              <a:path w="53865" h="166355">
                <a:moveTo>
                  <a:pt x="53865" y="13779"/>
                </a:moveTo>
                <a:cubicBezTo>
                  <a:pt x="53865" y="17287"/>
                  <a:pt x="52612" y="20293"/>
                  <a:pt x="50107" y="22799"/>
                </a:cubicBezTo>
                <a:cubicBezTo>
                  <a:pt x="47602" y="25304"/>
                  <a:pt x="44846" y="26557"/>
                  <a:pt x="41589" y="26557"/>
                </a:cubicBezTo>
                <a:cubicBezTo>
                  <a:pt x="37831" y="26557"/>
                  <a:pt x="34824" y="25555"/>
                  <a:pt x="32820" y="23049"/>
                </a:cubicBezTo>
                <a:cubicBezTo>
                  <a:pt x="30565" y="20544"/>
                  <a:pt x="29563" y="17287"/>
                  <a:pt x="29563" y="13278"/>
                </a:cubicBezTo>
                <a:cubicBezTo>
                  <a:pt x="29563" y="9520"/>
                  <a:pt x="30565" y="6263"/>
                  <a:pt x="32820" y="3758"/>
                </a:cubicBezTo>
                <a:cubicBezTo>
                  <a:pt x="35075" y="1253"/>
                  <a:pt x="37831" y="0"/>
                  <a:pt x="41338" y="0"/>
                </a:cubicBezTo>
                <a:cubicBezTo>
                  <a:pt x="44595" y="0"/>
                  <a:pt x="47602" y="1503"/>
                  <a:pt x="50107" y="4259"/>
                </a:cubicBezTo>
                <a:cubicBezTo>
                  <a:pt x="52612" y="7015"/>
                  <a:pt x="53865" y="10272"/>
                  <a:pt x="53865" y="13779"/>
                </a:cubicBezTo>
                <a:close/>
                <a:moveTo>
                  <a:pt x="43343" y="135289"/>
                </a:moveTo>
                <a:lnTo>
                  <a:pt x="46599" y="138045"/>
                </a:lnTo>
                <a:cubicBezTo>
                  <a:pt x="39584" y="149068"/>
                  <a:pt x="33572" y="156334"/>
                  <a:pt x="28811" y="160342"/>
                </a:cubicBezTo>
                <a:cubicBezTo>
                  <a:pt x="23801" y="164351"/>
                  <a:pt x="18289" y="166355"/>
                  <a:pt x="12276" y="166355"/>
                </a:cubicBezTo>
                <a:cubicBezTo>
                  <a:pt x="4009" y="166355"/>
                  <a:pt x="0" y="161845"/>
                  <a:pt x="0" y="152826"/>
                </a:cubicBezTo>
                <a:cubicBezTo>
                  <a:pt x="0" y="148066"/>
                  <a:pt x="1754" y="138796"/>
                  <a:pt x="5512" y="125017"/>
                </a:cubicBezTo>
                <a:lnTo>
                  <a:pt x="17537" y="80672"/>
                </a:lnTo>
                <a:cubicBezTo>
                  <a:pt x="19041" y="75411"/>
                  <a:pt x="19792" y="71653"/>
                  <a:pt x="19792" y="69649"/>
                </a:cubicBezTo>
                <a:cubicBezTo>
                  <a:pt x="19792" y="67143"/>
                  <a:pt x="18790" y="65640"/>
                  <a:pt x="16786" y="64888"/>
                </a:cubicBezTo>
                <a:cubicBezTo>
                  <a:pt x="14782" y="64387"/>
                  <a:pt x="10522" y="63886"/>
                  <a:pt x="3758" y="63636"/>
                </a:cubicBezTo>
                <a:lnTo>
                  <a:pt x="3758" y="59627"/>
                </a:lnTo>
                <a:cubicBezTo>
                  <a:pt x="11274" y="59126"/>
                  <a:pt x="24803" y="56871"/>
                  <a:pt x="43844" y="53364"/>
                </a:cubicBezTo>
                <a:lnTo>
                  <a:pt x="44846" y="54116"/>
                </a:lnTo>
                <a:lnTo>
                  <a:pt x="21295" y="140049"/>
                </a:lnTo>
                <a:cubicBezTo>
                  <a:pt x="19542" y="145811"/>
                  <a:pt x="18790" y="149569"/>
                  <a:pt x="18790" y="151072"/>
                </a:cubicBezTo>
                <a:cubicBezTo>
                  <a:pt x="18790" y="153578"/>
                  <a:pt x="19792" y="154830"/>
                  <a:pt x="22298" y="154830"/>
                </a:cubicBezTo>
                <a:cubicBezTo>
                  <a:pt x="26306" y="154830"/>
                  <a:pt x="33321" y="148317"/>
                  <a:pt x="43343" y="135289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A7E48-9B70-49E2-BC07-A0197597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759" y="2417770"/>
            <a:ext cx="95454" cy="127272"/>
          </a:xfrm>
          <a:custGeom xmlns:a="http://schemas.openxmlformats.org/drawingml/2006/main">
            <a:pathLst>
              <a:path w="95454" h="127272">
                <a:moveTo>
                  <a:pt x="95454" y="2756"/>
                </a:moveTo>
                <a:lnTo>
                  <a:pt x="23049" y="88940"/>
                </a:lnTo>
                <a:cubicBezTo>
                  <a:pt x="30565" y="90694"/>
                  <a:pt x="36328" y="92698"/>
                  <a:pt x="40086" y="95203"/>
                </a:cubicBezTo>
                <a:cubicBezTo>
                  <a:pt x="43844" y="97709"/>
                  <a:pt x="48103" y="102469"/>
                  <a:pt x="53113" y="109484"/>
                </a:cubicBezTo>
                <a:cubicBezTo>
                  <a:pt x="58625" y="117751"/>
                  <a:pt x="64638" y="122010"/>
                  <a:pt x="70651" y="122010"/>
                </a:cubicBezTo>
                <a:cubicBezTo>
                  <a:pt x="75160" y="122010"/>
                  <a:pt x="77415" y="120758"/>
                  <a:pt x="77415" y="118252"/>
                </a:cubicBezTo>
                <a:cubicBezTo>
                  <a:pt x="77415" y="117250"/>
                  <a:pt x="76914" y="115998"/>
                  <a:pt x="76163" y="114494"/>
                </a:cubicBezTo>
                <a:cubicBezTo>
                  <a:pt x="74659" y="111738"/>
                  <a:pt x="74158" y="109484"/>
                  <a:pt x="74158" y="107479"/>
                </a:cubicBezTo>
                <a:cubicBezTo>
                  <a:pt x="74158" y="105475"/>
                  <a:pt x="75160" y="103721"/>
                  <a:pt x="76914" y="101968"/>
                </a:cubicBezTo>
                <a:cubicBezTo>
                  <a:pt x="78417" y="100214"/>
                  <a:pt x="80422" y="99212"/>
                  <a:pt x="82426" y="99212"/>
                </a:cubicBezTo>
                <a:cubicBezTo>
                  <a:pt x="84931" y="99212"/>
                  <a:pt x="87186" y="100214"/>
                  <a:pt x="88689" y="101717"/>
                </a:cubicBezTo>
                <a:cubicBezTo>
                  <a:pt x="90193" y="103471"/>
                  <a:pt x="91195" y="105726"/>
                  <a:pt x="91195" y="108231"/>
                </a:cubicBezTo>
                <a:cubicBezTo>
                  <a:pt x="91195" y="113242"/>
                  <a:pt x="88940" y="117751"/>
                  <a:pt x="84681" y="121509"/>
                </a:cubicBezTo>
                <a:cubicBezTo>
                  <a:pt x="80171" y="125267"/>
                  <a:pt x="74659" y="127272"/>
                  <a:pt x="67895" y="127272"/>
                </a:cubicBezTo>
                <a:cubicBezTo>
                  <a:pt x="60880" y="127272"/>
                  <a:pt x="51360" y="123514"/>
                  <a:pt x="39584" y="116248"/>
                </a:cubicBezTo>
                <a:cubicBezTo>
                  <a:pt x="28060" y="109233"/>
                  <a:pt x="19291" y="105976"/>
                  <a:pt x="13278" y="105976"/>
                </a:cubicBezTo>
                <a:cubicBezTo>
                  <a:pt x="9270" y="105976"/>
                  <a:pt x="5512" y="107229"/>
                  <a:pt x="2004" y="110235"/>
                </a:cubicBezTo>
                <a:lnTo>
                  <a:pt x="0" y="107980"/>
                </a:lnTo>
                <a:lnTo>
                  <a:pt x="77415" y="15032"/>
                </a:lnTo>
                <a:lnTo>
                  <a:pt x="43343" y="15032"/>
                </a:lnTo>
                <a:cubicBezTo>
                  <a:pt x="36578" y="15032"/>
                  <a:pt x="31818" y="16034"/>
                  <a:pt x="28811" y="18039"/>
                </a:cubicBezTo>
                <a:cubicBezTo>
                  <a:pt x="25805" y="20043"/>
                  <a:pt x="23049" y="24051"/>
                  <a:pt x="20544" y="30064"/>
                </a:cubicBezTo>
                <a:lnTo>
                  <a:pt x="16535" y="29062"/>
                </a:lnTo>
                <a:lnTo>
                  <a:pt x="24552" y="0"/>
                </a:lnTo>
                <a:lnTo>
                  <a:pt x="95454" y="0"/>
                </a:lnTo>
                <a:lnTo>
                  <a:pt x="95454" y="2756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528F0-8685-4B7B-9F13-D7CC49F3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727" y="2414513"/>
            <a:ext cx="114995" cy="112991"/>
          </a:xfrm>
          <a:custGeom xmlns:a="http://schemas.openxmlformats.org/drawingml/2006/main">
            <a:pathLst>
              <a:path w="114995" h="112991">
                <a:moveTo>
                  <a:pt x="111738" y="82676"/>
                </a:moveTo>
                <a:lnTo>
                  <a:pt x="114995" y="85432"/>
                </a:lnTo>
                <a:cubicBezTo>
                  <a:pt x="105475" y="96957"/>
                  <a:pt x="98711" y="104222"/>
                  <a:pt x="94201" y="107730"/>
                </a:cubicBezTo>
                <a:cubicBezTo>
                  <a:pt x="89691" y="110987"/>
                  <a:pt x="85182" y="112741"/>
                  <a:pt x="80171" y="112741"/>
                </a:cubicBezTo>
                <a:cubicBezTo>
                  <a:pt x="73407" y="112741"/>
                  <a:pt x="70150" y="109484"/>
                  <a:pt x="70150" y="102719"/>
                </a:cubicBezTo>
                <a:cubicBezTo>
                  <a:pt x="70150" y="98711"/>
                  <a:pt x="71903" y="88940"/>
                  <a:pt x="75912" y="73908"/>
                </a:cubicBezTo>
                <a:cubicBezTo>
                  <a:pt x="66392" y="87938"/>
                  <a:pt x="57874" y="97959"/>
                  <a:pt x="50107" y="103972"/>
                </a:cubicBezTo>
                <a:cubicBezTo>
                  <a:pt x="42090" y="109985"/>
                  <a:pt x="33822" y="112991"/>
                  <a:pt x="25053" y="112991"/>
                </a:cubicBezTo>
                <a:cubicBezTo>
                  <a:pt x="17537" y="112991"/>
                  <a:pt x="11525" y="110486"/>
                  <a:pt x="7015" y="105475"/>
                </a:cubicBezTo>
                <a:cubicBezTo>
                  <a:pt x="2255" y="100464"/>
                  <a:pt x="0" y="93449"/>
                  <a:pt x="0" y="84180"/>
                </a:cubicBezTo>
                <a:cubicBezTo>
                  <a:pt x="0" y="71653"/>
                  <a:pt x="3507" y="58625"/>
                  <a:pt x="10773" y="45347"/>
                </a:cubicBezTo>
                <a:cubicBezTo>
                  <a:pt x="18039" y="32319"/>
                  <a:pt x="27308" y="21295"/>
                  <a:pt x="38582" y="12777"/>
                </a:cubicBezTo>
                <a:cubicBezTo>
                  <a:pt x="49606" y="4259"/>
                  <a:pt x="60629" y="0"/>
                  <a:pt x="71653" y="0"/>
                </a:cubicBezTo>
                <a:cubicBezTo>
                  <a:pt x="82676" y="0"/>
                  <a:pt x="89441" y="5011"/>
                  <a:pt x="91696" y="14531"/>
                </a:cubicBezTo>
                <a:lnTo>
                  <a:pt x="94452" y="2505"/>
                </a:lnTo>
                <a:lnTo>
                  <a:pt x="95203" y="1754"/>
                </a:lnTo>
                <a:lnTo>
                  <a:pt x="110486" y="0"/>
                </a:lnTo>
                <a:lnTo>
                  <a:pt x="112240" y="752"/>
                </a:lnTo>
                <a:cubicBezTo>
                  <a:pt x="111989" y="1503"/>
                  <a:pt x="111488" y="3257"/>
                  <a:pt x="110736" y="6013"/>
                </a:cubicBezTo>
                <a:cubicBezTo>
                  <a:pt x="95704" y="60128"/>
                  <a:pt x="88439" y="90443"/>
                  <a:pt x="88439" y="96957"/>
                </a:cubicBezTo>
                <a:cubicBezTo>
                  <a:pt x="88439" y="99212"/>
                  <a:pt x="89441" y="100214"/>
                  <a:pt x="91946" y="100214"/>
                </a:cubicBezTo>
                <a:cubicBezTo>
                  <a:pt x="94452" y="100214"/>
                  <a:pt x="98711" y="96957"/>
                  <a:pt x="104974" y="89942"/>
                </a:cubicBezTo>
                <a:lnTo>
                  <a:pt x="111738" y="82676"/>
                </a:lnTo>
                <a:close/>
                <a:moveTo>
                  <a:pt x="87186" y="20043"/>
                </a:moveTo>
                <a:cubicBezTo>
                  <a:pt x="87186" y="15784"/>
                  <a:pt x="85933" y="12276"/>
                  <a:pt x="83428" y="9520"/>
                </a:cubicBezTo>
                <a:cubicBezTo>
                  <a:pt x="80923" y="7015"/>
                  <a:pt x="77415" y="5512"/>
                  <a:pt x="73156" y="5512"/>
                </a:cubicBezTo>
                <a:cubicBezTo>
                  <a:pt x="61632" y="5512"/>
                  <a:pt x="50859" y="13278"/>
                  <a:pt x="40336" y="28561"/>
                </a:cubicBezTo>
                <a:cubicBezTo>
                  <a:pt x="34824" y="36829"/>
                  <a:pt x="30064" y="45848"/>
                  <a:pt x="26557" y="55869"/>
                </a:cubicBezTo>
                <a:cubicBezTo>
                  <a:pt x="22799" y="65891"/>
                  <a:pt x="21045" y="74910"/>
                  <a:pt x="21045" y="82426"/>
                </a:cubicBezTo>
                <a:cubicBezTo>
                  <a:pt x="21045" y="94953"/>
                  <a:pt x="26056" y="100966"/>
                  <a:pt x="36077" y="100966"/>
                </a:cubicBezTo>
                <a:cubicBezTo>
                  <a:pt x="45848" y="100966"/>
                  <a:pt x="56370" y="92948"/>
                  <a:pt x="67895" y="76413"/>
                </a:cubicBezTo>
                <a:cubicBezTo>
                  <a:pt x="80672" y="57874"/>
                  <a:pt x="87186" y="39083"/>
                  <a:pt x="87186" y="20043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3142C-A66C-4A58-AF06-2CE46D12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506" y="2388207"/>
            <a:ext cx="64638" cy="139297"/>
          </a:xfrm>
          <a:custGeom xmlns:a="http://schemas.openxmlformats.org/drawingml/2006/main">
            <a:pathLst>
              <a:path w="64638" h="139297">
                <a:moveTo>
                  <a:pt x="64638" y="29563"/>
                </a:moveTo>
                <a:lnTo>
                  <a:pt x="63385" y="37580"/>
                </a:lnTo>
                <a:lnTo>
                  <a:pt x="42340" y="37580"/>
                </a:lnTo>
                <a:lnTo>
                  <a:pt x="20544" y="119756"/>
                </a:lnTo>
                <a:cubicBezTo>
                  <a:pt x="20043" y="121259"/>
                  <a:pt x="20043" y="122261"/>
                  <a:pt x="20043" y="123263"/>
                </a:cubicBezTo>
                <a:cubicBezTo>
                  <a:pt x="20043" y="126019"/>
                  <a:pt x="21295" y="127272"/>
                  <a:pt x="23801" y="127272"/>
                </a:cubicBezTo>
                <a:cubicBezTo>
                  <a:pt x="25805" y="127272"/>
                  <a:pt x="28060" y="126019"/>
                  <a:pt x="30816" y="123514"/>
                </a:cubicBezTo>
                <a:cubicBezTo>
                  <a:pt x="33321" y="121008"/>
                  <a:pt x="37831" y="115497"/>
                  <a:pt x="44094" y="107479"/>
                </a:cubicBezTo>
                <a:lnTo>
                  <a:pt x="47351" y="109233"/>
                </a:lnTo>
                <a:cubicBezTo>
                  <a:pt x="39584" y="121008"/>
                  <a:pt x="33321" y="129025"/>
                  <a:pt x="28310" y="133034"/>
                </a:cubicBezTo>
                <a:cubicBezTo>
                  <a:pt x="23300" y="137043"/>
                  <a:pt x="17788" y="139297"/>
                  <a:pt x="11525" y="139297"/>
                </a:cubicBezTo>
                <a:cubicBezTo>
                  <a:pt x="3758" y="139297"/>
                  <a:pt x="0" y="136291"/>
                  <a:pt x="0" y="130278"/>
                </a:cubicBezTo>
                <a:cubicBezTo>
                  <a:pt x="0" y="128775"/>
                  <a:pt x="1253" y="122511"/>
                  <a:pt x="4009" y="111738"/>
                </a:cubicBezTo>
                <a:lnTo>
                  <a:pt x="23550" y="37580"/>
                </a:lnTo>
                <a:lnTo>
                  <a:pt x="4760" y="37580"/>
                </a:lnTo>
                <a:lnTo>
                  <a:pt x="4510" y="36077"/>
                </a:lnTo>
                <a:cubicBezTo>
                  <a:pt x="4510" y="33071"/>
                  <a:pt x="7266" y="31066"/>
                  <a:pt x="12777" y="29814"/>
                </a:cubicBezTo>
                <a:cubicBezTo>
                  <a:pt x="16786" y="28811"/>
                  <a:pt x="22298" y="25805"/>
                  <a:pt x="29313" y="20293"/>
                </a:cubicBezTo>
                <a:cubicBezTo>
                  <a:pt x="36077" y="14782"/>
                  <a:pt x="41589" y="8769"/>
                  <a:pt x="46098" y="2255"/>
                </a:cubicBezTo>
                <a:cubicBezTo>
                  <a:pt x="47101" y="752"/>
                  <a:pt x="48103" y="0"/>
                  <a:pt x="49606" y="0"/>
                </a:cubicBezTo>
                <a:cubicBezTo>
                  <a:pt x="51109" y="0"/>
                  <a:pt x="51861" y="752"/>
                  <a:pt x="51861" y="2004"/>
                </a:cubicBezTo>
                <a:cubicBezTo>
                  <a:pt x="51861" y="3006"/>
                  <a:pt x="51610" y="3507"/>
                  <a:pt x="51610" y="3758"/>
                </a:cubicBezTo>
                <a:lnTo>
                  <a:pt x="44595" y="29563"/>
                </a:lnTo>
                <a:lnTo>
                  <a:pt x="64638" y="29563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E1FCB-6F8D-42D2-9730-43AD5557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911" y="2361149"/>
            <a:ext cx="53865" cy="166355"/>
          </a:xfrm>
          <a:custGeom xmlns:a="http://schemas.openxmlformats.org/drawingml/2006/main">
            <a:pathLst>
              <a:path w="53865" h="166355">
                <a:moveTo>
                  <a:pt x="53865" y="13779"/>
                </a:moveTo>
                <a:cubicBezTo>
                  <a:pt x="53865" y="17287"/>
                  <a:pt x="52612" y="20293"/>
                  <a:pt x="50107" y="22799"/>
                </a:cubicBezTo>
                <a:cubicBezTo>
                  <a:pt x="47602" y="25304"/>
                  <a:pt x="44846" y="26557"/>
                  <a:pt x="41589" y="26557"/>
                </a:cubicBezTo>
                <a:cubicBezTo>
                  <a:pt x="37831" y="26557"/>
                  <a:pt x="34824" y="25555"/>
                  <a:pt x="32820" y="23049"/>
                </a:cubicBezTo>
                <a:cubicBezTo>
                  <a:pt x="30565" y="20544"/>
                  <a:pt x="29563" y="17287"/>
                  <a:pt x="29563" y="13278"/>
                </a:cubicBezTo>
                <a:cubicBezTo>
                  <a:pt x="29563" y="9520"/>
                  <a:pt x="30565" y="6263"/>
                  <a:pt x="32820" y="3758"/>
                </a:cubicBezTo>
                <a:cubicBezTo>
                  <a:pt x="35075" y="1253"/>
                  <a:pt x="37831" y="0"/>
                  <a:pt x="41338" y="0"/>
                </a:cubicBezTo>
                <a:cubicBezTo>
                  <a:pt x="44595" y="0"/>
                  <a:pt x="47602" y="1503"/>
                  <a:pt x="50107" y="4259"/>
                </a:cubicBezTo>
                <a:cubicBezTo>
                  <a:pt x="52612" y="7015"/>
                  <a:pt x="53865" y="10272"/>
                  <a:pt x="53865" y="13779"/>
                </a:cubicBezTo>
                <a:close/>
                <a:moveTo>
                  <a:pt x="43343" y="135289"/>
                </a:moveTo>
                <a:lnTo>
                  <a:pt x="46599" y="138045"/>
                </a:lnTo>
                <a:cubicBezTo>
                  <a:pt x="39584" y="149068"/>
                  <a:pt x="33572" y="156334"/>
                  <a:pt x="28811" y="160342"/>
                </a:cubicBezTo>
                <a:cubicBezTo>
                  <a:pt x="23801" y="164351"/>
                  <a:pt x="18289" y="166355"/>
                  <a:pt x="12276" y="166355"/>
                </a:cubicBezTo>
                <a:cubicBezTo>
                  <a:pt x="4009" y="166355"/>
                  <a:pt x="0" y="161845"/>
                  <a:pt x="0" y="152826"/>
                </a:cubicBezTo>
                <a:cubicBezTo>
                  <a:pt x="0" y="148066"/>
                  <a:pt x="1754" y="138796"/>
                  <a:pt x="5512" y="125017"/>
                </a:cubicBezTo>
                <a:lnTo>
                  <a:pt x="17537" y="80672"/>
                </a:lnTo>
                <a:cubicBezTo>
                  <a:pt x="19041" y="75411"/>
                  <a:pt x="19792" y="71653"/>
                  <a:pt x="19792" y="69649"/>
                </a:cubicBezTo>
                <a:cubicBezTo>
                  <a:pt x="19792" y="67143"/>
                  <a:pt x="18790" y="65640"/>
                  <a:pt x="16786" y="64888"/>
                </a:cubicBezTo>
                <a:cubicBezTo>
                  <a:pt x="14782" y="64387"/>
                  <a:pt x="10522" y="63886"/>
                  <a:pt x="3758" y="63636"/>
                </a:cubicBezTo>
                <a:lnTo>
                  <a:pt x="3758" y="59627"/>
                </a:lnTo>
                <a:cubicBezTo>
                  <a:pt x="11274" y="59126"/>
                  <a:pt x="24803" y="56871"/>
                  <a:pt x="43844" y="53364"/>
                </a:cubicBezTo>
                <a:lnTo>
                  <a:pt x="44846" y="54116"/>
                </a:lnTo>
                <a:lnTo>
                  <a:pt x="21295" y="140049"/>
                </a:lnTo>
                <a:cubicBezTo>
                  <a:pt x="19542" y="145811"/>
                  <a:pt x="18790" y="149569"/>
                  <a:pt x="18790" y="151072"/>
                </a:cubicBezTo>
                <a:cubicBezTo>
                  <a:pt x="18790" y="153578"/>
                  <a:pt x="19792" y="154830"/>
                  <a:pt x="22298" y="154830"/>
                </a:cubicBezTo>
                <a:cubicBezTo>
                  <a:pt x="26306" y="154830"/>
                  <a:pt x="33321" y="148317"/>
                  <a:pt x="43343" y="135289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4D538-414A-413D-8A60-23AEFB3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047" y="2414513"/>
            <a:ext cx="110486" cy="112991"/>
          </a:xfrm>
          <a:custGeom xmlns:a="http://schemas.openxmlformats.org/drawingml/2006/main">
            <a:pathLst>
              <a:path w="110486" h="112991">
                <a:moveTo>
                  <a:pt x="110486" y="35075"/>
                </a:moveTo>
                <a:cubicBezTo>
                  <a:pt x="110486" y="44595"/>
                  <a:pt x="107980" y="54617"/>
                  <a:pt x="103220" y="64888"/>
                </a:cubicBezTo>
                <a:cubicBezTo>
                  <a:pt x="98460" y="75160"/>
                  <a:pt x="91946" y="84430"/>
                  <a:pt x="83929" y="92447"/>
                </a:cubicBezTo>
                <a:cubicBezTo>
                  <a:pt x="69899" y="106227"/>
                  <a:pt x="54366" y="112991"/>
                  <a:pt x="36829" y="112991"/>
                </a:cubicBezTo>
                <a:cubicBezTo>
                  <a:pt x="25053" y="112991"/>
                  <a:pt x="16034" y="109985"/>
                  <a:pt x="9520" y="103972"/>
                </a:cubicBezTo>
                <a:cubicBezTo>
                  <a:pt x="3006" y="97959"/>
                  <a:pt x="0" y="89441"/>
                  <a:pt x="0" y="78417"/>
                </a:cubicBezTo>
                <a:cubicBezTo>
                  <a:pt x="0" y="64638"/>
                  <a:pt x="4009" y="51109"/>
                  <a:pt x="12527" y="37831"/>
                </a:cubicBezTo>
                <a:cubicBezTo>
                  <a:pt x="21045" y="24803"/>
                  <a:pt x="31818" y="14531"/>
                  <a:pt x="45096" y="7516"/>
                </a:cubicBezTo>
                <a:cubicBezTo>
                  <a:pt x="54366" y="2505"/>
                  <a:pt x="64387" y="0"/>
                  <a:pt x="75160" y="0"/>
                </a:cubicBezTo>
                <a:cubicBezTo>
                  <a:pt x="85432" y="0"/>
                  <a:pt x="93951" y="3257"/>
                  <a:pt x="100464" y="9520"/>
                </a:cubicBezTo>
                <a:cubicBezTo>
                  <a:pt x="106978" y="15784"/>
                  <a:pt x="110486" y="24302"/>
                  <a:pt x="110486" y="35075"/>
                </a:cubicBezTo>
                <a:close/>
                <a:moveTo>
                  <a:pt x="89441" y="28811"/>
                </a:moveTo>
                <a:cubicBezTo>
                  <a:pt x="89441" y="21295"/>
                  <a:pt x="87687" y="15533"/>
                  <a:pt x="84681" y="11525"/>
                </a:cubicBezTo>
                <a:cubicBezTo>
                  <a:pt x="81424" y="7516"/>
                  <a:pt x="77165" y="5261"/>
                  <a:pt x="71653" y="5261"/>
                </a:cubicBezTo>
                <a:cubicBezTo>
                  <a:pt x="60379" y="5261"/>
                  <a:pt x="49606" y="13028"/>
                  <a:pt x="39584" y="28060"/>
                </a:cubicBezTo>
                <a:cubicBezTo>
                  <a:pt x="27058" y="47101"/>
                  <a:pt x="21045" y="66141"/>
                  <a:pt x="21045" y="85182"/>
                </a:cubicBezTo>
                <a:cubicBezTo>
                  <a:pt x="21045" y="92698"/>
                  <a:pt x="22799" y="98210"/>
                  <a:pt x="26306" y="102218"/>
                </a:cubicBezTo>
                <a:cubicBezTo>
                  <a:pt x="29814" y="106227"/>
                  <a:pt x="34574" y="107980"/>
                  <a:pt x="40587" y="107980"/>
                </a:cubicBezTo>
                <a:cubicBezTo>
                  <a:pt x="50608" y="107980"/>
                  <a:pt x="60880" y="101216"/>
                  <a:pt x="70901" y="87186"/>
                </a:cubicBezTo>
                <a:cubicBezTo>
                  <a:pt x="76413" y="79670"/>
                  <a:pt x="80923" y="70400"/>
                  <a:pt x="84430" y="59627"/>
                </a:cubicBezTo>
                <a:cubicBezTo>
                  <a:pt x="87687" y="48854"/>
                  <a:pt x="89441" y="38582"/>
                  <a:pt x="89441" y="28811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EBE57-8956-411F-9F01-2542E7E4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058" y="2414513"/>
            <a:ext cx="115246" cy="112490"/>
          </a:xfrm>
          <a:custGeom xmlns:a="http://schemas.openxmlformats.org/drawingml/2006/main">
            <a:pathLst>
              <a:path w="115246" h="112490">
                <a:moveTo>
                  <a:pt x="111738" y="81173"/>
                </a:moveTo>
                <a:lnTo>
                  <a:pt x="115246" y="84430"/>
                </a:lnTo>
                <a:cubicBezTo>
                  <a:pt x="106728" y="96205"/>
                  <a:pt x="100214" y="103721"/>
                  <a:pt x="95704" y="107229"/>
                </a:cubicBezTo>
                <a:cubicBezTo>
                  <a:pt x="91195" y="110736"/>
                  <a:pt x="85933" y="112490"/>
                  <a:pt x="80171" y="112490"/>
                </a:cubicBezTo>
                <a:cubicBezTo>
                  <a:pt x="76664" y="112490"/>
                  <a:pt x="73908" y="111237"/>
                  <a:pt x="71653" y="109233"/>
                </a:cubicBezTo>
                <a:cubicBezTo>
                  <a:pt x="69398" y="107229"/>
                  <a:pt x="68396" y="103721"/>
                  <a:pt x="68396" y="99212"/>
                </a:cubicBezTo>
                <a:cubicBezTo>
                  <a:pt x="68396" y="96706"/>
                  <a:pt x="69649" y="90443"/>
                  <a:pt x="72405" y="80422"/>
                </a:cubicBezTo>
                <a:lnTo>
                  <a:pt x="83428" y="39835"/>
                </a:lnTo>
                <a:cubicBezTo>
                  <a:pt x="85683" y="30816"/>
                  <a:pt x="86936" y="24302"/>
                  <a:pt x="86936" y="20043"/>
                </a:cubicBezTo>
                <a:cubicBezTo>
                  <a:pt x="86936" y="15283"/>
                  <a:pt x="84931" y="12777"/>
                  <a:pt x="80923" y="12777"/>
                </a:cubicBezTo>
                <a:cubicBezTo>
                  <a:pt x="75912" y="12777"/>
                  <a:pt x="70651" y="15784"/>
                  <a:pt x="64888" y="21546"/>
                </a:cubicBezTo>
                <a:cubicBezTo>
                  <a:pt x="59126" y="27308"/>
                  <a:pt x="52111" y="36328"/>
                  <a:pt x="43844" y="48353"/>
                </a:cubicBezTo>
                <a:cubicBezTo>
                  <a:pt x="38332" y="56621"/>
                  <a:pt x="34073" y="63886"/>
                  <a:pt x="31567" y="70400"/>
                </a:cubicBezTo>
                <a:cubicBezTo>
                  <a:pt x="29062" y="76914"/>
                  <a:pt x="24803" y="90443"/>
                  <a:pt x="18790" y="110486"/>
                </a:cubicBezTo>
                <a:lnTo>
                  <a:pt x="0" y="110486"/>
                </a:lnTo>
                <a:lnTo>
                  <a:pt x="24051" y="22799"/>
                </a:lnTo>
                <a:cubicBezTo>
                  <a:pt x="24302" y="21295"/>
                  <a:pt x="24552" y="19792"/>
                  <a:pt x="24552" y="18540"/>
                </a:cubicBezTo>
                <a:cubicBezTo>
                  <a:pt x="24552" y="16034"/>
                  <a:pt x="23300" y="14531"/>
                  <a:pt x="21045" y="13529"/>
                </a:cubicBezTo>
                <a:cubicBezTo>
                  <a:pt x="18790" y="12527"/>
                  <a:pt x="14531" y="12026"/>
                  <a:pt x="8268" y="11775"/>
                </a:cubicBezTo>
                <a:lnTo>
                  <a:pt x="8268" y="7767"/>
                </a:lnTo>
                <a:cubicBezTo>
                  <a:pt x="14782" y="6514"/>
                  <a:pt x="22047" y="5261"/>
                  <a:pt x="30064" y="3758"/>
                </a:cubicBezTo>
                <a:cubicBezTo>
                  <a:pt x="38081" y="2255"/>
                  <a:pt x="44345" y="1002"/>
                  <a:pt x="48854" y="0"/>
                </a:cubicBezTo>
                <a:lnTo>
                  <a:pt x="49856" y="501"/>
                </a:lnTo>
                <a:lnTo>
                  <a:pt x="33071" y="55118"/>
                </a:lnTo>
                <a:cubicBezTo>
                  <a:pt x="45347" y="35576"/>
                  <a:pt x="56120" y="21295"/>
                  <a:pt x="65139" y="12777"/>
                </a:cubicBezTo>
                <a:cubicBezTo>
                  <a:pt x="74158" y="4259"/>
                  <a:pt x="82676" y="0"/>
                  <a:pt x="90944" y="0"/>
                </a:cubicBezTo>
                <a:cubicBezTo>
                  <a:pt x="95955" y="0"/>
                  <a:pt x="99963" y="1503"/>
                  <a:pt x="102970" y="4259"/>
                </a:cubicBezTo>
                <a:cubicBezTo>
                  <a:pt x="105726" y="7015"/>
                  <a:pt x="107229" y="10773"/>
                  <a:pt x="107229" y="15283"/>
                </a:cubicBezTo>
                <a:cubicBezTo>
                  <a:pt x="107229" y="19542"/>
                  <a:pt x="106227" y="24552"/>
                  <a:pt x="104724" y="30315"/>
                </a:cubicBezTo>
                <a:lnTo>
                  <a:pt x="90694" y="81173"/>
                </a:lnTo>
                <a:cubicBezTo>
                  <a:pt x="88188" y="89691"/>
                  <a:pt x="87186" y="94702"/>
                  <a:pt x="87186" y="96456"/>
                </a:cubicBezTo>
                <a:cubicBezTo>
                  <a:pt x="87186" y="99462"/>
                  <a:pt x="88439" y="100966"/>
                  <a:pt x="91195" y="100966"/>
                </a:cubicBezTo>
                <a:cubicBezTo>
                  <a:pt x="94201" y="100966"/>
                  <a:pt x="99462" y="96706"/>
                  <a:pt x="106477" y="87687"/>
                </a:cubicBezTo>
                <a:cubicBezTo>
                  <a:pt x="107479" y="86434"/>
                  <a:pt x="109233" y="84180"/>
                  <a:pt x="111738" y="81173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504D1-819E-4B0A-A8CC-852CC88B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124" y="2671224"/>
            <a:ext cx="91946" cy="110486"/>
          </a:xfrm>
          <a:custGeom xmlns:a="http://schemas.openxmlformats.org/drawingml/2006/main">
            <a:pathLst>
              <a:path w="91946" h="110486">
                <a:moveTo>
                  <a:pt x="32820" y="54617"/>
                </a:moveTo>
                <a:lnTo>
                  <a:pt x="36829" y="45848"/>
                </a:lnTo>
                <a:cubicBezTo>
                  <a:pt x="42340" y="33321"/>
                  <a:pt x="50357" y="21797"/>
                  <a:pt x="60379" y="11274"/>
                </a:cubicBezTo>
                <a:cubicBezTo>
                  <a:pt x="67394" y="3758"/>
                  <a:pt x="74158" y="0"/>
                  <a:pt x="80171" y="0"/>
                </a:cubicBezTo>
                <a:cubicBezTo>
                  <a:pt x="83679" y="0"/>
                  <a:pt x="86434" y="1253"/>
                  <a:pt x="88689" y="3507"/>
                </a:cubicBezTo>
                <a:cubicBezTo>
                  <a:pt x="90694" y="6013"/>
                  <a:pt x="91946" y="9019"/>
                  <a:pt x="91946" y="12777"/>
                </a:cubicBezTo>
                <a:cubicBezTo>
                  <a:pt x="91946" y="16786"/>
                  <a:pt x="90694" y="20043"/>
                  <a:pt x="88689" y="22548"/>
                </a:cubicBezTo>
                <a:cubicBezTo>
                  <a:pt x="86685" y="25053"/>
                  <a:pt x="83679" y="26306"/>
                  <a:pt x="80171" y="26306"/>
                </a:cubicBezTo>
                <a:cubicBezTo>
                  <a:pt x="76914" y="26306"/>
                  <a:pt x="73908" y="24302"/>
                  <a:pt x="71402" y="19792"/>
                </a:cubicBezTo>
                <a:cubicBezTo>
                  <a:pt x="69899" y="17537"/>
                  <a:pt x="68647" y="16285"/>
                  <a:pt x="67394" y="16285"/>
                </a:cubicBezTo>
                <a:cubicBezTo>
                  <a:pt x="62884" y="16285"/>
                  <a:pt x="55869" y="24302"/>
                  <a:pt x="46850" y="39835"/>
                </a:cubicBezTo>
                <a:cubicBezTo>
                  <a:pt x="41088" y="49606"/>
                  <a:pt x="36578" y="58876"/>
                  <a:pt x="33071" y="67394"/>
                </a:cubicBezTo>
                <a:cubicBezTo>
                  <a:pt x="29563" y="75912"/>
                  <a:pt x="25053" y="90443"/>
                  <a:pt x="19041" y="110486"/>
                </a:cubicBezTo>
                <a:lnTo>
                  <a:pt x="0" y="110486"/>
                </a:lnTo>
                <a:lnTo>
                  <a:pt x="20293" y="37330"/>
                </a:lnTo>
                <a:cubicBezTo>
                  <a:pt x="22799" y="27559"/>
                  <a:pt x="24302" y="20794"/>
                  <a:pt x="24302" y="16786"/>
                </a:cubicBezTo>
                <a:cubicBezTo>
                  <a:pt x="24302" y="12527"/>
                  <a:pt x="21045" y="10272"/>
                  <a:pt x="14782" y="10272"/>
                </a:cubicBezTo>
                <a:cubicBezTo>
                  <a:pt x="13278" y="10272"/>
                  <a:pt x="10773" y="10522"/>
                  <a:pt x="7015" y="11024"/>
                </a:cubicBezTo>
                <a:lnTo>
                  <a:pt x="7015" y="6764"/>
                </a:lnTo>
                <a:lnTo>
                  <a:pt x="45848" y="0"/>
                </a:lnTo>
                <a:lnTo>
                  <a:pt x="46599" y="501"/>
                </a:lnTo>
                <a:lnTo>
                  <a:pt x="32820" y="54617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DC09E-F91F-4A1C-A4AA-EC266CA3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074" y="2671224"/>
            <a:ext cx="95454" cy="112991"/>
          </a:xfrm>
          <a:custGeom xmlns:a="http://schemas.openxmlformats.org/drawingml/2006/main">
            <a:pathLst>
              <a:path w="95454" h="112991">
                <a:moveTo>
                  <a:pt x="81925" y="83178"/>
                </a:moveTo>
                <a:lnTo>
                  <a:pt x="84931" y="86184"/>
                </a:lnTo>
                <a:cubicBezTo>
                  <a:pt x="70150" y="104222"/>
                  <a:pt x="53113" y="112991"/>
                  <a:pt x="33822" y="112991"/>
                </a:cubicBezTo>
                <a:cubicBezTo>
                  <a:pt x="23550" y="112991"/>
                  <a:pt x="15283" y="109985"/>
                  <a:pt x="9270" y="103721"/>
                </a:cubicBezTo>
                <a:cubicBezTo>
                  <a:pt x="3006" y="97709"/>
                  <a:pt x="0" y="89441"/>
                  <a:pt x="0" y="78918"/>
                </a:cubicBezTo>
                <a:cubicBezTo>
                  <a:pt x="0" y="59377"/>
                  <a:pt x="7767" y="41338"/>
                  <a:pt x="23300" y="24803"/>
                </a:cubicBezTo>
                <a:cubicBezTo>
                  <a:pt x="38833" y="8268"/>
                  <a:pt x="56120" y="0"/>
                  <a:pt x="74910" y="0"/>
                </a:cubicBezTo>
                <a:cubicBezTo>
                  <a:pt x="81424" y="0"/>
                  <a:pt x="86434" y="1503"/>
                  <a:pt x="89942" y="4510"/>
                </a:cubicBezTo>
                <a:cubicBezTo>
                  <a:pt x="93449" y="7516"/>
                  <a:pt x="95454" y="11775"/>
                  <a:pt x="95454" y="17036"/>
                </a:cubicBezTo>
                <a:cubicBezTo>
                  <a:pt x="95454" y="28060"/>
                  <a:pt x="88940" y="38081"/>
                  <a:pt x="76163" y="46599"/>
                </a:cubicBezTo>
                <a:cubicBezTo>
                  <a:pt x="63385" y="55368"/>
                  <a:pt x="46098" y="61130"/>
                  <a:pt x="24302" y="63886"/>
                </a:cubicBezTo>
                <a:cubicBezTo>
                  <a:pt x="22548" y="67394"/>
                  <a:pt x="21797" y="72405"/>
                  <a:pt x="21797" y="79169"/>
                </a:cubicBezTo>
                <a:cubicBezTo>
                  <a:pt x="21797" y="86184"/>
                  <a:pt x="23801" y="91696"/>
                  <a:pt x="28060" y="95704"/>
                </a:cubicBezTo>
                <a:cubicBezTo>
                  <a:pt x="32319" y="99963"/>
                  <a:pt x="38081" y="101968"/>
                  <a:pt x="45096" y="101968"/>
                </a:cubicBezTo>
                <a:cubicBezTo>
                  <a:pt x="50608" y="101968"/>
                  <a:pt x="55869" y="100715"/>
                  <a:pt x="60880" y="98210"/>
                </a:cubicBezTo>
                <a:cubicBezTo>
                  <a:pt x="65891" y="95704"/>
                  <a:pt x="72906" y="90694"/>
                  <a:pt x="81925" y="83178"/>
                </a:cubicBezTo>
                <a:close/>
                <a:moveTo>
                  <a:pt x="30315" y="47351"/>
                </a:moveTo>
                <a:lnTo>
                  <a:pt x="26056" y="58375"/>
                </a:lnTo>
                <a:cubicBezTo>
                  <a:pt x="44595" y="53865"/>
                  <a:pt x="58124" y="47852"/>
                  <a:pt x="66392" y="39835"/>
                </a:cubicBezTo>
                <a:cubicBezTo>
                  <a:pt x="74659" y="31818"/>
                  <a:pt x="78918" y="23801"/>
                  <a:pt x="78918" y="15533"/>
                </a:cubicBezTo>
                <a:cubicBezTo>
                  <a:pt x="78918" y="9019"/>
                  <a:pt x="75912" y="5762"/>
                  <a:pt x="70150" y="5762"/>
                </a:cubicBezTo>
                <a:cubicBezTo>
                  <a:pt x="63135" y="5762"/>
                  <a:pt x="55619" y="10021"/>
                  <a:pt x="48103" y="18039"/>
                </a:cubicBezTo>
                <a:cubicBezTo>
                  <a:pt x="40587" y="26056"/>
                  <a:pt x="34574" y="35826"/>
                  <a:pt x="30315" y="47351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4A54A-C6E2-45A5-ADFB-4FCE83F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49" y="2671224"/>
            <a:ext cx="115998" cy="161845"/>
          </a:xfrm>
          <a:custGeom xmlns:a="http://schemas.openxmlformats.org/drawingml/2006/main">
            <a:pathLst>
              <a:path w="115998" h="161845">
                <a:moveTo>
                  <a:pt x="115998" y="18790"/>
                </a:moveTo>
                <a:lnTo>
                  <a:pt x="103721" y="18790"/>
                </a:lnTo>
                <a:cubicBezTo>
                  <a:pt x="105225" y="21797"/>
                  <a:pt x="105976" y="26056"/>
                  <a:pt x="105976" y="31567"/>
                </a:cubicBezTo>
                <a:cubicBezTo>
                  <a:pt x="105976" y="42090"/>
                  <a:pt x="100966" y="51610"/>
                  <a:pt x="91445" y="60128"/>
                </a:cubicBezTo>
                <a:cubicBezTo>
                  <a:pt x="81925" y="68647"/>
                  <a:pt x="71152" y="72655"/>
                  <a:pt x="59627" y="72655"/>
                </a:cubicBezTo>
                <a:cubicBezTo>
                  <a:pt x="56621" y="72655"/>
                  <a:pt x="53865" y="72405"/>
                  <a:pt x="51861" y="71903"/>
                </a:cubicBezTo>
                <a:cubicBezTo>
                  <a:pt x="51360" y="71903"/>
                  <a:pt x="50608" y="71653"/>
                  <a:pt x="50107" y="71653"/>
                </a:cubicBezTo>
                <a:cubicBezTo>
                  <a:pt x="47852" y="71653"/>
                  <a:pt x="45848" y="72906"/>
                  <a:pt x="43844" y="74910"/>
                </a:cubicBezTo>
                <a:cubicBezTo>
                  <a:pt x="41839" y="77165"/>
                  <a:pt x="41088" y="79420"/>
                  <a:pt x="41088" y="81925"/>
                </a:cubicBezTo>
                <a:cubicBezTo>
                  <a:pt x="41088" y="85933"/>
                  <a:pt x="46850" y="89441"/>
                  <a:pt x="58876" y="92447"/>
                </a:cubicBezTo>
                <a:cubicBezTo>
                  <a:pt x="82426" y="98210"/>
                  <a:pt x="94452" y="108732"/>
                  <a:pt x="94452" y="124015"/>
                </a:cubicBezTo>
                <a:cubicBezTo>
                  <a:pt x="94452" y="135038"/>
                  <a:pt x="89691" y="144308"/>
                  <a:pt x="80422" y="151323"/>
                </a:cubicBezTo>
                <a:cubicBezTo>
                  <a:pt x="70901" y="158338"/>
                  <a:pt x="58124" y="161845"/>
                  <a:pt x="41839" y="161845"/>
                </a:cubicBezTo>
                <a:cubicBezTo>
                  <a:pt x="28811" y="161845"/>
                  <a:pt x="18540" y="159340"/>
                  <a:pt x="11024" y="154830"/>
                </a:cubicBezTo>
                <a:cubicBezTo>
                  <a:pt x="3507" y="150321"/>
                  <a:pt x="0" y="143556"/>
                  <a:pt x="0" y="134788"/>
                </a:cubicBezTo>
                <a:cubicBezTo>
                  <a:pt x="0" y="128274"/>
                  <a:pt x="1754" y="122511"/>
                  <a:pt x="5512" y="118002"/>
                </a:cubicBezTo>
                <a:cubicBezTo>
                  <a:pt x="9270" y="113492"/>
                  <a:pt x="17287" y="107730"/>
                  <a:pt x="29313" y="100715"/>
                </a:cubicBezTo>
                <a:cubicBezTo>
                  <a:pt x="24803" y="98210"/>
                  <a:pt x="22548" y="94953"/>
                  <a:pt x="22548" y="90944"/>
                </a:cubicBezTo>
                <a:cubicBezTo>
                  <a:pt x="22548" y="82927"/>
                  <a:pt x="28811" y="75912"/>
                  <a:pt x="41839" y="69899"/>
                </a:cubicBezTo>
                <a:cubicBezTo>
                  <a:pt x="28561" y="65390"/>
                  <a:pt x="22047" y="56370"/>
                  <a:pt x="22047" y="42841"/>
                </a:cubicBezTo>
                <a:cubicBezTo>
                  <a:pt x="22047" y="30565"/>
                  <a:pt x="27058" y="20293"/>
                  <a:pt x="37330" y="12276"/>
                </a:cubicBezTo>
                <a:cubicBezTo>
                  <a:pt x="47351" y="4259"/>
                  <a:pt x="59126" y="0"/>
                  <a:pt x="72405" y="0"/>
                </a:cubicBezTo>
                <a:cubicBezTo>
                  <a:pt x="81925" y="0"/>
                  <a:pt x="90193" y="2505"/>
                  <a:pt x="96957" y="7015"/>
                </a:cubicBezTo>
                <a:cubicBezTo>
                  <a:pt x="98711" y="8518"/>
                  <a:pt x="99963" y="9019"/>
                  <a:pt x="100966" y="9019"/>
                </a:cubicBezTo>
                <a:lnTo>
                  <a:pt x="115998" y="9019"/>
                </a:lnTo>
                <a:lnTo>
                  <a:pt x="115998" y="18790"/>
                </a:lnTo>
                <a:close/>
                <a:moveTo>
                  <a:pt x="86184" y="23300"/>
                </a:moveTo>
                <a:cubicBezTo>
                  <a:pt x="86184" y="16786"/>
                  <a:pt x="84931" y="12276"/>
                  <a:pt x="82676" y="9520"/>
                </a:cubicBezTo>
                <a:cubicBezTo>
                  <a:pt x="80422" y="7015"/>
                  <a:pt x="76914" y="5512"/>
                  <a:pt x="72154" y="5512"/>
                </a:cubicBezTo>
                <a:cubicBezTo>
                  <a:pt x="64137" y="5512"/>
                  <a:pt x="56871" y="9771"/>
                  <a:pt x="50859" y="18039"/>
                </a:cubicBezTo>
                <a:cubicBezTo>
                  <a:pt x="44595" y="26557"/>
                  <a:pt x="41589" y="36578"/>
                  <a:pt x="41589" y="48604"/>
                </a:cubicBezTo>
                <a:cubicBezTo>
                  <a:pt x="41589" y="54617"/>
                  <a:pt x="42841" y="59126"/>
                  <a:pt x="45597" y="62383"/>
                </a:cubicBezTo>
                <a:cubicBezTo>
                  <a:pt x="48103" y="65891"/>
                  <a:pt x="51861" y="67394"/>
                  <a:pt x="56621" y="67394"/>
                </a:cubicBezTo>
                <a:cubicBezTo>
                  <a:pt x="64888" y="67394"/>
                  <a:pt x="71903" y="62634"/>
                  <a:pt x="77916" y="52612"/>
                </a:cubicBezTo>
                <a:cubicBezTo>
                  <a:pt x="83428" y="43343"/>
                  <a:pt x="86184" y="33572"/>
                  <a:pt x="86184" y="23300"/>
                </a:cubicBezTo>
                <a:close/>
                <a:moveTo>
                  <a:pt x="79420" y="132783"/>
                </a:moveTo>
                <a:cubicBezTo>
                  <a:pt x="79420" y="126771"/>
                  <a:pt x="76664" y="122010"/>
                  <a:pt x="71402" y="118002"/>
                </a:cubicBezTo>
                <a:cubicBezTo>
                  <a:pt x="66141" y="113993"/>
                  <a:pt x="56871" y="110235"/>
                  <a:pt x="43593" y="106227"/>
                </a:cubicBezTo>
                <a:cubicBezTo>
                  <a:pt x="39584" y="105225"/>
                  <a:pt x="36578" y="104222"/>
                  <a:pt x="35075" y="103471"/>
                </a:cubicBezTo>
                <a:cubicBezTo>
                  <a:pt x="33822" y="103471"/>
                  <a:pt x="31317" y="105225"/>
                  <a:pt x="27308" y="108231"/>
                </a:cubicBezTo>
                <a:cubicBezTo>
                  <a:pt x="23300" y="111237"/>
                  <a:pt x="20544" y="113743"/>
                  <a:pt x="18790" y="116248"/>
                </a:cubicBezTo>
                <a:cubicBezTo>
                  <a:pt x="15283" y="120257"/>
                  <a:pt x="13779" y="125267"/>
                  <a:pt x="13779" y="130779"/>
                </a:cubicBezTo>
                <a:cubicBezTo>
                  <a:pt x="13779" y="147815"/>
                  <a:pt x="24302" y="156334"/>
                  <a:pt x="45597" y="156334"/>
                </a:cubicBezTo>
                <a:cubicBezTo>
                  <a:pt x="55368" y="156334"/>
                  <a:pt x="63385" y="153828"/>
                  <a:pt x="69899" y="149319"/>
                </a:cubicBezTo>
                <a:cubicBezTo>
                  <a:pt x="76163" y="144809"/>
                  <a:pt x="79420" y="139297"/>
                  <a:pt x="79420" y="132783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26F06-C84C-43CA-A138-0A64EC5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089" y="2617860"/>
            <a:ext cx="53865" cy="166355"/>
          </a:xfrm>
          <a:custGeom xmlns:a="http://schemas.openxmlformats.org/drawingml/2006/main">
            <a:pathLst>
              <a:path w="53865" h="166355">
                <a:moveTo>
                  <a:pt x="53865" y="13779"/>
                </a:moveTo>
                <a:cubicBezTo>
                  <a:pt x="53865" y="17287"/>
                  <a:pt x="52612" y="20293"/>
                  <a:pt x="50107" y="22799"/>
                </a:cubicBezTo>
                <a:cubicBezTo>
                  <a:pt x="47602" y="25304"/>
                  <a:pt x="44846" y="26557"/>
                  <a:pt x="41589" y="26557"/>
                </a:cubicBezTo>
                <a:cubicBezTo>
                  <a:pt x="37831" y="26557"/>
                  <a:pt x="34824" y="25555"/>
                  <a:pt x="32820" y="23049"/>
                </a:cubicBezTo>
                <a:cubicBezTo>
                  <a:pt x="30565" y="20544"/>
                  <a:pt x="29563" y="17287"/>
                  <a:pt x="29563" y="13278"/>
                </a:cubicBezTo>
                <a:cubicBezTo>
                  <a:pt x="29563" y="9520"/>
                  <a:pt x="30565" y="6263"/>
                  <a:pt x="32820" y="3758"/>
                </a:cubicBezTo>
                <a:cubicBezTo>
                  <a:pt x="35075" y="1253"/>
                  <a:pt x="37831" y="0"/>
                  <a:pt x="41338" y="0"/>
                </a:cubicBezTo>
                <a:cubicBezTo>
                  <a:pt x="44595" y="0"/>
                  <a:pt x="47602" y="1503"/>
                  <a:pt x="50107" y="4259"/>
                </a:cubicBezTo>
                <a:cubicBezTo>
                  <a:pt x="52612" y="7015"/>
                  <a:pt x="53865" y="10272"/>
                  <a:pt x="53865" y="13779"/>
                </a:cubicBezTo>
                <a:close/>
                <a:moveTo>
                  <a:pt x="43343" y="135289"/>
                </a:moveTo>
                <a:lnTo>
                  <a:pt x="46599" y="138045"/>
                </a:lnTo>
                <a:cubicBezTo>
                  <a:pt x="39584" y="149068"/>
                  <a:pt x="33572" y="156334"/>
                  <a:pt x="28811" y="160342"/>
                </a:cubicBezTo>
                <a:cubicBezTo>
                  <a:pt x="23801" y="164351"/>
                  <a:pt x="18289" y="166355"/>
                  <a:pt x="12276" y="166355"/>
                </a:cubicBezTo>
                <a:cubicBezTo>
                  <a:pt x="4009" y="166355"/>
                  <a:pt x="0" y="161845"/>
                  <a:pt x="0" y="152826"/>
                </a:cubicBezTo>
                <a:cubicBezTo>
                  <a:pt x="0" y="148066"/>
                  <a:pt x="1754" y="138796"/>
                  <a:pt x="5512" y="125017"/>
                </a:cubicBezTo>
                <a:lnTo>
                  <a:pt x="17537" y="80672"/>
                </a:lnTo>
                <a:cubicBezTo>
                  <a:pt x="19041" y="75411"/>
                  <a:pt x="19792" y="71653"/>
                  <a:pt x="19792" y="69649"/>
                </a:cubicBezTo>
                <a:cubicBezTo>
                  <a:pt x="19792" y="67143"/>
                  <a:pt x="18790" y="65640"/>
                  <a:pt x="16786" y="64888"/>
                </a:cubicBezTo>
                <a:cubicBezTo>
                  <a:pt x="14782" y="64387"/>
                  <a:pt x="10522" y="63886"/>
                  <a:pt x="3758" y="63636"/>
                </a:cubicBezTo>
                <a:lnTo>
                  <a:pt x="3758" y="59627"/>
                </a:lnTo>
                <a:cubicBezTo>
                  <a:pt x="11274" y="59126"/>
                  <a:pt x="24803" y="56871"/>
                  <a:pt x="43844" y="53364"/>
                </a:cubicBezTo>
                <a:lnTo>
                  <a:pt x="44846" y="54116"/>
                </a:lnTo>
                <a:lnTo>
                  <a:pt x="21295" y="140049"/>
                </a:lnTo>
                <a:cubicBezTo>
                  <a:pt x="19542" y="145811"/>
                  <a:pt x="18790" y="149569"/>
                  <a:pt x="18790" y="151072"/>
                </a:cubicBezTo>
                <a:cubicBezTo>
                  <a:pt x="18790" y="153578"/>
                  <a:pt x="19792" y="154830"/>
                  <a:pt x="22298" y="154830"/>
                </a:cubicBezTo>
                <a:cubicBezTo>
                  <a:pt x="26306" y="154830"/>
                  <a:pt x="33321" y="148317"/>
                  <a:pt x="43343" y="135289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E4FE1-8998-40FB-ADC3-31EF8AC3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468" y="2671224"/>
            <a:ext cx="173370" cy="112490"/>
          </a:xfrm>
          <a:custGeom xmlns:a="http://schemas.openxmlformats.org/drawingml/2006/main">
            <a:pathLst>
              <a:path w="173370" h="112490">
                <a:moveTo>
                  <a:pt x="173370" y="84180"/>
                </a:moveTo>
                <a:lnTo>
                  <a:pt x="172117" y="85933"/>
                </a:lnTo>
                <a:cubicBezTo>
                  <a:pt x="159090" y="103721"/>
                  <a:pt x="147064" y="112490"/>
                  <a:pt x="136040" y="112490"/>
                </a:cubicBezTo>
                <a:cubicBezTo>
                  <a:pt x="129276" y="112490"/>
                  <a:pt x="126019" y="108732"/>
                  <a:pt x="126019" y="101216"/>
                </a:cubicBezTo>
                <a:cubicBezTo>
                  <a:pt x="126019" y="98711"/>
                  <a:pt x="127021" y="93199"/>
                  <a:pt x="129276" y="84681"/>
                </a:cubicBezTo>
                <a:lnTo>
                  <a:pt x="143807" y="27809"/>
                </a:lnTo>
                <a:cubicBezTo>
                  <a:pt x="144809" y="23300"/>
                  <a:pt x="145561" y="20043"/>
                  <a:pt x="145561" y="18289"/>
                </a:cubicBezTo>
                <a:cubicBezTo>
                  <a:pt x="145561" y="16786"/>
                  <a:pt x="145060" y="15533"/>
                  <a:pt x="144057" y="14531"/>
                </a:cubicBezTo>
                <a:cubicBezTo>
                  <a:pt x="143055" y="13529"/>
                  <a:pt x="141803" y="13028"/>
                  <a:pt x="140550" y="13028"/>
                </a:cubicBezTo>
                <a:cubicBezTo>
                  <a:pt x="132533" y="13028"/>
                  <a:pt x="121760" y="22799"/>
                  <a:pt x="107730" y="42340"/>
                </a:cubicBezTo>
                <a:cubicBezTo>
                  <a:pt x="101467" y="51109"/>
                  <a:pt x="96706" y="59878"/>
                  <a:pt x="93199" y="68647"/>
                </a:cubicBezTo>
                <a:cubicBezTo>
                  <a:pt x="89691" y="77415"/>
                  <a:pt x="85432" y="91445"/>
                  <a:pt x="80672" y="110486"/>
                </a:cubicBezTo>
                <a:lnTo>
                  <a:pt x="61882" y="110486"/>
                </a:lnTo>
                <a:lnTo>
                  <a:pt x="68647" y="87186"/>
                </a:lnTo>
                <a:cubicBezTo>
                  <a:pt x="79921" y="48103"/>
                  <a:pt x="85683" y="25304"/>
                  <a:pt x="85683" y="19291"/>
                </a:cubicBezTo>
                <a:cubicBezTo>
                  <a:pt x="85683" y="15283"/>
                  <a:pt x="83679" y="13028"/>
                  <a:pt x="80171" y="13028"/>
                </a:cubicBezTo>
                <a:cubicBezTo>
                  <a:pt x="75912" y="13028"/>
                  <a:pt x="70400" y="16535"/>
                  <a:pt x="63636" y="23049"/>
                </a:cubicBezTo>
                <a:cubicBezTo>
                  <a:pt x="56621" y="29563"/>
                  <a:pt x="49856" y="38332"/>
                  <a:pt x="42841" y="48854"/>
                </a:cubicBezTo>
                <a:cubicBezTo>
                  <a:pt x="38582" y="55368"/>
                  <a:pt x="35075" y="62383"/>
                  <a:pt x="32068" y="69649"/>
                </a:cubicBezTo>
                <a:cubicBezTo>
                  <a:pt x="29062" y="77165"/>
                  <a:pt x="24803" y="90694"/>
                  <a:pt x="18790" y="110486"/>
                </a:cubicBezTo>
                <a:lnTo>
                  <a:pt x="0" y="110486"/>
                </a:lnTo>
                <a:lnTo>
                  <a:pt x="10773" y="74409"/>
                </a:lnTo>
                <a:cubicBezTo>
                  <a:pt x="19792" y="43844"/>
                  <a:pt x="24552" y="24803"/>
                  <a:pt x="24552" y="17287"/>
                </a:cubicBezTo>
                <a:cubicBezTo>
                  <a:pt x="24552" y="13779"/>
                  <a:pt x="21045" y="11775"/>
                  <a:pt x="14280" y="11775"/>
                </a:cubicBezTo>
                <a:lnTo>
                  <a:pt x="8017" y="11775"/>
                </a:lnTo>
                <a:lnTo>
                  <a:pt x="8017" y="7767"/>
                </a:lnTo>
                <a:lnTo>
                  <a:pt x="48604" y="0"/>
                </a:lnTo>
                <a:lnTo>
                  <a:pt x="49355" y="501"/>
                </a:lnTo>
                <a:lnTo>
                  <a:pt x="34824" y="52863"/>
                </a:lnTo>
                <a:cubicBezTo>
                  <a:pt x="56370" y="17788"/>
                  <a:pt x="74910" y="0"/>
                  <a:pt x="89942" y="0"/>
                </a:cubicBezTo>
                <a:cubicBezTo>
                  <a:pt x="94702" y="0"/>
                  <a:pt x="98460" y="1503"/>
                  <a:pt x="100966" y="4009"/>
                </a:cubicBezTo>
                <a:cubicBezTo>
                  <a:pt x="103471" y="6764"/>
                  <a:pt x="104974" y="10522"/>
                  <a:pt x="104974" y="15032"/>
                </a:cubicBezTo>
                <a:cubicBezTo>
                  <a:pt x="104974" y="21546"/>
                  <a:pt x="101467" y="34073"/>
                  <a:pt x="94953" y="53113"/>
                </a:cubicBezTo>
                <a:cubicBezTo>
                  <a:pt x="103721" y="39083"/>
                  <a:pt x="110987" y="28561"/>
                  <a:pt x="117000" y="21546"/>
                </a:cubicBezTo>
                <a:cubicBezTo>
                  <a:pt x="123013" y="14531"/>
                  <a:pt x="129025" y="9019"/>
                  <a:pt x="135038" y="5011"/>
                </a:cubicBezTo>
                <a:cubicBezTo>
                  <a:pt x="140299" y="1754"/>
                  <a:pt x="145561" y="0"/>
                  <a:pt x="150822" y="0"/>
                </a:cubicBezTo>
                <a:cubicBezTo>
                  <a:pt x="155332" y="0"/>
                  <a:pt x="158839" y="1503"/>
                  <a:pt x="161344" y="4510"/>
                </a:cubicBezTo>
                <a:cubicBezTo>
                  <a:pt x="163850" y="7516"/>
                  <a:pt x="165353" y="11274"/>
                  <a:pt x="165353" y="15784"/>
                </a:cubicBezTo>
                <a:cubicBezTo>
                  <a:pt x="165353" y="18039"/>
                  <a:pt x="165102" y="20293"/>
                  <a:pt x="164601" y="22799"/>
                </a:cubicBezTo>
                <a:lnTo>
                  <a:pt x="147565" y="85683"/>
                </a:lnTo>
                <a:cubicBezTo>
                  <a:pt x="145811" y="92197"/>
                  <a:pt x="145060" y="95955"/>
                  <a:pt x="145060" y="96957"/>
                </a:cubicBezTo>
                <a:cubicBezTo>
                  <a:pt x="145060" y="99713"/>
                  <a:pt x="146062" y="100966"/>
                  <a:pt x="148066" y="100966"/>
                </a:cubicBezTo>
                <a:cubicBezTo>
                  <a:pt x="151574" y="100966"/>
                  <a:pt x="157085" y="96706"/>
                  <a:pt x="164351" y="87687"/>
                </a:cubicBezTo>
                <a:lnTo>
                  <a:pt x="169612" y="81173"/>
                </a:lnTo>
                <a:lnTo>
                  <a:pt x="173370" y="8418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143EB-F0E6-4473-8F19-E449FE50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114" y="2671224"/>
            <a:ext cx="95454" cy="112991"/>
          </a:xfrm>
          <a:custGeom xmlns:a="http://schemas.openxmlformats.org/drawingml/2006/main">
            <a:pathLst>
              <a:path w="95454" h="112991">
                <a:moveTo>
                  <a:pt x="81925" y="83178"/>
                </a:moveTo>
                <a:lnTo>
                  <a:pt x="84931" y="86184"/>
                </a:lnTo>
                <a:cubicBezTo>
                  <a:pt x="70150" y="104222"/>
                  <a:pt x="53113" y="112991"/>
                  <a:pt x="33822" y="112991"/>
                </a:cubicBezTo>
                <a:cubicBezTo>
                  <a:pt x="23550" y="112991"/>
                  <a:pt x="15283" y="109985"/>
                  <a:pt x="9270" y="103721"/>
                </a:cubicBezTo>
                <a:cubicBezTo>
                  <a:pt x="3006" y="97709"/>
                  <a:pt x="0" y="89441"/>
                  <a:pt x="0" y="78918"/>
                </a:cubicBezTo>
                <a:cubicBezTo>
                  <a:pt x="0" y="59377"/>
                  <a:pt x="7767" y="41338"/>
                  <a:pt x="23300" y="24803"/>
                </a:cubicBezTo>
                <a:cubicBezTo>
                  <a:pt x="38833" y="8268"/>
                  <a:pt x="56120" y="0"/>
                  <a:pt x="74910" y="0"/>
                </a:cubicBezTo>
                <a:cubicBezTo>
                  <a:pt x="81424" y="0"/>
                  <a:pt x="86434" y="1503"/>
                  <a:pt x="89942" y="4510"/>
                </a:cubicBezTo>
                <a:cubicBezTo>
                  <a:pt x="93449" y="7516"/>
                  <a:pt x="95454" y="11775"/>
                  <a:pt x="95454" y="17036"/>
                </a:cubicBezTo>
                <a:cubicBezTo>
                  <a:pt x="95454" y="28060"/>
                  <a:pt x="88940" y="38081"/>
                  <a:pt x="76163" y="46599"/>
                </a:cubicBezTo>
                <a:cubicBezTo>
                  <a:pt x="63385" y="55368"/>
                  <a:pt x="46098" y="61130"/>
                  <a:pt x="24302" y="63886"/>
                </a:cubicBezTo>
                <a:cubicBezTo>
                  <a:pt x="22548" y="67394"/>
                  <a:pt x="21797" y="72405"/>
                  <a:pt x="21797" y="79169"/>
                </a:cubicBezTo>
                <a:cubicBezTo>
                  <a:pt x="21797" y="86184"/>
                  <a:pt x="23801" y="91696"/>
                  <a:pt x="28060" y="95704"/>
                </a:cubicBezTo>
                <a:cubicBezTo>
                  <a:pt x="32319" y="99963"/>
                  <a:pt x="38081" y="101968"/>
                  <a:pt x="45096" y="101968"/>
                </a:cubicBezTo>
                <a:cubicBezTo>
                  <a:pt x="50608" y="101968"/>
                  <a:pt x="55869" y="100715"/>
                  <a:pt x="60880" y="98210"/>
                </a:cubicBezTo>
                <a:cubicBezTo>
                  <a:pt x="65891" y="95704"/>
                  <a:pt x="72906" y="90694"/>
                  <a:pt x="81925" y="83178"/>
                </a:cubicBezTo>
                <a:close/>
                <a:moveTo>
                  <a:pt x="30315" y="47351"/>
                </a:moveTo>
                <a:lnTo>
                  <a:pt x="26056" y="58375"/>
                </a:lnTo>
                <a:cubicBezTo>
                  <a:pt x="44595" y="53865"/>
                  <a:pt x="58124" y="47852"/>
                  <a:pt x="66392" y="39835"/>
                </a:cubicBezTo>
                <a:cubicBezTo>
                  <a:pt x="74659" y="31818"/>
                  <a:pt x="78918" y="23801"/>
                  <a:pt x="78918" y="15533"/>
                </a:cubicBezTo>
                <a:cubicBezTo>
                  <a:pt x="78918" y="9019"/>
                  <a:pt x="75912" y="5762"/>
                  <a:pt x="70150" y="5762"/>
                </a:cubicBezTo>
                <a:cubicBezTo>
                  <a:pt x="63135" y="5762"/>
                  <a:pt x="55619" y="10021"/>
                  <a:pt x="48103" y="18039"/>
                </a:cubicBezTo>
                <a:cubicBezTo>
                  <a:pt x="40587" y="26056"/>
                  <a:pt x="34574" y="35826"/>
                  <a:pt x="30315" y="47351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DFF1E-1E9D-4672-8F51-B55C4A5D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23" y="176642"/>
            <a:ext cx="1250126" cy="1551974"/>
          </a:xfrm>
          <a:custGeom xmlns:a="http://schemas.openxmlformats.org/drawingml/2006/main">
            <a:pathLst>
              <a:path w="1250126" h="1551974" fill="none">
                <a:moveTo>
                  <a:pt x="0" y="823109"/>
                </a:moveTo>
                <a:lnTo>
                  <a:pt x="7516" y="839342"/>
                </a:lnTo>
                <a:lnTo>
                  <a:pt x="10021" y="836199"/>
                </a:lnTo>
                <a:lnTo>
                  <a:pt x="12526" y="824078"/>
                </a:lnTo>
                <a:lnTo>
                  <a:pt x="17537" y="768841"/>
                </a:lnTo>
                <a:lnTo>
                  <a:pt x="27558" y="621167"/>
                </a:lnTo>
                <a:lnTo>
                  <a:pt x="32568" y="596578"/>
                </a:lnTo>
                <a:lnTo>
                  <a:pt x="35074" y="598682"/>
                </a:lnTo>
                <a:lnTo>
                  <a:pt x="40084" y="620654"/>
                </a:lnTo>
                <a:lnTo>
                  <a:pt x="55116" y="705835"/>
                </a:lnTo>
                <a:lnTo>
                  <a:pt x="60126" y="713821"/>
                </a:lnTo>
                <a:lnTo>
                  <a:pt x="62632" y="712114"/>
                </a:lnTo>
                <a:lnTo>
                  <a:pt x="67642" y="699738"/>
                </a:lnTo>
                <a:lnTo>
                  <a:pt x="75158" y="675863"/>
                </a:lnTo>
                <a:lnTo>
                  <a:pt x="80168" y="669353"/>
                </a:lnTo>
                <a:lnTo>
                  <a:pt x="82674" y="670410"/>
                </a:lnTo>
                <a:lnTo>
                  <a:pt x="87684" y="680162"/>
                </a:lnTo>
                <a:lnTo>
                  <a:pt x="95200" y="706692"/>
                </a:lnTo>
                <a:lnTo>
                  <a:pt x="110232" y="763001"/>
                </a:lnTo>
                <a:lnTo>
                  <a:pt x="117747" y="779415"/>
                </a:lnTo>
                <a:lnTo>
                  <a:pt x="120253" y="781508"/>
                </a:lnTo>
                <a:lnTo>
                  <a:pt x="122758" y="781432"/>
                </a:lnTo>
                <a:lnTo>
                  <a:pt x="125263" y="778976"/>
                </a:lnTo>
                <a:lnTo>
                  <a:pt x="130274" y="766840"/>
                </a:lnTo>
                <a:lnTo>
                  <a:pt x="147810" y="703670"/>
                </a:lnTo>
                <a:lnTo>
                  <a:pt x="150316" y="700898"/>
                </a:lnTo>
                <a:lnTo>
                  <a:pt x="152821" y="700483"/>
                </a:lnTo>
                <a:lnTo>
                  <a:pt x="157831" y="705652"/>
                </a:lnTo>
                <a:lnTo>
                  <a:pt x="165347" y="722427"/>
                </a:lnTo>
                <a:lnTo>
                  <a:pt x="175368" y="743899"/>
                </a:lnTo>
                <a:lnTo>
                  <a:pt x="180379" y="748402"/>
                </a:lnTo>
                <a:lnTo>
                  <a:pt x="185389" y="748029"/>
                </a:lnTo>
                <a:lnTo>
                  <a:pt x="195410" y="742856"/>
                </a:lnTo>
                <a:lnTo>
                  <a:pt x="200421" y="744832"/>
                </a:lnTo>
                <a:lnTo>
                  <a:pt x="205431" y="752232"/>
                </a:lnTo>
                <a:lnTo>
                  <a:pt x="212947" y="771623"/>
                </a:lnTo>
                <a:lnTo>
                  <a:pt x="225474" y="806090"/>
                </a:lnTo>
                <a:lnTo>
                  <a:pt x="230484" y="811734"/>
                </a:lnTo>
                <a:lnTo>
                  <a:pt x="232989" y="811290"/>
                </a:lnTo>
                <a:lnTo>
                  <a:pt x="235495" y="808377"/>
                </a:lnTo>
                <a:lnTo>
                  <a:pt x="240505" y="795440"/>
                </a:lnTo>
                <a:lnTo>
                  <a:pt x="255537" y="741761"/>
                </a:lnTo>
                <a:lnTo>
                  <a:pt x="260547" y="734790"/>
                </a:lnTo>
                <a:lnTo>
                  <a:pt x="265558" y="734149"/>
                </a:lnTo>
                <a:lnTo>
                  <a:pt x="270568" y="737408"/>
                </a:lnTo>
                <a:lnTo>
                  <a:pt x="278084" y="746210"/>
                </a:lnTo>
                <a:lnTo>
                  <a:pt x="285600" y="759371"/>
                </a:lnTo>
                <a:lnTo>
                  <a:pt x="295621" y="784125"/>
                </a:lnTo>
                <a:lnTo>
                  <a:pt x="305642" y="808771"/>
                </a:lnTo>
                <a:lnTo>
                  <a:pt x="313158" y="819135"/>
                </a:lnTo>
                <a:lnTo>
                  <a:pt x="318168" y="820647"/>
                </a:lnTo>
                <a:lnTo>
                  <a:pt x="323179" y="818264"/>
                </a:lnTo>
                <a:lnTo>
                  <a:pt x="328189" y="812715"/>
                </a:lnTo>
                <a:lnTo>
                  <a:pt x="335705" y="798619"/>
                </a:lnTo>
                <a:lnTo>
                  <a:pt x="343221" y="775265"/>
                </a:lnTo>
                <a:lnTo>
                  <a:pt x="358252" y="721543"/>
                </a:lnTo>
                <a:lnTo>
                  <a:pt x="360758" y="718462"/>
                </a:lnTo>
                <a:lnTo>
                  <a:pt x="363263" y="718150"/>
                </a:lnTo>
                <a:lnTo>
                  <a:pt x="365768" y="720499"/>
                </a:lnTo>
                <a:lnTo>
                  <a:pt x="370779" y="731755"/>
                </a:lnTo>
                <a:lnTo>
                  <a:pt x="390821" y="790881"/>
                </a:lnTo>
                <a:lnTo>
                  <a:pt x="395831" y="796012"/>
                </a:lnTo>
                <a:lnTo>
                  <a:pt x="403347" y="798205"/>
                </a:lnTo>
                <a:lnTo>
                  <a:pt x="410863" y="801531"/>
                </a:lnTo>
                <a:lnTo>
                  <a:pt x="415873" y="807221"/>
                </a:lnTo>
                <a:lnTo>
                  <a:pt x="423389" y="820855"/>
                </a:lnTo>
                <a:lnTo>
                  <a:pt x="443431" y="861272"/>
                </a:lnTo>
                <a:lnTo>
                  <a:pt x="450947" y="871210"/>
                </a:lnTo>
                <a:lnTo>
                  <a:pt x="455958" y="874573"/>
                </a:lnTo>
                <a:lnTo>
                  <a:pt x="460968" y="874062"/>
                </a:lnTo>
                <a:lnTo>
                  <a:pt x="473495" y="865142"/>
                </a:lnTo>
                <a:lnTo>
                  <a:pt x="476000" y="866817"/>
                </a:lnTo>
                <a:lnTo>
                  <a:pt x="478505" y="871297"/>
                </a:lnTo>
                <a:lnTo>
                  <a:pt x="483515" y="890139"/>
                </a:lnTo>
                <a:lnTo>
                  <a:pt x="488526" y="922342"/>
                </a:lnTo>
                <a:lnTo>
                  <a:pt x="496042" y="991167"/>
                </a:lnTo>
                <a:lnTo>
                  <a:pt x="508568" y="1138383"/>
                </a:lnTo>
                <a:lnTo>
                  <a:pt x="541137" y="1551974"/>
                </a:lnTo>
                <a:lnTo>
                  <a:pt x="543642" y="1524538"/>
                </a:lnTo>
                <a:lnTo>
                  <a:pt x="546147" y="1378119"/>
                </a:lnTo>
                <a:lnTo>
                  <a:pt x="556168" y="31739"/>
                </a:lnTo>
                <a:lnTo>
                  <a:pt x="558673" y="0"/>
                </a:lnTo>
                <a:lnTo>
                  <a:pt x="561179" y="15414"/>
                </a:lnTo>
                <a:lnTo>
                  <a:pt x="571200" y="150093"/>
                </a:lnTo>
                <a:lnTo>
                  <a:pt x="626315" y="919331"/>
                </a:lnTo>
                <a:lnTo>
                  <a:pt x="631326" y="958346"/>
                </a:lnTo>
                <a:lnTo>
                  <a:pt x="633831" y="959874"/>
                </a:lnTo>
                <a:lnTo>
                  <a:pt x="636337" y="941316"/>
                </a:lnTo>
                <a:lnTo>
                  <a:pt x="641347" y="827507"/>
                </a:lnTo>
                <a:lnTo>
                  <a:pt x="648863" y="588880"/>
                </a:lnTo>
                <a:lnTo>
                  <a:pt x="653873" y="527929"/>
                </a:lnTo>
                <a:lnTo>
                  <a:pt x="656379" y="527613"/>
                </a:lnTo>
                <a:lnTo>
                  <a:pt x="661389" y="557560"/>
                </a:lnTo>
                <a:lnTo>
                  <a:pt x="686442" y="771739"/>
                </a:lnTo>
                <a:lnTo>
                  <a:pt x="693958" y="806191"/>
                </a:lnTo>
                <a:lnTo>
                  <a:pt x="696463" y="810377"/>
                </a:lnTo>
                <a:lnTo>
                  <a:pt x="698968" y="809775"/>
                </a:lnTo>
                <a:lnTo>
                  <a:pt x="701473" y="804060"/>
                </a:lnTo>
                <a:lnTo>
                  <a:pt x="706484" y="779041"/>
                </a:lnTo>
                <a:lnTo>
                  <a:pt x="716505" y="721159"/>
                </a:lnTo>
                <a:lnTo>
                  <a:pt x="719010" y="715424"/>
                </a:lnTo>
                <a:lnTo>
                  <a:pt x="721515" y="714576"/>
                </a:lnTo>
                <a:lnTo>
                  <a:pt x="724021" y="718199"/>
                </a:lnTo>
                <a:lnTo>
                  <a:pt x="729031" y="735817"/>
                </a:lnTo>
                <a:lnTo>
                  <a:pt x="749073" y="832610"/>
                </a:lnTo>
                <a:lnTo>
                  <a:pt x="751579" y="833543"/>
                </a:lnTo>
                <a:lnTo>
                  <a:pt x="754084" y="828222"/>
                </a:lnTo>
                <a:lnTo>
                  <a:pt x="759094" y="796879"/>
                </a:lnTo>
                <a:lnTo>
                  <a:pt x="774126" y="655231"/>
                </a:lnTo>
                <a:lnTo>
                  <a:pt x="779136" y="634192"/>
                </a:lnTo>
                <a:lnTo>
                  <a:pt x="786652" y="617554"/>
                </a:lnTo>
                <a:lnTo>
                  <a:pt x="791663" y="611546"/>
                </a:lnTo>
                <a:lnTo>
                  <a:pt x="796673" y="610649"/>
                </a:lnTo>
                <a:lnTo>
                  <a:pt x="801684" y="615806"/>
                </a:lnTo>
                <a:lnTo>
                  <a:pt x="809200" y="632527"/>
                </a:lnTo>
                <a:lnTo>
                  <a:pt x="839263" y="712950"/>
                </a:lnTo>
                <a:lnTo>
                  <a:pt x="846779" y="723112"/>
                </a:lnTo>
                <a:lnTo>
                  <a:pt x="851789" y="724002"/>
                </a:lnTo>
                <a:lnTo>
                  <a:pt x="856800" y="720238"/>
                </a:lnTo>
                <a:lnTo>
                  <a:pt x="869326" y="706158"/>
                </a:lnTo>
                <a:lnTo>
                  <a:pt x="874336" y="705925"/>
                </a:lnTo>
                <a:lnTo>
                  <a:pt x="879347" y="710569"/>
                </a:lnTo>
                <a:lnTo>
                  <a:pt x="886863" y="725333"/>
                </a:lnTo>
                <a:lnTo>
                  <a:pt x="911915" y="787847"/>
                </a:lnTo>
                <a:lnTo>
                  <a:pt x="914421" y="789703"/>
                </a:lnTo>
                <a:lnTo>
                  <a:pt x="916926" y="789622"/>
                </a:lnTo>
                <a:lnTo>
                  <a:pt x="919431" y="787270"/>
                </a:lnTo>
                <a:lnTo>
                  <a:pt x="924442" y="774780"/>
                </a:lnTo>
                <a:lnTo>
                  <a:pt x="931957" y="738476"/>
                </a:lnTo>
                <a:lnTo>
                  <a:pt x="939473" y="699452"/>
                </a:lnTo>
                <a:lnTo>
                  <a:pt x="944484" y="685201"/>
                </a:lnTo>
                <a:lnTo>
                  <a:pt x="946989" y="683027"/>
                </a:lnTo>
                <a:lnTo>
                  <a:pt x="949494" y="683955"/>
                </a:lnTo>
                <a:lnTo>
                  <a:pt x="954505" y="693126"/>
                </a:lnTo>
                <a:lnTo>
                  <a:pt x="974547" y="745153"/>
                </a:lnTo>
                <a:lnTo>
                  <a:pt x="979557" y="749032"/>
                </a:lnTo>
                <a:lnTo>
                  <a:pt x="987073" y="749735"/>
                </a:lnTo>
                <a:lnTo>
                  <a:pt x="994589" y="751359"/>
                </a:lnTo>
                <a:lnTo>
                  <a:pt x="1002105" y="757772"/>
                </a:lnTo>
                <a:lnTo>
                  <a:pt x="1009620" y="764613"/>
                </a:lnTo>
                <a:lnTo>
                  <a:pt x="1014631" y="765233"/>
                </a:lnTo>
                <a:lnTo>
                  <a:pt x="1019642" y="761042"/>
                </a:lnTo>
                <a:lnTo>
                  <a:pt x="1034673" y="740105"/>
                </a:lnTo>
                <a:lnTo>
                  <a:pt x="1039684" y="740789"/>
                </a:lnTo>
                <a:lnTo>
                  <a:pt x="1044694" y="747369"/>
                </a:lnTo>
                <a:lnTo>
                  <a:pt x="1052210" y="765138"/>
                </a:lnTo>
                <a:lnTo>
                  <a:pt x="1062231" y="790287"/>
                </a:lnTo>
                <a:lnTo>
                  <a:pt x="1067242" y="797512"/>
                </a:lnTo>
                <a:lnTo>
                  <a:pt x="1072252" y="799148"/>
                </a:lnTo>
                <a:lnTo>
                  <a:pt x="1077263" y="795752"/>
                </a:lnTo>
                <a:lnTo>
                  <a:pt x="1102315" y="767982"/>
                </a:lnTo>
                <a:lnTo>
                  <a:pt x="1107326" y="768051"/>
                </a:lnTo>
                <a:lnTo>
                  <a:pt x="1112336" y="771518"/>
                </a:lnTo>
                <a:lnTo>
                  <a:pt x="1119852" y="783083"/>
                </a:lnTo>
                <a:lnTo>
                  <a:pt x="1129873" y="806959"/>
                </a:lnTo>
                <a:lnTo>
                  <a:pt x="1149915" y="856904"/>
                </a:lnTo>
                <a:lnTo>
                  <a:pt x="1154926" y="861138"/>
                </a:lnTo>
                <a:lnTo>
                  <a:pt x="1157431" y="860326"/>
                </a:lnTo>
                <a:lnTo>
                  <a:pt x="1162442" y="851849"/>
                </a:lnTo>
                <a:lnTo>
                  <a:pt x="1169957" y="825348"/>
                </a:lnTo>
                <a:lnTo>
                  <a:pt x="1177473" y="799632"/>
                </a:lnTo>
                <a:lnTo>
                  <a:pt x="1182484" y="793285"/>
                </a:lnTo>
                <a:lnTo>
                  <a:pt x="1184989" y="794207"/>
                </a:lnTo>
                <a:lnTo>
                  <a:pt x="1189999" y="802761"/>
                </a:lnTo>
                <a:lnTo>
                  <a:pt x="1200020" y="826158"/>
                </a:lnTo>
                <a:lnTo>
                  <a:pt x="1202526" y="828039"/>
                </a:lnTo>
                <a:lnTo>
                  <a:pt x="1205031" y="826769"/>
                </a:lnTo>
                <a:lnTo>
                  <a:pt x="1210041" y="814383"/>
                </a:lnTo>
                <a:lnTo>
                  <a:pt x="1220063" y="778665"/>
                </a:lnTo>
                <a:lnTo>
                  <a:pt x="1222568" y="776494"/>
                </a:lnTo>
                <a:lnTo>
                  <a:pt x="1225073" y="779095"/>
                </a:lnTo>
                <a:lnTo>
                  <a:pt x="1230084" y="798225"/>
                </a:lnTo>
                <a:lnTo>
                  <a:pt x="1237599" y="850289"/>
                </a:lnTo>
                <a:lnTo>
                  <a:pt x="1245115" y="900774"/>
                </a:lnTo>
                <a:lnTo>
                  <a:pt x="1247620" y="909286"/>
                </a:lnTo>
                <a:lnTo>
                  <a:pt x="1250126" y="911889"/>
                </a:lnTo>
              </a:path>
            </a:pathLst>
          </a:custGeom>
          <a:noFill xmlns:a="http://schemas.openxmlformats.org/drawingml/2006/main"/>
          <a:ln xmlns:a="http://schemas.openxmlformats.org/drawingml/2006/main" w="27837" cap="sq">
            <a:solidFill>
              <a:srgbClr val="808080">
                <a:alpha val="60000"/>
              </a:srgbClr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ED613-4C31-495E-8454-AB953BE0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23" y="849618"/>
            <a:ext cx="1250126" cy="176930"/>
          </a:xfrm>
          <a:custGeom xmlns:a="http://schemas.openxmlformats.org/drawingml/2006/main">
            <a:pathLst>
              <a:path w="1250126" h="176930" fill="none">
                <a:moveTo>
                  <a:pt x="0" y="23131"/>
                </a:moveTo>
                <a:lnTo>
                  <a:pt x="543642" y="174871"/>
                </a:lnTo>
                <a:lnTo>
                  <a:pt x="561179" y="176930"/>
                </a:lnTo>
                <a:lnTo>
                  <a:pt x="573705" y="175601"/>
                </a:lnTo>
                <a:lnTo>
                  <a:pt x="583726" y="171186"/>
                </a:lnTo>
                <a:lnTo>
                  <a:pt x="591242" y="164781"/>
                </a:lnTo>
                <a:lnTo>
                  <a:pt x="598758" y="154774"/>
                </a:lnTo>
                <a:lnTo>
                  <a:pt x="608779" y="134747"/>
                </a:lnTo>
                <a:lnTo>
                  <a:pt x="621305" y="99940"/>
                </a:lnTo>
                <a:lnTo>
                  <a:pt x="641347" y="41918"/>
                </a:lnTo>
                <a:lnTo>
                  <a:pt x="651368" y="21891"/>
                </a:lnTo>
                <a:lnTo>
                  <a:pt x="661389" y="9391"/>
                </a:lnTo>
                <a:lnTo>
                  <a:pt x="671410" y="2784"/>
                </a:lnTo>
                <a:lnTo>
                  <a:pt x="681431" y="108"/>
                </a:lnTo>
                <a:lnTo>
                  <a:pt x="693958" y="0"/>
                </a:lnTo>
                <a:lnTo>
                  <a:pt x="714000" y="3349"/>
                </a:lnTo>
                <a:lnTo>
                  <a:pt x="759094" y="15151"/>
                </a:lnTo>
                <a:lnTo>
                  <a:pt x="1227578" y="147177"/>
                </a:lnTo>
                <a:lnTo>
                  <a:pt x="1250126" y="153534"/>
                </a:lnTo>
              </a:path>
            </a:pathLst>
          </a:custGeom>
          <a:noFill xmlns:a="http://schemas.openxmlformats.org/drawingml/2006/main"/>
          <a:ln xmlns:a="http://schemas.openxmlformats.org/drawingml/2006/main" w="20878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54DC3-6207-4E4F-82C3-AC3B35D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23" y="857557"/>
            <a:ext cx="1250126" cy="125505"/>
          </a:xfrm>
          <a:custGeom xmlns:a="http://schemas.openxmlformats.org/drawingml/2006/main">
            <a:pathLst>
              <a:path w="1250126" h="125505" fill="none">
                <a:moveTo>
                  <a:pt x="0" y="0"/>
                </a:moveTo>
                <a:lnTo>
                  <a:pt x="300631" y="49823"/>
                </a:lnTo>
                <a:lnTo>
                  <a:pt x="398337" y="62799"/>
                </a:lnTo>
                <a:lnTo>
                  <a:pt x="465979" y="68829"/>
                </a:lnTo>
                <a:lnTo>
                  <a:pt x="526105" y="71115"/>
                </a:lnTo>
                <a:lnTo>
                  <a:pt x="586231" y="70193"/>
                </a:lnTo>
                <a:lnTo>
                  <a:pt x="663894" y="65501"/>
                </a:lnTo>
                <a:lnTo>
                  <a:pt x="764105" y="59741"/>
                </a:lnTo>
                <a:lnTo>
                  <a:pt x="824231" y="59617"/>
                </a:lnTo>
                <a:lnTo>
                  <a:pt x="884357" y="62696"/>
                </a:lnTo>
                <a:lnTo>
                  <a:pt x="951999" y="69447"/>
                </a:lnTo>
                <a:lnTo>
                  <a:pt x="1027157" y="80166"/>
                </a:lnTo>
                <a:lnTo>
                  <a:pt x="1112336" y="95570"/>
                </a:lnTo>
                <a:lnTo>
                  <a:pt x="1215052" y="117472"/>
                </a:lnTo>
                <a:lnTo>
                  <a:pt x="1250126" y="125505"/>
                </a:lnTo>
              </a:path>
            </a:pathLst>
          </a:custGeom>
          <a:noFill xmlns:a="http://schemas.openxmlformats.org/drawingml/2006/main"/>
          <a:ln xmlns:a="http://schemas.openxmlformats.org/drawingml/2006/main" w="20878" cap="sq">
            <a:solidFill>
              <a:srgbClr val="FF8C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0BEAE-6854-4395-BED8-09B3BAF0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249" y="1293015"/>
            <a:ext cx="334046" cy="10"/>
          </a:xfrm>
          <a:custGeom xmlns:a="http://schemas.openxmlformats.org/drawingml/2006/main">
            <a:pathLst>
              <a:path w="334046" h="1" fill="none">
                <a:moveTo>
                  <a:pt x="0" y="0"/>
                </a:moveTo>
                <a:lnTo>
                  <a:pt x="167023" y="0"/>
                </a:lnTo>
                <a:lnTo>
                  <a:pt x="334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837" cap="sq">
            <a:solidFill>
              <a:srgbClr val="808080">
                <a:alpha val="60000"/>
              </a:srgbClr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7F6E2-9887-4166-B631-81A353E1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599" y="1277649"/>
            <a:ext cx="61298" cy="75494"/>
          </a:xfrm>
          <a:custGeom xmlns:a="http://schemas.openxmlformats.org/drawingml/2006/main">
            <a:pathLst>
              <a:path w="61298" h="75494">
                <a:moveTo>
                  <a:pt x="5846" y="63636"/>
                </a:moveTo>
                <a:cubicBezTo>
                  <a:pt x="8852" y="68814"/>
                  <a:pt x="14865" y="71319"/>
                  <a:pt x="23884" y="71319"/>
                </a:cubicBezTo>
                <a:cubicBezTo>
                  <a:pt x="27726" y="71319"/>
                  <a:pt x="31400" y="70651"/>
                  <a:pt x="34908" y="69315"/>
                </a:cubicBezTo>
                <a:cubicBezTo>
                  <a:pt x="38415" y="67978"/>
                  <a:pt x="41422" y="65974"/>
                  <a:pt x="43760" y="63302"/>
                </a:cubicBezTo>
                <a:cubicBezTo>
                  <a:pt x="46098" y="60629"/>
                  <a:pt x="47268" y="57456"/>
                  <a:pt x="47268" y="53614"/>
                </a:cubicBezTo>
                <a:cubicBezTo>
                  <a:pt x="47268" y="50775"/>
                  <a:pt x="46098" y="48437"/>
                  <a:pt x="44094" y="46599"/>
                </a:cubicBezTo>
                <a:cubicBezTo>
                  <a:pt x="42090" y="44762"/>
                  <a:pt x="39584" y="43426"/>
                  <a:pt x="36578" y="42758"/>
                </a:cubicBezTo>
                <a:lnTo>
                  <a:pt x="27559" y="40921"/>
                </a:lnTo>
                <a:cubicBezTo>
                  <a:pt x="23383" y="39919"/>
                  <a:pt x="20043" y="38081"/>
                  <a:pt x="17370" y="35242"/>
                </a:cubicBezTo>
                <a:cubicBezTo>
                  <a:pt x="14698" y="32402"/>
                  <a:pt x="13362" y="28895"/>
                  <a:pt x="13362" y="24886"/>
                </a:cubicBezTo>
                <a:cubicBezTo>
                  <a:pt x="13362" y="20043"/>
                  <a:pt x="14698" y="15700"/>
                  <a:pt x="17370" y="11859"/>
                </a:cubicBezTo>
                <a:cubicBezTo>
                  <a:pt x="20043" y="8017"/>
                  <a:pt x="23550" y="5011"/>
                  <a:pt x="27893" y="3006"/>
                </a:cubicBezTo>
                <a:cubicBezTo>
                  <a:pt x="32235" y="1002"/>
                  <a:pt x="36912" y="0"/>
                  <a:pt x="41756" y="0"/>
                </a:cubicBezTo>
                <a:cubicBezTo>
                  <a:pt x="46766" y="0"/>
                  <a:pt x="51276" y="1336"/>
                  <a:pt x="55285" y="3675"/>
                </a:cubicBezTo>
                <a:cubicBezTo>
                  <a:pt x="59293" y="6180"/>
                  <a:pt x="61298" y="9687"/>
                  <a:pt x="61298" y="14364"/>
                </a:cubicBezTo>
                <a:cubicBezTo>
                  <a:pt x="61298" y="17036"/>
                  <a:pt x="60462" y="19208"/>
                  <a:pt x="59126" y="21212"/>
                </a:cubicBezTo>
                <a:cubicBezTo>
                  <a:pt x="57623" y="23216"/>
                  <a:pt x="55619" y="24051"/>
                  <a:pt x="53113" y="24051"/>
                </a:cubicBezTo>
                <a:cubicBezTo>
                  <a:pt x="51610" y="24051"/>
                  <a:pt x="50274" y="23717"/>
                  <a:pt x="49272" y="22715"/>
                </a:cubicBezTo>
                <a:cubicBezTo>
                  <a:pt x="48270" y="21713"/>
                  <a:pt x="47769" y="20544"/>
                  <a:pt x="47769" y="19041"/>
                </a:cubicBezTo>
                <a:cubicBezTo>
                  <a:pt x="47769" y="17704"/>
                  <a:pt x="48103" y="16535"/>
                  <a:pt x="48771" y="15199"/>
                </a:cubicBezTo>
                <a:cubicBezTo>
                  <a:pt x="49439" y="14030"/>
                  <a:pt x="50441" y="13028"/>
                  <a:pt x="51777" y="12360"/>
                </a:cubicBezTo>
                <a:cubicBezTo>
                  <a:pt x="52946" y="11692"/>
                  <a:pt x="54283" y="11191"/>
                  <a:pt x="55619" y="11191"/>
                </a:cubicBezTo>
                <a:cubicBezTo>
                  <a:pt x="54617" y="8852"/>
                  <a:pt x="52779" y="7182"/>
                  <a:pt x="50107" y="6013"/>
                </a:cubicBezTo>
                <a:cubicBezTo>
                  <a:pt x="47435" y="5011"/>
                  <a:pt x="44428" y="4343"/>
                  <a:pt x="41422" y="4343"/>
                </a:cubicBezTo>
                <a:cubicBezTo>
                  <a:pt x="38415" y="4343"/>
                  <a:pt x="35576" y="5011"/>
                  <a:pt x="32904" y="6013"/>
                </a:cubicBezTo>
                <a:cubicBezTo>
                  <a:pt x="30064" y="7182"/>
                  <a:pt x="27726" y="8852"/>
                  <a:pt x="26056" y="11024"/>
                </a:cubicBezTo>
                <a:cubicBezTo>
                  <a:pt x="24385" y="13362"/>
                  <a:pt x="23550" y="15867"/>
                  <a:pt x="23550" y="18874"/>
                </a:cubicBezTo>
                <a:cubicBezTo>
                  <a:pt x="23550" y="20878"/>
                  <a:pt x="24218" y="22715"/>
                  <a:pt x="25555" y="24218"/>
                </a:cubicBezTo>
                <a:cubicBezTo>
                  <a:pt x="26891" y="25722"/>
                  <a:pt x="28728" y="26724"/>
                  <a:pt x="30899" y="27392"/>
                </a:cubicBezTo>
                <a:lnTo>
                  <a:pt x="40587" y="29396"/>
                </a:lnTo>
                <a:cubicBezTo>
                  <a:pt x="43593" y="30064"/>
                  <a:pt x="46432" y="31233"/>
                  <a:pt x="49105" y="32904"/>
                </a:cubicBezTo>
                <a:cubicBezTo>
                  <a:pt x="51610" y="34574"/>
                  <a:pt x="53614" y="36745"/>
                  <a:pt x="55118" y="39250"/>
                </a:cubicBezTo>
                <a:cubicBezTo>
                  <a:pt x="56621" y="41756"/>
                  <a:pt x="57456" y="44595"/>
                  <a:pt x="57456" y="47769"/>
                </a:cubicBezTo>
                <a:cubicBezTo>
                  <a:pt x="57456" y="51944"/>
                  <a:pt x="56287" y="56120"/>
                  <a:pt x="53948" y="60128"/>
                </a:cubicBezTo>
                <a:cubicBezTo>
                  <a:pt x="51610" y="64137"/>
                  <a:pt x="48771" y="67310"/>
                  <a:pt x="45430" y="69649"/>
                </a:cubicBezTo>
                <a:cubicBezTo>
                  <a:pt x="39417" y="73657"/>
                  <a:pt x="32235" y="75494"/>
                  <a:pt x="23717" y="75494"/>
                </a:cubicBezTo>
                <a:cubicBezTo>
                  <a:pt x="17704" y="75494"/>
                  <a:pt x="12360" y="74158"/>
                  <a:pt x="7349" y="71486"/>
                </a:cubicBezTo>
                <a:cubicBezTo>
                  <a:pt x="2338" y="68814"/>
                  <a:pt x="0" y="64805"/>
                  <a:pt x="0" y="59460"/>
                </a:cubicBezTo>
                <a:cubicBezTo>
                  <a:pt x="0" y="56454"/>
                  <a:pt x="835" y="53948"/>
                  <a:pt x="2505" y="51610"/>
                </a:cubicBezTo>
                <a:cubicBezTo>
                  <a:pt x="4176" y="49272"/>
                  <a:pt x="6681" y="48103"/>
                  <a:pt x="9854" y="48103"/>
                </a:cubicBezTo>
                <a:cubicBezTo>
                  <a:pt x="11525" y="48103"/>
                  <a:pt x="13028" y="48771"/>
                  <a:pt x="14364" y="49773"/>
                </a:cubicBezTo>
                <a:cubicBezTo>
                  <a:pt x="15533" y="50942"/>
                  <a:pt x="16201" y="52445"/>
                  <a:pt x="16201" y="54116"/>
                </a:cubicBezTo>
                <a:cubicBezTo>
                  <a:pt x="16201" y="56788"/>
                  <a:pt x="15199" y="58959"/>
                  <a:pt x="13362" y="60796"/>
                </a:cubicBezTo>
                <a:cubicBezTo>
                  <a:pt x="11358" y="62801"/>
                  <a:pt x="9186" y="63636"/>
                  <a:pt x="6681" y="63636"/>
                </a:cubicBezTo>
                <a:lnTo>
                  <a:pt x="5846" y="63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4B60C-2DFC-43BE-B542-6ACCE0D8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550" y="1328200"/>
            <a:ext cx="91779" cy="51677"/>
          </a:xfrm>
          <a:custGeom xmlns:a="http://schemas.openxmlformats.org/drawingml/2006/main">
            <a:pathLst>
              <a:path w="91779" h="51677">
                <a:moveTo>
                  <a:pt x="0" y="51677"/>
                </a:moveTo>
                <a:lnTo>
                  <a:pt x="0" y="47585"/>
                </a:lnTo>
                <a:cubicBezTo>
                  <a:pt x="2572" y="47585"/>
                  <a:pt x="4794" y="47468"/>
                  <a:pt x="6547" y="47000"/>
                </a:cubicBezTo>
                <a:cubicBezTo>
                  <a:pt x="8184" y="46533"/>
                  <a:pt x="9119" y="45480"/>
                  <a:pt x="9119" y="43844"/>
                </a:cubicBezTo>
                <a:lnTo>
                  <a:pt x="9119" y="11925"/>
                </a:lnTo>
                <a:cubicBezTo>
                  <a:pt x="9119" y="9821"/>
                  <a:pt x="8769" y="8301"/>
                  <a:pt x="8184" y="7366"/>
                </a:cubicBezTo>
                <a:cubicBezTo>
                  <a:pt x="7483" y="6430"/>
                  <a:pt x="6664" y="5963"/>
                  <a:pt x="5495" y="5729"/>
                </a:cubicBezTo>
                <a:cubicBezTo>
                  <a:pt x="4326" y="5495"/>
                  <a:pt x="2455" y="5378"/>
                  <a:pt x="0" y="5378"/>
                </a:cubicBezTo>
                <a:lnTo>
                  <a:pt x="0" y="1286"/>
                </a:lnTo>
                <a:lnTo>
                  <a:pt x="16953" y="0"/>
                </a:lnTo>
                <a:lnTo>
                  <a:pt x="16953" y="11458"/>
                </a:lnTo>
                <a:cubicBezTo>
                  <a:pt x="18473" y="8184"/>
                  <a:pt x="20811" y="5378"/>
                  <a:pt x="23851" y="3274"/>
                </a:cubicBezTo>
                <a:cubicBezTo>
                  <a:pt x="26891" y="1169"/>
                  <a:pt x="30164" y="0"/>
                  <a:pt x="33906" y="0"/>
                </a:cubicBezTo>
                <a:cubicBezTo>
                  <a:pt x="42791" y="0"/>
                  <a:pt x="48053" y="3741"/>
                  <a:pt x="49689" y="10990"/>
                </a:cubicBezTo>
                <a:cubicBezTo>
                  <a:pt x="51209" y="7716"/>
                  <a:pt x="53431" y="5144"/>
                  <a:pt x="56471" y="3040"/>
                </a:cubicBezTo>
                <a:cubicBezTo>
                  <a:pt x="59510" y="1052"/>
                  <a:pt x="62784" y="0"/>
                  <a:pt x="66408" y="0"/>
                </a:cubicBezTo>
                <a:cubicBezTo>
                  <a:pt x="69916" y="0"/>
                  <a:pt x="72956" y="585"/>
                  <a:pt x="75411" y="1754"/>
                </a:cubicBezTo>
                <a:cubicBezTo>
                  <a:pt x="77749" y="2923"/>
                  <a:pt x="79620" y="4560"/>
                  <a:pt x="80789" y="6898"/>
                </a:cubicBezTo>
                <a:cubicBezTo>
                  <a:pt x="81958" y="9236"/>
                  <a:pt x="82660" y="12276"/>
                  <a:pt x="82660" y="15784"/>
                </a:cubicBezTo>
                <a:lnTo>
                  <a:pt x="82660" y="43844"/>
                </a:lnTo>
                <a:cubicBezTo>
                  <a:pt x="82660" y="45480"/>
                  <a:pt x="83478" y="46533"/>
                  <a:pt x="85232" y="47000"/>
                </a:cubicBezTo>
                <a:cubicBezTo>
                  <a:pt x="86869" y="47468"/>
                  <a:pt x="89090" y="47585"/>
                  <a:pt x="91779" y="47585"/>
                </a:cubicBezTo>
                <a:lnTo>
                  <a:pt x="91779" y="51677"/>
                </a:lnTo>
                <a:lnTo>
                  <a:pt x="65005" y="51677"/>
                </a:lnTo>
                <a:lnTo>
                  <a:pt x="65005" y="47585"/>
                </a:lnTo>
                <a:cubicBezTo>
                  <a:pt x="67578" y="47585"/>
                  <a:pt x="69799" y="47468"/>
                  <a:pt x="71553" y="47000"/>
                </a:cubicBezTo>
                <a:cubicBezTo>
                  <a:pt x="73190" y="46533"/>
                  <a:pt x="74125" y="45480"/>
                  <a:pt x="74125" y="43844"/>
                </a:cubicBezTo>
                <a:lnTo>
                  <a:pt x="74125" y="16134"/>
                </a:lnTo>
                <a:cubicBezTo>
                  <a:pt x="74125" y="12276"/>
                  <a:pt x="73540" y="9119"/>
                  <a:pt x="72488" y="6664"/>
                </a:cubicBezTo>
                <a:cubicBezTo>
                  <a:pt x="71319" y="4326"/>
                  <a:pt x="69097" y="3040"/>
                  <a:pt x="65707" y="3040"/>
                </a:cubicBezTo>
                <a:cubicBezTo>
                  <a:pt x="61147" y="3040"/>
                  <a:pt x="57406" y="4910"/>
                  <a:pt x="54483" y="8535"/>
                </a:cubicBezTo>
                <a:cubicBezTo>
                  <a:pt x="51560" y="12159"/>
                  <a:pt x="50157" y="16251"/>
                  <a:pt x="50157" y="20811"/>
                </a:cubicBezTo>
                <a:lnTo>
                  <a:pt x="50157" y="43844"/>
                </a:lnTo>
                <a:cubicBezTo>
                  <a:pt x="50157" y="45480"/>
                  <a:pt x="50975" y="46533"/>
                  <a:pt x="52729" y="47000"/>
                </a:cubicBezTo>
                <a:cubicBezTo>
                  <a:pt x="54366" y="47468"/>
                  <a:pt x="56587" y="47585"/>
                  <a:pt x="59277" y="47585"/>
                </a:cubicBezTo>
                <a:lnTo>
                  <a:pt x="59277" y="51677"/>
                </a:lnTo>
                <a:lnTo>
                  <a:pt x="32503" y="51677"/>
                </a:lnTo>
                <a:lnTo>
                  <a:pt x="32503" y="47585"/>
                </a:lnTo>
                <a:cubicBezTo>
                  <a:pt x="35075" y="47585"/>
                  <a:pt x="37296" y="47468"/>
                  <a:pt x="39050" y="47000"/>
                </a:cubicBezTo>
                <a:cubicBezTo>
                  <a:pt x="40687" y="46533"/>
                  <a:pt x="41622" y="45480"/>
                  <a:pt x="41622" y="43844"/>
                </a:cubicBezTo>
                <a:lnTo>
                  <a:pt x="41622" y="16134"/>
                </a:lnTo>
                <a:cubicBezTo>
                  <a:pt x="41622" y="12393"/>
                  <a:pt x="41038" y="9236"/>
                  <a:pt x="39985" y="6781"/>
                </a:cubicBezTo>
                <a:cubicBezTo>
                  <a:pt x="38816" y="4326"/>
                  <a:pt x="36595" y="3040"/>
                  <a:pt x="33204" y="3040"/>
                </a:cubicBezTo>
                <a:cubicBezTo>
                  <a:pt x="28644" y="3040"/>
                  <a:pt x="24903" y="4910"/>
                  <a:pt x="21980" y="8535"/>
                </a:cubicBezTo>
                <a:cubicBezTo>
                  <a:pt x="19057" y="12159"/>
                  <a:pt x="17654" y="16251"/>
                  <a:pt x="17654" y="20811"/>
                </a:cubicBezTo>
                <a:lnTo>
                  <a:pt x="17654" y="43844"/>
                </a:lnTo>
                <a:cubicBezTo>
                  <a:pt x="17654" y="45480"/>
                  <a:pt x="18473" y="46533"/>
                  <a:pt x="20227" y="47000"/>
                </a:cubicBezTo>
                <a:cubicBezTo>
                  <a:pt x="21863" y="47468"/>
                  <a:pt x="24085" y="47585"/>
                  <a:pt x="26774" y="47585"/>
                </a:cubicBezTo>
                <a:lnTo>
                  <a:pt x="26774" y="51677"/>
                </a:lnTo>
                <a:lnTo>
                  <a:pt x="0" y="51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3BAF4-6CA4-4109-9C64-EB0C6D03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709" y="1327499"/>
            <a:ext cx="45247" cy="53548"/>
          </a:xfrm>
          <a:custGeom xmlns:a="http://schemas.openxmlformats.org/drawingml/2006/main">
            <a:pathLst>
              <a:path w="45247" h="53548">
                <a:moveTo>
                  <a:pt x="25838" y="53548"/>
                </a:moveTo>
                <a:cubicBezTo>
                  <a:pt x="21045" y="53548"/>
                  <a:pt x="16719" y="52378"/>
                  <a:pt x="12744" y="49923"/>
                </a:cubicBezTo>
                <a:cubicBezTo>
                  <a:pt x="8769" y="47468"/>
                  <a:pt x="5612" y="44194"/>
                  <a:pt x="3391" y="39985"/>
                </a:cubicBezTo>
                <a:cubicBezTo>
                  <a:pt x="1052" y="35776"/>
                  <a:pt x="0" y="31450"/>
                  <a:pt x="0" y="26774"/>
                </a:cubicBezTo>
                <a:cubicBezTo>
                  <a:pt x="0" y="22214"/>
                  <a:pt x="935" y="17888"/>
                  <a:pt x="3040" y="13796"/>
                </a:cubicBezTo>
                <a:cubicBezTo>
                  <a:pt x="5144" y="9704"/>
                  <a:pt x="7950" y="6430"/>
                  <a:pt x="11692" y="3858"/>
                </a:cubicBezTo>
                <a:cubicBezTo>
                  <a:pt x="15433" y="1286"/>
                  <a:pt x="19525" y="0"/>
                  <a:pt x="24202" y="0"/>
                </a:cubicBezTo>
                <a:cubicBezTo>
                  <a:pt x="27709" y="0"/>
                  <a:pt x="30866" y="701"/>
                  <a:pt x="33555" y="1871"/>
                </a:cubicBezTo>
                <a:cubicBezTo>
                  <a:pt x="36127" y="3040"/>
                  <a:pt x="38349" y="4677"/>
                  <a:pt x="40102" y="6781"/>
                </a:cubicBezTo>
                <a:cubicBezTo>
                  <a:pt x="41739" y="8886"/>
                  <a:pt x="43025" y="11458"/>
                  <a:pt x="43960" y="14264"/>
                </a:cubicBezTo>
                <a:cubicBezTo>
                  <a:pt x="44779" y="17187"/>
                  <a:pt x="45247" y="20343"/>
                  <a:pt x="45247" y="23851"/>
                </a:cubicBezTo>
                <a:cubicBezTo>
                  <a:pt x="45247" y="24903"/>
                  <a:pt x="44779" y="25371"/>
                  <a:pt x="44077" y="25371"/>
                </a:cubicBezTo>
                <a:lnTo>
                  <a:pt x="10172" y="25371"/>
                </a:lnTo>
                <a:lnTo>
                  <a:pt x="10172" y="26657"/>
                </a:lnTo>
                <a:cubicBezTo>
                  <a:pt x="10172" y="33204"/>
                  <a:pt x="11458" y="38699"/>
                  <a:pt x="14030" y="43376"/>
                </a:cubicBezTo>
                <a:cubicBezTo>
                  <a:pt x="16602" y="48053"/>
                  <a:pt x="20928" y="50274"/>
                  <a:pt x="26891" y="50274"/>
                </a:cubicBezTo>
                <a:cubicBezTo>
                  <a:pt x="29229" y="50274"/>
                  <a:pt x="31450" y="49806"/>
                  <a:pt x="33555" y="48754"/>
                </a:cubicBezTo>
                <a:cubicBezTo>
                  <a:pt x="35543" y="47702"/>
                  <a:pt x="37296" y="46182"/>
                  <a:pt x="38816" y="44311"/>
                </a:cubicBezTo>
                <a:cubicBezTo>
                  <a:pt x="40219" y="42441"/>
                  <a:pt x="41271" y="40336"/>
                  <a:pt x="41856" y="38115"/>
                </a:cubicBezTo>
                <a:cubicBezTo>
                  <a:pt x="41856" y="37881"/>
                  <a:pt x="42090" y="37647"/>
                  <a:pt x="42324" y="37413"/>
                </a:cubicBezTo>
                <a:cubicBezTo>
                  <a:pt x="42557" y="37179"/>
                  <a:pt x="42791" y="37062"/>
                  <a:pt x="43025" y="37062"/>
                </a:cubicBezTo>
                <a:lnTo>
                  <a:pt x="44077" y="37062"/>
                </a:lnTo>
                <a:cubicBezTo>
                  <a:pt x="44779" y="37062"/>
                  <a:pt x="45247" y="37647"/>
                  <a:pt x="45247" y="38582"/>
                </a:cubicBezTo>
                <a:cubicBezTo>
                  <a:pt x="44077" y="43025"/>
                  <a:pt x="41739" y="46533"/>
                  <a:pt x="38115" y="49339"/>
                </a:cubicBezTo>
                <a:cubicBezTo>
                  <a:pt x="34373" y="52145"/>
                  <a:pt x="30281" y="53548"/>
                  <a:pt x="25838" y="53548"/>
                </a:cubicBezTo>
                <a:close/>
                <a:moveTo>
                  <a:pt x="10289" y="22448"/>
                </a:moveTo>
                <a:lnTo>
                  <a:pt x="36946" y="22448"/>
                </a:lnTo>
                <a:cubicBezTo>
                  <a:pt x="36946" y="19642"/>
                  <a:pt x="36478" y="16602"/>
                  <a:pt x="35659" y="13562"/>
                </a:cubicBezTo>
                <a:cubicBezTo>
                  <a:pt x="34841" y="10522"/>
                  <a:pt x="33438" y="8067"/>
                  <a:pt x="31567" y="6080"/>
                </a:cubicBezTo>
                <a:cubicBezTo>
                  <a:pt x="29697" y="4092"/>
                  <a:pt x="27241" y="3040"/>
                  <a:pt x="24202" y="3040"/>
                </a:cubicBezTo>
                <a:cubicBezTo>
                  <a:pt x="19759" y="3040"/>
                  <a:pt x="16251" y="5144"/>
                  <a:pt x="13913" y="9236"/>
                </a:cubicBezTo>
                <a:cubicBezTo>
                  <a:pt x="11458" y="13445"/>
                  <a:pt x="10289" y="17771"/>
                  <a:pt x="10289" y="224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3FF16-BCC6-4C73-BB24-66D1610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835" y="1328200"/>
            <a:ext cx="91779" cy="51677"/>
          </a:xfrm>
          <a:custGeom xmlns:a="http://schemas.openxmlformats.org/drawingml/2006/main">
            <a:pathLst>
              <a:path w="91779" h="51677">
                <a:moveTo>
                  <a:pt x="0" y="51677"/>
                </a:moveTo>
                <a:lnTo>
                  <a:pt x="0" y="47585"/>
                </a:lnTo>
                <a:cubicBezTo>
                  <a:pt x="2572" y="47585"/>
                  <a:pt x="4794" y="47468"/>
                  <a:pt x="6547" y="47000"/>
                </a:cubicBezTo>
                <a:cubicBezTo>
                  <a:pt x="8184" y="46533"/>
                  <a:pt x="9119" y="45480"/>
                  <a:pt x="9119" y="43844"/>
                </a:cubicBezTo>
                <a:lnTo>
                  <a:pt x="9119" y="11925"/>
                </a:lnTo>
                <a:cubicBezTo>
                  <a:pt x="9119" y="9821"/>
                  <a:pt x="8769" y="8301"/>
                  <a:pt x="8184" y="7366"/>
                </a:cubicBezTo>
                <a:cubicBezTo>
                  <a:pt x="7483" y="6430"/>
                  <a:pt x="6664" y="5963"/>
                  <a:pt x="5495" y="5729"/>
                </a:cubicBezTo>
                <a:cubicBezTo>
                  <a:pt x="4326" y="5495"/>
                  <a:pt x="2455" y="5378"/>
                  <a:pt x="0" y="5378"/>
                </a:cubicBezTo>
                <a:lnTo>
                  <a:pt x="0" y="1286"/>
                </a:lnTo>
                <a:lnTo>
                  <a:pt x="16953" y="0"/>
                </a:lnTo>
                <a:lnTo>
                  <a:pt x="16953" y="11458"/>
                </a:lnTo>
                <a:cubicBezTo>
                  <a:pt x="18473" y="8184"/>
                  <a:pt x="20811" y="5378"/>
                  <a:pt x="23851" y="3274"/>
                </a:cubicBezTo>
                <a:cubicBezTo>
                  <a:pt x="26891" y="1169"/>
                  <a:pt x="30164" y="0"/>
                  <a:pt x="33906" y="0"/>
                </a:cubicBezTo>
                <a:cubicBezTo>
                  <a:pt x="42791" y="0"/>
                  <a:pt x="48053" y="3741"/>
                  <a:pt x="49689" y="10990"/>
                </a:cubicBezTo>
                <a:cubicBezTo>
                  <a:pt x="51209" y="7716"/>
                  <a:pt x="53431" y="5144"/>
                  <a:pt x="56471" y="3040"/>
                </a:cubicBezTo>
                <a:cubicBezTo>
                  <a:pt x="59510" y="1052"/>
                  <a:pt x="62784" y="0"/>
                  <a:pt x="66408" y="0"/>
                </a:cubicBezTo>
                <a:cubicBezTo>
                  <a:pt x="69916" y="0"/>
                  <a:pt x="72956" y="585"/>
                  <a:pt x="75411" y="1754"/>
                </a:cubicBezTo>
                <a:cubicBezTo>
                  <a:pt x="77749" y="2923"/>
                  <a:pt x="79620" y="4560"/>
                  <a:pt x="80789" y="6898"/>
                </a:cubicBezTo>
                <a:cubicBezTo>
                  <a:pt x="81958" y="9236"/>
                  <a:pt x="82660" y="12276"/>
                  <a:pt x="82660" y="15784"/>
                </a:cubicBezTo>
                <a:lnTo>
                  <a:pt x="82660" y="43844"/>
                </a:lnTo>
                <a:cubicBezTo>
                  <a:pt x="82660" y="45480"/>
                  <a:pt x="83478" y="46533"/>
                  <a:pt x="85232" y="47000"/>
                </a:cubicBezTo>
                <a:cubicBezTo>
                  <a:pt x="86869" y="47468"/>
                  <a:pt x="89090" y="47585"/>
                  <a:pt x="91779" y="47585"/>
                </a:cubicBezTo>
                <a:lnTo>
                  <a:pt x="91779" y="51677"/>
                </a:lnTo>
                <a:lnTo>
                  <a:pt x="65005" y="51677"/>
                </a:lnTo>
                <a:lnTo>
                  <a:pt x="65005" y="47585"/>
                </a:lnTo>
                <a:cubicBezTo>
                  <a:pt x="67578" y="47585"/>
                  <a:pt x="69799" y="47468"/>
                  <a:pt x="71553" y="47000"/>
                </a:cubicBezTo>
                <a:cubicBezTo>
                  <a:pt x="73190" y="46533"/>
                  <a:pt x="74125" y="45480"/>
                  <a:pt x="74125" y="43844"/>
                </a:cubicBezTo>
                <a:lnTo>
                  <a:pt x="74125" y="16134"/>
                </a:lnTo>
                <a:cubicBezTo>
                  <a:pt x="74125" y="12276"/>
                  <a:pt x="73540" y="9119"/>
                  <a:pt x="72488" y="6664"/>
                </a:cubicBezTo>
                <a:cubicBezTo>
                  <a:pt x="71319" y="4326"/>
                  <a:pt x="69097" y="3040"/>
                  <a:pt x="65707" y="3040"/>
                </a:cubicBezTo>
                <a:cubicBezTo>
                  <a:pt x="61147" y="3040"/>
                  <a:pt x="57406" y="4910"/>
                  <a:pt x="54483" y="8535"/>
                </a:cubicBezTo>
                <a:cubicBezTo>
                  <a:pt x="51560" y="12159"/>
                  <a:pt x="50157" y="16251"/>
                  <a:pt x="50157" y="20811"/>
                </a:cubicBezTo>
                <a:lnTo>
                  <a:pt x="50157" y="43844"/>
                </a:lnTo>
                <a:cubicBezTo>
                  <a:pt x="50157" y="45480"/>
                  <a:pt x="50975" y="46533"/>
                  <a:pt x="52729" y="47000"/>
                </a:cubicBezTo>
                <a:cubicBezTo>
                  <a:pt x="54366" y="47468"/>
                  <a:pt x="56587" y="47585"/>
                  <a:pt x="59277" y="47585"/>
                </a:cubicBezTo>
                <a:lnTo>
                  <a:pt x="59277" y="51677"/>
                </a:lnTo>
                <a:lnTo>
                  <a:pt x="32503" y="51677"/>
                </a:lnTo>
                <a:lnTo>
                  <a:pt x="32503" y="47585"/>
                </a:lnTo>
                <a:cubicBezTo>
                  <a:pt x="35075" y="47585"/>
                  <a:pt x="37296" y="47468"/>
                  <a:pt x="39050" y="47000"/>
                </a:cubicBezTo>
                <a:cubicBezTo>
                  <a:pt x="40687" y="46533"/>
                  <a:pt x="41622" y="45480"/>
                  <a:pt x="41622" y="43844"/>
                </a:cubicBezTo>
                <a:lnTo>
                  <a:pt x="41622" y="16134"/>
                </a:lnTo>
                <a:cubicBezTo>
                  <a:pt x="41622" y="12393"/>
                  <a:pt x="41038" y="9236"/>
                  <a:pt x="39985" y="6781"/>
                </a:cubicBezTo>
                <a:cubicBezTo>
                  <a:pt x="38816" y="4326"/>
                  <a:pt x="36595" y="3040"/>
                  <a:pt x="33204" y="3040"/>
                </a:cubicBezTo>
                <a:cubicBezTo>
                  <a:pt x="28644" y="3040"/>
                  <a:pt x="24903" y="4910"/>
                  <a:pt x="21980" y="8535"/>
                </a:cubicBezTo>
                <a:cubicBezTo>
                  <a:pt x="19057" y="12159"/>
                  <a:pt x="17654" y="16251"/>
                  <a:pt x="17654" y="20811"/>
                </a:cubicBezTo>
                <a:lnTo>
                  <a:pt x="17654" y="43844"/>
                </a:lnTo>
                <a:cubicBezTo>
                  <a:pt x="17654" y="45480"/>
                  <a:pt x="18473" y="46533"/>
                  <a:pt x="20227" y="47000"/>
                </a:cubicBezTo>
                <a:cubicBezTo>
                  <a:pt x="21863" y="47468"/>
                  <a:pt x="24085" y="47585"/>
                  <a:pt x="26774" y="47585"/>
                </a:cubicBezTo>
                <a:lnTo>
                  <a:pt x="26774" y="51677"/>
                </a:lnTo>
                <a:lnTo>
                  <a:pt x="0" y="51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1AEC4-AC5A-4439-BE1A-C9E82111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573" y="1226206"/>
            <a:ext cx="39250" cy="166856"/>
          </a:xfrm>
          <a:custGeom xmlns:a="http://schemas.openxmlformats.org/drawingml/2006/main">
            <a:pathLst>
              <a:path w="39250" h="166856">
                <a:moveTo>
                  <a:pt x="35576" y="166522"/>
                </a:moveTo>
                <a:cubicBezTo>
                  <a:pt x="29229" y="161511"/>
                  <a:pt x="23884" y="156000"/>
                  <a:pt x="19542" y="149653"/>
                </a:cubicBezTo>
                <a:cubicBezTo>
                  <a:pt x="15032" y="143306"/>
                  <a:pt x="11358" y="136458"/>
                  <a:pt x="8518" y="129443"/>
                </a:cubicBezTo>
                <a:cubicBezTo>
                  <a:pt x="5679" y="122428"/>
                  <a:pt x="3507" y="114912"/>
                  <a:pt x="2171" y="107062"/>
                </a:cubicBezTo>
                <a:cubicBezTo>
                  <a:pt x="668" y="99379"/>
                  <a:pt x="0" y="91529"/>
                  <a:pt x="0" y="83512"/>
                </a:cubicBezTo>
                <a:cubicBezTo>
                  <a:pt x="0" y="75494"/>
                  <a:pt x="668" y="67644"/>
                  <a:pt x="2171" y="59794"/>
                </a:cubicBezTo>
                <a:cubicBezTo>
                  <a:pt x="3507" y="52111"/>
                  <a:pt x="5679" y="44595"/>
                  <a:pt x="8685" y="37246"/>
                </a:cubicBezTo>
                <a:cubicBezTo>
                  <a:pt x="11525" y="30064"/>
                  <a:pt x="15199" y="23216"/>
                  <a:pt x="19709" y="16869"/>
                </a:cubicBezTo>
                <a:cubicBezTo>
                  <a:pt x="24218" y="10522"/>
                  <a:pt x="29563" y="5011"/>
                  <a:pt x="35576" y="334"/>
                </a:cubicBezTo>
                <a:cubicBezTo>
                  <a:pt x="35576" y="167"/>
                  <a:pt x="35743" y="0"/>
                  <a:pt x="36411" y="0"/>
                </a:cubicBezTo>
                <a:lnTo>
                  <a:pt x="37914" y="0"/>
                </a:lnTo>
                <a:cubicBezTo>
                  <a:pt x="38248" y="0"/>
                  <a:pt x="38415" y="167"/>
                  <a:pt x="38749" y="501"/>
                </a:cubicBezTo>
                <a:cubicBezTo>
                  <a:pt x="39083" y="835"/>
                  <a:pt x="39250" y="1169"/>
                  <a:pt x="39250" y="1503"/>
                </a:cubicBezTo>
                <a:cubicBezTo>
                  <a:pt x="39250" y="2004"/>
                  <a:pt x="39083" y="2338"/>
                  <a:pt x="38916" y="2505"/>
                </a:cubicBezTo>
                <a:cubicBezTo>
                  <a:pt x="33405" y="7850"/>
                  <a:pt x="28895" y="13696"/>
                  <a:pt x="25220" y="19709"/>
                </a:cubicBezTo>
                <a:cubicBezTo>
                  <a:pt x="21546" y="25722"/>
                  <a:pt x="18707" y="32235"/>
                  <a:pt x="16535" y="39083"/>
                </a:cubicBezTo>
                <a:cubicBezTo>
                  <a:pt x="14364" y="46098"/>
                  <a:pt x="12861" y="53113"/>
                  <a:pt x="11859" y="60462"/>
                </a:cubicBezTo>
                <a:cubicBezTo>
                  <a:pt x="10857" y="67811"/>
                  <a:pt x="10355" y="75494"/>
                  <a:pt x="10355" y="83512"/>
                </a:cubicBezTo>
                <a:cubicBezTo>
                  <a:pt x="10355" y="118920"/>
                  <a:pt x="19709" y="145644"/>
                  <a:pt x="38749" y="164017"/>
                </a:cubicBezTo>
                <a:cubicBezTo>
                  <a:pt x="39083" y="164351"/>
                  <a:pt x="39250" y="164685"/>
                  <a:pt x="39250" y="165353"/>
                </a:cubicBezTo>
                <a:cubicBezTo>
                  <a:pt x="39250" y="165687"/>
                  <a:pt x="39083" y="166021"/>
                  <a:pt x="38749" y="166355"/>
                </a:cubicBezTo>
                <a:cubicBezTo>
                  <a:pt x="38415" y="166689"/>
                  <a:pt x="38248" y="166856"/>
                  <a:pt x="37914" y="166856"/>
                </a:cubicBezTo>
                <a:lnTo>
                  <a:pt x="36411" y="166856"/>
                </a:lnTo>
                <a:cubicBezTo>
                  <a:pt x="35743" y="166856"/>
                  <a:pt x="35576" y="166689"/>
                  <a:pt x="35576" y="1665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144CB-C724-406A-9382-D658B3B1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385" y="1277649"/>
            <a:ext cx="82676" cy="75494"/>
          </a:xfrm>
          <a:custGeom xmlns:a="http://schemas.openxmlformats.org/drawingml/2006/main">
            <a:pathLst>
              <a:path w="82676" h="75494">
                <a:moveTo>
                  <a:pt x="7850" y="68981"/>
                </a:moveTo>
                <a:cubicBezTo>
                  <a:pt x="9854" y="70651"/>
                  <a:pt x="12527" y="71319"/>
                  <a:pt x="16201" y="71319"/>
                </a:cubicBezTo>
                <a:cubicBezTo>
                  <a:pt x="19542" y="71319"/>
                  <a:pt x="22715" y="69649"/>
                  <a:pt x="25388" y="66308"/>
                </a:cubicBezTo>
                <a:cubicBezTo>
                  <a:pt x="28060" y="62968"/>
                  <a:pt x="29897" y="59293"/>
                  <a:pt x="30899" y="55285"/>
                </a:cubicBezTo>
                <a:lnTo>
                  <a:pt x="38415" y="25722"/>
                </a:lnTo>
                <a:cubicBezTo>
                  <a:pt x="39584" y="20377"/>
                  <a:pt x="40253" y="16702"/>
                  <a:pt x="40253" y="14698"/>
                </a:cubicBezTo>
                <a:cubicBezTo>
                  <a:pt x="40253" y="12026"/>
                  <a:pt x="39417" y="9520"/>
                  <a:pt x="37914" y="7516"/>
                </a:cubicBezTo>
                <a:cubicBezTo>
                  <a:pt x="36244" y="5512"/>
                  <a:pt x="34073" y="4343"/>
                  <a:pt x="31400" y="4343"/>
                </a:cubicBezTo>
                <a:cubicBezTo>
                  <a:pt x="27893" y="4343"/>
                  <a:pt x="24552" y="5512"/>
                  <a:pt x="21546" y="7683"/>
                </a:cubicBezTo>
                <a:cubicBezTo>
                  <a:pt x="18373" y="10021"/>
                  <a:pt x="15700" y="12861"/>
                  <a:pt x="13696" y="16201"/>
                </a:cubicBezTo>
                <a:cubicBezTo>
                  <a:pt x="11525" y="19542"/>
                  <a:pt x="10021" y="23049"/>
                  <a:pt x="9186" y="26390"/>
                </a:cubicBezTo>
                <a:cubicBezTo>
                  <a:pt x="8852" y="27058"/>
                  <a:pt x="8518" y="27392"/>
                  <a:pt x="7850" y="27392"/>
                </a:cubicBezTo>
                <a:lnTo>
                  <a:pt x="5846" y="27392"/>
                </a:lnTo>
                <a:cubicBezTo>
                  <a:pt x="4844" y="27392"/>
                  <a:pt x="4510" y="26891"/>
                  <a:pt x="4510" y="25889"/>
                </a:cubicBezTo>
                <a:lnTo>
                  <a:pt x="4510" y="25388"/>
                </a:lnTo>
                <a:cubicBezTo>
                  <a:pt x="5512" y="21379"/>
                  <a:pt x="7349" y="17370"/>
                  <a:pt x="10021" y="13362"/>
                </a:cubicBezTo>
                <a:cubicBezTo>
                  <a:pt x="12694" y="9353"/>
                  <a:pt x="15867" y="6180"/>
                  <a:pt x="19709" y="3675"/>
                </a:cubicBezTo>
                <a:cubicBezTo>
                  <a:pt x="23383" y="1336"/>
                  <a:pt x="27392" y="0"/>
                  <a:pt x="31734" y="0"/>
                </a:cubicBezTo>
                <a:cubicBezTo>
                  <a:pt x="35743" y="0"/>
                  <a:pt x="39417" y="1169"/>
                  <a:pt x="42758" y="3340"/>
                </a:cubicBezTo>
                <a:cubicBezTo>
                  <a:pt x="46098" y="5512"/>
                  <a:pt x="48437" y="8518"/>
                  <a:pt x="49773" y="12193"/>
                </a:cubicBezTo>
                <a:cubicBezTo>
                  <a:pt x="51610" y="8852"/>
                  <a:pt x="53948" y="5846"/>
                  <a:pt x="56955" y="3507"/>
                </a:cubicBezTo>
                <a:cubicBezTo>
                  <a:pt x="59961" y="1169"/>
                  <a:pt x="63135" y="0"/>
                  <a:pt x="66809" y="0"/>
                </a:cubicBezTo>
                <a:cubicBezTo>
                  <a:pt x="69148" y="0"/>
                  <a:pt x="71653" y="501"/>
                  <a:pt x="74158" y="1336"/>
                </a:cubicBezTo>
                <a:cubicBezTo>
                  <a:pt x="76664" y="2171"/>
                  <a:pt x="78668" y="3507"/>
                  <a:pt x="80338" y="5178"/>
                </a:cubicBezTo>
                <a:cubicBezTo>
                  <a:pt x="81841" y="6848"/>
                  <a:pt x="82676" y="9019"/>
                  <a:pt x="82676" y="11692"/>
                </a:cubicBezTo>
                <a:cubicBezTo>
                  <a:pt x="82676" y="14531"/>
                  <a:pt x="81674" y="17036"/>
                  <a:pt x="79837" y="19041"/>
                </a:cubicBezTo>
                <a:cubicBezTo>
                  <a:pt x="78000" y="21045"/>
                  <a:pt x="75661" y="22047"/>
                  <a:pt x="72989" y="22047"/>
                </a:cubicBezTo>
                <a:cubicBezTo>
                  <a:pt x="71152" y="22047"/>
                  <a:pt x="69649" y="21546"/>
                  <a:pt x="68479" y="20377"/>
                </a:cubicBezTo>
                <a:cubicBezTo>
                  <a:pt x="67143" y="19208"/>
                  <a:pt x="66642" y="17704"/>
                  <a:pt x="66642" y="16034"/>
                </a:cubicBezTo>
                <a:cubicBezTo>
                  <a:pt x="66642" y="13696"/>
                  <a:pt x="67310" y="11692"/>
                  <a:pt x="68981" y="9854"/>
                </a:cubicBezTo>
                <a:cubicBezTo>
                  <a:pt x="70651" y="8184"/>
                  <a:pt x="72488" y="7015"/>
                  <a:pt x="74826" y="6681"/>
                </a:cubicBezTo>
                <a:cubicBezTo>
                  <a:pt x="72822" y="5178"/>
                  <a:pt x="69983" y="4343"/>
                  <a:pt x="66475" y="4343"/>
                </a:cubicBezTo>
                <a:cubicBezTo>
                  <a:pt x="62801" y="4343"/>
                  <a:pt x="59794" y="6013"/>
                  <a:pt x="57122" y="9353"/>
                </a:cubicBezTo>
                <a:cubicBezTo>
                  <a:pt x="54450" y="12694"/>
                  <a:pt x="52612" y="16368"/>
                  <a:pt x="51610" y="20377"/>
                </a:cubicBezTo>
                <a:lnTo>
                  <a:pt x="44261" y="49940"/>
                </a:lnTo>
                <a:cubicBezTo>
                  <a:pt x="42925" y="54450"/>
                  <a:pt x="42424" y="58124"/>
                  <a:pt x="42424" y="60963"/>
                </a:cubicBezTo>
                <a:cubicBezTo>
                  <a:pt x="42424" y="63803"/>
                  <a:pt x="43092" y="66308"/>
                  <a:pt x="44762" y="68312"/>
                </a:cubicBezTo>
                <a:cubicBezTo>
                  <a:pt x="46432" y="70317"/>
                  <a:pt x="48604" y="71319"/>
                  <a:pt x="51276" y="71319"/>
                </a:cubicBezTo>
                <a:cubicBezTo>
                  <a:pt x="56454" y="71319"/>
                  <a:pt x="61130" y="69148"/>
                  <a:pt x="65139" y="64471"/>
                </a:cubicBezTo>
                <a:cubicBezTo>
                  <a:pt x="69148" y="59794"/>
                  <a:pt x="71987" y="54784"/>
                  <a:pt x="73323" y="49272"/>
                </a:cubicBezTo>
                <a:cubicBezTo>
                  <a:pt x="73490" y="48604"/>
                  <a:pt x="73991" y="48270"/>
                  <a:pt x="74659" y="48270"/>
                </a:cubicBezTo>
                <a:lnTo>
                  <a:pt x="76664" y="48270"/>
                </a:lnTo>
                <a:cubicBezTo>
                  <a:pt x="76998" y="48270"/>
                  <a:pt x="77332" y="48437"/>
                  <a:pt x="77666" y="48771"/>
                </a:cubicBezTo>
                <a:cubicBezTo>
                  <a:pt x="78000" y="49105"/>
                  <a:pt x="78167" y="49439"/>
                  <a:pt x="78167" y="49773"/>
                </a:cubicBezTo>
                <a:cubicBezTo>
                  <a:pt x="78167" y="49940"/>
                  <a:pt x="78000" y="50107"/>
                  <a:pt x="78000" y="50274"/>
                </a:cubicBezTo>
                <a:cubicBezTo>
                  <a:pt x="76330" y="56955"/>
                  <a:pt x="72989" y="62801"/>
                  <a:pt x="67978" y="67811"/>
                </a:cubicBezTo>
                <a:cubicBezTo>
                  <a:pt x="62968" y="72989"/>
                  <a:pt x="57289" y="75494"/>
                  <a:pt x="50942" y="75494"/>
                </a:cubicBezTo>
                <a:cubicBezTo>
                  <a:pt x="46766" y="75494"/>
                  <a:pt x="43092" y="74325"/>
                  <a:pt x="39752" y="72321"/>
                </a:cubicBezTo>
                <a:cubicBezTo>
                  <a:pt x="36411" y="70317"/>
                  <a:pt x="34240" y="67310"/>
                  <a:pt x="32904" y="63469"/>
                </a:cubicBezTo>
                <a:cubicBezTo>
                  <a:pt x="31066" y="66809"/>
                  <a:pt x="28561" y="69649"/>
                  <a:pt x="25555" y="71987"/>
                </a:cubicBezTo>
                <a:cubicBezTo>
                  <a:pt x="22548" y="74325"/>
                  <a:pt x="19208" y="75494"/>
                  <a:pt x="15867" y="75494"/>
                </a:cubicBezTo>
                <a:cubicBezTo>
                  <a:pt x="13362" y="75494"/>
                  <a:pt x="10857" y="74993"/>
                  <a:pt x="8351" y="74325"/>
                </a:cubicBezTo>
                <a:cubicBezTo>
                  <a:pt x="5846" y="73657"/>
                  <a:pt x="3842" y="72321"/>
                  <a:pt x="2338" y="70651"/>
                </a:cubicBezTo>
                <a:cubicBezTo>
                  <a:pt x="668" y="68981"/>
                  <a:pt x="0" y="66642"/>
                  <a:pt x="0" y="63970"/>
                </a:cubicBezTo>
                <a:cubicBezTo>
                  <a:pt x="0" y="61298"/>
                  <a:pt x="835" y="58959"/>
                  <a:pt x="2672" y="56788"/>
                </a:cubicBezTo>
                <a:cubicBezTo>
                  <a:pt x="4343" y="54784"/>
                  <a:pt x="6681" y="53614"/>
                  <a:pt x="9520" y="53614"/>
                </a:cubicBezTo>
                <a:cubicBezTo>
                  <a:pt x="11191" y="53614"/>
                  <a:pt x="12694" y="54283"/>
                  <a:pt x="14030" y="55285"/>
                </a:cubicBezTo>
                <a:cubicBezTo>
                  <a:pt x="15366" y="56454"/>
                  <a:pt x="16034" y="57957"/>
                  <a:pt x="16034" y="59627"/>
                </a:cubicBezTo>
                <a:cubicBezTo>
                  <a:pt x="16034" y="61966"/>
                  <a:pt x="15199" y="64137"/>
                  <a:pt x="13696" y="65807"/>
                </a:cubicBezTo>
                <a:cubicBezTo>
                  <a:pt x="12026" y="67477"/>
                  <a:pt x="10188" y="68647"/>
                  <a:pt x="7850" y="689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60420-07B8-4F53-9C6C-B6E4601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897" y="1226206"/>
            <a:ext cx="39250" cy="166856"/>
          </a:xfrm>
          <a:custGeom xmlns:a="http://schemas.openxmlformats.org/drawingml/2006/main">
            <a:pathLst>
              <a:path w="39250" h="166856">
                <a:moveTo>
                  <a:pt x="1503" y="166856"/>
                </a:moveTo>
                <a:cubicBezTo>
                  <a:pt x="501" y="166856"/>
                  <a:pt x="0" y="166355"/>
                  <a:pt x="0" y="165353"/>
                </a:cubicBezTo>
                <a:cubicBezTo>
                  <a:pt x="0" y="164852"/>
                  <a:pt x="0" y="164518"/>
                  <a:pt x="334" y="164351"/>
                </a:cubicBezTo>
                <a:cubicBezTo>
                  <a:pt x="19375" y="145644"/>
                  <a:pt x="28895" y="118920"/>
                  <a:pt x="28895" y="83512"/>
                </a:cubicBezTo>
                <a:cubicBezTo>
                  <a:pt x="28895" y="48103"/>
                  <a:pt x="19375" y="21212"/>
                  <a:pt x="668" y="2839"/>
                </a:cubicBezTo>
                <a:cubicBezTo>
                  <a:pt x="167" y="2672"/>
                  <a:pt x="0" y="2171"/>
                  <a:pt x="0" y="1503"/>
                </a:cubicBezTo>
                <a:cubicBezTo>
                  <a:pt x="0" y="1169"/>
                  <a:pt x="167" y="835"/>
                  <a:pt x="501" y="501"/>
                </a:cubicBezTo>
                <a:cubicBezTo>
                  <a:pt x="835" y="167"/>
                  <a:pt x="1169" y="0"/>
                  <a:pt x="1503" y="0"/>
                </a:cubicBezTo>
                <a:lnTo>
                  <a:pt x="3006" y="0"/>
                </a:lnTo>
                <a:cubicBezTo>
                  <a:pt x="3340" y="0"/>
                  <a:pt x="3507" y="167"/>
                  <a:pt x="3842" y="334"/>
                </a:cubicBezTo>
                <a:cubicBezTo>
                  <a:pt x="11859" y="6681"/>
                  <a:pt x="18540" y="14364"/>
                  <a:pt x="23884" y="23383"/>
                </a:cubicBezTo>
                <a:cubicBezTo>
                  <a:pt x="29229" y="32402"/>
                  <a:pt x="33071" y="42090"/>
                  <a:pt x="35576" y="52278"/>
                </a:cubicBezTo>
                <a:cubicBezTo>
                  <a:pt x="37914" y="62467"/>
                  <a:pt x="39250" y="72822"/>
                  <a:pt x="39250" y="83512"/>
                </a:cubicBezTo>
                <a:cubicBezTo>
                  <a:pt x="39250" y="91529"/>
                  <a:pt x="38582" y="99212"/>
                  <a:pt x="37246" y="106895"/>
                </a:cubicBezTo>
                <a:cubicBezTo>
                  <a:pt x="35910" y="114578"/>
                  <a:pt x="33739" y="121927"/>
                  <a:pt x="30899" y="129276"/>
                </a:cubicBezTo>
                <a:cubicBezTo>
                  <a:pt x="27893" y="136625"/>
                  <a:pt x="24218" y="143306"/>
                  <a:pt x="19876" y="149653"/>
                </a:cubicBezTo>
                <a:cubicBezTo>
                  <a:pt x="15366" y="156000"/>
                  <a:pt x="10021" y="161511"/>
                  <a:pt x="3842" y="166522"/>
                </a:cubicBezTo>
                <a:cubicBezTo>
                  <a:pt x="3507" y="166689"/>
                  <a:pt x="3340" y="166856"/>
                  <a:pt x="3006" y="166856"/>
                </a:cubicBezTo>
                <a:lnTo>
                  <a:pt x="1503" y="166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7ECF9-6EEB-4A9F-8A9C-72C320AF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249" y="1543549"/>
            <a:ext cx="334046" cy="10"/>
          </a:xfrm>
          <a:custGeom xmlns:a="http://schemas.openxmlformats.org/drawingml/2006/main">
            <a:pathLst>
              <a:path w="334046" h="1" fill="none">
                <a:moveTo>
                  <a:pt x="0" y="0"/>
                </a:moveTo>
                <a:lnTo>
                  <a:pt x="167023" y="0"/>
                </a:lnTo>
                <a:lnTo>
                  <a:pt x="334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878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0BBFE-D72E-4961-9F7F-7F0E25D0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599" y="1528184"/>
            <a:ext cx="61298" cy="75494"/>
          </a:xfrm>
          <a:custGeom xmlns:a="http://schemas.openxmlformats.org/drawingml/2006/main">
            <a:pathLst>
              <a:path w="61298" h="75494">
                <a:moveTo>
                  <a:pt x="5846" y="63636"/>
                </a:moveTo>
                <a:cubicBezTo>
                  <a:pt x="8852" y="68814"/>
                  <a:pt x="14865" y="71319"/>
                  <a:pt x="23884" y="71319"/>
                </a:cubicBezTo>
                <a:cubicBezTo>
                  <a:pt x="27726" y="71319"/>
                  <a:pt x="31400" y="70651"/>
                  <a:pt x="34908" y="69315"/>
                </a:cubicBezTo>
                <a:cubicBezTo>
                  <a:pt x="38415" y="67978"/>
                  <a:pt x="41422" y="65974"/>
                  <a:pt x="43760" y="63302"/>
                </a:cubicBezTo>
                <a:cubicBezTo>
                  <a:pt x="46098" y="60629"/>
                  <a:pt x="47268" y="57456"/>
                  <a:pt x="47268" y="53614"/>
                </a:cubicBezTo>
                <a:cubicBezTo>
                  <a:pt x="47268" y="50775"/>
                  <a:pt x="46098" y="48437"/>
                  <a:pt x="44094" y="46599"/>
                </a:cubicBezTo>
                <a:cubicBezTo>
                  <a:pt x="42090" y="44762"/>
                  <a:pt x="39584" y="43426"/>
                  <a:pt x="36578" y="42758"/>
                </a:cubicBezTo>
                <a:lnTo>
                  <a:pt x="27559" y="40921"/>
                </a:lnTo>
                <a:cubicBezTo>
                  <a:pt x="23383" y="39919"/>
                  <a:pt x="20043" y="38081"/>
                  <a:pt x="17370" y="35242"/>
                </a:cubicBezTo>
                <a:cubicBezTo>
                  <a:pt x="14698" y="32402"/>
                  <a:pt x="13362" y="28895"/>
                  <a:pt x="13362" y="24886"/>
                </a:cubicBezTo>
                <a:cubicBezTo>
                  <a:pt x="13362" y="20043"/>
                  <a:pt x="14698" y="15700"/>
                  <a:pt x="17370" y="11859"/>
                </a:cubicBezTo>
                <a:cubicBezTo>
                  <a:pt x="20043" y="8017"/>
                  <a:pt x="23550" y="5011"/>
                  <a:pt x="27893" y="3006"/>
                </a:cubicBezTo>
                <a:cubicBezTo>
                  <a:pt x="32235" y="1002"/>
                  <a:pt x="36912" y="0"/>
                  <a:pt x="41756" y="0"/>
                </a:cubicBezTo>
                <a:cubicBezTo>
                  <a:pt x="46766" y="0"/>
                  <a:pt x="51276" y="1336"/>
                  <a:pt x="55285" y="3675"/>
                </a:cubicBezTo>
                <a:cubicBezTo>
                  <a:pt x="59293" y="6180"/>
                  <a:pt x="61298" y="9687"/>
                  <a:pt x="61298" y="14364"/>
                </a:cubicBezTo>
                <a:cubicBezTo>
                  <a:pt x="61298" y="17036"/>
                  <a:pt x="60462" y="19208"/>
                  <a:pt x="59126" y="21212"/>
                </a:cubicBezTo>
                <a:cubicBezTo>
                  <a:pt x="57623" y="23216"/>
                  <a:pt x="55619" y="24051"/>
                  <a:pt x="53113" y="24051"/>
                </a:cubicBezTo>
                <a:cubicBezTo>
                  <a:pt x="51610" y="24051"/>
                  <a:pt x="50274" y="23717"/>
                  <a:pt x="49272" y="22715"/>
                </a:cubicBezTo>
                <a:cubicBezTo>
                  <a:pt x="48270" y="21713"/>
                  <a:pt x="47769" y="20544"/>
                  <a:pt x="47769" y="19041"/>
                </a:cubicBezTo>
                <a:cubicBezTo>
                  <a:pt x="47769" y="17704"/>
                  <a:pt x="48103" y="16535"/>
                  <a:pt x="48771" y="15199"/>
                </a:cubicBezTo>
                <a:cubicBezTo>
                  <a:pt x="49439" y="14030"/>
                  <a:pt x="50441" y="13028"/>
                  <a:pt x="51777" y="12360"/>
                </a:cubicBezTo>
                <a:cubicBezTo>
                  <a:pt x="52946" y="11692"/>
                  <a:pt x="54283" y="11191"/>
                  <a:pt x="55619" y="11191"/>
                </a:cubicBezTo>
                <a:cubicBezTo>
                  <a:pt x="54617" y="8852"/>
                  <a:pt x="52779" y="7182"/>
                  <a:pt x="50107" y="6013"/>
                </a:cubicBezTo>
                <a:cubicBezTo>
                  <a:pt x="47435" y="5011"/>
                  <a:pt x="44428" y="4343"/>
                  <a:pt x="41422" y="4343"/>
                </a:cubicBezTo>
                <a:cubicBezTo>
                  <a:pt x="38415" y="4343"/>
                  <a:pt x="35576" y="5011"/>
                  <a:pt x="32904" y="6013"/>
                </a:cubicBezTo>
                <a:cubicBezTo>
                  <a:pt x="30064" y="7182"/>
                  <a:pt x="27726" y="8852"/>
                  <a:pt x="26056" y="11024"/>
                </a:cubicBezTo>
                <a:cubicBezTo>
                  <a:pt x="24385" y="13362"/>
                  <a:pt x="23550" y="15867"/>
                  <a:pt x="23550" y="18874"/>
                </a:cubicBezTo>
                <a:cubicBezTo>
                  <a:pt x="23550" y="20878"/>
                  <a:pt x="24218" y="22715"/>
                  <a:pt x="25555" y="24218"/>
                </a:cubicBezTo>
                <a:cubicBezTo>
                  <a:pt x="26891" y="25722"/>
                  <a:pt x="28728" y="26724"/>
                  <a:pt x="30899" y="27392"/>
                </a:cubicBezTo>
                <a:lnTo>
                  <a:pt x="40587" y="29396"/>
                </a:lnTo>
                <a:cubicBezTo>
                  <a:pt x="43593" y="30064"/>
                  <a:pt x="46432" y="31233"/>
                  <a:pt x="49105" y="32904"/>
                </a:cubicBezTo>
                <a:cubicBezTo>
                  <a:pt x="51610" y="34574"/>
                  <a:pt x="53614" y="36745"/>
                  <a:pt x="55118" y="39250"/>
                </a:cubicBezTo>
                <a:cubicBezTo>
                  <a:pt x="56621" y="41756"/>
                  <a:pt x="57456" y="44595"/>
                  <a:pt x="57456" y="47769"/>
                </a:cubicBezTo>
                <a:cubicBezTo>
                  <a:pt x="57456" y="51944"/>
                  <a:pt x="56287" y="56120"/>
                  <a:pt x="53948" y="60128"/>
                </a:cubicBezTo>
                <a:cubicBezTo>
                  <a:pt x="51610" y="64137"/>
                  <a:pt x="48771" y="67310"/>
                  <a:pt x="45430" y="69649"/>
                </a:cubicBezTo>
                <a:cubicBezTo>
                  <a:pt x="39417" y="73657"/>
                  <a:pt x="32235" y="75494"/>
                  <a:pt x="23717" y="75494"/>
                </a:cubicBezTo>
                <a:cubicBezTo>
                  <a:pt x="17704" y="75494"/>
                  <a:pt x="12360" y="74158"/>
                  <a:pt x="7349" y="71486"/>
                </a:cubicBezTo>
                <a:cubicBezTo>
                  <a:pt x="2338" y="68814"/>
                  <a:pt x="0" y="64805"/>
                  <a:pt x="0" y="59460"/>
                </a:cubicBezTo>
                <a:cubicBezTo>
                  <a:pt x="0" y="56454"/>
                  <a:pt x="835" y="53948"/>
                  <a:pt x="2505" y="51610"/>
                </a:cubicBezTo>
                <a:cubicBezTo>
                  <a:pt x="4176" y="49272"/>
                  <a:pt x="6681" y="48103"/>
                  <a:pt x="9854" y="48103"/>
                </a:cubicBezTo>
                <a:cubicBezTo>
                  <a:pt x="11525" y="48103"/>
                  <a:pt x="13028" y="48771"/>
                  <a:pt x="14364" y="49773"/>
                </a:cubicBezTo>
                <a:cubicBezTo>
                  <a:pt x="15533" y="50942"/>
                  <a:pt x="16201" y="52445"/>
                  <a:pt x="16201" y="54116"/>
                </a:cubicBezTo>
                <a:cubicBezTo>
                  <a:pt x="16201" y="56788"/>
                  <a:pt x="15199" y="58959"/>
                  <a:pt x="13362" y="60796"/>
                </a:cubicBezTo>
                <a:cubicBezTo>
                  <a:pt x="11358" y="62801"/>
                  <a:pt x="9186" y="63636"/>
                  <a:pt x="6681" y="63636"/>
                </a:cubicBezTo>
                <a:lnTo>
                  <a:pt x="5846" y="63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619C8-8C5D-47BB-A30E-A788EDED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316" y="1577449"/>
            <a:ext cx="53431" cy="76931"/>
          </a:xfrm>
          <a:custGeom xmlns:a="http://schemas.openxmlformats.org/drawingml/2006/main">
            <a:pathLst>
              <a:path w="53431" h="76931">
                <a:moveTo>
                  <a:pt x="0" y="61966"/>
                </a:moveTo>
                <a:cubicBezTo>
                  <a:pt x="0" y="59160"/>
                  <a:pt x="935" y="56704"/>
                  <a:pt x="3040" y="54717"/>
                </a:cubicBezTo>
                <a:cubicBezTo>
                  <a:pt x="5027" y="52729"/>
                  <a:pt x="7366" y="51326"/>
                  <a:pt x="10172" y="50391"/>
                </a:cubicBezTo>
                <a:cubicBezTo>
                  <a:pt x="8535" y="49222"/>
                  <a:pt x="7366" y="47819"/>
                  <a:pt x="6547" y="45948"/>
                </a:cubicBezTo>
                <a:cubicBezTo>
                  <a:pt x="5729" y="44194"/>
                  <a:pt x="5378" y="42324"/>
                  <a:pt x="5378" y="40219"/>
                </a:cubicBezTo>
                <a:cubicBezTo>
                  <a:pt x="5378" y="36595"/>
                  <a:pt x="6547" y="33321"/>
                  <a:pt x="8886" y="30515"/>
                </a:cubicBezTo>
                <a:cubicBezTo>
                  <a:pt x="5261" y="27008"/>
                  <a:pt x="3507" y="23032"/>
                  <a:pt x="3507" y="18473"/>
                </a:cubicBezTo>
                <a:cubicBezTo>
                  <a:pt x="3507" y="16134"/>
                  <a:pt x="3975" y="13796"/>
                  <a:pt x="5027" y="11692"/>
                </a:cubicBezTo>
                <a:cubicBezTo>
                  <a:pt x="6080" y="9587"/>
                  <a:pt x="7600" y="7716"/>
                  <a:pt x="9470" y="6080"/>
                </a:cubicBezTo>
                <a:cubicBezTo>
                  <a:pt x="11341" y="4560"/>
                  <a:pt x="13328" y="3391"/>
                  <a:pt x="15667" y="2572"/>
                </a:cubicBezTo>
                <a:cubicBezTo>
                  <a:pt x="17888" y="1754"/>
                  <a:pt x="20227" y="1286"/>
                  <a:pt x="22682" y="1286"/>
                </a:cubicBezTo>
                <a:cubicBezTo>
                  <a:pt x="27358" y="1286"/>
                  <a:pt x="31450" y="2689"/>
                  <a:pt x="35192" y="5378"/>
                </a:cubicBezTo>
                <a:cubicBezTo>
                  <a:pt x="36829" y="3741"/>
                  <a:pt x="38699" y="2338"/>
                  <a:pt x="40921" y="1403"/>
                </a:cubicBezTo>
                <a:cubicBezTo>
                  <a:pt x="43025" y="468"/>
                  <a:pt x="45363" y="0"/>
                  <a:pt x="47702" y="0"/>
                </a:cubicBezTo>
                <a:cubicBezTo>
                  <a:pt x="49339" y="0"/>
                  <a:pt x="50742" y="701"/>
                  <a:pt x="51794" y="1871"/>
                </a:cubicBezTo>
                <a:cubicBezTo>
                  <a:pt x="52846" y="3040"/>
                  <a:pt x="53431" y="4443"/>
                  <a:pt x="53431" y="6080"/>
                </a:cubicBezTo>
                <a:cubicBezTo>
                  <a:pt x="53431" y="7015"/>
                  <a:pt x="52963" y="7950"/>
                  <a:pt x="52262" y="8652"/>
                </a:cubicBezTo>
                <a:cubicBezTo>
                  <a:pt x="51560" y="9353"/>
                  <a:pt x="50742" y="9704"/>
                  <a:pt x="49806" y="9704"/>
                </a:cubicBezTo>
                <a:cubicBezTo>
                  <a:pt x="48754" y="9704"/>
                  <a:pt x="47936" y="9353"/>
                  <a:pt x="47234" y="8652"/>
                </a:cubicBezTo>
                <a:cubicBezTo>
                  <a:pt x="46533" y="7950"/>
                  <a:pt x="46182" y="7015"/>
                  <a:pt x="46182" y="6080"/>
                </a:cubicBezTo>
                <a:cubicBezTo>
                  <a:pt x="46182" y="4677"/>
                  <a:pt x="46650" y="3741"/>
                  <a:pt x="47585" y="3040"/>
                </a:cubicBezTo>
                <a:cubicBezTo>
                  <a:pt x="43493" y="3040"/>
                  <a:pt x="39985" y="4443"/>
                  <a:pt x="37179" y="7249"/>
                </a:cubicBezTo>
                <a:cubicBezTo>
                  <a:pt x="38582" y="8652"/>
                  <a:pt x="39635" y="10406"/>
                  <a:pt x="40570" y="12393"/>
                </a:cubicBezTo>
                <a:cubicBezTo>
                  <a:pt x="41388" y="14498"/>
                  <a:pt x="41856" y="16485"/>
                  <a:pt x="41856" y="18473"/>
                </a:cubicBezTo>
                <a:cubicBezTo>
                  <a:pt x="41856" y="21863"/>
                  <a:pt x="40921" y="24903"/>
                  <a:pt x="39050" y="27475"/>
                </a:cubicBezTo>
                <a:cubicBezTo>
                  <a:pt x="37179" y="30047"/>
                  <a:pt x="34841" y="32152"/>
                  <a:pt x="31918" y="33555"/>
                </a:cubicBezTo>
                <a:cubicBezTo>
                  <a:pt x="28878" y="35075"/>
                  <a:pt x="25838" y="35776"/>
                  <a:pt x="22682" y="35776"/>
                </a:cubicBezTo>
                <a:cubicBezTo>
                  <a:pt x="18356" y="35776"/>
                  <a:pt x="14498" y="34607"/>
                  <a:pt x="10990" y="32269"/>
                </a:cubicBezTo>
                <a:cubicBezTo>
                  <a:pt x="9821" y="33906"/>
                  <a:pt x="9353" y="35543"/>
                  <a:pt x="9353" y="37413"/>
                </a:cubicBezTo>
                <a:cubicBezTo>
                  <a:pt x="9353" y="39518"/>
                  <a:pt x="9938" y="41388"/>
                  <a:pt x="11341" y="42908"/>
                </a:cubicBezTo>
                <a:cubicBezTo>
                  <a:pt x="12744" y="44428"/>
                  <a:pt x="14381" y="45130"/>
                  <a:pt x="16485" y="45130"/>
                </a:cubicBezTo>
                <a:lnTo>
                  <a:pt x="26072" y="45130"/>
                </a:lnTo>
                <a:cubicBezTo>
                  <a:pt x="30749" y="45130"/>
                  <a:pt x="34841" y="45597"/>
                  <a:pt x="38582" y="46416"/>
                </a:cubicBezTo>
                <a:cubicBezTo>
                  <a:pt x="42324" y="47351"/>
                  <a:pt x="45363" y="48988"/>
                  <a:pt x="47936" y="51443"/>
                </a:cubicBezTo>
                <a:cubicBezTo>
                  <a:pt x="50508" y="53781"/>
                  <a:pt x="51794" y="57289"/>
                  <a:pt x="51794" y="61966"/>
                </a:cubicBezTo>
                <a:cubicBezTo>
                  <a:pt x="51794" y="65356"/>
                  <a:pt x="50274" y="68162"/>
                  <a:pt x="47468" y="70500"/>
                </a:cubicBezTo>
                <a:cubicBezTo>
                  <a:pt x="44545" y="72722"/>
                  <a:pt x="41038" y="74359"/>
                  <a:pt x="37062" y="75411"/>
                </a:cubicBezTo>
                <a:cubicBezTo>
                  <a:pt x="33087" y="76346"/>
                  <a:pt x="29346" y="76931"/>
                  <a:pt x="25955" y="76931"/>
                </a:cubicBezTo>
                <a:cubicBezTo>
                  <a:pt x="22448" y="76931"/>
                  <a:pt x="18707" y="76346"/>
                  <a:pt x="14731" y="75411"/>
                </a:cubicBezTo>
                <a:cubicBezTo>
                  <a:pt x="10639" y="74359"/>
                  <a:pt x="7132" y="72722"/>
                  <a:pt x="4326" y="70500"/>
                </a:cubicBezTo>
                <a:cubicBezTo>
                  <a:pt x="1403" y="68162"/>
                  <a:pt x="0" y="65356"/>
                  <a:pt x="0" y="61966"/>
                </a:cubicBezTo>
                <a:close/>
                <a:moveTo>
                  <a:pt x="6547" y="61966"/>
                </a:moveTo>
                <a:cubicBezTo>
                  <a:pt x="6547" y="64538"/>
                  <a:pt x="7600" y="66759"/>
                  <a:pt x="9704" y="68513"/>
                </a:cubicBezTo>
                <a:cubicBezTo>
                  <a:pt x="11809" y="70267"/>
                  <a:pt x="14381" y="71553"/>
                  <a:pt x="17421" y="72488"/>
                </a:cubicBezTo>
                <a:cubicBezTo>
                  <a:pt x="20460" y="73306"/>
                  <a:pt x="23266" y="73774"/>
                  <a:pt x="25955" y="73774"/>
                </a:cubicBezTo>
                <a:cubicBezTo>
                  <a:pt x="28528" y="73774"/>
                  <a:pt x="31334" y="73306"/>
                  <a:pt x="34373" y="72488"/>
                </a:cubicBezTo>
                <a:cubicBezTo>
                  <a:pt x="37413" y="71553"/>
                  <a:pt x="39985" y="70267"/>
                  <a:pt x="42090" y="68513"/>
                </a:cubicBezTo>
                <a:cubicBezTo>
                  <a:pt x="44194" y="66759"/>
                  <a:pt x="45247" y="64538"/>
                  <a:pt x="45247" y="61966"/>
                </a:cubicBezTo>
                <a:cubicBezTo>
                  <a:pt x="45247" y="57874"/>
                  <a:pt x="43376" y="55301"/>
                  <a:pt x="39635" y="54132"/>
                </a:cubicBezTo>
                <a:cubicBezTo>
                  <a:pt x="35893" y="52963"/>
                  <a:pt x="31334" y="52378"/>
                  <a:pt x="26072" y="52378"/>
                </a:cubicBezTo>
                <a:lnTo>
                  <a:pt x="16485" y="52378"/>
                </a:lnTo>
                <a:cubicBezTo>
                  <a:pt x="14615" y="52378"/>
                  <a:pt x="12978" y="52846"/>
                  <a:pt x="11458" y="53548"/>
                </a:cubicBezTo>
                <a:cubicBezTo>
                  <a:pt x="9938" y="54366"/>
                  <a:pt x="8769" y="55535"/>
                  <a:pt x="7833" y="57172"/>
                </a:cubicBezTo>
                <a:cubicBezTo>
                  <a:pt x="6898" y="58692"/>
                  <a:pt x="6547" y="60329"/>
                  <a:pt x="6547" y="61966"/>
                </a:cubicBezTo>
                <a:close/>
                <a:moveTo>
                  <a:pt x="22682" y="32620"/>
                </a:moveTo>
                <a:cubicBezTo>
                  <a:pt x="29229" y="32620"/>
                  <a:pt x="32620" y="27943"/>
                  <a:pt x="32620" y="18473"/>
                </a:cubicBezTo>
                <a:cubicBezTo>
                  <a:pt x="32620" y="14498"/>
                  <a:pt x="31918" y="11107"/>
                  <a:pt x="30515" y="8418"/>
                </a:cubicBezTo>
                <a:cubicBezTo>
                  <a:pt x="29112" y="5846"/>
                  <a:pt x="26423" y="4443"/>
                  <a:pt x="22682" y="4443"/>
                </a:cubicBezTo>
                <a:cubicBezTo>
                  <a:pt x="18824" y="4443"/>
                  <a:pt x="16251" y="5846"/>
                  <a:pt x="14848" y="8418"/>
                </a:cubicBezTo>
                <a:cubicBezTo>
                  <a:pt x="13445" y="11107"/>
                  <a:pt x="12744" y="14498"/>
                  <a:pt x="12744" y="18473"/>
                </a:cubicBezTo>
                <a:cubicBezTo>
                  <a:pt x="12744" y="21045"/>
                  <a:pt x="12978" y="23383"/>
                  <a:pt x="13562" y="25488"/>
                </a:cubicBezTo>
                <a:cubicBezTo>
                  <a:pt x="14030" y="27592"/>
                  <a:pt x="15082" y="29346"/>
                  <a:pt x="16485" y="30632"/>
                </a:cubicBezTo>
                <a:cubicBezTo>
                  <a:pt x="17888" y="32035"/>
                  <a:pt x="19993" y="32620"/>
                  <a:pt x="22682" y="326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FABD4-512C-4ED3-A5DF-9B00CEE4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774" y="1578034"/>
            <a:ext cx="45247" cy="53548"/>
          </a:xfrm>
          <a:custGeom xmlns:a="http://schemas.openxmlformats.org/drawingml/2006/main">
            <a:pathLst>
              <a:path w="45247" h="53548">
                <a:moveTo>
                  <a:pt x="25838" y="53548"/>
                </a:moveTo>
                <a:cubicBezTo>
                  <a:pt x="21045" y="53548"/>
                  <a:pt x="16719" y="52378"/>
                  <a:pt x="12744" y="49923"/>
                </a:cubicBezTo>
                <a:cubicBezTo>
                  <a:pt x="8769" y="47468"/>
                  <a:pt x="5612" y="44194"/>
                  <a:pt x="3391" y="39985"/>
                </a:cubicBezTo>
                <a:cubicBezTo>
                  <a:pt x="1052" y="35776"/>
                  <a:pt x="0" y="31450"/>
                  <a:pt x="0" y="26774"/>
                </a:cubicBezTo>
                <a:cubicBezTo>
                  <a:pt x="0" y="22214"/>
                  <a:pt x="935" y="17888"/>
                  <a:pt x="3040" y="13796"/>
                </a:cubicBezTo>
                <a:cubicBezTo>
                  <a:pt x="5144" y="9704"/>
                  <a:pt x="7950" y="6430"/>
                  <a:pt x="11692" y="3858"/>
                </a:cubicBezTo>
                <a:cubicBezTo>
                  <a:pt x="15433" y="1286"/>
                  <a:pt x="19525" y="0"/>
                  <a:pt x="24202" y="0"/>
                </a:cubicBezTo>
                <a:cubicBezTo>
                  <a:pt x="27709" y="0"/>
                  <a:pt x="30866" y="701"/>
                  <a:pt x="33555" y="1871"/>
                </a:cubicBezTo>
                <a:cubicBezTo>
                  <a:pt x="36127" y="3040"/>
                  <a:pt x="38349" y="4677"/>
                  <a:pt x="40102" y="6781"/>
                </a:cubicBezTo>
                <a:cubicBezTo>
                  <a:pt x="41739" y="8886"/>
                  <a:pt x="43025" y="11458"/>
                  <a:pt x="43960" y="14264"/>
                </a:cubicBezTo>
                <a:cubicBezTo>
                  <a:pt x="44779" y="17187"/>
                  <a:pt x="45247" y="20343"/>
                  <a:pt x="45247" y="23851"/>
                </a:cubicBezTo>
                <a:cubicBezTo>
                  <a:pt x="45247" y="24903"/>
                  <a:pt x="44779" y="25371"/>
                  <a:pt x="44077" y="25371"/>
                </a:cubicBezTo>
                <a:lnTo>
                  <a:pt x="10172" y="25371"/>
                </a:lnTo>
                <a:lnTo>
                  <a:pt x="10172" y="26657"/>
                </a:lnTo>
                <a:cubicBezTo>
                  <a:pt x="10172" y="33204"/>
                  <a:pt x="11458" y="38699"/>
                  <a:pt x="14030" y="43376"/>
                </a:cubicBezTo>
                <a:cubicBezTo>
                  <a:pt x="16602" y="48053"/>
                  <a:pt x="20928" y="50274"/>
                  <a:pt x="26891" y="50274"/>
                </a:cubicBezTo>
                <a:cubicBezTo>
                  <a:pt x="29229" y="50274"/>
                  <a:pt x="31450" y="49806"/>
                  <a:pt x="33555" y="48754"/>
                </a:cubicBezTo>
                <a:cubicBezTo>
                  <a:pt x="35543" y="47702"/>
                  <a:pt x="37296" y="46182"/>
                  <a:pt x="38816" y="44311"/>
                </a:cubicBezTo>
                <a:cubicBezTo>
                  <a:pt x="40219" y="42441"/>
                  <a:pt x="41271" y="40336"/>
                  <a:pt x="41856" y="38115"/>
                </a:cubicBezTo>
                <a:cubicBezTo>
                  <a:pt x="41856" y="37881"/>
                  <a:pt x="42090" y="37647"/>
                  <a:pt x="42324" y="37413"/>
                </a:cubicBezTo>
                <a:cubicBezTo>
                  <a:pt x="42557" y="37179"/>
                  <a:pt x="42791" y="37062"/>
                  <a:pt x="43025" y="37062"/>
                </a:cubicBezTo>
                <a:lnTo>
                  <a:pt x="44077" y="37062"/>
                </a:lnTo>
                <a:cubicBezTo>
                  <a:pt x="44779" y="37062"/>
                  <a:pt x="45247" y="37647"/>
                  <a:pt x="45247" y="38582"/>
                </a:cubicBezTo>
                <a:cubicBezTo>
                  <a:pt x="44077" y="43025"/>
                  <a:pt x="41739" y="46533"/>
                  <a:pt x="38115" y="49339"/>
                </a:cubicBezTo>
                <a:cubicBezTo>
                  <a:pt x="34373" y="52145"/>
                  <a:pt x="30281" y="53548"/>
                  <a:pt x="25838" y="53548"/>
                </a:cubicBezTo>
                <a:close/>
                <a:moveTo>
                  <a:pt x="10289" y="22448"/>
                </a:moveTo>
                <a:lnTo>
                  <a:pt x="36946" y="22448"/>
                </a:lnTo>
                <a:cubicBezTo>
                  <a:pt x="36946" y="19642"/>
                  <a:pt x="36478" y="16602"/>
                  <a:pt x="35659" y="13562"/>
                </a:cubicBezTo>
                <a:cubicBezTo>
                  <a:pt x="34841" y="10522"/>
                  <a:pt x="33438" y="8067"/>
                  <a:pt x="31567" y="6080"/>
                </a:cubicBezTo>
                <a:cubicBezTo>
                  <a:pt x="29697" y="4092"/>
                  <a:pt x="27241" y="3040"/>
                  <a:pt x="24202" y="3040"/>
                </a:cubicBezTo>
                <a:cubicBezTo>
                  <a:pt x="19759" y="3040"/>
                  <a:pt x="16251" y="5144"/>
                  <a:pt x="13913" y="9236"/>
                </a:cubicBezTo>
                <a:cubicBezTo>
                  <a:pt x="11458" y="13445"/>
                  <a:pt x="10289" y="17771"/>
                  <a:pt x="10289" y="224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C5872-F327-412E-9D66-BD26B748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901" y="1578735"/>
            <a:ext cx="59277" cy="51677"/>
          </a:xfrm>
          <a:custGeom xmlns:a="http://schemas.openxmlformats.org/drawingml/2006/main">
            <a:pathLst>
              <a:path w="59277" h="51677">
                <a:moveTo>
                  <a:pt x="0" y="51677"/>
                </a:moveTo>
                <a:lnTo>
                  <a:pt x="0" y="47585"/>
                </a:lnTo>
                <a:cubicBezTo>
                  <a:pt x="2572" y="47585"/>
                  <a:pt x="4794" y="47468"/>
                  <a:pt x="6547" y="47000"/>
                </a:cubicBezTo>
                <a:cubicBezTo>
                  <a:pt x="8184" y="46533"/>
                  <a:pt x="9119" y="45480"/>
                  <a:pt x="9119" y="43844"/>
                </a:cubicBezTo>
                <a:lnTo>
                  <a:pt x="9119" y="11925"/>
                </a:lnTo>
                <a:cubicBezTo>
                  <a:pt x="9119" y="9821"/>
                  <a:pt x="8769" y="8301"/>
                  <a:pt x="8184" y="7366"/>
                </a:cubicBezTo>
                <a:cubicBezTo>
                  <a:pt x="7483" y="6430"/>
                  <a:pt x="6664" y="5963"/>
                  <a:pt x="5495" y="5729"/>
                </a:cubicBezTo>
                <a:cubicBezTo>
                  <a:pt x="4326" y="5495"/>
                  <a:pt x="2455" y="5378"/>
                  <a:pt x="0" y="5378"/>
                </a:cubicBezTo>
                <a:lnTo>
                  <a:pt x="0" y="1286"/>
                </a:lnTo>
                <a:lnTo>
                  <a:pt x="16953" y="0"/>
                </a:lnTo>
                <a:lnTo>
                  <a:pt x="16953" y="11458"/>
                </a:lnTo>
                <a:cubicBezTo>
                  <a:pt x="18473" y="8184"/>
                  <a:pt x="20811" y="5378"/>
                  <a:pt x="23851" y="3274"/>
                </a:cubicBezTo>
                <a:cubicBezTo>
                  <a:pt x="26891" y="1169"/>
                  <a:pt x="30164" y="0"/>
                  <a:pt x="33906" y="0"/>
                </a:cubicBezTo>
                <a:cubicBezTo>
                  <a:pt x="39284" y="0"/>
                  <a:pt x="43259" y="1403"/>
                  <a:pt x="46065" y="3975"/>
                </a:cubicBezTo>
                <a:cubicBezTo>
                  <a:pt x="48754" y="6547"/>
                  <a:pt x="50157" y="10522"/>
                  <a:pt x="50157" y="15784"/>
                </a:cubicBezTo>
                <a:lnTo>
                  <a:pt x="50157" y="43844"/>
                </a:lnTo>
                <a:cubicBezTo>
                  <a:pt x="50157" y="45480"/>
                  <a:pt x="50975" y="46533"/>
                  <a:pt x="52729" y="47000"/>
                </a:cubicBezTo>
                <a:cubicBezTo>
                  <a:pt x="54366" y="47468"/>
                  <a:pt x="56587" y="47585"/>
                  <a:pt x="59277" y="47585"/>
                </a:cubicBezTo>
                <a:lnTo>
                  <a:pt x="59277" y="51677"/>
                </a:lnTo>
                <a:lnTo>
                  <a:pt x="32503" y="51677"/>
                </a:lnTo>
                <a:lnTo>
                  <a:pt x="32503" y="47585"/>
                </a:lnTo>
                <a:cubicBezTo>
                  <a:pt x="35075" y="47585"/>
                  <a:pt x="37296" y="47468"/>
                  <a:pt x="39050" y="47000"/>
                </a:cubicBezTo>
                <a:cubicBezTo>
                  <a:pt x="40687" y="46533"/>
                  <a:pt x="41622" y="45480"/>
                  <a:pt x="41622" y="43844"/>
                </a:cubicBezTo>
                <a:lnTo>
                  <a:pt x="41622" y="16134"/>
                </a:lnTo>
                <a:cubicBezTo>
                  <a:pt x="41622" y="12393"/>
                  <a:pt x="41038" y="9236"/>
                  <a:pt x="39985" y="6781"/>
                </a:cubicBezTo>
                <a:cubicBezTo>
                  <a:pt x="38816" y="4326"/>
                  <a:pt x="36595" y="3040"/>
                  <a:pt x="33204" y="3040"/>
                </a:cubicBezTo>
                <a:cubicBezTo>
                  <a:pt x="28644" y="3040"/>
                  <a:pt x="24903" y="4910"/>
                  <a:pt x="21980" y="8535"/>
                </a:cubicBezTo>
                <a:cubicBezTo>
                  <a:pt x="19057" y="12159"/>
                  <a:pt x="17654" y="16251"/>
                  <a:pt x="17654" y="20811"/>
                </a:cubicBezTo>
                <a:lnTo>
                  <a:pt x="17654" y="43844"/>
                </a:lnTo>
                <a:cubicBezTo>
                  <a:pt x="17654" y="45480"/>
                  <a:pt x="18473" y="46533"/>
                  <a:pt x="20227" y="47000"/>
                </a:cubicBezTo>
                <a:cubicBezTo>
                  <a:pt x="21863" y="47468"/>
                  <a:pt x="24085" y="47585"/>
                  <a:pt x="26774" y="47585"/>
                </a:cubicBezTo>
                <a:lnTo>
                  <a:pt x="26774" y="51677"/>
                </a:lnTo>
                <a:lnTo>
                  <a:pt x="0" y="51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374F4-F8A1-4AF5-87E0-C79ED53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156" y="1476740"/>
            <a:ext cx="39250" cy="166856"/>
          </a:xfrm>
          <a:custGeom xmlns:a="http://schemas.openxmlformats.org/drawingml/2006/main">
            <a:pathLst>
              <a:path w="39250" h="166856">
                <a:moveTo>
                  <a:pt x="35576" y="166522"/>
                </a:moveTo>
                <a:cubicBezTo>
                  <a:pt x="29229" y="161511"/>
                  <a:pt x="23884" y="156000"/>
                  <a:pt x="19542" y="149653"/>
                </a:cubicBezTo>
                <a:cubicBezTo>
                  <a:pt x="15032" y="143306"/>
                  <a:pt x="11358" y="136458"/>
                  <a:pt x="8518" y="129443"/>
                </a:cubicBezTo>
                <a:cubicBezTo>
                  <a:pt x="5679" y="122428"/>
                  <a:pt x="3507" y="114912"/>
                  <a:pt x="2171" y="107062"/>
                </a:cubicBezTo>
                <a:cubicBezTo>
                  <a:pt x="668" y="99379"/>
                  <a:pt x="0" y="91529"/>
                  <a:pt x="0" y="83512"/>
                </a:cubicBezTo>
                <a:cubicBezTo>
                  <a:pt x="0" y="75494"/>
                  <a:pt x="668" y="67644"/>
                  <a:pt x="2171" y="59794"/>
                </a:cubicBezTo>
                <a:cubicBezTo>
                  <a:pt x="3507" y="52111"/>
                  <a:pt x="5679" y="44595"/>
                  <a:pt x="8685" y="37246"/>
                </a:cubicBezTo>
                <a:cubicBezTo>
                  <a:pt x="11525" y="30064"/>
                  <a:pt x="15199" y="23216"/>
                  <a:pt x="19709" y="16869"/>
                </a:cubicBezTo>
                <a:cubicBezTo>
                  <a:pt x="24218" y="10522"/>
                  <a:pt x="29563" y="5011"/>
                  <a:pt x="35576" y="334"/>
                </a:cubicBezTo>
                <a:cubicBezTo>
                  <a:pt x="35576" y="167"/>
                  <a:pt x="35743" y="0"/>
                  <a:pt x="36411" y="0"/>
                </a:cubicBezTo>
                <a:lnTo>
                  <a:pt x="37914" y="0"/>
                </a:lnTo>
                <a:cubicBezTo>
                  <a:pt x="38248" y="0"/>
                  <a:pt x="38415" y="167"/>
                  <a:pt x="38749" y="501"/>
                </a:cubicBezTo>
                <a:cubicBezTo>
                  <a:pt x="39083" y="835"/>
                  <a:pt x="39250" y="1169"/>
                  <a:pt x="39250" y="1503"/>
                </a:cubicBezTo>
                <a:cubicBezTo>
                  <a:pt x="39250" y="2004"/>
                  <a:pt x="39083" y="2338"/>
                  <a:pt x="38916" y="2505"/>
                </a:cubicBezTo>
                <a:cubicBezTo>
                  <a:pt x="33405" y="7850"/>
                  <a:pt x="28895" y="13696"/>
                  <a:pt x="25220" y="19709"/>
                </a:cubicBezTo>
                <a:cubicBezTo>
                  <a:pt x="21546" y="25722"/>
                  <a:pt x="18707" y="32235"/>
                  <a:pt x="16535" y="39083"/>
                </a:cubicBezTo>
                <a:cubicBezTo>
                  <a:pt x="14364" y="46098"/>
                  <a:pt x="12861" y="53113"/>
                  <a:pt x="11859" y="60462"/>
                </a:cubicBezTo>
                <a:cubicBezTo>
                  <a:pt x="10857" y="67811"/>
                  <a:pt x="10355" y="75494"/>
                  <a:pt x="10355" y="83512"/>
                </a:cubicBezTo>
                <a:cubicBezTo>
                  <a:pt x="10355" y="118920"/>
                  <a:pt x="19709" y="145644"/>
                  <a:pt x="38749" y="164017"/>
                </a:cubicBezTo>
                <a:cubicBezTo>
                  <a:pt x="39083" y="164351"/>
                  <a:pt x="39250" y="164685"/>
                  <a:pt x="39250" y="165353"/>
                </a:cubicBezTo>
                <a:cubicBezTo>
                  <a:pt x="39250" y="165687"/>
                  <a:pt x="39083" y="166021"/>
                  <a:pt x="38749" y="166355"/>
                </a:cubicBezTo>
                <a:cubicBezTo>
                  <a:pt x="38415" y="166689"/>
                  <a:pt x="38248" y="166856"/>
                  <a:pt x="37914" y="166856"/>
                </a:cubicBezTo>
                <a:lnTo>
                  <a:pt x="36411" y="166856"/>
                </a:lnTo>
                <a:cubicBezTo>
                  <a:pt x="35743" y="166856"/>
                  <a:pt x="35576" y="166689"/>
                  <a:pt x="35576" y="1665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A2BAB-1DA9-4909-A40A-21518E7E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968" y="1528184"/>
            <a:ext cx="82676" cy="75494"/>
          </a:xfrm>
          <a:custGeom xmlns:a="http://schemas.openxmlformats.org/drawingml/2006/main">
            <a:pathLst>
              <a:path w="82676" h="75494">
                <a:moveTo>
                  <a:pt x="7850" y="68981"/>
                </a:moveTo>
                <a:cubicBezTo>
                  <a:pt x="9854" y="70651"/>
                  <a:pt x="12527" y="71319"/>
                  <a:pt x="16201" y="71319"/>
                </a:cubicBezTo>
                <a:cubicBezTo>
                  <a:pt x="19542" y="71319"/>
                  <a:pt x="22715" y="69649"/>
                  <a:pt x="25388" y="66308"/>
                </a:cubicBezTo>
                <a:cubicBezTo>
                  <a:pt x="28060" y="62968"/>
                  <a:pt x="29897" y="59293"/>
                  <a:pt x="30899" y="55285"/>
                </a:cubicBezTo>
                <a:lnTo>
                  <a:pt x="38415" y="25722"/>
                </a:lnTo>
                <a:cubicBezTo>
                  <a:pt x="39584" y="20377"/>
                  <a:pt x="40253" y="16702"/>
                  <a:pt x="40253" y="14698"/>
                </a:cubicBezTo>
                <a:cubicBezTo>
                  <a:pt x="40253" y="12026"/>
                  <a:pt x="39417" y="9520"/>
                  <a:pt x="37914" y="7516"/>
                </a:cubicBezTo>
                <a:cubicBezTo>
                  <a:pt x="36244" y="5512"/>
                  <a:pt x="34073" y="4343"/>
                  <a:pt x="31400" y="4343"/>
                </a:cubicBezTo>
                <a:cubicBezTo>
                  <a:pt x="27893" y="4343"/>
                  <a:pt x="24552" y="5512"/>
                  <a:pt x="21546" y="7683"/>
                </a:cubicBezTo>
                <a:cubicBezTo>
                  <a:pt x="18373" y="10021"/>
                  <a:pt x="15700" y="12861"/>
                  <a:pt x="13696" y="16201"/>
                </a:cubicBezTo>
                <a:cubicBezTo>
                  <a:pt x="11525" y="19542"/>
                  <a:pt x="10021" y="23049"/>
                  <a:pt x="9186" y="26390"/>
                </a:cubicBezTo>
                <a:cubicBezTo>
                  <a:pt x="8852" y="27058"/>
                  <a:pt x="8518" y="27392"/>
                  <a:pt x="7850" y="27392"/>
                </a:cubicBezTo>
                <a:lnTo>
                  <a:pt x="5846" y="27392"/>
                </a:lnTo>
                <a:cubicBezTo>
                  <a:pt x="4844" y="27392"/>
                  <a:pt x="4510" y="26891"/>
                  <a:pt x="4510" y="25889"/>
                </a:cubicBezTo>
                <a:lnTo>
                  <a:pt x="4510" y="25388"/>
                </a:lnTo>
                <a:cubicBezTo>
                  <a:pt x="5512" y="21379"/>
                  <a:pt x="7349" y="17370"/>
                  <a:pt x="10021" y="13362"/>
                </a:cubicBezTo>
                <a:cubicBezTo>
                  <a:pt x="12694" y="9353"/>
                  <a:pt x="15867" y="6180"/>
                  <a:pt x="19709" y="3675"/>
                </a:cubicBezTo>
                <a:cubicBezTo>
                  <a:pt x="23383" y="1336"/>
                  <a:pt x="27392" y="0"/>
                  <a:pt x="31734" y="0"/>
                </a:cubicBezTo>
                <a:cubicBezTo>
                  <a:pt x="35743" y="0"/>
                  <a:pt x="39417" y="1169"/>
                  <a:pt x="42758" y="3340"/>
                </a:cubicBezTo>
                <a:cubicBezTo>
                  <a:pt x="46098" y="5512"/>
                  <a:pt x="48437" y="8518"/>
                  <a:pt x="49773" y="12193"/>
                </a:cubicBezTo>
                <a:cubicBezTo>
                  <a:pt x="51610" y="8852"/>
                  <a:pt x="53948" y="5846"/>
                  <a:pt x="56955" y="3507"/>
                </a:cubicBezTo>
                <a:cubicBezTo>
                  <a:pt x="59961" y="1169"/>
                  <a:pt x="63135" y="0"/>
                  <a:pt x="66809" y="0"/>
                </a:cubicBezTo>
                <a:cubicBezTo>
                  <a:pt x="69148" y="0"/>
                  <a:pt x="71653" y="501"/>
                  <a:pt x="74158" y="1336"/>
                </a:cubicBezTo>
                <a:cubicBezTo>
                  <a:pt x="76664" y="2171"/>
                  <a:pt x="78668" y="3507"/>
                  <a:pt x="80338" y="5178"/>
                </a:cubicBezTo>
                <a:cubicBezTo>
                  <a:pt x="81841" y="6848"/>
                  <a:pt x="82676" y="9019"/>
                  <a:pt x="82676" y="11692"/>
                </a:cubicBezTo>
                <a:cubicBezTo>
                  <a:pt x="82676" y="14531"/>
                  <a:pt x="81674" y="17036"/>
                  <a:pt x="79837" y="19041"/>
                </a:cubicBezTo>
                <a:cubicBezTo>
                  <a:pt x="78000" y="21045"/>
                  <a:pt x="75661" y="22047"/>
                  <a:pt x="72989" y="22047"/>
                </a:cubicBezTo>
                <a:cubicBezTo>
                  <a:pt x="71152" y="22047"/>
                  <a:pt x="69649" y="21546"/>
                  <a:pt x="68479" y="20377"/>
                </a:cubicBezTo>
                <a:cubicBezTo>
                  <a:pt x="67143" y="19208"/>
                  <a:pt x="66642" y="17704"/>
                  <a:pt x="66642" y="16034"/>
                </a:cubicBezTo>
                <a:cubicBezTo>
                  <a:pt x="66642" y="13696"/>
                  <a:pt x="67310" y="11692"/>
                  <a:pt x="68981" y="9854"/>
                </a:cubicBezTo>
                <a:cubicBezTo>
                  <a:pt x="70651" y="8184"/>
                  <a:pt x="72488" y="7015"/>
                  <a:pt x="74826" y="6681"/>
                </a:cubicBezTo>
                <a:cubicBezTo>
                  <a:pt x="72822" y="5178"/>
                  <a:pt x="69983" y="4343"/>
                  <a:pt x="66475" y="4343"/>
                </a:cubicBezTo>
                <a:cubicBezTo>
                  <a:pt x="62801" y="4343"/>
                  <a:pt x="59794" y="6013"/>
                  <a:pt x="57122" y="9353"/>
                </a:cubicBezTo>
                <a:cubicBezTo>
                  <a:pt x="54450" y="12694"/>
                  <a:pt x="52612" y="16368"/>
                  <a:pt x="51610" y="20377"/>
                </a:cubicBezTo>
                <a:lnTo>
                  <a:pt x="44261" y="49940"/>
                </a:lnTo>
                <a:cubicBezTo>
                  <a:pt x="42925" y="54450"/>
                  <a:pt x="42424" y="58124"/>
                  <a:pt x="42424" y="60963"/>
                </a:cubicBezTo>
                <a:cubicBezTo>
                  <a:pt x="42424" y="63803"/>
                  <a:pt x="43092" y="66308"/>
                  <a:pt x="44762" y="68312"/>
                </a:cubicBezTo>
                <a:cubicBezTo>
                  <a:pt x="46432" y="70317"/>
                  <a:pt x="48604" y="71319"/>
                  <a:pt x="51276" y="71319"/>
                </a:cubicBezTo>
                <a:cubicBezTo>
                  <a:pt x="56454" y="71319"/>
                  <a:pt x="61130" y="69148"/>
                  <a:pt x="65139" y="64471"/>
                </a:cubicBezTo>
                <a:cubicBezTo>
                  <a:pt x="69148" y="59794"/>
                  <a:pt x="71987" y="54784"/>
                  <a:pt x="73323" y="49272"/>
                </a:cubicBezTo>
                <a:cubicBezTo>
                  <a:pt x="73490" y="48604"/>
                  <a:pt x="73991" y="48270"/>
                  <a:pt x="74659" y="48270"/>
                </a:cubicBezTo>
                <a:lnTo>
                  <a:pt x="76664" y="48270"/>
                </a:lnTo>
                <a:cubicBezTo>
                  <a:pt x="76998" y="48270"/>
                  <a:pt x="77332" y="48437"/>
                  <a:pt x="77666" y="48771"/>
                </a:cubicBezTo>
                <a:cubicBezTo>
                  <a:pt x="78000" y="49105"/>
                  <a:pt x="78167" y="49439"/>
                  <a:pt x="78167" y="49773"/>
                </a:cubicBezTo>
                <a:cubicBezTo>
                  <a:pt x="78167" y="49940"/>
                  <a:pt x="78000" y="50107"/>
                  <a:pt x="78000" y="50274"/>
                </a:cubicBezTo>
                <a:cubicBezTo>
                  <a:pt x="76330" y="56955"/>
                  <a:pt x="72989" y="62801"/>
                  <a:pt x="67978" y="67811"/>
                </a:cubicBezTo>
                <a:cubicBezTo>
                  <a:pt x="62968" y="72989"/>
                  <a:pt x="57289" y="75494"/>
                  <a:pt x="50942" y="75494"/>
                </a:cubicBezTo>
                <a:cubicBezTo>
                  <a:pt x="46766" y="75494"/>
                  <a:pt x="43092" y="74325"/>
                  <a:pt x="39752" y="72321"/>
                </a:cubicBezTo>
                <a:cubicBezTo>
                  <a:pt x="36411" y="70317"/>
                  <a:pt x="34240" y="67310"/>
                  <a:pt x="32904" y="63469"/>
                </a:cubicBezTo>
                <a:cubicBezTo>
                  <a:pt x="31066" y="66809"/>
                  <a:pt x="28561" y="69649"/>
                  <a:pt x="25555" y="71987"/>
                </a:cubicBezTo>
                <a:cubicBezTo>
                  <a:pt x="22548" y="74325"/>
                  <a:pt x="19208" y="75494"/>
                  <a:pt x="15867" y="75494"/>
                </a:cubicBezTo>
                <a:cubicBezTo>
                  <a:pt x="13362" y="75494"/>
                  <a:pt x="10857" y="74993"/>
                  <a:pt x="8351" y="74325"/>
                </a:cubicBezTo>
                <a:cubicBezTo>
                  <a:pt x="5846" y="73657"/>
                  <a:pt x="3842" y="72321"/>
                  <a:pt x="2338" y="70651"/>
                </a:cubicBezTo>
                <a:cubicBezTo>
                  <a:pt x="668" y="68981"/>
                  <a:pt x="0" y="66642"/>
                  <a:pt x="0" y="63970"/>
                </a:cubicBezTo>
                <a:cubicBezTo>
                  <a:pt x="0" y="61298"/>
                  <a:pt x="835" y="58959"/>
                  <a:pt x="2672" y="56788"/>
                </a:cubicBezTo>
                <a:cubicBezTo>
                  <a:pt x="4343" y="54784"/>
                  <a:pt x="6681" y="53614"/>
                  <a:pt x="9520" y="53614"/>
                </a:cubicBezTo>
                <a:cubicBezTo>
                  <a:pt x="11191" y="53614"/>
                  <a:pt x="12694" y="54283"/>
                  <a:pt x="14030" y="55285"/>
                </a:cubicBezTo>
                <a:cubicBezTo>
                  <a:pt x="15366" y="56454"/>
                  <a:pt x="16034" y="57957"/>
                  <a:pt x="16034" y="59627"/>
                </a:cubicBezTo>
                <a:cubicBezTo>
                  <a:pt x="16034" y="61966"/>
                  <a:pt x="15199" y="64137"/>
                  <a:pt x="13696" y="65807"/>
                </a:cubicBezTo>
                <a:cubicBezTo>
                  <a:pt x="12026" y="67477"/>
                  <a:pt x="10188" y="68647"/>
                  <a:pt x="7850" y="689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671D5-512E-44FB-A8BD-E5416845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481" y="1476740"/>
            <a:ext cx="39250" cy="166856"/>
          </a:xfrm>
          <a:custGeom xmlns:a="http://schemas.openxmlformats.org/drawingml/2006/main">
            <a:pathLst>
              <a:path w="39250" h="166856">
                <a:moveTo>
                  <a:pt x="1503" y="166856"/>
                </a:moveTo>
                <a:cubicBezTo>
                  <a:pt x="501" y="166856"/>
                  <a:pt x="0" y="166355"/>
                  <a:pt x="0" y="165353"/>
                </a:cubicBezTo>
                <a:cubicBezTo>
                  <a:pt x="0" y="164852"/>
                  <a:pt x="0" y="164518"/>
                  <a:pt x="334" y="164351"/>
                </a:cubicBezTo>
                <a:cubicBezTo>
                  <a:pt x="19375" y="145644"/>
                  <a:pt x="28895" y="118920"/>
                  <a:pt x="28895" y="83512"/>
                </a:cubicBezTo>
                <a:cubicBezTo>
                  <a:pt x="28895" y="48103"/>
                  <a:pt x="19375" y="21212"/>
                  <a:pt x="668" y="2839"/>
                </a:cubicBezTo>
                <a:cubicBezTo>
                  <a:pt x="167" y="2672"/>
                  <a:pt x="0" y="2171"/>
                  <a:pt x="0" y="1503"/>
                </a:cubicBezTo>
                <a:cubicBezTo>
                  <a:pt x="0" y="1169"/>
                  <a:pt x="167" y="835"/>
                  <a:pt x="501" y="501"/>
                </a:cubicBezTo>
                <a:cubicBezTo>
                  <a:pt x="835" y="167"/>
                  <a:pt x="1169" y="0"/>
                  <a:pt x="1503" y="0"/>
                </a:cubicBezTo>
                <a:lnTo>
                  <a:pt x="3006" y="0"/>
                </a:lnTo>
                <a:cubicBezTo>
                  <a:pt x="3340" y="0"/>
                  <a:pt x="3507" y="167"/>
                  <a:pt x="3842" y="334"/>
                </a:cubicBezTo>
                <a:cubicBezTo>
                  <a:pt x="11859" y="6681"/>
                  <a:pt x="18540" y="14364"/>
                  <a:pt x="23884" y="23383"/>
                </a:cubicBezTo>
                <a:cubicBezTo>
                  <a:pt x="29229" y="32402"/>
                  <a:pt x="33071" y="42090"/>
                  <a:pt x="35576" y="52278"/>
                </a:cubicBezTo>
                <a:cubicBezTo>
                  <a:pt x="37914" y="62467"/>
                  <a:pt x="39250" y="72822"/>
                  <a:pt x="39250" y="83512"/>
                </a:cubicBezTo>
                <a:cubicBezTo>
                  <a:pt x="39250" y="91529"/>
                  <a:pt x="38582" y="99212"/>
                  <a:pt x="37246" y="106895"/>
                </a:cubicBezTo>
                <a:cubicBezTo>
                  <a:pt x="35910" y="114578"/>
                  <a:pt x="33739" y="121927"/>
                  <a:pt x="30899" y="129276"/>
                </a:cubicBezTo>
                <a:cubicBezTo>
                  <a:pt x="27893" y="136625"/>
                  <a:pt x="24218" y="143306"/>
                  <a:pt x="19876" y="149653"/>
                </a:cubicBezTo>
                <a:cubicBezTo>
                  <a:pt x="15366" y="156000"/>
                  <a:pt x="10021" y="161511"/>
                  <a:pt x="3842" y="166522"/>
                </a:cubicBezTo>
                <a:cubicBezTo>
                  <a:pt x="3507" y="166689"/>
                  <a:pt x="3340" y="166856"/>
                  <a:pt x="3006" y="166856"/>
                </a:cubicBezTo>
                <a:lnTo>
                  <a:pt x="1503" y="166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5674C-044C-4BA3-A027-A70D50E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249" y="1808003"/>
            <a:ext cx="334046" cy="10"/>
          </a:xfrm>
          <a:custGeom xmlns:a="http://schemas.openxmlformats.org/drawingml/2006/main">
            <a:pathLst>
              <a:path w="334046" h="1" fill="none">
                <a:moveTo>
                  <a:pt x="0" y="0"/>
                </a:moveTo>
                <a:lnTo>
                  <a:pt x="167023" y="0"/>
                </a:lnTo>
                <a:lnTo>
                  <a:pt x="334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878" cap="sq">
            <a:solidFill>
              <a:srgbClr val="FF8C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753F9-A16B-4EF7-B90D-2F30CA0E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599" y="1792637"/>
            <a:ext cx="61298" cy="75494"/>
          </a:xfrm>
          <a:custGeom xmlns:a="http://schemas.openxmlformats.org/drawingml/2006/main">
            <a:pathLst>
              <a:path w="61298" h="75494">
                <a:moveTo>
                  <a:pt x="5846" y="63636"/>
                </a:moveTo>
                <a:cubicBezTo>
                  <a:pt x="8852" y="68814"/>
                  <a:pt x="14865" y="71319"/>
                  <a:pt x="23884" y="71319"/>
                </a:cubicBezTo>
                <a:cubicBezTo>
                  <a:pt x="27726" y="71319"/>
                  <a:pt x="31400" y="70651"/>
                  <a:pt x="34908" y="69315"/>
                </a:cubicBezTo>
                <a:cubicBezTo>
                  <a:pt x="38415" y="67978"/>
                  <a:pt x="41422" y="65974"/>
                  <a:pt x="43760" y="63302"/>
                </a:cubicBezTo>
                <a:cubicBezTo>
                  <a:pt x="46098" y="60629"/>
                  <a:pt x="47268" y="57456"/>
                  <a:pt x="47268" y="53614"/>
                </a:cubicBezTo>
                <a:cubicBezTo>
                  <a:pt x="47268" y="50775"/>
                  <a:pt x="46098" y="48437"/>
                  <a:pt x="44094" y="46599"/>
                </a:cubicBezTo>
                <a:cubicBezTo>
                  <a:pt x="42090" y="44762"/>
                  <a:pt x="39584" y="43426"/>
                  <a:pt x="36578" y="42758"/>
                </a:cubicBezTo>
                <a:lnTo>
                  <a:pt x="27559" y="40921"/>
                </a:lnTo>
                <a:cubicBezTo>
                  <a:pt x="23383" y="39919"/>
                  <a:pt x="20043" y="38081"/>
                  <a:pt x="17370" y="35242"/>
                </a:cubicBezTo>
                <a:cubicBezTo>
                  <a:pt x="14698" y="32402"/>
                  <a:pt x="13362" y="28895"/>
                  <a:pt x="13362" y="24886"/>
                </a:cubicBezTo>
                <a:cubicBezTo>
                  <a:pt x="13362" y="20043"/>
                  <a:pt x="14698" y="15700"/>
                  <a:pt x="17370" y="11859"/>
                </a:cubicBezTo>
                <a:cubicBezTo>
                  <a:pt x="20043" y="8017"/>
                  <a:pt x="23550" y="5011"/>
                  <a:pt x="27893" y="3006"/>
                </a:cubicBezTo>
                <a:cubicBezTo>
                  <a:pt x="32235" y="1002"/>
                  <a:pt x="36912" y="0"/>
                  <a:pt x="41756" y="0"/>
                </a:cubicBezTo>
                <a:cubicBezTo>
                  <a:pt x="46766" y="0"/>
                  <a:pt x="51276" y="1336"/>
                  <a:pt x="55285" y="3675"/>
                </a:cubicBezTo>
                <a:cubicBezTo>
                  <a:pt x="59293" y="6180"/>
                  <a:pt x="61298" y="9687"/>
                  <a:pt x="61298" y="14364"/>
                </a:cubicBezTo>
                <a:cubicBezTo>
                  <a:pt x="61298" y="17036"/>
                  <a:pt x="60462" y="19208"/>
                  <a:pt x="59126" y="21212"/>
                </a:cubicBezTo>
                <a:cubicBezTo>
                  <a:pt x="57623" y="23216"/>
                  <a:pt x="55619" y="24051"/>
                  <a:pt x="53113" y="24051"/>
                </a:cubicBezTo>
                <a:cubicBezTo>
                  <a:pt x="51610" y="24051"/>
                  <a:pt x="50274" y="23717"/>
                  <a:pt x="49272" y="22715"/>
                </a:cubicBezTo>
                <a:cubicBezTo>
                  <a:pt x="48270" y="21713"/>
                  <a:pt x="47769" y="20544"/>
                  <a:pt x="47769" y="19041"/>
                </a:cubicBezTo>
                <a:cubicBezTo>
                  <a:pt x="47769" y="17704"/>
                  <a:pt x="48103" y="16535"/>
                  <a:pt x="48771" y="15199"/>
                </a:cubicBezTo>
                <a:cubicBezTo>
                  <a:pt x="49439" y="14030"/>
                  <a:pt x="50441" y="13028"/>
                  <a:pt x="51777" y="12360"/>
                </a:cubicBezTo>
                <a:cubicBezTo>
                  <a:pt x="52946" y="11692"/>
                  <a:pt x="54283" y="11191"/>
                  <a:pt x="55619" y="11191"/>
                </a:cubicBezTo>
                <a:cubicBezTo>
                  <a:pt x="54617" y="8852"/>
                  <a:pt x="52779" y="7182"/>
                  <a:pt x="50107" y="6013"/>
                </a:cubicBezTo>
                <a:cubicBezTo>
                  <a:pt x="47435" y="5011"/>
                  <a:pt x="44428" y="4343"/>
                  <a:pt x="41422" y="4343"/>
                </a:cubicBezTo>
                <a:cubicBezTo>
                  <a:pt x="38415" y="4343"/>
                  <a:pt x="35576" y="5011"/>
                  <a:pt x="32904" y="6013"/>
                </a:cubicBezTo>
                <a:cubicBezTo>
                  <a:pt x="30064" y="7182"/>
                  <a:pt x="27726" y="8852"/>
                  <a:pt x="26056" y="11024"/>
                </a:cubicBezTo>
                <a:cubicBezTo>
                  <a:pt x="24385" y="13362"/>
                  <a:pt x="23550" y="15867"/>
                  <a:pt x="23550" y="18874"/>
                </a:cubicBezTo>
                <a:cubicBezTo>
                  <a:pt x="23550" y="20878"/>
                  <a:pt x="24218" y="22715"/>
                  <a:pt x="25555" y="24218"/>
                </a:cubicBezTo>
                <a:cubicBezTo>
                  <a:pt x="26891" y="25722"/>
                  <a:pt x="28728" y="26724"/>
                  <a:pt x="30899" y="27392"/>
                </a:cubicBezTo>
                <a:lnTo>
                  <a:pt x="40587" y="29396"/>
                </a:lnTo>
                <a:cubicBezTo>
                  <a:pt x="43593" y="30064"/>
                  <a:pt x="46432" y="31233"/>
                  <a:pt x="49105" y="32904"/>
                </a:cubicBezTo>
                <a:cubicBezTo>
                  <a:pt x="51610" y="34574"/>
                  <a:pt x="53614" y="36745"/>
                  <a:pt x="55118" y="39250"/>
                </a:cubicBezTo>
                <a:cubicBezTo>
                  <a:pt x="56621" y="41756"/>
                  <a:pt x="57456" y="44595"/>
                  <a:pt x="57456" y="47769"/>
                </a:cubicBezTo>
                <a:cubicBezTo>
                  <a:pt x="57456" y="51944"/>
                  <a:pt x="56287" y="56120"/>
                  <a:pt x="53948" y="60128"/>
                </a:cubicBezTo>
                <a:cubicBezTo>
                  <a:pt x="51610" y="64137"/>
                  <a:pt x="48771" y="67310"/>
                  <a:pt x="45430" y="69649"/>
                </a:cubicBezTo>
                <a:cubicBezTo>
                  <a:pt x="39417" y="73657"/>
                  <a:pt x="32235" y="75494"/>
                  <a:pt x="23717" y="75494"/>
                </a:cubicBezTo>
                <a:cubicBezTo>
                  <a:pt x="17704" y="75494"/>
                  <a:pt x="12360" y="74158"/>
                  <a:pt x="7349" y="71486"/>
                </a:cubicBezTo>
                <a:cubicBezTo>
                  <a:pt x="2338" y="68814"/>
                  <a:pt x="0" y="64805"/>
                  <a:pt x="0" y="59460"/>
                </a:cubicBezTo>
                <a:cubicBezTo>
                  <a:pt x="0" y="56454"/>
                  <a:pt x="835" y="53948"/>
                  <a:pt x="2505" y="51610"/>
                </a:cubicBezTo>
                <a:cubicBezTo>
                  <a:pt x="4176" y="49272"/>
                  <a:pt x="6681" y="48103"/>
                  <a:pt x="9854" y="48103"/>
                </a:cubicBezTo>
                <a:cubicBezTo>
                  <a:pt x="11525" y="48103"/>
                  <a:pt x="13028" y="48771"/>
                  <a:pt x="14364" y="49773"/>
                </a:cubicBezTo>
                <a:cubicBezTo>
                  <a:pt x="15533" y="50942"/>
                  <a:pt x="16201" y="52445"/>
                  <a:pt x="16201" y="54116"/>
                </a:cubicBezTo>
                <a:cubicBezTo>
                  <a:pt x="16201" y="56788"/>
                  <a:pt x="15199" y="58959"/>
                  <a:pt x="13362" y="60796"/>
                </a:cubicBezTo>
                <a:cubicBezTo>
                  <a:pt x="11358" y="62801"/>
                  <a:pt x="9186" y="63636"/>
                  <a:pt x="6681" y="63636"/>
                </a:cubicBezTo>
                <a:lnTo>
                  <a:pt x="5846" y="636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B18D3-008C-4324-86BA-7A96851A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719" y="1812439"/>
            <a:ext cx="48754" cy="83595"/>
          </a:xfrm>
          <a:custGeom xmlns:a="http://schemas.openxmlformats.org/drawingml/2006/main">
            <a:pathLst>
              <a:path w="48754" h="83595">
                <a:moveTo>
                  <a:pt x="14147" y="83595"/>
                </a:moveTo>
                <a:cubicBezTo>
                  <a:pt x="10639" y="83595"/>
                  <a:pt x="7716" y="82426"/>
                  <a:pt x="5612" y="79854"/>
                </a:cubicBezTo>
                <a:cubicBezTo>
                  <a:pt x="3507" y="77282"/>
                  <a:pt x="1988" y="74242"/>
                  <a:pt x="1169" y="70500"/>
                </a:cubicBezTo>
                <a:cubicBezTo>
                  <a:pt x="351" y="66876"/>
                  <a:pt x="0" y="63252"/>
                  <a:pt x="0" y="59627"/>
                </a:cubicBezTo>
                <a:lnTo>
                  <a:pt x="0" y="59510"/>
                </a:lnTo>
                <a:cubicBezTo>
                  <a:pt x="0" y="55652"/>
                  <a:pt x="351" y="51677"/>
                  <a:pt x="1052" y="47468"/>
                </a:cubicBezTo>
                <a:cubicBezTo>
                  <a:pt x="1754" y="43259"/>
                  <a:pt x="2923" y="39167"/>
                  <a:pt x="4326" y="34958"/>
                </a:cubicBezTo>
                <a:cubicBezTo>
                  <a:pt x="5729" y="30749"/>
                  <a:pt x="7249" y="27008"/>
                  <a:pt x="8886" y="23734"/>
                </a:cubicBezTo>
                <a:cubicBezTo>
                  <a:pt x="10055" y="21513"/>
                  <a:pt x="11458" y="18940"/>
                  <a:pt x="13328" y="16134"/>
                </a:cubicBezTo>
                <a:cubicBezTo>
                  <a:pt x="15082" y="13328"/>
                  <a:pt x="17070" y="10639"/>
                  <a:pt x="19291" y="8184"/>
                </a:cubicBezTo>
                <a:cubicBezTo>
                  <a:pt x="21513" y="5729"/>
                  <a:pt x="23968" y="3741"/>
                  <a:pt x="26540" y="2221"/>
                </a:cubicBezTo>
                <a:cubicBezTo>
                  <a:pt x="29112" y="818"/>
                  <a:pt x="31684" y="0"/>
                  <a:pt x="34373" y="0"/>
                </a:cubicBezTo>
                <a:lnTo>
                  <a:pt x="34490" y="0"/>
                </a:lnTo>
                <a:cubicBezTo>
                  <a:pt x="37296" y="0"/>
                  <a:pt x="39635" y="818"/>
                  <a:pt x="41505" y="2338"/>
                </a:cubicBezTo>
                <a:cubicBezTo>
                  <a:pt x="43376" y="3975"/>
                  <a:pt x="44779" y="5963"/>
                  <a:pt x="45831" y="8301"/>
                </a:cubicBezTo>
                <a:cubicBezTo>
                  <a:pt x="46883" y="10756"/>
                  <a:pt x="47585" y="13328"/>
                  <a:pt x="48053" y="16134"/>
                </a:cubicBezTo>
                <a:cubicBezTo>
                  <a:pt x="48520" y="18940"/>
                  <a:pt x="48754" y="21629"/>
                  <a:pt x="48754" y="24085"/>
                </a:cubicBezTo>
                <a:cubicBezTo>
                  <a:pt x="48754" y="30047"/>
                  <a:pt x="47936" y="36127"/>
                  <a:pt x="46299" y="42207"/>
                </a:cubicBezTo>
                <a:cubicBezTo>
                  <a:pt x="44662" y="48286"/>
                  <a:pt x="42557" y="54249"/>
                  <a:pt x="39752" y="59978"/>
                </a:cubicBezTo>
                <a:cubicBezTo>
                  <a:pt x="38582" y="62199"/>
                  <a:pt x="37179" y="64772"/>
                  <a:pt x="35309" y="67694"/>
                </a:cubicBezTo>
                <a:cubicBezTo>
                  <a:pt x="33438" y="70617"/>
                  <a:pt x="31450" y="73190"/>
                  <a:pt x="29346" y="75528"/>
                </a:cubicBezTo>
                <a:cubicBezTo>
                  <a:pt x="27241" y="77866"/>
                  <a:pt x="24786" y="79854"/>
                  <a:pt x="22214" y="81374"/>
                </a:cubicBezTo>
                <a:cubicBezTo>
                  <a:pt x="19525" y="82777"/>
                  <a:pt x="16836" y="83595"/>
                  <a:pt x="14264" y="83595"/>
                </a:cubicBezTo>
                <a:lnTo>
                  <a:pt x="14147" y="83595"/>
                </a:lnTo>
                <a:close/>
                <a:moveTo>
                  <a:pt x="14381" y="80672"/>
                </a:moveTo>
                <a:cubicBezTo>
                  <a:pt x="16953" y="80672"/>
                  <a:pt x="19408" y="79386"/>
                  <a:pt x="21746" y="76580"/>
                </a:cubicBezTo>
                <a:cubicBezTo>
                  <a:pt x="24085" y="73774"/>
                  <a:pt x="26189" y="70500"/>
                  <a:pt x="28060" y="66525"/>
                </a:cubicBezTo>
                <a:cubicBezTo>
                  <a:pt x="29814" y="62550"/>
                  <a:pt x="31334" y="58575"/>
                  <a:pt x="32737" y="54366"/>
                </a:cubicBezTo>
                <a:cubicBezTo>
                  <a:pt x="34140" y="50274"/>
                  <a:pt x="35075" y="46766"/>
                  <a:pt x="35776" y="43844"/>
                </a:cubicBezTo>
                <a:lnTo>
                  <a:pt x="11925" y="43844"/>
                </a:lnTo>
                <a:cubicBezTo>
                  <a:pt x="10639" y="48754"/>
                  <a:pt x="9704" y="53080"/>
                  <a:pt x="9003" y="56587"/>
                </a:cubicBezTo>
                <a:cubicBezTo>
                  <a:pt x="8301" y="60095"/>
                  <a:pt x="8067" y="63602"/>
                  <a:pt x="8067" y="66993"/>
                </a:cubicBezTo>
                <a:cubicBezTo>
                  <a:pt x="8067" y="76112"/>
                  <a:pt x="10172" y="80672"/>
                  <a:pt x="14381" y="80672"/>
                </a:cubicBezTo>
                <a:close/>
                <a:moveTo>
                  <a:pt x="12861" y="39752"/>
                </a:moveTo>
                <a:lnTo>
                  <a:pt x="36829" y="39752"/>
                </a:lnTo>
                <a:cubicBezTo>
                  <a:pt x="37647" y="36361"/>
                  <a:pt x="38349" y="33555"/>
                  <a:pt x="38816" y="31217"/>
                </a:cubicBezTo>
                <a:cubicBezTo>
                  <a:pt x="39284" y="28878"/>
                  <a:pt x="39635" y="26423"/>
                  <a:pt x="39985" y="23851"/>
                </a:cubicBezTo>
                <a:cubicBezTo>
                  <a:pt x="40336" y="21279"/>
                  <a:pt x="40570" y="18940"/>
                  <a:pt x="40570" y="16719"/>
                </a:cubicBezTo>
                <a:cubicBezTo>
                  <a:pt x="40570" y="7600"/>
                  <a:pt x="38465" y="3040"/>
                  <a:pt x="34373" y="3040"/>
                </a:cubicBezTo>
                <a:cubicBezTo>
                  <a:pt x="29463" y="3040"/>
                  <a:pt x="25137" y="7015"/>
                  <a:pt x="21513" y="14965"/>
                </a:cubicBezTo>
                <a:cubicBezTo>
                  <a:pt x="17888" y="22916"/>
                  <a:pt x="14965" y="31217"/>
                  <a:pt x="12861" y="39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A52B7-A6D4-46AB-8BC1-5D77B85C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757" y="1741194"/>
            <a:ext cx="39250" cy="166856"/>
          </a:xfrm>
          <a:custGeom xmlns:a="http://schemas.openxmlformats.org/drawingml/2006/main">
            <a:pathLst>
              <a:path w="39250" h="166856">
                <a:moveTo>
                  <a:pt x="35576" y="166522"/>
                </a:moveTo>
                <a:cubicBezTo>
                  <a:pt x="29229" y="161511"/>
                  <a:pt x="23884" y="156000"/>
                  <a:pt x="19542" y="149653"/>
                </a:cubicBezTo>
                <a:cubicBezTo>
                  <a:pt x="15032" y="143306"/>
                  <a:pt x="11358" y="136458"/>
                  <a:pt x="8518" y="129443"/>
                </a:cubicBezTo>
                <a:cubicBezTo>
                  <a:pt x="5679" y="122428"/>
                  <a:pt x="3507" y="114912"/>
                  <a:pt x="2171" y="107062"/>
                </a:cubicBezTo>
                <a:cubicBezTo>
                  <a:pt x="668" y="99379"/>
                  <a:pt x="0" y="91529"/>
                  <a:pt x="0" y="83512"/>
                </a:cubicBezTo>
                <a:cubicBezTo>
                  <a:pt x="0" y="75494"/>
                  <a:pt x="668" y="67644"/>
                  <a:pt x="2171" y="59794"/>
                </a:cubicBezTo>
                <a:cubicBezTo>
                  <a:pt x="3507" y="52111"/>
                  <a:pt x="5679" y="44595"/>
                  <a:pt x="8685" y="37246"/>
                </a:cubicBezTo>
                <a:cubicBezTo>
                  <a:pt x="11525" y="30064"/>
                  <a:pt x="15199" y="23216"/>
                  <a:pt x="19709" y="16869"/>
                </a:cubicBezTo>
                <a:cubicBezTo>
                  <a:pt x="24218" y="10522"/>
                  <a:pt x="29563" y="5011"/>
                  <a:pt x="35576" y="334"/>
                </a:cubicBezTo>
                <a:cubicBezTo>
                  <a:pt x="35576" y="167"/>
                  <a:pt x="35743" y="0"/>
                  <a:pt x="36411" y="0"/>
                </a:cubicBezTo>
                <a:lnTo>
                  <a:pt x="37914" y="0"/>
                </a:lnTo>
                <a:cubicBezTo>
                  <a:pt x="38248" y="0"/>
                  <a:pt x="38415" y="167"/>
                  <a:pt x="38749" y="501"/>
                </a:cubicBezTo>
                <a:cubicBezTo>
                  <a:pt x="39083" y="835"/>
                  <a:pt x="39250" y="1169"/>
                  <a:pt x="39250" y="1503"/>
                </a:cubicBezTo>
                <a:cubicBezTo>
                  <a:pt x="39250" y="2004"/>
                  <a:pt x="39083" y="2338"/>
                  <a:pt x="38916" y="2505"/>
                </a:cubicBezTo>
                <a:cubicBezTo>
                  <a:pt x="33405" y="7850"/>
                  <a:pt x="28895" y="13696"/>
                  <a:pt x="25220" y="19709"/>
                </a:cubicBezTo>
                <a:cubicBezTo>
                  <a:pt x="21546" y="25722"/>
                  <a:pt x="18707" y="32235"/>
                  <a:pt x="16535" y="39083"/>
                </a:cubicBezTo>
                <a:cubicBezTo>
                  <a:pt x="14364" y="46098"/>
                  <a:pt x="12861" y="53113"/>
                  <a:pt x="11859" y="60462"/>
                </a:cubicBezTo>
                <a:cubicBezTo>
                  <a:pt x="10857" y="67811"/>
                  <a:pt x="10355" y="75494"/>
                  <a:pt x="10355" y="83512"/>
                </a:cubicBezTo>
                <a:cubicBezTo>
                  <a:pt x="10355" y="118920"/>
                  <a:pt x="19709" y="145644"/>
                  <a:pt x="38749" y="164017"/>
                </a:cubicBezTo>
                <a:cubicBezTo>
                  <a:pt x="39083" y="164351"/>
                  <a:pt x="39250" y="164685"/>
                  <a:pt x="39250" y="165353"/>
                </a:cubicBezTo>
                <a:cubicBezTo>
                  <a:pt x="39250" y="165687"/>
                  <a:pt x="39083" y="166021"/>
                  <a:pt x="38749" y="166355"/>
                </a:cubicBezTo>
                <a:cubicBezTo>
                  <a:pt x="38415" y="166689"/>
                  <a:pt x="38248" y="166856"/>
                  <a:pt x="37914" y="166856"/>
                </a:cubicBezTo>
                <a:lnTo>
                  <a:pt x="36411" y="166856"/>
                </a:lnTo>
                <a:cubicBezTo>
                  <a:pt x="35743" y="166856"/>
                  <a:pt x="35576" y="166689"/>
                  <a:pt x="35576" y="1665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5B3E3-A7CE-4A18-85CA-2F8B6CB1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569" y="1792637"/>
            <a:ext cx="82676" cy="75494"/>
          </a:xfrm>
          <a:custGeom xmlns:a="http://schemas.openxmlformats.org/drawingml/2006/main">
            <a:pathLst>
              <a:path w="82676" h="75494">
                <a:moveTo>
                  <a:pt x="7850" y="68981"/>
                </a:moveTo>
                <a:cubicBezTo>
                  <a:pt x="9854" y="70651"/>
                  <a:pt x="12527" y="71319"/>
                  <a:pt x="16201" y="71319"/>
                </a:cubicBezTo>
                <a:cubicBezTo>
                  <a:pt x="19542" y="71319"/>
                  <a:pt x="22715" y="69649"/>
                  <a:pt x="25388" y="66308"/>
                </a:cubicBezTo>
                <a:cubicBezTo>
                  <a:pt x="28060" y="62968"/>
                  <a:pt x="29897" y="59293"/>
                  <a:pt x="30899" y="55285"/>
                </a:cubicBezTo>
                <a:lnTo>
                  <a:pt x="38415" y="25722"/>
                </a:lnTo>
                <a:cubicBezTo>
                  <a:pt x="39584" y="20377"/>
                  <a:pt x="40253" y="16702"/>
                  <a:pt x="40253" y="14698"/>
                </a:cubicBezTo>
                <a:cubicBezTo>
                  <a:pt x="40253" y="12026"/>
                  <a:pt x="39417" y="9520"/>
                  <a:pt x="37914" y="7516"/>
                </a:cubicBezTo>
                <a:cubicBezTo>
                  <a:pt x="36244" y="5512"/>
                  <a:pt x="34073" y="4343"/>
                  <a:pt x="31400" y="4343"/>
                </a:cubicBezTo>
                <a:cubicBezTo>
                  <a:pt x="27893" y="4343"/>
                  <a:pt x="24552" y="5512"/>
                  <a:pt x="21546" y="7683"/>
                </a:cubicBezTo>
                <a:cubicBezTo>
                  <a:pt x="18373" y="10021"/>
                  <a:pt x="15700" y="12861"/>
                  <a:pt x="13696" y="16201"/>
                </a:cubicBezTo>
                <a:cubicBezTo>
                  <a:pt x="11525" y="19542"/>
                  <a:pt x="10021" y="23049"/>
                  <a:pt x="9186" y="26390"/>
                </a:cubicBezTo>
                <a:cubicBezTo>
                  <a:pt x="8852" y="27058"/>
                  <a:pt x="8518" y="27392"/>
                  <a:pt x="7850" y="27392"/>
                </a:cubicBezTo>
                <a:lnTo>
                  <a:pt x="5846" y="27392"/>
                </a:lnTo>
                <a:cubicBezTo>
                  <a:pt x="4844" y="27392"/>
                  <a:pt x="4510" y="26891"/>
                  <a:pt x="4510" y="25889"/>
                </a:cubicBezTo>
                <a:lnTo>
                  <a:pt x="4510" y="25388"/>
                </a:lnTo>
                <a:cubicBezTo>
                  <a:pt x="5512" y="21379"/>
                  <a:pt x="7349" y="17370"/>
                  <a:pt x="10021" y="13362"/>
                </a:cubicBezTo>
                <a:cubicBezTo>
                  <a:pt x="12694" y="9353"/>
                  <a:pt x="15867" y="6180"/>
                  <a:pt x="19709" y="3675"/>
                </a:cubicBezTo>
                <a:cubicBezTo>
                  <a:pt x="23383" y="1336"/>
                  <a:pt x="27392" y="0"/>
                  <a:pt x="31734" y="0"/>
                </a:cubicBezTo>
                <a:cubicBezTo>
                  <a:pt x="35743" y="0"/>
                  <a:pt x="39417" y="1169"/>
                  <a:pt x="42758" y="3340"/>
                </a:cubicBezTo>
                <a:cubicBezTo>
                  <a:pt x="46098" y="5512"/>
                  <a:pt x="48437" y="8518"/>
                  <a:pt x="49773" y="12193"/>
                </a:cubicBezTo>
                <a:cubicBezTo>
                  <a:pt x="51610" y="8852"/>
                  <a:pt x="53948" y="5846"/>
                  <a:pt x="56955" y="3507"/>
                </a:cubicBezTo>
                <a:cubicBezTo>
                  <a:pt x="59961" y="1169"/>
                  <a:pt x="63135" y="0"/>
                  <a:pt x="66809" y="0"/>
                </a:cubicBezTo>
                <a:cubicBezTo>
                  <a:pt x="69148" y="0"/>
                  <a:pt x="71653" y="501"/>
                  <a:pt x="74158" y="1336"/>
                </a:cubicBezTo>
                <a:cubicBezTo>
                  <a:pt x="76664" y="2171"/>
                  <a:pt x="78668" y="3507"/>
                  <a:pt x="80338" y="5178"/>
                </a:cubicBezTo>
                <a:cubicBezTo>
                  <a:pt x="81841" y="6848"/>
                  <a:pt x="82676" y="9019"/>
                  <a:pt x="82676" y="11692"/>
                </a:cubicBezTo>
                <a:cubicBezTo>
                  <a:pt x="82676" y="14531"/>
                  <a:pt x="81674" y="17036"/>
                  <a:pt x="79837" y="19041"/>
                </a:cubicBezTo>
                <a:cubicBezTo>
                  <a:pt x="78000" y="21045"/>
                  <a:pt x="75661" y="22047"/>
                  <a:pt x="72989" y="22047"/>
                </a:cubicBezTo>
                <a:cubicBezTo>
                  <a:pt x="71152" y="22047"/>
                  <a:pt x="69649" y="21546"/>
                  <a:pt x="68479" y="20377"/>
                </a:cubicBezTo>
                <a:cubicBezTo>
                  <a:pt x="67143" y="19208"/>
                  <a:pt x="66642" y="17704"/>
                  <a:pt x="66642" y="16034"/>
                </a:cubicBezTo>
                <a:cubicBezTo>
                  <a:pt x="66642" y="13696"/>
                  <a:pt x="67310" y="11692"/>
                  <a:pt x="68981" y="9854"/>
                </a:cubicBezTo>
                <a:cubicBezTo>
                  <a:pt x="70651" y="8184"/>
                  <a:pt x="72488" y="7015"/>
                  <a:pt x="74826" y="6681"/>
                </a:cubicBezTo>
                <a:cubicBezTo>
                  <a:pt x="72822" y="5178"/>
                  <a:pt x="69983" y="4343"/>
                  <a:pt x="66475" y="4343"/>
                </a:cubicBezTo>
                <a:cubicBezTo>
                  <a:pt x="62801" y="4343"/>
                  <a:pt x="59794" y="6013"/>
                  <a:pt x="57122" y="9353"/>
                </a:cubicBezTo>
                <a:cubicBezTo>
                  <a:pt x="54450" y="12694"/>
                  <a:pt x="52612" y="16368"/>
                  <a:pt x="51610" y="20377"/>
                </a:cubicBezTo>
                <a:lnTo>
                  <a:pt x="44261" y="49940"/>
                </a:lnTo>
                <a:cubicBezTo>
                  <a:pt x="42925" y="54450"/>
                  <a:pt x="42424" y="58124"/>
                  <a:pt x="42424" y="60963"/>
                </a:cubicBezTo>
                <a:cubicBezTo>
                  <a:pt x="42424" y="63803"/>
                  <a:pt x="43092" y="66308"/>
                  <a:pt x="44762" y="68312"/>
                </a:cubicBezTo>
                <a:cubicBezTo>
                  <a:pt x="46432" y="70317"/>
                  <a:pt x="48604" y="71319"/>
                  <a:pt x="51276" y="71319"/>
                </a:cubicBezTo>
                <a:cubicBezTo>
                  <a:pt x="56454" y="71319"/>
                  <a:pt x="61130" y="69148"/>
                  <a:pt x="65139" y="64471"/>
                </a:cubicBezTo>
                <a:cubicBezTo>
                  <a:pt x="69148" y="59794"/>
                  <a:pt x="71987" y="54784"/>
                  <a:pt x="73323" y="49272"/>
                </a:cubicBezTo>
                <a:cubicBezTo>
                  <a:pt x="73490" y="48604"/>
                  <a:pt x="73991" y="48270"/>
                  <a:pt x="74659" y="48270"/>
                </a:cubicBezTo>
                <a:lnTo>
                  <a:pt x="76664" y="48270"/>
                </a:lnTo>
                <a:cubicBezTo>
                  <a:pt x="76998" y="48270"/>
                  <a:pt x="77332" y="48437"/>
                  <a:pt x="77666" y="48771"/>
                </a:cubicBezTo>
                <a:cubicBezTo>
                  <a:pt x="78000" y="49105"/>
                  <a:pt x="78167" y="49439"/>
                  <a:pt x="78167" y="49773"/>
                </a:cubicBezTo>
                <a:cubicBezTo>
                  <a:pt x="78167" y="49940"/>
                  <a:pt x="78000" y="50107"/>
                  <a:pt x="78000" y="50274"/>
                </a:cubicBezTo>
                <a:cubicBezTo>
                  <a:pt x="76330" y="56955"/>
                  <a:pt x="72989" y="62801"/>
                  <a:pt x="67978" y="67811"/>
                </a:cubicBezTo>
                <a:cubicBezTo>
                  <a:pt x="62968" y="72989"/>
                  <a:pt x="57289" y="75494"/>
                  <a:pt x="50942" y="75494"/>
                </a:cubicBezTo>
                <a:cubicBezTo>
                  <a:pt x="46766" y="75494"/>
                  <a:pt x="43092" y="74325"/>
                  <a:pt x="39752" y="72321"/>
                </a:cubicBezTo>
                <a:cubicBezTo>
                  <a:pt x="36411" y="70317"/>
                  <a:pt x="34240" y="67310"/>
                  <a:pt x="32904" y="63469"/>
                </a:cubicBezTo>
                <a:cubicBezTo>
                  <a:pt x="31066" y="66809"/>
                  <a:pt x="28561" y="69649"/>
                  <a:pt x="25555" y="71987"/>
                </a:cubicBezTo>
                <a:cubicBezTo>
                  <a:pt x="22548" y="74325"/>
                  <a:pt x="19208" y="75494"/>
                  <a:pt x="15867" y="75494"/>
                </a:cubicBezTo>
                <a:cubicBezTo>
                  <a:pt x="13362" y="75494"/>
                  <a:pt x="10857" y="74993"/>
                  <a:pt x="8351" y="74325"/>
                </a:cubicBezTo>
                <a:cubicBezTo>
                  <a:pt x="5846" y="73657"/>
                  <a:pt x="3842" y="72321"/>
                  <a:pt x="2338" y="70651"/>
                </a:cubicBezTo>
                <a:cubicBezTo>
                  <a:pt x="668" y="68981"/>
                  <a:pt x="0" y="66642"/>
                  <a:pt x="0" y="63970"/>
                </a:cubicBezTo>
                <a:cubicBezTo>
                  <a:pt x="0" y="61298"/>
                  <a:pt x="835" y="58959"/>
                  <a:pt x="2672" y="56788"/>
                </a:cubicBezTo>
                <a:cubicBezTo>
                  <a:pt x="4343" y="54784"/>
                  <a:pt x="6681" y="53614"/>
                  <a:pt x="9520" y="53614"/>
                </a:cubicBezTo>
                <a:cubicBezTo>
                  <a:pt x="11191" y="53614"/>
                  <a:pt x="12694" y="54283"/>
                  <a:pt x="14030" y="55285"/>
                </a:cubicBezTo>
                <a:cubicBezTo>
                  <a:pt x="15366" y="56454"/>
                  <a:pt x="16034" y="57957"/>
                  <a:pt x="16034" y="59627"/>
                </a:cubicBezTo>
                <a:cubicBezTo>
                  <a:pt x="16034" y="61966"/>
                  <a:pt x="15199" y="64137"/>
                  <a:pt x="13696" y="65807"/>
                </a:cubicBezTo>
                <a:cubicBezTo>
                  <a:pt x="12026" y="67477"/>
                  <a:pt x="10188" y="68647"/>
                  <a:pt x="7850" y="689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57CE5-DF36-40E9-82F6-52DBA458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82" y="1741194"/>
            <a:ext cx="39250" cy="166856"/>
          </a:xfrm>
          <a:custGeom xmlns:a="http://schemas.openxmlformats.org/drawingml/2006/main">
            <a:pathLst>
              <a:path w="39250" h="166856">
                <a:moveTo>
                  <a:pt x="1503" y="166856"/>
                </a:moveTo>
                <a:cubicBezTo>
                  <a:pt x="501" y="166856"/>
                  <a:pt x="0" y="166355"/>
                  <a:pt x="0" y="165353"/>
                </a:cubicBezTo>
                <a:cubicBezTo>
                  <a:pt x="0" y="164852"/>
                  <a:pt x="0" y="164518"/>
                  <a:pt x="334" y="164351"/>
                </a:cubicBezTo>
                <a:cubicBezTo>
                  <a:pt x="19375" y="145644"/>
                  <a:pt x="28895" y="118920"/>
                  <a:pt x="28895" y="83512"/>
                </a:cubicBezTo>
                <a:cubicBezTo>
                  <a:pt x="28895" y="48103"/>
                  <a:pt x="19375" y="21212"/>
                  <a:pt x="668" y="2839"/>
                </a:cubicBezTo>
                <a:cubicBezTo>
                  <a:pt x="167" y="2672"/>
                  <a:pt x="0" y="2171"/>
                  <a:pt x="0" y="1503"/>
                </a:cubicBezTo>
                <a:cubicBezTo>
                  <a:pt x="0" y="1169"/>
                  <a:pt x="167" y="835"/>
                  <a:pt x="501" y="501"/>
                </a:cubicBezTo>
                <a:cubicBezTo>
                  <a:pt x="835" y="167"/>
                  <a:pt x="1169" y="0"/>
                  <a:pt x="1503" y="0"/>
                </a:cubicBezTo>
                <a:lnTo>
                  <a:pt x="3006" y="0"/>
                </a:lnTo>
                <a:cubicBezTo>
                  <a:pt x="3340" y="0"/>
                  <a:pt x="3507" y="167"/>
                  <a:pt x="3842" y="334"/>
                </a:cubicBezTo>
                <a:cubicBezTo>
                  <a:pt x="11859" y="6681"/>
                  <a:pt x="18540" y="14364"/>
                  <a:pt x="23884" y="23383"/>
                </a:cubicBezTo>
                <a:cubicBezTo>
                  <a:pt x="29229" y="32402"/>
                  <a:pt x="33071" y="42090"/>
                  <a:pt x="35576" y="52278"/>
                </a:cubicBezTo>
                <a:cubicBezTo>
                  <a:pt x="37914" y="62467"/>
                  <a:pt x="39250" y="72822"/>
                  <a:pt x="39250" y="83512"/>
                </a:cubicBezTo>
                <a:cubicBezTo>
                  <a:pt x="39250" y="91529"/>
                  <a:pt x="38582" y="99212"/>
                  <a:pt x="37246" y="106895"/>
                </a:cubicBezTo>
                <a:cubicBezTo>
                  <a:pt x="35910" y="114578"/>
                  <a:pt x="33739" y="121927"/>
                  <a:pt x="30899" y="129276"/>
                </a:cubicBezTo>
                <a:cubicBezTo>
                  <a:pt x="27893" y="136625"/>
                  <a:pt x="24218" y="143306"/>
                  <a:pt x="19876" y="149653"/>
                </a:cubicBezTo>
                <a:cubicBezTo>
                  <a:pt x="15366" y="156000"/>
                  <a:pt x="10021" y="161511"/>
                  <a:pt x="3842" y="166522"/>
                </a:cubicBezTo>
                <a:cubicBezTo>
                  <a:pt x="3507" y="166689"/>
                  <a:pt x="3340" y="166856"/>
                  <a:pt x="3006" y="166856"/>
                </a:cubicBezTo>
                <a:lnTo>
                  <a:pt x="1503" y="166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FE61B-A6A0-4978-8178-10F38076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70" y="176642"/>
            <a:ext cx="1250126" cy="1551974"/>
          </a:xfrm>
          <a:custGeom xmlns:a="http://schemas.openxmlformats.org/drawingml/2006/main">
            <a:pathLst>
              <a:path w="1250126" h="1551974" fill="none">
                <a:moveTo>
                  <a:pt x="0" y="823109"/>
                </a:moveTo>
                <a:lnTo>
                  <a:pt x="7516" y="839342"/>
                </a:lnTo>
                <a:lnTo>
                  <a:pt x="10021" y="836199"/>
                </a:lnTo>
                <a:lnTo>
                  <a:pt x="12526" y="824078"/>
                </a:lnTo>
                <a:lnTo>
                  <a:pt x="17537" y="768841"/>
                </a:lnTo>
                <a:lnTo>
                  <a:pt x="27558" y="621167"/>
                </a:lnTo>
                <a:lnTo>
                  <a:pt x="32568" y="596578"/>
                </a:lnTo>
                <a:lnTo>
                  <a:pt x="35074" y="598682"/>
                </a:lnTo>
                <a:lnTo>
                  <a:pt x="40084" y="620654"/>
                </a:lnTo>
                <a:lnTo>
                  <a:pt x="55116" y="705835"/>
                </a:lnTo>
                <a:lnTo>
                  <a:pt x="60126" y="713821"/>
                </a:lnTo>
                <a:lnTo>
                  <a:pt x="62632" y="712114"/>
                </a:lnTo>
                <a:lnTo>
                  <a:pt x="67642" y="699738"/>
                </a:lnTo>
                <a:lnTo>
                  <a:pt x="75158" y="675863"/>
                </a:lnTo>
                <a:lnTo>
                  <a:pt x="80168" y="669353"/>
                </a:lnTo>
                <a:lnTo>
                  <a:pt x="82674" y="670410"/>
                </a:lnTo>
                <a:lnTo>
                  <a:pt x="87684" y="680162"/>
                </a:lnTo>
                <a:lnTo>
                  <a:pt x="95200" y="706692"/>
                </a:lnTo>
                <a:lnTo>
                  <a:pt x="110231" y="763001"/>
                </a:lnTo>
                <a:lnTo>
                  <a:pt x="117747" y="779415"/>
                </a:lnTo>
                <a:lnTo>
                  <a:pt x="120253" y="781508"/>
                </a:lnTo>
                <a:lnTo>
                  <a:pt x="122758" y="781432"/>
                </a:lnTo>
                <a:lnTo>
                  <a:pt x="125263" y="778976"/>
                </a:lnTo>
                <a:lnTo>
                  <a:pt x="130274" y="766840"/>
                </a:lnTo>
                <a:lnTo>
                  <a:pt x="147810" y="703670"/>
                </a:lnTo>
                <a:lnTo>
                  <a:pt x="150316" y="700898"/>
                </a:lnTo>
                <a:lnTo>
                  <a:pt x="152821" y="700483"/>
                </a:lnTo>
                <a:lnTo>
                  <a:pt x="157832" y="705652"/>
                </a:lnTo>
                <a:lnTo>
                  <a:pt x="165347" y="722427"/>
                </a:lnTo>
                <a:lnTo>
                  <a:pt x="175368" y="743899"/>
                </a:lnTo>
                <a:lnTo>
                  <a:pt x="180379" y="748402"/>
                </a:lnTo>
                <a:lnTo>
                  <a:pt x="185389" y="748029"/>
                </a:lnTo>
                <a:lnTo>
                  <a:pt x="195410" y="742856"/>
                </a:lnTo>
                <a:lnTo>
                  <a:pt x="200421" y="744832"/>
                </a:lnTo>
                <a:lnTo>
                  <a:pt x="205431" y="752232"/>
                </a:lnTo>
                <a:lnTo>
                  <a:pt x="212947" y="771623"/>
                </a:lnTo>
                <a:lnTo>
                  <a:pt x="225474" y="806090"/>
                </a:lnTo>
                <a:lnTo>
                  <a:pt x="230484" y="811734"/>
                </a:lnTo>
                <a:lnTo>
                  <a:pt x="232989" y="811290"/>
                </a:lnTo>
                <a:lnTo>
                  <a:pt x="235495" y="808377"/>
                </a:lnTo>
                <a:lnTo>
                  <a:pt x="240505" y="795440"/>
                </a:lnTo>
                <a:lnTo>
                  <a:pt x="255537" y="741761"/>
                </a:lnTo>
                <a:lnTo>
                  <a:pt x="260547" y="734790"/>
                </a:lnTo>
                <a:lnTo>
                  <a:pt x="265558" y="734149"/>
                </a:lnTo>
                <a:lnTo>
                  <a:pt x="270568" y="737408"/>
                </a:lnTo>
                <a:lnTo>
                  <a:pt x="278084" y="746210"/>
                </a:lnTo>
                <a:lnTo>
                  <a:pt x="285600" y="759371"/>
                </a:lnTo>
                <a:lnTo>
                  <a:pt x="295621" y="784125"/>
                </a:lnTo>
                <a:lnTo>
                  <a:pt x="305642" y="808771"/>
                </a:lnTo>
                <a:lnTo>
                  <a:pt x="313158" y="819135"/>
                </a:lnTo>
                <a:lnTo>
                  <a:pt x="318168" y="820647"/>
                </a:lnTo>
                <a:lnTo>
                  <a:pt x="323179" y="818264"/>
                </a:lnTo>
                <a:lnTo>
                  <a:pt x="328189" y="812715"/>
                </a:lnTo>
                <a:lnTo>
                  <a:pt x="335705" y="798619"/>
                </a:lnTo>
                <a:lnTo>
                  <a:pt x="343221" y="775265"/>
                </a:lnTo>
                <a:lnTo>
                  <a:pt x="358252" y="721543"/>
                </a:lnTo>
                <a:lnTo>
                  <a:pt x="360758" y="718462"/>
                </a:lnTo>
                <a:lnTo>
                  <a:pt x="363263" y="718150"/>
                </a:lnTo>
                <a:lnTo>
                  <a:pt x="365768" y="720499"/>
                </a:lnTo>
                <a:lnTo>
                  <a:pt x="370779" y="731755"/>
                </a:lnTo>
                <a:lnTo>
                  <a:pt x="390821" y="790881"/>
                </a:lnTo>
                <a:lnTo>
                  <a:pt x="395831" y="796012"/>
                </a:lnTo>
                <a:lnTo>
                  <a:pt x="403347" y="798205"/>
                </a:lnTo>
                <a:lnTo>
                  <a:pt x="410863" y="801531"/>
                </a:lnTo>
                <a:lnTo>
                  <a:pt x="415873" y="807221"/>
                </a:lnTo>
                <a:lnTo>
                  <a:pt x="423389" y="820855"/>
                </a:lnTo>
                <a:lnTo>
                  <a:pt x="443431" y="861272"/>
                </a:lnTo>
                <a:lnTo>
                  <a:pt x="450947" y="871210"/>
                </a:lnTo>
                <a:lnTo>
                  <a:pt x="455958" y="874573"/>
                </a:lnTo>
                <a:lnTo>
                  <a:pt x="460968" y="874062"/>
                </a:lnTo>
                <a:lnTo>
                  <a:pt x="473494" y="865142"/>
                </a:lnTo>
                <a:lnTo>
                  <a:pt x="476000" y="866817"/>
                </a:lnTo>
                <a:lnTo>
                  <a:pt x="478505" y="871297"/>
                </a:lnTo>
                <a:lnTo>
                  <a:pt x="483516" y="890139"/>
                </a:lnTo>
                <a:lnTo>
                  <a:pt x="488526" y="922342"/>
                </a:lnTo>
                <a:lnTo>
                  <a:pt x="496042" y="991167"/>
                </a:lnTo>
                <a:lnTo>
                  <a:pt x="508568" y="1138383"/>
                </a:lnTo>
                <a:lnTo>
                  <a:pt x="541136" y="1551974"/>
                </a:lnTo>
                <a:lnTo>
                  <a:pt x="543642" y="1524538"/>
                </a:lnTo>
                <a:lnTo>
                  <a:pt x="546147" y="1378119"/>
                </a:lnTo>
                <a:lnTo>
                  <a:pt x="556168" y="31739"/>
                </a:lnTo>
                <a:lnTo>
                  <a:pt x="558673" y="0"/>
                </a:lnTo>
                <a:lnTo>
                  <a:pt x="561179" y="15414"/>
                </a:lnTo>
                <a:lnTo>
                  <a:pt x="571200" y="150093"/>
                </a:lnTo>
                <a:lnTo>
                  <a:pt x="626315" y="919331"/>
                </a:lnTo>
                <a:lnTo>
                  <a:pt x="631326" y="958346"/>
                </a:lnTo>
                <a:lnTo>
                  <a:pt x="633831" y="959874"/>
                </a:lnTo>
                <a:lnTo>
                  <a:pt x="636336" y="941316"/>
                </a:lnTo>
                <a:lnTo>
                  <a:pt x="641347" y="827507"/>
                </a:lnTo>
                <a:lnTo>
                  <a:pt x="648863" y="588880"/>
                </a:lnTo>
                <a:lnTo>
                  <a:pt x="653873" y="527929"/>
                </a:lnTo>
                <a:lnTo>
                  <a:pt x="656379" y="527613"/>
                </a:lnTo>
                <a:lnTo>
                  <a:pt x="661389" y="557560"/>
                </a:lnTo>
                <a:lnTo>
                  <a:pt x="686442" y="771739"/>
                </a:lnTo>
                <a:lnTo>
                  <a:pt x="693957" y="806191"/>
                </a:lnTo>
                <a:lnTo>
                  <a:pt x="696463" y="810377"/>
                </a:lnTo>
                <a:lnTo>
                  <a:pt x="698968" y="809775"/>
                </a:lnTo>
                <a:lnTo>
                  <a:pt x="701473" y="804060"/>
                </a:lnTo>
                <a:lnTo>
                  <a:pt x="706484" y="779041"/>
                </a:lnTo>
                <a:lnTo>
                  <a:pt x="716505" y="721159"/>
                </a:lnTo>
                <a:lnTo>
                  <a:pt x="719010" y="715424"/>
                </a:lnTo>
                <a:lnTo>
                  <a:pt x="721515" y="714576"/>
                </a:lnTo>
                <a:lnTo>
                  <a:pt x="724021" y="718199"/>
                </a:lnTo>
                <a:lnTo>
                  <a:pt x="729031" y="735817"/>
                </a:lnTo>
                <a:lnTo>
                  <a:pt x="749073" y="832610"/>
                </a:lnTo>
                <a:lnTo>
                  <a:pt x="751578" y="833543"/>
                </a:lnTo>
                <a:lnTo>
                  <a:pt x="754084" y="828222"/>
                </a:lnTo>
                <a:lnTo>
                  <a:pt x="759094" y="796879"/>
                </a:lnTo>
                <a:lnTo>
                  <a:pt x="774126" y="655231"/>
                </a:lnTo>
                <a:lnTo>
                  <a:pt x="779136" y="634192"/>
                </a:lnTo>
                <a:lnTo>
                  <a:pt x="786652" y="617554"/>
                </a:lnTo>
                <a:lnTo>
                  <a:pt x="791663" y="611546"/>
                </a:lnTo>
                <a:lnTo>
                  <a:pt x="796673" y="610649"/>
                </a:lnTo>
                <a:lnTo>
                  <a:pt x="801684" y="615806"/>
                </a:lnTo>
                <a:lnTo>
                  <a:pt x="809200" y="632527"/>
                </a:lnTo>
                <a:lnTo>
                  <a:pt x="839263" y="712950"/>
                </a:lnTo>
                <a:lnTo>
                  <a:pt x="846778" y="723112"/>
                </a:lnTo>
                <a:lnTo>
                  <a:pt x="851789" y="724002"/>
                </a:lnTo>
                <a:lnTo>
                  <a:pt x="856799" y="720238"/>
                </a:lnTo>
                <a:lnTo>
                  <a:pt x="869326" y="706158"/>
                </a:lnTo>
                <a:lnTo>
                  <a:pt x="874336" y="705925"/>
                </a:lnTo>
                <a:lnTo>
                  <a:pt x="879347" y="710569"/>
                </a:lnTo>
                <a:lnTo>
                  <a:pt x="886863" y="725333"/>
                </a:lnTo>
                <a:lnTo>
                  <a:pt x="911915" y="787847"/>
                </a:lnTo>
                <a:lnTo>
                  <a:pt x="914421" y="789703"/>
                </a:lnTo>
                <a:lnTo>
                  <a:pt x="916926" y="789622"/>
                </a:lnTo>
                <a:lnTo>
                  <a:pt x="919431" y="787270"/>
                </a:lnTo>
                <a:lnTo>
                  <a:pt x="924442" y="774780"/>
                </a:lnTo>
                <a:lnTo>
                  <a:pt x="931957" y="738476"/>
                </a:lnTo>
                <a:lnTo>
                  <a:pt x="939473" y="699452"/>
                </a:lnTo>
                <a:lnTo>
                  <a:pt x="944484" y="685201"/>
                </a:lnTo>
                <a:lnTo>
                  <a:pt x="946989" y="683027"/>
                </a:lnTo>
                <a:lnTo>
                  <a:pt x="949494" y="683955"/>
                </a:lnTo>
                <a:lnTo>
                  <a:pt x="954505" y="693126"/>
                </a:lnTo>
                <a:lnTo>
                  <a:pt x="974547" y="745153"/>
                </a:lnTo>
                <a:lnTo>
                  <a:pt x="979557" y="749032"/>
                </a:lnTo>
                <a:lnTo>
                  <a:pt x="987073" y="749735"/>
                </a:lnTo>
                <a:lnTo>
                  <a:pt x="994589" y="751359"/>
                </a:lnTo>
                <a:lnTo>
                  <a:pt x="1002105" y="757772"/>
                </a:lnTo>
                <a:lnTo>
                  <a:pt x="1009620" y="764613"/>
                </a:lnTo>
                <a:lnTo>
                  <a:pt x="1014631" y="765233"/>
                </a:lnTo>
                <a:lnTo>
                  <a:pt x="1019641" y="761042"/>
                </a:lnTo>
                <a:lnTo>
                  <a:pt x="1034673" y="740105"/>
                </a:lnTo>
                <a:lnTo>
                  <a:pt x="1039684" y="740789"/>
                </a:lnTo>
                <a:lnTo>
                  <a:pt x="1044694" y="747369"/>
                </a:lnTo>
                <a:lnTo>
                  <a:pt x="1052210" y="765138"/>
                </a:lnTo>
                <a:lnTo>
                  <a:pt x="1062231" y="790287"/>
                </a:lnTo>
                <a:lnTo>
                  <a:pt x="1067242" y="797512"/>
                </a:lnTo>
                <a:lnTo>
                  <a:pt x="1072252" y="799148"/>
                </a:lnTo>
                <a:lnTo>
                  <a:pt x="1077263" y="795752"/>
                </a:lnTo>
                <a:lnTo>
                  <a:pt x="1102315" y="767982"/>
                </a:lnTo>
                <a:lnTo>
                  <a:pt x="1107326" y="768051"/>
                </a:lnTo>
                <a:lnTo>
                  <a:pt x="1112336" y="771518"/>
                </a:lnTo>
                <a:lnTo>
                  <a:pt x="1119852" y="783083"/>
                </a:lnTo>
                <a:lnTo>
                  <a:pt x="1129873" y="806959"/>
                </a:lnTo>
                <a:lnTo>
                  <a:pt x="1149915" y="856904"/>
                </a:lnTo>
                <a:lnTo>
                  <a:pt x="1154926" y="861138"/>
                </a:lnTo>
                <a:lnTo>
                  <a:pt x="1157431" y="860326"/>
                </a:lnTo>
                <a:lnTo>
                  <a:pt x="1162442" y="851849"/>
                </a:lnTo>
                <a:lnTo>
                  <a:pt x="1169957" y="825348"/>
                </a:lnTo>
                <a:lnTo>
                  <a:pt x="1177473" y="799632"/>
                </a:lnTo>
                <a:lnTo>
                  <a:pt x="1182483" y="793285"/>
                </a:lnTo>
                <a:lnTo>
                  <a:pt x="1184989" y="794207"/>
                </a:lnTo>
                <a:lnTo>
                  <a:pt x="1189999" y="802761"/>
                </a:lnTo>
                <a:lnTo>
                  <a:pt x="1200020" y="826158"/>
                </a:lnTo>
                <a:lnTo>
                  <a:pt x="1202526" y="828039"/>
                </a:lnTo>
                <a:lnTo>
                  <a:pt x="1205031" y="826769"/>
                </a:lnTo>
                <a:lnTo>
                  <a:pt x="1210041" y="814383"/>
                </a:lnTo>
                <a:lnTo>
                  <a:pt x="1220062" y="778665"/>
                </a:lnTo>
                <a:lnTo>
                  <a:pt x="1222568" y="776494"/>
                </a:lnTo>
                <a:lnTo>
                  <a:pt x="1225073" y="779095"/>
                </a:lnTo>
                <a:lnTo>
                  <a:pt x="1230084" y="798225"/>
                </a:lnTo>
                <a:lnTo>
                  <a:pt x="1237599" y="850289"/>
                </a:lnTo>
                <a:lnTo>
                  <a:pt x="1245115" y="900774"/>
                </a:lnTo>
                <a:lnTo>
                  <a:pt x="1247620" y="909286"/>
                </a:lnTo>
                <a:lnTo>
                  <a:pt x="1250126" y="911889"/>
                </a:lnTo>
              </a:path>
            </a:pathLst>
          </a:custGeom>
          <a:noFill xmlns:a="http://schemas.openxmlformats.org/drawingml/2006/main"/>
          <a:ln xmlns:a="http://schemas.openxmlformats.org/drawingml/2006/main" w="27837" cap="sq">
            <a:solidFill>
              <a:srgbClr val="808080">
                <a:alpha val="60000"/>
              </a:srgbClr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F0BCF-748C-4795-B37B-BAA20ADF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70" y="849618"/>
            <a:ext cx="1250126" cy="176930"/>
          </a:xfrm>
          <a:custGeom xmlns:a="http://schemas.openxmlformats.org/drawingml/2006/main">
            <a:pathLst>
              <a:path w="1250126" h="176930" fill="none">
                <a:moveTo>
                  <a:pt x="0" y="23131"/>
                </a:moveTo>
                <a:lnTo>
                  <a:pt x="543642" y="174871"/>
                </a:lnTo>
                <a:lnTo>
                  <a:pt x="561179" y="176930"/>
                </a:lnTo>
                <a:lnTo>
                  <a:pt x="573705" y="175601"/>
                </a:lnTo>
                <a:lnTo>
                  <a:pt x="583726" y="171186"/>
                </a:lnTo>
                <a:lnTo>
                  <a:pt x="591242" y="164781"/>
                </a:lnTo>
                <a:lnTo>
                  <a:pt x="598758" y="154774"/>
                </a:lnTo>
                <a:lnTo>
                  <a:pt x="608779" y="134747"/>
                </a:lnTo>
                <a:lnTo>
                  <a:pt x="621305" y="99940"/>
                </a:lnTo>
                <a:lnTo>
                  <a:pt x="641347" y="41918"/>
                </a:lnTo>
                <a:lnTo>
                  <a:pt x="651368" y="21891"/>
                </a:lnTo>
                <a:lnTo>
                  <a:pt x="661389" y="9391"/>
                </a:lnTo>
                <a:lnTo>
                  <a:pt x="671410" y="2784"/>
                </a:lnTo>
                <a:lnTo>
                  <a:pt x="681431" y="108"/>
                </a:lnTo>
                <a:lnTo>
                  <a:pt x="693957" y="0"/>
                </a:lnTo>
                <a:lnTo>
                  <a:pt x="714000" y="3349"/>
                </a:lnTo>
                <a:lnTo>
                  <a:pt x="759094" y="15151"/>
                </a:lnTo>
                <a:lnTo>
                  <a:pt x="1227578" y="147177"/>
                </a:lnTo>
                <a:lnTo>
                  <a:pt x="1250126" y="153534"/>
                </a:lnTo>
              </a:path>
            </a:pathLst>
          </a:custGeom>
          <a:noFill xmlns:a="http://schemas.openxmlformats.org/drawingml/2006/main"/>
          <a:ln xmlns:a="http://schemas.openxmlformats.org/drawingml/2006/main" w="20878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6A42B-3840-441B-9255-9DB6A2BE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70" y="857236"/>
            <a:ext cx="1250126" cy="151818"/>
          </a:xfrm>
          <a:custGeom xmlns:a="http://schemas.openxmlformats.org/drawingml/2006/main">
            <a:pathLst>
              <a:path w="1250126" h="151818" fill="none">
                <a:moveTo>
                  <a:pt x="0" y="0"/>
                </a:moveTo>
                <a:lnTo>
                  <a:pt x="102716" y="24004"/>
                </a:lnTo>
                <a:lnTo>
                  <a:pt x="195410" y="48794"/>
                </a:lnTo>
                <a:lnTo>
                  <a:pt x="273073" y="72650"/>
                </a:lnTo>
                <a:lnTo>
                  <a:pt x="340716" y="96622"/>
                </a:lnTo>
                <a:lnTo>
                  <a:pt x="478505" y="147400"/>
                </a:lnTo>
                <a:lnTo>
                  <a:pt x="503558" y="151504"/>
                </a:lnTo>
                <a:lnTo>
                  <a:pt x="523600" y="151818"/>
                </a:lnTo>
                <a:lnTo>
                  <a:pt x="543642" y="148996"/>
                </a:lnTo>
                <a:lnTo>
                  <a:pt x="563684" y="142841"/>
                </a:lnTo>
                <a:lnTo>
                  <a:pt x="583726" y="133496"/>
                </a:lnTo>
                <a:lnTo>
                  <a:pt x="608779" y="118120"/>
                </a:lnTo>
                <a:lnTo>
                  <a:pt x="648863" y="88989"/>
                </a:lnTo>
                <a:lnTo>
                  <a:pt x="688947" y="61100"/>
                </a:lnTo>
                <a:lnTo>
                  <a:pt x="716505" y="45766"/>
                </a:lnTo>
                <a:lnTo>
                  <a:pt x="741558" y="35464"/>
                </a:lnTo>
                <a:lnTo>
                  <a:pt x="766610" y="28728"/>
                </a:lnTo>
                <a:lnTo>
                  <a:pt x="791663" y="25307"/>
                </a:lnTo>
                <a:lnTo>
                  <a:pt x="819221" y="24858"/>
                </a:lnTo>
                <a:lnTo>
                  <a:pt x="849284" y="27597"/>
                </a:lnTo>
                <a:lnTo>
                  <a:pt x="884357" y="34057"/>
                </a:lnTo>
                <a:lnTo>
                  <a:pt x="926947" y="45281"/>
                </a:lnTo>
                <a:lnTo>
                  <a:pt x="982063" y="63271"/>
                </a:lnTo>
                <a:lnTo>
                  <a:pt x="1159936" y="123854"/>
                </a:lnTo>
                <a:lnTo>
                  <a:pt x="1217557" y="138828"/>
                </a:lnTo>
                <a:lnTo>
                  <a:pt x="1250126" y="145924"/>
                </a:lnTo>
              </a:path>
            </a:pathLst>
          </a:custGeom>
          <a:noFill xmlns:a="http://schemas.openxmlformats.org/drawingml/2006/main"/>
          <a:ln xmlns:a="http://schemas.openxmlformats.org/drawingml/2006/main" w="20878" cap="sq">
            <a:solidFill>
              <a:srgbClr val="FF8C00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98B73-F0A8-456C-A5A3-19CF813A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941" y="176642"/>
            <a:ext cx="1250126" cy="1551974"/>
          </a:xfrm>
          <a:custGeom xmlns:a="http://schemas.openxmlformats.org/drawingml/2006/main">
            <a:pathLst>
              <a:path w="1250126" h="1551974" fill="none">
                <a:moveTo>
                  <a:pt x="0" y="823109"/>
                </a:moveTo>
                <a:lnTo>
                  <a:pt x="7516" y="839342"/>
                </a:lnTo>
                <a:lnTo>
                  <a:pt x="10021" y="836199"/>
                </a:lnTo>
                <a:lnTo>
                  <a:pt x="12526" y="824078"/>
                </a:lnTo>
                <a:lnTo>
                  <a:pt x="17537" y="768841"/>
                </a:lnTo>
                <a:lnTo>
                  <a:pt x="27558" y="621167"/>
                </a:lnTo>
                <a:lnTo>
                  <a:pt x="32568" y="596578"/>
                </a:lnTo>
                <a:lnTo>
                  <a:pt x="35073" y="598682"/>
                </a:lnTo>
                <a:lnTo>
                  <a:pt x="40084" y="620654"/>
                </a:lnTo>
                <a:lnTo>
                  <a:pt x="55116" y="705835"/>
                </a:lnTo>
                <a:lnTo>
                  <a:pt x="60127" y="713821"/>
                </a:lnTo>
                <a:lnTo>
                  <a:pt x="62632" y="712114"/>
                </a:lnTo>
                <a:lnTo>
                  <a:pt x="67642" y="699738"/>
                </a:lnTo>
                <a:lnTo>
                  <a:pt x="75158" y="675863"/>
                </a:lnTo>
                <a:lnTo>
                  <a:pt x="80168" y="669353"/>
                </a:lnTo>
                <a:lnTo>
                  <a:pt x="82674" y="670410"/>
                </a:lnTo>
                <a:lnTo>
                  <a:pt x="87684" y="680162"/>
                </a:lnTo>
                <a:lnTo>
                  <a:pt x="95200" y="706692"/>
                </a:lnTo>
                <a:lnTo>
                  <a:pt x="110231" y="763001"/>
                </a:lnTo>
                <a:lnTo>
                  <a:pt x="117748" y="779415"/>
                </a:lnTo>
                <a:lnTo>
                  <a:pt x="120253" y="781508"/>
                </a:lnTo>
                <a:lnTo>
                  <a:pt x="122758" y="781432"/>
                </a:lnTo>
                <a:lnTo>
                  <a:pt x="125263" y="778976"/>
                </a:lnTo>
                <a:lnTo>
                  <a:pt x="130274" y="766840"/>
                </a:lnTo>
                <a:lnTo>
                  <a:pt x="147810" y="703670"/>
                </a:lnTo>
                <a:lnTo>
                  <a:pt x="150316" y="700898"/>
                </a:lnTo>
                <a:lnTo>
                  <a:pt x="152821" y="700483"/>
                </a:lnTo>
                <a:lnTo>
                  <a:pt x="157831" y="705652"/>
                </a:lnTo>
                <a:lnTo>
                  <a:pt x="165347" y="722427"/>
                </a:lnTo>
                <a:lnTo>
                  <a:pt x="175368" y="743899"/>
                </a:lnTo>
                <a:lnTo>
                  <a:pt x="180379" y="748402"/>
                </a:lnTo>
                <a:lnTo>
                  <a:pt x="185390" y="748029"/>
                </a:lnTo>
                <a:lnTo>
                  <a:pt x="195411" y="742856"/>
                </a:lnTo>
                <a:lnTo>
                  <a:pt x="200421" y="744832"/>
                </a:lnTo>
                <a:lnTo>
                  <a:pt x="205432" y="752232"/>
                </a:lnTo>
                <a:lnTo>
                  <a:pt x="212947" y="771623"/>
                </a:lnTo>
                <a:lnTo>
                  <a:pt x="225474" y="806090"/>
                </a:lnTo>
                <a:lnTo>
                  <a:pt x="230484" y="811734"/>
                </a:lnTo>
                <a:lnTo>
                  <a:pt x="232989" y="811290"/>
                </a:lnTo>
                <a:lnTo>
                  <a:pt x="235494" y="808377"/>
                </a:lnTo>
                <a:lnTo>
                  <a:pt x="240505" y="795440"/>
                </a:lnTo>
                <a:lnTo>
                  <a:pt x="255537" y="741761"/>
                </a:lnTo>
                <a:lnTo>
                  <a:pt x="260547" y="734790"/>
                </a:lnTo>
                <a:lnTo>
                  <a:pt x="265558" y="734149"/>
                </a:lnTo>
                <a:lnTo>
                  <a:pt x="270568" y="737408"/>
                </a:lnTo>
                <a:lnTo>
                  <a:pt x="278084" y="746210"/>
                </a:lnTo>
                <a:lnTo>
                  <a:pt x="285600" y="759371"/>
                </a:lnTo>
                <a:lnTo>
                  <a:pt x="295621" y="784125"/>
                </a:lnTo>
                <a:lnTo>
                  <a:pt x="305642" y="808771"/>
                </a:lnTo>
                <a:lnTo>
                  <a:pt x="313158" y="819135"/>
                </a:lnTo>
                <a:lnTo>
                  <a:pt x="318169" y="820647"/>
                </a:lnTo>
                <a:lnTo>
                  <a:pt x="323179" y="818264"/>
                </a:lnTo>
                <a:lnTo>
                  <a:pt x="328189" y="812715"/>
                </a:lnTo>
                <a:lnTo>
                  <a:pt x="335705" y="798619"/>
                </a:lnTo>
                <a:lnTo>
                  <a:pt x="343221" y="775265"/>
                </a:lnTo>
                <a:lnTo>
                  <a:pt x="358252" y="721543"/>
                </a:lnTo>
                <a:lnTo>
                  <a:pt x="360758" y="718462"/>
                </a:lnTo>
                <a:lnTo>
                  <a:pt x="363263" y="718150"/>
                </a:lnTo>
                <a:lnTo>
                  <a:pt x="365768" y="720499"/>
                </a:lnTo>
                <a:lnTo>
                  <a:pt x="370779" y="731755"/>
                </a:lnTo>
                <a:lnTo>
                  <a:pt x="390821" y="790881"/>
                </a:lnTo>
                <a:lnTo>
                  <a:pt x="395832" y="796012"/>
                </a:lnTo>
                <a:lnTo>
                  <a:pt x="403347" y="798205"/>
                </a:lnTo>
                <a:lnTo>
                  <a:pt x="410863" y="801531"/>
                </a:lnTo>
                <a:lnTo>
                  <a:pt x="415873" y="807221"/>
                </a:lnTo>
                <a:lnTo>
                  <a:pt x="423389" y="820855"/>
                </a:lnTo>
                <a:lnTo>
                  <a:pt x="443432" y="861272"/>
                </a:lnTo>
                <a:lnTo>
                  <a:pt x="450947" y="871210"/>
                </a:lnTo>
                <a:lnTo>
                  <a:pt x="455958" y="874573"/>
                </a:lnTo>
                <a:lnTo>
                  <a:pt x="460968" y="874062"/>
                </a:lnTo>
                <a:lnTo>
                  <a:pt x="473495" y="865142"/>
                </a:lnTo>
                <a:lnTo>
                  <a:pt x="476000" y="866817"/>
                </a:lnTo>
                <a:lnTo>
                  <a:pt x="478505" y="871297"/>
                </a:lnTo>
                <a:lnTo>
                  <a:pt x="483515" y="890139"/>
                </a:lnTo>
                <a:lnTo>
                  <a:pt x="488526" y="922342"/>
                </a:lnTo>
                <a:lnTo>
                  <a:pt x="496042" y="991167"/>
                </a:lnTo>
                <a:lnTo>
                  <a:pt x="508568" y="1138383"/>
                </a:lnTo>
                <a:lnTo>
                  <a:pt x="541137" y="1551974"/>
                </a:lnTo>
                <a:lnTo>
                  <a:pt x="543642" y="1524538"/>
                </a:lnTo>
                <a:lnTo>
                  <a:pt x="546147" y="1378119"/>
                </a:lnTo>
                <a:lnTo>
                  <a:pt x="556168" y="31739"/>
                </a:lnTo>
                <a:lnTo>
                  <a:pt x="558673" y="0"/>
                </a:lnTo>
                <a:lnTo>
                  <a:pt x="561178" y="15414"/>
                </a:lnTo>
                <a:lnTo>
                  <a:pt x="571200" y="150093"/>
                </a:lnTo>
                <a:lnTo>
                  <a:pt x="626315" y="919331"/>
                </a:lnTo>
                <a:lnTo>
                  <a:pt x="631326" y="958346"/>
                </a:lnTo>
                <a:lnTo>
                  <a:pt x="633832" y="959874"/>
                </a:lnTo>
                <a:lnTo>
                  <a:pt x="636337" y="941316"/>
                </a:lnTo>
                <a:lnTo>
                  <a:pt x="641347" y="827507"/>
                </a:lnTo>
                <a:lnTo>
                  <a:pt x="648863" y="588880"/>
                </a:lnTo>
                <a:lnTo>
                  <a:pt x="653873" y="527929"/>
                </a:lnTo>
                <a:lnTo>
                  <a:pt x="656379" y="527613"/>
                </a:lnTo>
                <a:lnTo>
                  <a:pt x="661389" y="557560"/>
                </a:lnTo>
                <a:lnTo>
                  <a:pt x="686442" y="771739"/>
                </a:lnTo>
                <a:lnTo>
                  <a:pt x="693957" y="806191"/>
                </a:lnTo>
                <a:lnTo>
                  <a:pt x="696463" y="810377"/>
                </a:lnTo>
                <a:lnTo>
                  <a:pt x="698968" y="809775"/>
                </a:lnTo>
                <a:lnTo>
                  <a:pt x="701474" y="804060"/>
                </a:lnTo>
                <a:lnTo>
                  <a:pt x="706484" y="779041"/>
                </a:lnTo>
                <a:lnTo>
                  <a:pt x="716505" y="721159"/>
                </a:lnTo>
                <a:lnTo>
                  <a:pt x="719010" y="715424"/>
                </a:lnTo>
                <a:lnTo>
                  <a:pt x="721516" y="714576"/>
                </a:lnTo>
                <a:lnTo>
                  <a:pt x="724021" y="718199"/>
                </a:lnTo>
                <a:lnTo>
                  <a:pt x="729031" y="735817"/>
                </a:lnTo>
                <a:lnTo>
                  <a:pt x="749073" y="832610"/>
                </a:lnTo>
                <a:lnTo>
                  <a:pt x="751578" y="833543"/>
                </a:lnTo>
                <a:lnTo>
                  <a:pt x="754084" y="828222"/>
                </a:lnTo>
                <a:lnTo>
                  <a:pt x="759094" y="796879"/>
                </a:lnTo>
                <a:lnTo>
                  <a:pt x="774126" y="655231"/>
                </a:lnTo>
                <a:lnTo>
                  <a:pt x="779137" y="634192"/>
                </a:lnTo>
                <a:lnTo>
                  <a:pt x="786652" y="617554"/>
                </a:lnTo>
                <a:lnTo>
                  <a:pt x="791663" y="611546"/>
                </a:lnTo>
                <a:lnTo>
                  <a:pt x="796673" y="610649"/>
                </a:lnTo>
                <a:lnTo>
                  <a:pt x="801684" y="615806"/>
                </a:lnTo>
                <a:lnTo>
                  <a:pt x="809199" y="632527"/>
                </a:lnTo>
                <a:lnTo>
                  <a:pt x="839263" y="712950"/>
                </a:lnTo>
                <a:lnTo>
                  <a:pt x="846779" y="723112"/>
                </a:lnTo>
                <a:lnTo>
                  <a:pt x="851789" y="724002"/>
                </a:lnTo>
                <a:lnTo>
                  <a:pt x="856800" y="720238"/>
                </a:lnTo>
                <a:lnTo>
                  <a:pt x="869326" y="706158"/>
                </a:lnTo>
                <a:lnTo>
                  <a:pt x="874336" y="705925"/>
                </a:lnTo>
                <a:lnTo>
                  <a:pt x="879347" y="710569"/>
                </a:lnTo>
                <a:lnTo>
                  <a:pt x="886862" y="725333"/>
                </a:lnTo>
                <a:lnTo>
                  <a:pt x="911915" y="787847"/>
                </a:lnTo>
                <a:lnTo>
                  <a:pt x="914421" y="789703"/>
                </a:lnTo>
                <a:lnTo>
                  <a:pt x="916926" y="789622"/>
                </a:lnTo>
                <a:lnTo>
                  <a:pt x="919431" y="787270"/>
                </a:lnTo>
                <a:lnTo>
                  <a:pt x="924442" y="774780"/>
                </a:lnTo>
                <a:lnTo>
                  <a:pt x="931957" y="738476"/>
                </a:lnTo>
                <a:lnTo>
                  <a:pt x="939473" y="699452"/>
                </a:lnTo>
                <a:lnTo>
                  <a:pt x="944484" y="685201"/>
                </a:lnTo>
                <a:lnTo>
                  <a:pt x="946989" y="683027"/>
                </a:lnTo>
                <a:lnTo>
                  <a:pt x="949494" y="683955"/>
                </a:lnTo>
                <a:lnTo>
                  <a:pt x="954505" y="693126"/>
                </a:lnTo>
                <a:lnTo>
                  <a:pt x="974547" y="745153"/>
                </a:lnTo>
                <a:lnTo>
                  <a:pt x="979557" y="749032"/>
                </a:lnTo>
                <a:lnTo>
                  <a:pt x="987073" y="749735"/>
                </a:lnTo>
                <a:lnTo>
                  <a:pt x="994589" y="751359"/>
                </a:lnTo>
                <a:lnTo>
                  <a:pt x="1002105" y="757772"/>
                </a:lnTo>
                <a:lnTo>
                  <a:pt x="1009620" y="764613"/>
                </a:lnTo>
                <a:lnTo>
                  <a:pt x="1014631" y="765233"/>
                </a:lnTo>
                <a:lnTo>
                  <a:pt x="1019641" y="761042"/>
                </a:lnTo>
                <a:lnTo>
                  <a:pt x="1034673" y="740105"/>
                </a:lnTo>
                <a:lnTo>
                  <a:pt x="1039684" y="740789"/>
                </a:lnTo>
                <a:lnTo>
                  <a:pt x="1044694" y="747369"/>
                </a:lnTo>
                <a:lnTo>
                  <a:pt x="1052210" y="765138"/>
                </a:lnTo>
                <a:lnTo>
                  <a:pt x="1062231" y="790287"/>
                </a:lnTo>
                <a:lnTo>
                  <a:pt x="1067242" y="797512"/>
                </a:lnTo>
                <a:lnTo>
                  <a:pt x="1072252" y="799148"/>
                </a:lnTo>
                <a:lnTo>
                  <a:pt x="1077263" y="795752"/>
                </a:lnTo>
                <a:lnTo>
                  <a:pt x="1102315" y="767982"/>
                </a:lnTo>
                <a:lnTo>
                  <a:pt x="1107326" y="768051"/>
                </a:lnTo>
                <a:lnTo>
                  <a:pt x="1112336" y="771518"/>
                </a:lnTo>
                <a:lnTo>
                  <a:pt x="1119852" y="783083"/>
                </a:lnTo>
                <a:lnTo>
                  <a:pt x="1129873" y="806959"/>
                </a:lnTo>
                <a:lnTo>
                  <a:pt x="1149915" y="856904"/>
                </a:lnTo>
                <a:lnTo>
                  <a:pt x="1154926" y="861138"/>
                </a:lnTo>
                <a:lnTo>
                  <a:pt x="1157431" y="860326"/>
                </a:lnTo>
                <a:lnTo>
                  <a:pt x="1162442" y="851849"/>
                </a:lnTo>
                <a:lnTo>
                  <a:pt x="1169957" y="825348"/>
                </a:lnTo>
                <a:lnTo>
                  <a:pt x="1177473" y="799632"/>
                </a:lnTo>
                <a:lnTo>
                  <a:pt x="1182484" y="793285"/>
                </a:lnTo>
                <a:lnTo>
                  <a:pt x="1184989" y="794207"/>
                </a:lnTo>
                <a:lnTo>
                  <a:pt x="1189999" y="802761"/>
                </a:lnTo>
                <a:lnTo>
                  <a:pt x="1200020" y="826158"/>
                </a:lnTo>
                <a:lnTo>
                  <a:pt x="1202526" y="828039"/>
                </a:lnTo>
                <a:lnTo>
                  <a:pt x="1205031" y="826769"/>
                </a:lnTo>
                <a:lnTo>
                  <a:pt x="1210041" y="814383"/>
                </a:lnTo>
                <a:lnTo>
                  <a:pt x="1220063" y="778665"/>
                </a:lnTo>
                <a:lnTo>
                  <a:pt x="1222568" y="776494"/>
                </a:lnTo>
                <a:lnTo>
                  <a:pt x="1225073" y="779095"/>
                </a:lnTo>
                <a:lnTo>
                  <a:pt x="1230084" y="798225"/>
                </a:lnTo>
                <a:lnTo>
                  <a:pt x="1237599" y="850289"/>
                </a:lnTo>
                <a:lnTo>
                  <a:pt x="1245115" y="900774"/>
                </a:lnTo>
                <a:lnTo>
                  <a:pt x="1247621" y="909286"/>
                </a:lnTo>
                <a:lnTo>
                  <a:pt x="1250126" y="911889"/>
                </a:lnTo>
              </a:path>
            </a:pathLst>
          </a:custGeom>
          <a:noFill xmlns:a="http://schemas.openxmlformats.org/drawingml/2006/main"/>
          <a:ln xmlns:a="http://schemas.openxmlformats.org/drawingml/2006/main" w="27837" cap="sq">
            <a:solidFill>
              <a:srgbClr val="808080">
                <a:alpha val="60000"/>
              </a:srgbClr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90A9C-3149-438C-958D-B9BB0448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941" y="849618"/>
            <a:ext cx="1250126" cy="176930"/>
          </a:xfrm>
          <a:custGeom xmlns:a="http://schemas.openxmlformats.org/drawingml/2006/main">
            <a:pathLst>
              <a:path w="1250126" h="176930" fill="none">
                <a:moveTo>
                  <a:pt x="0" y="23131"/>
                </a:moveTo>
                <a:lnTo>
                  <a:pt x="543642" y="174871"/>
                </a:lnTo>
                <a:lnTo>
                  <a:pt x="561178" y="176930"/>
                </a:lnTo>
                <a:lnTo>
                  <a:pt x="573705" y="175601"/>
                </a:lnTo>
                <a:lnTo>
                  <a:pt x="583726" y="171186"/>
                </a:lnTo>
                <a:lnTo>
                  <a:pt x="591242" y="164781"/>
                </a:lnTo>
                <a:lnTo>
                  <a:pt x="598758" y="154774"/>
                </a:lnTo>
                <a:lnTo>
                  <a:pt x="608779" y="134747"/>
                </a:lnTo>
                <a:lnTo>
                  <a:pt x="621305" y="99940"/>
                </a:lnTo>
                <a:lnTo>
                  <a:pt x="641347" y="41918"/>
                </a:lnTo>
                <a:lnTo>
                  <a:pt x="651368" y="21891"/>
                </a:lnTo>
                <a:lnTo>
                  <a:pt x="661389" y="9391"/>
                </a:lnTo>
                <a:lnTo>
                  <a:pt x="671410" y="2784"/>
                </a:lnTo>
                <a:lnTo>
                  <a:pt x="681431" y="108"/>
                </a:lnTo>
                <a:lnTo>
                  <a:pt x="693957" y="0"/>
                </a:lnTo>
                <a:lnTo>
                  <a:pt x="714000" y="3349"/>
                </a:lnTo>
                <a:lnTo>
                  <a:pt x="759094" y="15151"/>
                </a:lnTo>
                <a:lnTo>
                  <a:pt x="1227578" y="147177"/>
                </a:lnTo>
                <a:lnTo>
                  <a:pt x="1250126" y="153534"/>
                </a:lnTo>
              </a:path>
            </a:pathLst>
          </a:custGeom>
          <a:noFill xmlns:a="http://schemas.openxmlformats.org/drawingml/2006/main"/>
          <a:ln xmlns:a="http://schemas.openxmlformats.org/drawingml/2006/main" w="20878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4809B-BD06-4B83-AB33-BA6FF8D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941" y="786987"/>
            <a:ext cx="1250126" cy="667748"/>
          </a:xfrm>
          <a:custGeom xmlns:a="http://schemas.openxmlformats.org/drawingml/2006/main">
            <a:pathLst>
              <a:path w="1250126" h="667748" fill="none">
                <a:moveTo>
                  <a:pt x="0" y="90126"/>
                </a:moveTo>
                <a:lnTo>
                  <a:pt x="40084" y="92231"/>
                </a:lnTo>
                <a:lnTo>
                  <a:pt x="65137" y="96699"/>
                </a:lnTo>
                <a:lnTo>
                  <a:pt x="90189" y="104385"/>
                </a:lnTo>
                <a:lnTo>
                  <a:pt x="125263" y="119028"/>
                </a:lnTo>
                <a:lnTo>
                  <a:pt x="170358" y="137519"/>
                </a:lnTo>
                <a:lnTo>
                  <a:pt x="197916" y="145156"/>
                </a:lnTo>
                <a:lnTo>
                  <a:pt x="225474" y="149318"/>
                </a:lnTo>
                <a:lnTo>
                  <a:pt x="273074" y="155118"/>
                </a:lnTo>
                <a:lnTo>
                  <a:pt x="283095" y="160526"/>
                </a:lnTo>
                <a:lnTo>
                  <a:pt x="290610" y="167673"/>
                </a:lnTo>
                <a:lnTo>
                  <a:pt x="300631" y="182177"/>
                </a:lnTo>
                <a:lnTo>
                  <a:pt x="315663" y="204939"/>
                </a:lnTo>
                <a:lnTo>
                  <a:pt x="320674" y="206270"/>
                </a:lnTo>
                <a:lnTo>
                  <a:pt x="325684" y="201010"/>
                </a:lnTo>
                <a:lnTo>
                  <a:pt x="330695" y="188191"/>
                </a:lnTo>
                <a:lnTo>
                  <a:pt x="340716" y="146545"/>
                </a:lnTo>
                <a:lnTo>
                  <a:pt x="348231" y="118903"/>
                </a:lnTo>
                <a:lnTo>
                  <a:pt x="353242" y="110053"/>
                </a:lnTo>
                <a:lnTo>
                  <a:pt x="355747" y="108784"/>
                </a:lnTo>
                <a:lnTo>
                  <a:pt x="358252" y="109361"/>
                </a:lnTo>
                <a:lnTo>
                  <a:pt x="363263" y="115198"/>
                </a:lnTo>
                <a:lnTo>
                  <a:pt x="368273" y="126456"/>
                </a:lnTo>
                <a:lnTo>
                  <a:pt x="385811" y="175351"/>
                </a:lnTo>
                <a:lnTo>
                  <a:pt x="390821" y="177509"/>
                </a:lnTo>
                <a:lnTo>
                  <a:pt x="395832" y="178099"/>
                </a:lnTo>
                <a:lnTo>
                  <a:pt x="400842" y="181647"/>
                </a:lnTo>
                <a:lnTo>
                  <a:pt x="410863" y="195969"/>
                </a:lnTo>
                <a:lnTo>
                  <a:pt x="435916" y="233803"/>
                </a:lnTo>
                <a:lnTo>
                  <a:pt x="445937" y="243582"/>
                </a:lnTo>
                <a:lnTo>
                  <a:pt x="455958" y="248903"/>
                </a:lnTo>
                <a:lnTo>
                  <a:pt x="470989" y="254633"/>
                </a:lnTo>
                <a:lnTo>
                  <a:pt x="476000" y="260211"/>
                </a:lnTo>
                <a:lnTo>
                  <a:pt x="481010" y="270918"/>
                </a:lnTo>
                <a:lnTo>
                  <a:pt x="486021" y="289421"/>
                </a:lnTo>
                <a:lnTo>
                  <a:pt x="491031" y="318302"/>
                </a:lnTo>
                <a:lnTo>
                  <a:pt x="498547" y="384176"/>
                </a:lnTo>
                <a:lnTo>
                  <a:pt x="511074" y="536791"/>
                </a:lnTo>
                <a:lnTo>
                  <a:pt x="521095" y="640459"/>
                </a:lnTo>
                <a:lnTo>
                  <a:pt x="526105" y="664913"/>
                </a:lnTo>
                <a:lnTo>
                  <a:pt x="528610" y="667748"/>
                </a:lnTo>
                <a:lnTo>
                  <a:pt x="531116" y="663774"/>
                </a:lnTo>
                <a:lnTo>
                  <a:pt x="533621" y="652806"/>
                </a:lnTo>
                <a:lnTo>
                  <a:pt x="538631" y="610096"/>
                </a:lnTo>
                <a:lnTo>
                  <a:pt x="546147" y="499851"/>
                </a:lnTo>
                <a:lnTo>
                  <a:pt x="571200" y="52800"/>
                </a:lnTo>
                <a:lnTo>
                  <a:pt x="576210" y="14237"/>
                </a:lnTo>
                <a:lnTo>
                  <a:pt x="581221" y="0"/>
                </a:lnTo>
                <a:lnTo>
                  <a:pt x="583726" y="538"/>
                </a:lnTo>
                <a:lnTo>
                  <a:pt x="588737" y="12623"/>
                </a:lnTo>
                <a:lnTo>
                  <a:pt x="601263" y="67163"/>
                </a:lnTo>
                <a:lnTo>
                  <a:pt x="611284" y="101239"/>
                </a:lnTo>
                <a:lnTo>
                  <a:pt x="618800" y="116154"/>
                </a:lnTo>
                <a:lnTo>
                  <a:pt x="626315" y="124734"/>
                </a:lnTo>
                <a:lnTo>
                  <a:pt x="636337" y="131020"/>
                </a:lnTo>
                <a:lnTo>
                  <a:pt x="656379" y="138253"/>
                </a:lnTo>
                <a:lnTo>
                  <a:pt x="691452" y="151130"/>
                </a:lnTo>
                <a:lnTo>
                  <a:pt x="719010" y="164451"/>
                </a:lnTo>
                <a:lnTo>
                  <a:pt x="729031" y="171148"/>
                </a:lnTo>
                <a:lnTo>
                  <a:pt x="736547" y="180004"/>
                </a:lnTo>
                <a:lnTo>
                  <a:pt x="746568" y="194868"/>
                </a:lnTo>
                <a:lnTo>
                  <a:pt x="749073" y="195230"/>
                </a:lnTo>
                <a:lnTo>
                  <a:pt x="751578" y="192398"/>
                </a:lnTo>
                <a:lnTo>
                  <a:pt x="756589" y="175352"/>
                </a:lnTo>
                <a:lnTo>
                  <a:pt x="764105" y="127321"/>
                </a:lnTo>
                <a:lnTo>
                  <a:pt x="776631" y="45442"/>
                </a:lnTo>
                <a:lnTo>
                  <a:pt x="784147" y="16692"/>
                </a:lnTo>
                <a:lnTo>
                  <a:pt x="789158" y="7503"/>
                </a:lnTo>
                <a:lnTo>
                  <a:pt x="794168" y="5738"/>
                </a:lnTo>
                <a:lnTo>
                  <a:pt x="799179" y="10466"/>
                </a:lnTo>
                <a:lnTo>
                  <a:pt x="804189" y="20443"/>
                </a:lnTo>
                <a:lnTo>
                  <a:pt x="814210" y="50125"/>
                </a:lnTo>
                <a:lnTo>
                  <a:pt x="829242" y="95025"/>
                </a:lnTo>
                <a:lnTo>
                  <a:pt x="836758" y="108323"/>
                </a:lnTo>
                <a:lnTo>
                  <a:pt x="841768" y="112456"/>
                </a:lnTo>
                <a:lnTo>
                  <a:pt x="846779" y="112874"/>
                </a:lnTo>
                <a:lnTo>
                  <a:pt x="851789" y="110035"/>
                </a:lnTo>
                <a:lnTo>
                  <a:pt x="861810" y="98567"/>
                </a:lnTo>
                <a:lnTo>
                  <a:pt x="869326" y="91426"/>
                </a:lnTo>
                <a:lnTo>
                  <a:pt x="874336" y="91187"/>
                </a:lnTo>
                <a:lnTo>
                  <a:pt x="879347" y="96443"/>
                </a:lnTo>
                <a:lnTo>
                  <a:pt x="884357" y="107543"/>
                </a:lnTo>
                <a:lnTo>
                  <a:pt x="896884" y="149389"/>
                </a:lnTo>
                <a:lnTo>
                  <a:pt x="904400" y="168184"/>
                </a:lnTo>
                <a:lnTo>
                  <a:pt x="909410" y="171996"/>
                </a:lnTo>
                <a:lnTo>
                  <a:pt x="911915" y="170792"/>
                </a:lnTo>
                <a:lnTo>
                  <a:pt x="916926" y="162340"/>
                </a:lnTo>
                <a:lnTo>
                  <a:pt x="924442" y="137790"/>
                </a:lnTo>
                <a:lnTo>
                  <a:pt x="939473" y="83266"/>
                </a:lnTo>
                <a:lnTo>
                  <a:pt x="944484" y="75206"/>
                </a:lnTo>
                <a:lnTo>
                  <a:pt x="946989" y="74214"/>
                </a:lnTo>
                <a:lnTo>
                  <a:pt x="949494" y="75244"/>
                </a:lnTo>
                <a:lnTo>
                  <a:pt x="954505" y="82609"/>
                </a:lnTo>
                <a:lnTo>
                  <a:pt x="979557" y="135736"/>
                </a:lnTo>
                <a:lnTo>
                  <a:pt x="987073" y="140188"/>
                </a:lnTo>
                <a:lnTo>
                  <a:pt x="997094" y="141796"/>
                </a:lnTo>
                <a:lnTo>
                  <a:pt x="1019641" y="144361"/>
                </a:lnTo>
                <a:lnTo>
                  <a:pt x="1037179" y="150429"/>
                </a:lnTo>
                <a:lnTo>
                  <a:pt x="1062231" y="163254"/>
                </a:lnTo>
                <a:lnTo>
                  <a:pt x="1117347" y="192444"/>
                </a:lnTo>
                <a:lnTo>
                  <a:pt x="1142399" y="201725"/>
                </a:lnTo>
                <a:lnTo>
                  <a:pt x="1167452" y="207663"/>
                </a:lnTo>
                <a:lnTo>
                  <a:pt x="1197515" y="211267"/>
                </a:lnTo>
                <a:lnTo>
                  <a:pt x="1237599" y="212582"/>
                </a:lnTo>
                <a:lnTo>
                  <a:pt x="1250126" y="212561"/>
                </a:lnTo>
              </a:path>
            </a:pathLst>
          </a:custGeom>
          <a:noFill xmlns:a="http://schemas.openxmlformats.org/drawingml/2006/main"/>
          <a:ln xmlns:a="http://schemas.openxmlformats.org/drawingml/2006/main" w="20878" cap="sq">
            <a:solidFill>
              <a:srgbClr val="FF8C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0A0AE-A380-4B1A-9FA2-EC3C9243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465" y="3654934"/>
            <a:ext cx="202710" cy="260890"/>
          </a:xfrm>
          <a:custGeom xmlns:a="http://schemas.openxmlformats.org/drawingml/2006/main">
            <a:pathLst>
              <a:path w="202710" h="260890">
                <a:moveTo>
                  <a:pt x="202710" y="0"/>
                </a:moveTo>
                <a:lnTo>
                  <a:pt x="202710" y="85739"/>
                </a:lnTo>
                <a:lnTo>
                  <a:pt x="196892" y="85739"/>
                </a:lnTo>
                <a:cubicBezTo>
                  <a:pt x="196280" y="73796"/>
                  <a:pt x="193830" y="66141"/>
                  <a:pt x="190156" y="63079"/>
                </a:cubicBezTo>
                <a:cubicBezTo>
                  <a:pt x="186481" y="60017"/>
                  <a:pt x="177908" y="58180"/>
                  <a:pt x="165047" y="58180"/>
                </a:cubicBezTo>
                <a:lnTo>
                  <a:pt x="27559" y="58180"/>
                </a:lnTo>
                <a:lnTo>
                  <a:pt x="202710" y="136263"/>
                </a:lnTo>
                <a:lnTo>
                  <a:pt x="202710" y="140550"/>
                </a:lnTo>
                <a:lnTo>
                  <a:pt x="34602" y="217715"/>
                </a:lnTo>
                <a:lnTo>
                  <a:pt x="156473" y="217715"/>
                </a:lnTo>
                <a:cubicBezTo>
                  <a:pt x="173008" y="217715"/>
                  <a:pt x="183725" y="216184"/>
                  <a:pt x="188625" y="212509"/>
                </a:cubicBezTo>
                <a:cubicBezTo>
                  <a:pt x="193524" y="209141"/>
                  <a:pt x="196280" y="201486"/>
                  <a:pt x="196892" y="189237"/>
                </a:cubicBezTo>
                <a:lnTo>
                  <a:pt x="202710" y="189237"/>
                </a:lnTo>
                <a:lnTo>
                  <a:pt x="202710" y="260890"/>
                </a:lnTo>
                <a:lnTo>
                  <a:pt x="196892" y="260890"/>
                </a:lnTo>
                <a:cubicBezTo>
                  <a:pt x="196280" y="252010"/>
                  <a:pt x="195055" y="245580"/>
                  <a:pt x="192912" y="241599"/>
                </a:cubicBezTo>
                <a:cubicBezTo>
                  <a:pt x="191074" y="237924"/>
                  <a:pt x="187400" y="235169"/>
                  <a:pt x="182194" y="233638"/>
                </a:cubicBezTo>
                <a:cubicBezTo>
                  <a:pt x="176989" y="232107"/>
                  <a:pt x="168415" y="231188"/>
                  <a:pt x="156473" y="231188"/>
                </a:cubicBezTo>
                <a:lnTo>
                  <a:pt x="34602" y="231188"/>
                </a:lnTo>
                <a:cubicBezTo>
                  <a:pt x="22966" y="231188"/>
                  <a:pt x="15617" y="233025"/>
                  <a:pt x="12248" y="236393"/>
                </a:cubicBezTo>
                <a:cubicBezTo>
                  <a:pt x="8880" y="240068"/>
                  <a:pt x="6737" y="248029"/>
                  <a:pt x="5818" y="260278"/>
                </a:cubicBezTo>
                <a:lnTo>
                  <a:pt x="0" y="260278"/>
                </a:lnTo>
                <a:lnTo>
                  <a:pt x="0" y="199648"/>
                </a:lnTo>
                <a:lnTo>
                  <a:pt x="153717" y="128914"/>
                </a:lnTo>
                <a:lnTo>
                  <a:pt x="0" y="61242"/>
                </a:lnTo>
                <a:lnTo>
                  <a:pt x="0" y="306"/>
                </a:lnTo>
                <a:lnTo>
                  <a:pt x="5818" y="306"/>
                </a:lnTo>
                <a:cubicBezTo>
                  <a:pt x="6124" y="11330"/>
                  <a:pt x="7961" y="18679"/>
                  <a:pt x="11636" y="22047"/>
                </a:cubicBezTo>
                <a:cubicBezTo>
                  <a:pt x="15310" y="25415"/>
                  <a:pt x="22966" y="26946"/>
                  <a:pt x="34295" y="26946"/>
                </a:cubicBezTo>
                <a:lnTo>
                  <a:pt x="168415" y="26946"/>
                </a:lnTo>
                <a:cubicBezTo>
                  <a:pt x="179439" y="26946"/>
                  <a:pt x="186481" y="25415"/>
                  <a:pt x="190156" y="22047"/>
                </a:cubicBezTo>
                <a:cubicBezTo>
                  <a:pt x="193830" y="18679"/>
                  <a:pt x="196280" y="11330"/>
                  <a:pt x="196892" y="0"/>
                </a:cubicBezTo>
                <a:lnTo>
                  <a:pt x="202710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EB9EA-3773-4894-9BDC-0A3DC00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3517446"/>
            <a:ext cx="143612" cy="122177"/>
          </a:xfrm>
          <a:custGeom xmlns:a="http://schemas.openxmlformats.org/drawingml/2006/main">
            <a:pathLst>
              <a:path w="143612" h="122177">
                <a:moveTo>
                  <a:pt x="90638" y="4899"/>
                </a:moveTo>
                <a:lnTo>
                  <a:pt x="92781" y="0"/>
                </a:lnTo>
                <a:cubicBezTo>
                  <a:pt x="126771" y="12248"/>
                  <a:pt x="143612" y="33683"/>
                  <a:pt x="143612" y="63998"/>
                </a:cubicBezTo>
                <a:cubicBezTo>
                  <a:pt x="143612" y="82064"/>
                  <a:pt x="137488" y="96150"/>
                  <a:pt x="124933" y="106561"/>
                </a:cubicBezTo>
                <a:cubicBezTo>
                  <a:pt x="112685" y="116972"/>
                  <a:pt x="95843" y="122177"/>
                  <a:pt x="74409" y="122177"/>
                </a:cubicBezTo>
                <a:cubicBezTo>
                  <a:pt x="52668" y="122177"/>
                  <a:pt x="34908" y="116359"/>
                  <a:pt x="20822" y="104724"/>
                </a:cubicBezTo>
                <a:cubicBezTo>
                  <a:pt x="7043" y="93088"/>
                  <a:pt x="0" y="77777"/>
                  <a:pt x="0" y="58792"/>
                </a:cubicBezTo>
                <a:cubicBezTo>
                  <a:pt x="0" y="40420"/>
                  <a:pt x="7043" y="26334"/>
                  <a:pt x="21128" y="16229"/>
                </a:cubicBezTo>
                <a:cubicBezTo>
                  <a:pt x="29396" y="10411"/>
                  <a:pt x="41032" y="7043"/>
                  <a:pt x="56036" y="5818"/>
                </a:cubicBezTo>
                <a:lnTo>
                  <a:pt x="56036" y="100130"/>
                </a:lnTo>
                <a:cubicBezTo>
                  <a:pt x="68897" y="99518"/>
                  <a:pt x="78696" y="98293"/>
                  <a:pt x="85432" y="96456"/>
                </a:cubicBezTo>
                <a:cubicBezTo>
                  <a:pt x="92169" y="94619"/>
                  <a:pt x="99212" y="91250"/>
                  <a:pt x="105948" y="86045"/>
                </a:cubicBezTo>
                <a:cubicBezTo>
                  <a:pt x="117278" y="77471"/>
                  <a:pt x="122790" y="66141"/>
                  <a:pt x="122790" y="52056"/>
                </a:cubicBezTo>
                <a:cubicBezTo>
                  <a:pt x="122790" y="42257"/>
                  <a:pt x="120340" y="33683"/>
                  <a:pt x="115441" y="26946"/>
                </a:cubicBezTo>
                <a:cubicBezTo>
                  <a:pt x="110541" y="20210"/>
                  <a:pt x="102274" y="12861"/>
                  <a:pt x="90638" y="4899"/>
                </a:cubicBezTo>
                <a:close/>
                <a:moveTo>
                  <a:pt x="46238" y="99518"/>
                </a:moveTo>
                <a:lnTo>
                  <a:pt x="46238" y="37051"/>
                </a:lnTo>
                <a:cubicBezTo>
                  <a:pt x="33377" y="38889"/>
                  <a:pt x="24497" y="41951"/>
                  <a:pt x="18985" y="46238"/>
                </a:cubicBezTo>
                <a:cubicBezTo>
                  <a:pt x="13779" y="50525"/>
                  <a:pt x="11024" y="57261"/>
                  <a:pt x="11024" y="67060"/>
                </a:cubicBezTo>
                <a:cubicBezTo>
                  <a:pt x="11024" y="75634"/>
                  <a:pt x="14086" y="82983"/>
                  <a:pt x="20210" y="88494"/>
                </a:cubicBezTo>
                <a:cubicBezTo>
                  <a:pt x="26334" y="94312"/>
                  <a:pt x="34908" y="97987"/>
                  <a:pt x="46238" y="99518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E0CD1-D3FC-48A3-BD3C-82DE8A0E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3274010"/>
            <a:ext cx="140856" cy="232413"/>
          </a:xfrm>
          <a:custGeom xmlns:a="http://schemas.openxmlformats.org/drawingml/2006/main">
            <a:pathLst>
              <a:path w="140856" h="232413">
                <a:moveTo>
                  <a:pt x="140856" y="0"/>
                </a:moveTo>
                <a:lnTo>
                  <a:pt x="140856" y="66754"/>
                </a:lnTo>
                <a:lnTo>
                  <a:pt x="136263" y="66754"/>
                </a:lnTo>
                <a:cubicBezTo>
                  <a:pt x="135651" y="58180"/>
                  <a:pt x="133813" y="52974"/>
                  <a:pt x="131058" y="50525"/>
                </a:cubicBezTo>
                <a:cubicBezTo>
                  <a:pt x="128302" y="48075"/>
                  <a:pt x="122484" y="46850"/>
                  <a:pt x="113297" y="46850"/>
                </a:cubicBezTo>
                <a:lnTo>
                  <a:pt x="50218" y="46850"/>
                </a:lnTo>
                <a:cubicBezTo>
                  <a:pt x="37970" y="46850"/>
                  <a:pt x="29396" y="48687"/>
                  <a:pt x="23884" y="52362"/>
                </a:cubicBezTo>
                <a:cubicBezTo>
                  <a:pt x="18679" y="56036"/>
                  <a:pt x="15923" y="61854"/>
                  <a:pt x="15923" y="70428"/>
                </a:cubicBezTo>
                <a:cubicBezTo>
                  <a:pt x="15923" y="77777"/>
                  <a:pt x="17454" y="83901"/>
                  <a:pt x="20210" y="88801"/>
                </a:cubicBezTo>
                <a:cubicBezTo>
                  <a:pt x="23272" y="93700"/>
                  <a:pt x="27865" y="98599"/>
                  <a:pt x="34602" y="103192"/>
                </a:cubicBezTo>
                <a:lnTo>
                  <a:pt x="111766" y="103192"/>
                </a:lnTo>
                <a:cubicBezTo>
                  <a:pt x="121565" y="103192"/>
                  <a:pt x="128302" y="101968"/>
                  <a:pt x="131364" y="98906"/>
                </a:cubicBezTo>
                <a:cubicBezTo>
                  <a:pt x="134426" y="95843"/>
                  <a:pt x="136263" y="90025"/>
                  <a:pt x="136263" y="81145"/>
                </a:cubicBezTo>
                <a:lnTo>
                  <a:pt x="140856" y="81145"/>
                </a:lnTo>
                <a:lnTo>
                  <a:pt x="140856" y="149736"/>
                </a:lnTo>
                <a:lnTo>
                  <a:pt x="136263" y="149736"/>
                </a:lnTo>
                <a:cubicBezTo>
                  <a:pt x="135651" y="140856"/>
                  <a:pt x="134426" y="135038"/>
                  <a:pt x="131976" y="132589"/>
                </a:cubicBezTo>
                <a:cubicBezTo>
                  <a:pt x="129526" y="130139"/>
                  <a:pt x="123708" y="128914"/>
                  <a:pt x="114522" y="128914"/>
                </a:cubicBezTo>
                <a:lnTo>
                  <a:pt x="49912" y="128914"/>
                </a:lnTo>
                <a:cubicBezTo>
                  <a:pt x="27253" y="128914"/>
                  <a:pt x="15923" y="135651"/>
                  <a:pt x="15923" y="148818"/>
                </a:cubicBezTo>
                <a:cubicBezTo>
                  <a:pt x="15923" y="154636"/>
                  <a:pt x="17454" y="160760"/>
                  <a:pt x="19904" y="167190"/>
                </a:cubicBezTo>
                <a:cubicBezTo>
                  <a:pt x="22353" y="173621"/>
                  <a:pt x="25415" y="178214"/>
                  <a:pt x="29090" y="181276"/>
                </a:cubicBezTo>
                <a:cubicBezTo>
                  <a:pt x="32152" y="184032"/>
                  <a:pt x="33989" y="185257"/>
                  <a:pt x="34295" y="185257"/>
                </a:cubicBezTo>
                <a:lnTo>
                  <a:pt x="119422" y="185257"/>
                </a:lnTo>
                <a:cubicBezTo>
                  <a:pt x="126158" y="185257"/>
                  <a:pt x="130445" y="184032"/>
                  <a:pt x="132589" y="180970"/>
                </a:cubicBezTo>
                <a:cubicBezTo>
                  <a:pt x="134732" y="178214"/>
                  <a:pt x="135957" y="172702"/>
                  <a:pt x="136263" y="164434"/>
                </a:cubicBezTo>
                <a:lnTo>
                  <a:pt x="140856" y="164434"/>
                </a:lnTo>
                <a:lnTo>
                  <a:pt x="140856" y="232413"/>
                </a:lnTo>
                <a:lnTo>
                  <a:pt x="136263" y="232413"/>
                </a:lnTo>
                <a:cubicBezTo>
                  <a:pt x="136263" y="223839"/>
                  <a:pt x="134732" y="218327"/>
                  <a:pt x="131670" y="215265"/>
                </a:cubicBezTo>
                <a:cubicBezTo>
                  <a:pt x="128608" y="212509"/>
                  <a:pt x="122790" y="210978"/>
                  <a:pt x="113910" y="210978"/>
                </a:cubicBezTo>
                <a:lnTo>
                  <a:pt x="37970" y="210978"/>
                </a:lnTo>
                <a:cubicBezTo>
                  <a:pt x="30621" y="210978"/>
                  <a:pt x="25415" y="211897"/>
                  <a:pt x="22353" y="213428"/>
                </a:cubicBezTo>
                <a:cubicBezTo>
                  <a:pt x="19291" y="215265"/>
                  <a:pt x="17760" y="218021"/>
                  <a:pt x="17760" y="221695"/>
                </a:cubicBezTo>
                <a:cubicBezTo>
                  <a:pt x="17760" y="224758"/>
                  <a:pt x="18373" y="228126"/>
                  <a:pt x="18985" y="231494"/>
                </a:cubicBezTo>
                <a:lnTo>
                  <a:pt x="13779" y="231494"/>
                </a:lnTo>
                <a:cubicBezTo>
                  <a:pt x="10105" y="217715"/>
                  <a:pt x="5512" y="203629"/>
                  <a:pt x="0" y="188931"/>
                </a:cubicBezTo>
                <a:lnTo>
                  <a:pt x="919" y="186481"/>
                </a:lnTo>
                <a:lnTo>
                  <a:pt x="23578" y="186481"/>
                </a:lnTo>
                <a:lnTo>
                  <a:pt x="23578" y="185869"/>
                </a:lnTo>
                <a:cubicBezTo>
                  <a:pt x="14086" y="176683"/>
                  <a:pt x="7655" y="168721"/>
                  <a:pt x="4593" y="161678"/>
                </a:cubicBezTo>
                <a:cubicBezTo>
                  <a:pt x="1531" y="154636"/>
                  <a:pt x="0" y="146980"/>
                  <a:pt x="0" y="139019"/>
                </a:cubicBezTo>
                <a:cubicBezTo>
                  <a:pt x="0" y="123096"/>
                  <a:pt x="8574" y="112073"/>
                  <a:pt x="25722" y="106561"/>
                </a:cubicBezTo>
                <a:cubicBezTo>
                  <a:pt x="8574" y="90638"/>
                  <a:pt x="0" y="74103"/>
                  <a:pt x="0" y="56649"/>
                </a:cubicBezTo>
                <a:cubicBezTo>
                  <a:pt x="0" y="33071"/>
                  <a:pt x="18373" y="21128"/>
                  <a:pt x="55118" y="21128"/>
                </a:cubicBezTo>
                <a:lnTo>
                  <a:pt x="117278" y="21128"/>
                </a:lnTo>
                <a:cubicBezTo>
                  <a:pt x="124015" y="21128"/>
                  <a:pt x="128914" y="20210"/>
                  <a:pt x="131364" y="18066"/>
                </a:cubicBezTo>
                <a:cubicBezTo>
                  <a:pt x="133813" y="16229"/>
                  <a:pt x="135344" y="12861"/>
                  <a:pt x="135651" y="7961"/>
                </a:cubicBezTo>
                <a:lnTo>
                  <a:pt x="136263" y="0"/>
                </a:lnTo>
                <a:lnTo>
                  <a:pt x="140856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1E9F2-6F9A-4B43-97C9-EB6ACA40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3129173"/>
            <a:ext cx="143612" cy="135038"/>
          </a:xfrm>
          <a:custGeom xmlns:a="http://schemas.openxmlformats.org/drawingml/2006/main">
            <a:pathLst>
              <a:path w="143612" h="135038">
                <a:moveTo>
                  <a:pt x="70122" y="0"/>
                </a:moveTo>
                <a:cubicBezTo>
                  <a:pt x="91557" y="0"/>
                  <a:pt x="109317" y="6430"/>
                  <a:pt x="123096" y="19291"/>
                </a:cubicBezTo>
                <a:cubicBezTo>
                  <a:pt x="136875" y="32152"/>
                  <a:pt x="143612" y="48687"/>
                  <a:pt x="143612" y="68897"/>
                </a:cubicBezTo>
                <a:cubicBezTo>
                  <a:pt x="143612" y="87882"/>
                  <a:pt x="136875" y="103499"/>
                  <a:pt x="123096" y="116053"/>
                </a:cubicBezTo>
                <a:cubicBezTo>
                  <a:pt x="109623" y="128914"/>
                  <a:pt x="92169" y="135038"/>
                  <a:pt x="71041" y="135038"/>
                </a:cubicBezTo>
                <a:cubicBezTo>
                  <a:pt x="49912" y="135038"/>
                  <a:pt x="32764" y="128914"/>
                  <a:pt x="19597" y="116053"/>
                </a:cubicBezTo>
                <a:cubicBezTo>
                  <a:pt x="6737" y="103499"/>
                  <a:pt x="0" y="86963"/>
                  <a:pt x="0" y="66141"/>
                </a:cubicBezTo>
                <a:cubicBezTo>
                  <a:pt x="0" y="47156"/>
                  <a:pt x="6737" y="31540"/>
                  <a:pt x="19597" y="18985"/>
                </a:cubicBezTo>
                <a:cubicBezTo>
                  <a:pt x="32458" y="6430"/>
                  <a:pt x="49300" y="0"/>
                  <a:pt x="70122" y="0"/>
                </a:cubicBezTo>
                <a:close/>
                <a:moveTo>
                  <a:pt x="78390" y="27559"/>
                </a:moveTo>
                <a:cubicBezTo>
                  <a:pt x="55118" y="27559"/>
                  <a:pt x="37051" y="32764"/>
                  <a:pt x="23884" y="42869"/>
                </a:cubicBezTo>
                <a:cubicBezTo>
                  <a:pt x="13779" y="51137"/>
                  <a:pt x="8574" y="60936"/>
                  <a:pt x="8574" y="71959"/>
                </a:cubicBezTo>
                <a:cubicBezTo>
                  <a:pt x="8574" y="82676"/>
                  <a:pt x="13167" y="91250"/>
                  <a:pt x="21741" y="97681"/>
                </a:cubicBezTo>
                <a:cubicBezTo>
                  <a:pt x="30315" y="104417"/>
                  <a:pt x="42257" y="107479"/>
                  <a:pt x="57261" y="107479"/>
                </a:cubicBezTo>
                <a:cubicBezTo>
                  <a:pt x="83595" y="107479"/>
                  <a:pt x="104417" y="102274"/>
                  <a:pt x="120034" y="91250"/>
                </a:cubicBezTo>
                <a:cubicBezTo>
                  <a:pt x="130445" y="84514"/>
                  <a:pt x="135344" y="75327"/>
                  <a:pt x="135344" y="63691"/>
                </a:cubicBezTo>
                <a:cubicBezTo>
                  <a:pt x="135344" y="52668"/>
                  <a:pt x="130445" y="43788"/>
                  <a:pt x="120340" y="37358"/>
                </a:cubicBezTo>
                <a:cubicBezTo>
                  <a:pt x="110235" y="30927"/>
                  <a:pt x="96150" y="27559"/>
                  <a:pt x="78390" y="27559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B3AF2-5595-4269-9AA4-3A41E935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3017406"/>
            <a:ext cx="140856" cy="101049"/>
          </a:xfrm>
          <a:custGeom xmlns:a="http://schemas.openxmlformats.org/drawingml/2006/main">
            <a:pathLst>
              <a:path w="140856" h="101049">
                <a:moveTo>
                  <a:pt x="612" y="53587"/>
                </a:moveTo>
                <a:lnTo>
                  <a:pt x="28784" y="53587"/>
                </a:lnTo>
                <a:cubicBezTo>
                  <a:pt x="17760" y="45931"/>
                  <a:pt x="10411" y="39501"/>
                  <a:pt x="6124" y="34295"/>
                </a:cubicBezTo>
                <a:cubicBezTo>
                  <a:pt x="2143" y="29090"/>
                  <a:pt x="0" y="23272"/>
                  <a:pt x="0" y="16842"/>
                </a:cubicBezTo>
                <a:cubicBezTo>
                  <a:pt x="0" y="11636"/>
                  <a:pt x="1531" y="7655"/>
                  <a:pt x="4287" y="4593"/>
                </a:cubicBezTo>
                <a:cubicBezTo>
                  <a:pt x="7349" y="1531"/>
                  <a:pt x="11330" y="0"/>
                  <a:pt x="16229" y="0"/>
                </a:cubicBezTo>
                <a:cubicBezTo>
                  <a:pt x="20516" y="0"/>
                  <a:pt x="23884" y="1225"/>
                  <a:pt x="26334" y="3368"/>
                </a:cubicBezTo>
                <a:cubicBezTo>
                  <a:pt x="28784" y="5512"/>
                  <a:pt x="30008" y="8268"/>
                  <a:pt x="30008" y="11942"/>
                </a:cubicBezTo>
                <a:cubicBezTo>
                  <a:pt x="30008" y="15923"/>
                  <a:pt x="28171" y="19904"/>
                  <a:pt x="23884" y="24191"/>
                </a:cubicBezTo>
                <a:cubicBezTo>
                  <a:pt x="20822" y="27559"/>
                  <a:pt x="19291" y="30315"/>
                  <a:pt x="19291" y="32152"/>
                </a:cubicBezTo>
                <a:cubicBezTo>
                  <a:pt x="19291" y="36439"/>
                  <a:pt x="22353" y="41338"/>
                  <a:pt x="28171" y="46238"/>
                </a:cubicBezTo>
                <a:cubicBezTo>
                  <a:pt x="34295" y="51137"/>
                  <a:pt x="39501" y="53587"/>
                  <a:pt x="44400" y="53587"/>
                </a:cubicBezTo>
                <a:lnTo>
                  <a:pt x="113297" y="53587"/>
                </a:lnTo>
                <a:cubicBezTo>
                  <a:pt x="122177" y="53587"/>
                  <a:pt x="127995" y="52056"/>
                  <a:pt x="131058" y="48381"/>
                </a:cubicBezTo>
                <a:cubicBezTo>
                  <a:pt x="134120" y="45013"/>
                  <a:pt x="135957" y="37970"/>
                  <a:pt x="136263" y="27559"/>
                </a:cubicBezTo>
                <a:lnTo>
                  <a:pt x="140856" y="27559"/>
                </a:lnTo>
                <a:lnTo>
                  <a:pt x="140856" y="101049"/>
                </a:lnTo>
                <a:lnTo>
                  <a:pt x="136263" y="101049"/>
                </a:lnTo>
                <a:cubicBezTo>
                  <a:pt x="134426" y="91250"/>
                  <a:pt x="132589" y="85432"/>
                  <a:pt x="130139" y="82983"/>
                </a:cubicBezTo>
                <a:cubicBezTo>
                  <a:pt x="127995" y="80533"/>
                  <a:pt x="123096" y="79308"/>
                  <a:pt x="115135" y="79308"/>
                </a:cubicBezTo>
                <a:lnTo>
                  <a:pt x="38582" y="79308"/>
                </a:lnTo>
                <a:cubicBezTo>
                  <a:pt x="31846" y="79308"/>
                  <a:pt x="27253" y="80227"/>
                  <a:pt x="24497" y="81758"/>
                </a:cubicBezTo>
                <a:cubicBezTo>
                  <a:pt x="21741" y="83289"/>
                  <a:pt x="20210" y="86045"/>
                  <a:pt x="20210" y="89719"/>
                </a:cubicBezTo>
                <a:cubicBezTo>
                  <a:pt x="20210" y="93088"/>
                  <a:pt x="20822" y="96762"/>
                  <a:pt x="21435" y="100437"/>
                </a:cubicBezTo>
                <a:lnTo>
                  <a:pt x="16535" y="100437"/>
                </a:lnTo>
                <a:cubicBezTo>
                  <a:pt x="12555" y="87576"/>
                  <a:pt x="7043" y="72572"/>
                  <a:pt x="0" y="55118"/>
                </a:cubicBezTo>
                <a:lnTo>
                  <a:pt x="612" y="53587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74820-FB64-4B0F-9A3E-3BD2F09F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35" y="2940548"/>
            <a:ext cx="209141" cy="72572"/>
          </a:xfrm>
          <a:custGeom xmlns:a="http://schemas.openxmlformats.org/drawingml/2006/main">
            <a:pathLst>
              <a:path w="209141" h="72572">
                <a:moveTo>
                  <a:pt x="15617" y="22353"/>
                </a:moveTo>
                <a:cubicBezTo>
                  <a:pt x="20210" y="22353"/>
                  <a:pt x="23884" y="23884"/>
                  <a:pt x="26946" y="26946"/>
                </a:cubicBezTo>
                <a:cubicBezTo>
                  <a:pt x="30008" y="30008"/>
                  <a:pt x="31233" y="33989"/>
                  <a:pt x="31233" y="38276"/>
                </a:cubicBezTo>
                <a:cubicBezTo>
                  <a:pt x="31233" y="42563"/>
                  <a:pt x="30008" y="46238"/>
                  <a:pt x="26946" y="49300"/>
                </a:cubicBezTo>
                <a:cubicBezTo>
                  <a:pt x="23884" y="52362"/>
                  <a:pt x="20210" y="53587"/>
                  <a:pt x="15617" y="53587"/>
                </a:cubicBezTo>
                <a:cubicBezTo>
                  <a:pt x="11330" y="53587"/>
                  <a:pt x="7655" y="52056"/>
                  <a:pt x="4593" y="48993"/>
                </a:cubicBezTo>
                <a:cubicBezTo>
                  <a:pt x="1531" y="45931"/>
                  <a:pt x="0" y="42257"/>
                  <a:pt x="0" y="37970"/>
                </a:cubicBezTo>
                <a:cubicBezTo>
                  <a:pt x="0" y="33683"/>
                  <a:pt x="1531" y="30008"/>
                  <a:pt x="4593" y="26946"/>
                </a:cubicBezTo>
                <a:cubicBezTo>
                  <a:pt x="7655" y="23884"/>
                  <a:pt x="11330" y="22353"/>
                  <a:pt x="15617" y="22353"/>
                </a:cubicBezTo>
                <a:close/>
                <a:moveTo>
                  <a:pt x="209141" y="0"/>
                </a:moveTo>
                <a:lnTo>
                  <a:pt x="209141" y="72572"/>
                </a:lnTo>
                <a:lnTo>
                  <a:pt x="204548" y="72572"/>
                </a:lnTo>
                <a:cubicBezTo>
                  <a:pt x="203935" y="62160"/>
                  <a:pt x="202098" y="55424"/>
                  <a:pt x="199036" y="52668"/>
                </a:cubicBezTo>
                <a:cubicBezTo>
                  <a:pt x="195974" y="49912"/>
                  <a:pt x="188931" y="48381"/>
                  <a:pt x="177295" y="48381"/>
                </a:cubicBezTo>
                <a:lnTo>
                  <a:pt x="107786" y="48381"/>
                </a:lnTo>
                <a:cubicBezTo>
                  <a:pt x="100743" y="48381"/>
                  <a:pt x="95843" y="49300"/>
                  <a:pt x="92781" y="50525"/>
                </a:cubicBezTo>
                <a:cubicBezTo>
                  <a:pt x="90025" y="52056"/>
                  <a:pt x="88494" y="54811"/>
                  <a:pt x="88494" y="58486"/>
                </a:cubicBezTo>
                <a:cubicBezTo>
                  <a:pt x="88494" y="63385"/>
                  <a:pt x="89107" y="67672"/>
                  <a:pt x="90025" y="71347"/>
                </a:cubicBezTo>
                <a:lnTo>
                  <a:pt x="85126" y="71347"/>
                </a:lnTo>
                <a:lnTo>
                  <a:pt x="68285" y="23884"/>
                </a:lnTo>
                <a:lnTo>
                  <a:pt x="69509" y="22659"/>
                </a:lnTo>
                <a:lnTo>
                  <a:pt x="176989" y="22659"/>
                </a:lnTo>
                <a:cubicBezTo>
                  <a:pt x="188625" y="22659"/>
                  <a:pt x="195668" y="21435"/>
                  <a:pt x="198730" y="18985"/>
                </a:cubicBezTo>
                <a:cubicBezTo>
                  <a:pt x="201792" y="16535"/>
                  <a:pt x="203935" y="10105"/>
                  <a:pt x="204548" y="0"/>
                </a:cubicBezTo>
                <a:lnTo>
                  <a:pt x="209141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36450-AFBE-484A-8299-42EDCEDE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382" y="2804897"/>
            <a:ext cx="137794" cy="119728"/>
          </a:xfrm>
          <a:custGeom xmlns:a="http://schemas.openxmlformats.org/drawingml/2006/main">
            <a:pathLst>
              <a:path w="137794" h="119728">
                <a:moveTo>
                  <a:pt x="96150" y="0"/>
                </a:moveTo>
                <a:lnTo>
                  <a:pt x="137794" y="4593"/>
                </a:lnTo>
                <a:lnTo>
                  <a:pt x="137794" y="119728"/>
                </a:lnTo>
                <a:lnTo>
                  <a:pt x="133201" y="119728"/>
                </a:lnTo>
                <a:lnTo>
                  <a:pt x="9186" y="38276"/>
                </a:lnTo>
                <a:lnTo>
                  <a:pt x="9186" y="79614"/>
                </a:lnTo>
                <a:cubicBezTo>
                  <a:pt x="9186" y="89413"/>
                  <a:pt x="11024" y="95843"/>
                  <a:pt x="14392" y="99212"/>
                </a:cubicBezTo>
                <a:cubicBezTo>
                  <a:pt x="17760" y="102580"/>
                  <a:pt x="25109" y="105030"/>
                  <a:pt x="36133" y="106255"/>
                </a:cubicBezTo>
                <a:lnTo>
                  <a:pt x="36133" y="111766"/>
                </a:lnTo>
                <a:lnTo>
                  <a:pt x="0" y="110541"/>
                </a:lnTo>
                <a:lnTo>
                  <a:pt x="0" y="4593"/>
                </a:lnTo>
                <a:lnTo>
                  <a:pt x="4593" y="4593"/>
                </a:lnTo>
                <a:lnTo>
                  <a:pt x="128608" y="86963"/>
                </a:lnTo>
                <a:lnTo>
                  <a:pt x="128608" y="46238"/>
                </a:lnTo>
                <a:cubicBezTo>
                  <a:pt x="128608" y="29090"/>
                  <a:pt x="125852" y="18373"/>
                  <a:pt x="120340" y="13779"/>
                </a:cubicBezTo>
                <a:cubicBezTo>
                  <a:pt x="116972" y="11024"/>
                  <a:pt x="108398" y="8268"/>
                  <a:pt x="94925" y="5512"/>
                </a:cubicBezTo>
                <a:lnTo>
                  <a:pt x="96150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0E08E-AAB0-4E5A-A6B2-33510826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2661591"/>
            <a:ext cx="143612" cy="124015"/>
          </a:xfrm>
          <a:custGeom xmlns:a="http://schemas.openxmlformats.org/drawingml/2006/main">
            <a:pathLst>
              <a:path w="143612" h="124015">
                <a:moveTo>
                  <a:pt x="120646" y="0"/>
                </a:moveTo>
                <a:lnTo>
                  <a:pt x="129220" y="0"/>
                </a:lnTo>
                <a:cubicBezTo>
                  <a:pt x="139019" y="7961"/>
                  <a:pt x="143612" y="17148"/>
                  <a:pt x="143612" y="27559"/>
                </a:cubicBezTo>
                <a:cubicBezTo>
                  <a:pt x="143612" y="39195"/>
                  <a:pt x="136263" y="45931"/>
                  <a:pt x="121565" y="47156"/>
                </a:cubicBezTo>
                <a:lnTo>
                  <a:pt x="121565" y="47462"/>
                </a:lnTo>
                <a:cubicBezTo>
                  <a:pt x="136263" y="60629"/>
                  <a:pt x="143612" y="75327"/>
                  <a:pt x="143612" y="91863"/>
                </a:cubicBezTo>
                <a:cubicBezTo>
                  <a:pt x="143612" y="101661"/>
                  <a:pt x="140856" y="109317"/>
                  <a:pt x="135344" y="115135"/>
                </a:cubicBezTo>
                <a:cubicBezTo>
                  <a:pt x="129833" y="121259"/>
                  <a:pt x="122177" y="124015"/>
                  <a:pt x="112073" y="124015"/>
                </a:cubicBezTo>
                <a:cubicBezTo>
                  <a:pt x="97987" y="124015"/>
                  <a:pt x="86045" y="116972"/>
                  <a:pt x="76246" y="102580"/>
                </a:cubicBezTo>
                <a:cubicBezTo>
                  <a:pt x="69816" y="92781"/>
                  <a:pt x="61548" y="74409"/>
                  <a:pt x="51443" y="47462"/>
                </a:cubicBezTo>
                <a:lnTo>
                  <a:pt x="34908" y="47462"/>
                </a:lnTo>
                <a:cubicBezTo>
                  <a:pt x="25722" y="47462"/>
                  <a:pt x="18985" y="49912"/>
                  <a:pt x="14392" y="54199"/>
                </a:cubicBezTo>
                <a:cubicBezTo>
                  <a:pt x="9799" y="58486"/>
                  <a:pt x="7349" y="64304"/>
                  <a:pt x="7349" y="71347"/>
                </a:cubicBezTo>
                <a:cubicBezTo>
                  <a:pt x="7349" y="77471"/>
                  <a:pt x="8880" y="82676"/>
                  <a:pt x="11942" y="86657"/>
                </a:cubicBezTo>
                <a:cubicBezTo>
                  <a:pt x="15004" y="90944"/>
                  <a:pt x="18373" y="92781"/>
                  <a:pt x="22353" y="92781"/>
                </a:cubicBezTo>
                <a:cubicBezTo>
                  <a:pt x="24191" y="92781"/>
                  <a:pt x="26334" y="92475"/>
                  <a:pt x="28477" y="91863"/>
                </a:cubicBezTo>
                <a:cubicBezTo>
                  <a:pt x="30927" y="91250"/>
                  <a:pt x="33071" y="90944"/>
                  <a:pt x="35214" y="90944"/>
                </a:cubicBezTo>
                <a:cubicBezTo>
                  <a:pt x="38276" y="90944"/>
                  <a:pt x="41338" y="92475"/>
                  <a:pt x="43788" y="95231"/>
                </a:cubicBezTo>
                <a:cubicBezTo>
                  <a:pt x="46544" y="97987"/>
                  <a:pt x="47769" y="101355"/>
                  <a:pt x="47769" y="105030"/>
                </a:cubicBezTo>
                <a:cubicBezTo>
                  <a:pt x="47769" y="108704"/>
                  <a:pt x="46544" y="111766"/>
                  <a:pt x="43788" y="114216"/>
                </a:cubicBezTo>
                <a:cubicBezTo>
                  <a:pt x="41338" y="116972"/>
                  <a:pt x="37970" y="118197"/>
                  <a:pt x="33683" y="118197"/>
                </a:cubicBezTo>
                <a:cubicBezTo>
                  <a:pt x="23884" y="118197"/>
                  <a:pt x="15923" y="112991"/>
                  <a:pt x="9186" y="102580"/>
                </a:cubicBezTo>
                <a:cubicBezTo>
                  <a:pt x="3062" y="93088"/>
                  <a:pt x="0" y="81452"/>
                  <a:pt x="0" y="67366"/>
                </a:cubicBezTo>
                <a:cubicBezTo>
                  <a:pt x="0" y="50831"/>
                  <a:pt x="4593" y="38889"/>
                  <a:pt x="13779" y="31233"/>
                </a:cubicBezTo>
                <a:cubicBezTo>
                  <a:pt x="18066" y="27559"/>
                  <a:pt x="22659" y="25415"/>
                  <a:pt x="26946" y="24191"/>
                </a:cubicBezTo>
                <a:cubicBezTo>
                  <a:pt x="31233" y="23272"/>
                  <a:pt x="38276" y="22659"/>
                  <a:pt x="47769" y="22659"/>
                </a:cubicBezTo>
                <a:lnTo>
                  <a:pt x="106255" y="22659"/>
                </a:lnTo>
                <a:cubicBezTo>
                  <a:pt x="119728" y="22659"/>
                  <a:pt x="126464" y="19597"/>
                  <a:pt x="126464" y="13167"/>
                </a:cubicBezTo>
                <a:cubicBezTo>
                  <a:pt x="126464" y="9186"/>
                  <a:pt x="124627" y="4899"/>
                  <a:pt x="120646" y="0"/>
                </a:cubicBezTo>
                <a:close/>
                <a:moveTo>
                  <a:pt x="101968" y="47462"/>
                </a:moveTo>
                <a:lnTo>
                  <a:pt x="58792" y="47462"/>
                </a:lnTo>
                <a:cubicBezTo>
                  <a:pt x="65529" y="66447"/>
                  <a:pt x="72265" y="79308"/>
                  <a:pt x="79002" y="86657"/>
                </a:cubicBezTo>
                <a:cubicBezTo>
                  <a:pt x="85432" y="93700"/>
                  <a:pt x="93394" y="97068"/>
                  <a:pt x="102580" y="97068"/>
                </a:cubicBezTo>
                <a:cubicBezTo>
                  <a:pt x="110541" y="97068"/>
                  <a:pt x="116359" y="95231"/>
                  <a:pt x="120340" y="91250"/>
                </a:cubicBezTo>
                <a:cubicBezTo>
                  <a:pt x="124321" y="87576"/>
                  <a:pt x="126158" y="82370"/>
                  <a:pt x="126158" y="75940"/>
                </a:cubicBezTo>
                <a:cubicBezTo>
                  <a:pt x="126158" y="69203"/>
                  <a:pt x="124627" y="63385"/>
                  <a:pt x="121259" y="58180"/>
                </a:cubicBezTo>
                <a:cubicBezTo>
                  <a:pt x="118197" y="53893"/>
                  <a:pt x="115441" y="51137"/>
                  <a:pt x="112685" y="49606"/>
                </a:cubicBezTo>
                <a:cubicBezTo>
                  <a:pt x="110235" y="48381"/>
                  <a:pt x="106561" y="47462"/>
                  <a:pt x="101968" y="47462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A4321-F663-4122-8782-4F855A62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881" y="2575547"/>
            <a:ext cx="180051" cy="81452"/>
          </a:xfrm>
          <a:custGeom xmlns:a="http://schemas.openxmlformats.org/drawingml/2006/main">
            <a:pathLst>
              <a:path w="180051" h="81452">
                <a:moveTo>
                  <a:pt x="153717" y="3981"/>
                </a:moveTo>
                <a:lnTo>
                  <a:pt x="157085" y="0"/>
                </a:lnTo>
                <a:cubicBezTo>
                  <a:pt x="172396" y="9799"/>
                  <a:pt x="180051" y="22353"/>
                  <a:pt x="180051" y="37051"/>
                </a:cubicBezTo>
                <a:cubicBezTo>
                  <a:pt x="180051" y="55118"/>
                  <a:pt x="167190" y="63998"/>
                  <a:pt x="141469" y="63998"/>
                </a:cubicBezTo>
                <a:lnTo>
                  <a:pt x="49300" y="63998"/>
                </a:lnTo>
                <a:lnTo>
                  <a:pt x="49300" y="80227"/>
                </a:lnTo>
                <a:cubicBezTo>
                  <a:pt x="48687" y="81145"/>
                  <a:pt x="48075" y="81452"/>
                  <a:pt x="47156" y="81452"/>
                </a:cubicBezTo>
                <a:cubicBezTo>
                  <a:pt x="45625" y="81452"/>
                  <a:pt x="43788" y="79921"/>
                  <a:pt x="41338" y="76246"/>
                </a:cubicBezTo>
                <a:cubicBezTo>
                  <a:pt x="37051" y="68591"/>
                  <a:pt x="26028" y="58792"/>
                  <a:pt x="8574" y="46544"/>
                </a:cubicBezTo>
                <a:cubicBezTo>
                  <a:pt x="7961" y="46238"/>
                  <a:pt x="6737" y="45319"/>
                  <a:pt x="4899" y="43788"/>
                </a:cubicBezTo>
                <a:cubicBezTo>
                  <a:pt x="3062" y="42257"/>
                  <a:pt x="1225" y="41032"/>
                  <a:pt x="0" y="40420"/>
                </a:cubicBezTo>
                <a:cubicBezTo>
                  <a:pt x="0" y="39195"/>
                  <a:pt x="1531" y="38276"/>
                  <a:pt x="3981" y="38276"/>
                </a:cubicBezTo>
                <a:lnTo>
                  <a:pt x="39501" y="38276"/>
                </a:lnTo>
                <a:lnTo>
                  <a:pt x="39501" y="7349"/>
                </a:lnTo>
                <a:lnTo>
                  <a:pt x="49300" y="7349"/>
                </a:lnTo>
                <a:lnTo>
                  <a:pt x="49300" y="38276"/>
                </a:lnTo>
                <a:lnTo>
                  <a:pt x="136875" y="38276"/>
                </a:lnTo>
                <a:cubicBezTo>
                  <a:pt x="146674" y="38276"/>
                  <a:pt x="153717" y="37051"/>
                  <a:pt x="158004" y="34602"/>
                </a:cubicBezTo>
                <a:cubicBezTo>
                  <a:pt x="162291" y="32152"/>
                  <a:pt x="164434" y="28171"/>
                  <a:pt x="164434" y="22353"/>
                </a:cubicBezTo>
                <a:cubicBezTo>
                  <a:pt x="164434" y="16229"/>
                  <a:pt x="161066" y="10105"/>
                  <a:pt x="153717" y="3981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E7F8B-FF40-42C0-897E-3B50D586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35" y="2498382"/>
            <a:ext cx="209141" cy="72572"/>
          </a:xfrm>
          <a:custGeom xmlns:a="http://schemas.openxmlformats.org/drawingml/2006/main">
            <a:pathLst>
              <a:path w="209141" h="72572">
                <a:moveTo>
                  <a:pt x="15617" y="22353"/>
                </a:moveTo>
                <a:cubicBezTo>
                  <a:pt x="20210" y="22353"/>
                  <a:pt x="23884" y="23884"/>
                  <a:pt x="26946" y="26946"/>
                </a:cubicBezTo>
                <a:cubicBezTo>
                  <a:pt x="30008" y="30008"/>
                  <a:pt x="31233" y="33989"/>
                  <a:pt x="31233" y="38276"/>
                </a:cubicBezTo>
                <a:cubicBezTo>
                  <a:pt x="31233" y="42563"/>
                  <a:pt x="30008" y="46238"/>
                  <a:pt x="26946" y="49300"/>
                </a:cubicBezTo>
                <a:cubicBezTo>
                  <a:pt x="23884" y="52362"/>
                  <a:pt x="20210" y="53587"/>
                  <a:pt x="15617" y="53587"/>
                </a:cubicBezTo>
                <a:cubicBezTo>
                  <a:pt x="11330" y="53587"/>
                  <a:pt x="7655" y="52056"/>
                  <a:pt x="4593" y="48993"/>
                </a:cubicBezTo>
                <a:cubicBezTo>
                  <a:pt x="1531" y="45931"/>
                  <a:pt x="0" y="42257"/>
                  <a:pt x="0" y="37970"/>
                </a:cubicBezTo>
                <a:cubicBezTo>
                  <a:pt x="0" y="33683"/>
                  <a:pt x="1531" y="30008"/>
                  <a:pt x="4593" y="26946"/>
                </a:cubicBezTo>
                <a:cubicBezTo>
                  <a:pt x="7655" y="23884"/>
                  <a:pt x="11330" y="22353"/>
                  <a:pt x="15617" y="22353"/>
                </a:cubicBezTo>
                <a:close/>
                <a:moveTo>
                  <a:pt x="209141" y="0"/>
                </a:moveTo>
                <a:lnTo>
                  <a:pt x="209141" y="72572"/>
                </a:lnTo>
                <a:lnTo>
                  <a:pt x="204548" y="72572"/>
                </a:lnTo>
                <a:cubicBezTo>
                  <a:pt x="203935" y="62160"/>
                  <a:pt x="202098" y="55424"/>
                  <a:pt x="199036" y="52668"/>
                </a:cubicBezTo>
                <a:cubicBezTo>
                  <a:pt x="195974" y="49912"/>
                  <a:pt x="188931" y="48381"/>
                  <a:pt x="177295" y="48381"/>
                </a:cubicBezTo>
                <a:lnTo>
                  <a:pt x="107786" y="48381"/>
                </a:lnTo>
                <a:cubicBezTo>
                  <a:pt x="100743" y="48381"/>
                  <a:pt x="95843" y="49300"/>
                  <a:pt x="92781" y="50525"/>
                </a:cubicBezTo>
                <a:cubicBezTo>
                  <a:pt x="90025" y="52056"/>
                  <a:pt x="88494" y="54811"/>
                  <a:pt x="88494" y="58486"/>
                </a:cubicBezTo>
                <a:cubicBezTo>
                  <a:pt x="88494" y="63385"/>
                  <a:pt x="89107" y="67672"/>
                  <a:pt x="90025" y="71347"/>
                </a:cubicBezTo>
                <a:lnTo>
                  <a:pt x="85126" y="71347"/>
                </a:lnTo>
                <a:lnTo>
                  <a:pt x="68285" y="23884"/>
                </a:lnTo>
                <a:lnTo>
                  <a:pt x="69509" y="22659"/>
                </a:lnTo>
                <a:lnTo>
                  <a:pt x="176989" y="22659"/>
                </a:lnTo>
                <a:cubicBezTo>
                  <a:pt x="188625" y="22659"/>
                  <a:pt x="195668" y="21435"/>
                  <a:pt x="198730" y="18985"/>
                </a:cubicBezTo>
                <a:cubicBezTo>
                  <a:pt x="201792" y="16535"/>
                  <a:pt x="203935" y="10105"/>
                  <a:pt x="204548" y="0"/>
                </a:cubicBezTo>
                <a:lnTo>
                  <a:pt x="209141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FE77A-9722-4077-AAB3-92483840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2346808"/>
            <a:ext cx="143612" cy="135038"/>
          </a:xfrm>
          <a:custGeom xmlns:a="http://schemas.openxmlformats.org/drawingml/2006/main">
            <a:pathLst>
              <a:path w="143612" h="135038">
                <a:moveTo>
                  <a:pt x="70122" y="0"/>
                </a:moveTo>
                <a:cubicBezTo>
                  <a:pt x="91557" y="0"/>
                  <a:pt x="109317" y="6430"/>
                  <a:pt x="123096" y="19291"/>
                </a:cubicBezTo>
                <a:cubicBezTo>
                  <a:pt x="136875" y="32152"/>
                  <a:pt x="143612" y="48687"/>
                  <a:pt x="143612" y="68897"/>
                </a:cubicBezTo>
                <a:cubicBezTo>
                  <a:pt x="143612" y="87882"/>
                  <a:pt x="136875" y="103499"/>
                  <a:pt x="123096" y="116053"/>
                </a:cubicBezTo>
                <a:cubicBezTo>
                  <a:pt x="109623" y="128914"/>
                  <a:pt x="92169" y="135038"/>
                  <a:pt x="71041" y="135038"/>
                </a:cubicBezTo>
                <a:cubicBezTo>
                  <a:pt x="49912" y="135038"/>
                  <a:pt x="32764" y="128914"/>
                  <a:pt x="19597" y="116053"/>
                </a:cubicBezTo>
                <a:cubicBezTo>
                  <a:pt x="6737" y="103499"/>
                  <a:pt x="0" y="86963"/>
                  <a:pt x="0" y="66141"/>
                </a:cubicBezTo>
                <a:cubicBezTo>
                  <a:pt x="0" y="47156"/>
                  <a:pt x="6737" y="31540"/>
                  <a:pt x="19597" y="18985"/>
                </a:cubicBezTo>
                <a:cubicBezTo>
                  <a:pt x="32458" y="6430"/>
                  <a:pt x="49300" y="0"/>
                  <a:pt x="70122" y="0"/>
                </a:cubicBezTo>
                <a:close/>
                <a:moveTo>
                  <a:pt x="78390" y="27559"/>
                </a:moveTo>
                <a:cubicBezTo>
                  <a:pt x="55118" y="27559"/>
                  <a:pt x="37051" y="32764"/>
                  <a:pt x="23884" y="42869"/>
                </a:cubicBezTo>
                <a:cubicBezTo>
                  <a:pt x="13779" y="51137"/>
                  <a:pt x="8574" y="60936"/>
                  <a:pt x="8574" y="71959"/>
                </a:cubicBezTo>
                <a:cubicBezTo>
                  <a:pt x="8574" y="82676"/>
                  <a:pt x="13167" y="91250"/>
                  <a:pt x="21741" y="97681"/>
                </a:cubicBezTo>
                <a:cubicBezTo>
                  <a:pt x="30315" y="104417"/>
                  <a:pt x="42257" y="107479"/>
                  <a:pt x="57261" y="107479"/>
                </a:cubicBezTo>
                <a:cubicBezTo>
                  <a:pt x="83595" y="107479"/>
                  <a:pt x="104417" y="102274"/>
                  <a:pt x="120034" y="91250"/>
                </a:cubicBezTo>
                <a:cubicBezTo>
                  <a:pt x="130445" y="84514"/>
                  <a:pt x="135344" y="75327"/>
                  <a:pt x="135344" y="63691"/>
                </a:cubicBezTo>
                <a:cubicBezTo>
                  <a:pt x="135344" y="52668"/>
                  <a:pt x="130445" y="43788"/>
                  <a:pt x="120340" y="37358"/>
                </a:cubicBezTo>
                <a:cubicBezTo>
                  <a:pt x="110235" y="30927"/>
                  <a:pt x="96150" y="27559"/>
                  <a:pt x="78390" y="27559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20A08-7B79-4082-A3B2-27AD36AA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2189111"/>
            <a:ext cx="140856" cy="143612"/>
          </a:xfrm>
          <a:custGeom xmlns:a="http://schemas.openxmlformats.org/drawingml/2006/main">
            <a:pathLst>
              <a:path w="140856" h="143612">
                <a:moveTo>
                  <a:pt x="140856" y="0"/>
                </a:moveTo>
                <a:lnTo>
                  <a:pt x="140856" y="63691"/>
                </a:lnTo>
                <a:lnTo>
                  <a:pt x="136263" y="63385"/>
                </a:lnTo>
                <a:cubicBezTo>
                  <a:pt x="135651" y="56036"/>
                  <a:pt x="133507" y="50831"/>
                  <a:pt x="129833" y="48381"/>
                </a:cubicBezTo>
                <a:cubicBezTo>
                  <a:pt x="126158" y="45931"/>
                  <a:pt x="119115" y="44400"/>
                  <a:pt x="108704" y="44400"/>
                </a:cubicBezTo>
                <a:lnTo>
                  <a:pt x="47769" y="44400"/>
                </a:lnTo>
                <a:cubicBezTo>
                  <a:pt x="27253" y="44400"/>
                  <a:pt x="16842" y="52056"/>
                  <a:pt x="16842" y="66754"/>
                </a:cubicBezTo>
                <a:cubicBezTo>
                  <a:pt x="16842" y="71959"/>
                  <a:pt x="18066" y="76858"/>
                  <a:pt x="20516" y="81145"/>
                </a:cubicBezTo>
                <a:cubicBezTo>
                  <a:pt x="22966" y="85739"/>
                  <a:pt x="27559" y="91557"/>
                  <a:pt x="34295" y="98293"/>
                </a:cubicBezTo>
                <a:lnTo>
                  <a:pt x="118809" y="98293"/>
                </a:lnTo>
                <a:cubicBezTo>
                  <a:pt x="124933" y="98293"/>
                  <a:pt x="129220" y="97068"/>
                  <a:pt x="131670" y="94312"/>
                </a:cubicBezTo>
                <a:cubicBezTo>
                  <a:pt x="134120" y="91557"/>
                  <a:pt x="135651" y="86351"/>
                  <a:pt x="136263" y="78390"/>
                </a:cubicBezTo>
                <a:lnTo>
                  <a:pt x="140856" y="78390"/>
                </a:lnTo>
                <a:lnTo>
                  <a:pt x="140856" y="143000"/>
                </a:lnTo>
                <a:lnTo>
                  <a:pt x="136263" y="143000"/>
                </a:lnTo>
                <a:cubicBezTo>
                  <a:pt x="135651" y="135344"/>
                  <a:pt x="133813" y="130139"/>
                  <a:pt x="130751" y="127689"/>
                </a:cubicBezTo>
                <a:cubicBezTo>
                  <a:pt x="127689" y="125240"/>
                  <a:pt x="121259" y="124015"/>
                  <a:pt x="112073" y="124015"/>
                </a:cubicBezTo>
                <a:lnTo>
                  <a:pt x="37664" y="124015"/>
                </a:lnTo>
                <a:cubicBezTo>
                  <a:pt x="30315" y="124015"/>
                  <a:pt x="25109" y="124933"/>
                  <a:pt x="22047" y="126158"/>
                </a:cubicBezTo>
                <a:cubicBezTo>
                  <a:pt x="19291" y="127689"/>
                  <a:pt x="17760" y="130445"/>
                  <a:pt x="17760" y="134732"/>
                </a:cubicBezTo>
                <a:cubicBezTo>
                  <a:pt x="17760" y="139019"/>
                  <a:pt x="18373" y="141775"/>
                  <a:pt x="18985" y="143612"/>
                </a:cubicBezTo>
                <a:lnTo>
                  <a:pt x="13779" y="143612"/>
                </a:lnTo>
                <a:cubicBezTo>
                  <a:pt x="9799" y="129526"/>
                  <a:pt x="5206" y="115441"/>
                  <a:pt x="0" y="101661"/>
                </a:cubicBezTo>
                <a:lnTo>
                  <a:pt x="919" y="99212"/>
                </a:lnTo>
                <a:lnTo>
                  <a:pt x="24803" y="99212"/>
                </a:lnTo>
                <a:lnTo>
                  <a:pt x="24803" y="98906"/>
                </a:lnTo>
                <a:cubicBezTo>
                  <a:pt x="8268" y="84514"/>
                  <a:pt x="0" y="69816"/>
                  <a:pt x="0" y="54811"/>
                </a:cubicBezTo>
                <a:cubicBezTo>
                  <a:pt x="0" y="43175"/>
                  <a:pt x="4287" y="34295"/>
                  <a:pt x="12248" y="28171"/>
                </a:cubicBezTo>
                <a:cubicBezTo>
                  <a:pt x="20516" y="22047"/>
                  <a:pt x="32152" y="18679"/>
                  <a:pt x="47156" y="18679"/>
                </a:cubicBezTo>
                <a:lnTo>
                  <a:pt x="114828" y="18679"/>
                </a:lnTo>
                <a:cubicBezTo>
                  <a:pt x="123096" y="18679"/>
                  <a:pt x="128608" y="17454"/>
                  <a:pt x="131058" y="15004"/>
                </a:cubicBezTo>
                <a:cubicBezTo>
                  <a:pt x="133813" y="12555"/>
                  <a:pt x="135651" y="7655"/>
                  <a:pt x="136263" y="0"/>
                </a:cubicBezTo>
                <a:lnTo>
                  <a:pt x="140856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C2AB2-E172-4CB8-9B7E-0B858753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35" y="1990687"/>
            <a:ext cx="209141" cy="111154"/>
          </a:xfrm>
          <a:custGeom xmlns:a="http://schemas.openxmlformats.org/drawingml/2006/main">
            <a:pathLst>
              <a:path w="209141" h="111154">
                <a:moveTo>
                  <a:pt x="71347" y="110848"/>
                </a:moveTo>
                <a:lnTo>
                  <a:pt x="71347" y="85739"/>
                </a:lnTo>
                <a:cubicBezTo>
                  <a:pt x="59098" y="85739"/>
                  <a:pt x="49606" y="84820"/>
                  <a:pt x="42869" y="83289"/>
                </a:cubicBezTo>
                <a:cubicBezTo>
                  <a:pt x="36133" y="82064"/>
                  <a:pt x="29090" y="79308"/>
                  <a:pt x="22047" y="75021"/>
                </a:cubicBezTo>
                <a:cubicBezTo>
                  <a:pt x="7349" y="66447"/>
                  <a:pt x="0" y="52056"/>
                  <a:pt x="0" y="31846"/>
                </a:cubicBezTo>
                <a:cubicBezTo>
                  <a:pt x="0" y="22659"/>
                  <a:pt x="1837" y="15310"/>
                  <a:pt x="5512" y="9186"/>
                </a:cubicBezTo>
                <a:cubicBezTo>
                  <a:pt x="9186" y="3062"/>
                  <a:pt x="13473" y="0"/>
                  <a:pt x="18985" y="0"/>
                </a:cubicBezTo>
                <a:cubicBezTo>
                  <a:pt x="22659" y="0"/>
                  <a:pt x="25415" y="1225"/>
                  <a:pt x="27865" y="3675"/>
                </a:cubicBezTo>
                <a:cubicBezTo>
                  <a:pt x="30315" y="6124"/>
                  <a:pt x="31540" y="9186"/>
                  <a:pt x="31540" y="12861"/>
                </a:cubicBezTo>
                <a:cubicBezTo>
                  <a:pt x="31540" y="17760"/>
                  <a:pt x="27865" y="22353"/>
                  <a:pt x="20516" y="26640"/>
                </a:cubicBezTo>
                <a:cubicBezTo>
                  <a:pt x="12555" y="31540"/>
                  <a:pt x="8574" y="37051"/>
                  <a:pt x="8574" y="42869"/>
                </a:cubicBezTo>
                <a:cubicBezTo>
                  <a:pt x="8574" y="54505"/>
                  <a:pt x="17760" y="60017"/>
                  <a:pt x="35826" y="60017"/>
                </a:cubicBezTo>
                <a:lnTo>
                  <a:pt x="71347" y="60017"/>
                </a:lnTo>
                <a:lnTo>
                  <a:pt x="71347" y="22659"/>
                </a:lnTo>
                <a:lnTo>
                  <a:pt x="81145" y="22659"/>
                </a:lnTo>
                <a:lnTo>
                  <a:pt x="81145" y="60017"/>
                </a:lnTo>
                <a:lnTo>
                  <a:pt x="177295" y="60017"/>
                </a:lnTo>
                <a:cubicBezTo>
                  <a:pt x="188931" y="60017"/>
                  <a:pt x="196280" y="58486"/>
                  <a:pt x="199342" y="55118"/>
                </a:cubicBezTo>
                <a:cubicBezTo>
                  <a:pt x="202404" y="52056"/>
                  <a:pt x="204241" y="44094"/>
                  <a:pt x="204548" y="31540"/>
                </a:cubicBezTo>
                <a:lnTo>
                  <a:pt x="209141" y="31540"/>
                </a:lnTo>
                <a:lnTo>
                  <a:pt x="209141" y="111154"/>
                </a:lnTo>
                <a:lnTo>
                  <a:pt x="204548" y="111154"/>
                </a:lnTo>
                <a:cubicBezTo>
                  <a:pt x="203935" y="100130"/>
                  <a:pt x="202098" y="93394"/>
                  <a:pt x="199036" y="90332"/>
                </a:cubicBezTo>
                <a:cubicBezTo>
                  <a:pt x="195974" y="87270"/>
                  <a:pt x="188625" y="85739"/>
                  <a:pt x="177295" y="85739"/>
                </a:cubicBezTo>
                <a:lnTo>
                  <a:pt x="81145" y="85739"/>
                </a:lnTo>
                <a:lnTo>
                  <a:pt x="81145" y="110848"/>
                </a:lnTo>
                <a:lnTo>
                  <a:pt x="71347" y="110848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49DEC-E3B4-4213-9B8C-5F660135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1903418"/>
            <a:ext cx="140856" cy="101049"/>
          </a:xfrm>
          <a:custGeom xmlns:a="http://schemas.openxmlformats.org/drawingml/2006/main">
            <a:pathLst>
              <a:path w="140856" h="101049">
                <a:moveTo>
                  <a:pt x="612" y="53587"/>
                </a:moveTo>
                <a:lnTo>
                  <a:pt x="28784" y="53587"/>
                </a:lnTo>
                <a:cubicBezTo>
                  <a:pt x="17760" y="45931"/>
                  <a:pt x="10411" y="39501"/>
                  <a:pt x="6124" y="34295"/>
                </a:cubicBezTo>
                <a:cubicBezTo>
                  <a:pt x="2143" y="29090"/>
                  <a:pt x="0" y="23272"/>
                  <a:pt x="0" y="16842"/>
                </a:cubicBezTo>
                <a:cubicBezTo>
                  <a:pt x="0" y="11636"/>
                  <a:pt x="1531" y="7655"/>
                  <a:pt x="4287" y="4593"/>
                </a:cubicBezTo>
                <a:cubicBezTo>
                  <a:pt x="7349" y="1531"/>
                  <a:pt x="11330" y="0"/>
                  <a:pt x="16229" y="0"/>
                </a:cubicBezTo>
                <a:cubicBezTo>
                  <a:pt x="20516" y="0"/>
                  <a:pt x="23884" y="1225"/>
                  <a:pt x="26334" y="3368"/>
                </a:cubicBezTo>
                <a:cubicBezTo>
                  <a:pt x="28784" y="5512"/>
                  <a:pt x="30008" y="8268"/>
                  <a:pt x="30008" y="11942"/>
                </a:cubicBezTo>
                <a:cubicBezTo>
                  <a:pt x="30008" y="15923"/>
                  <a:pt x="28171" y="19904"/>
                  <a:pt x="23884" y="24191"/>
                </a:cubicBezTo>
                <a:cubicBezTo>
                  <a:pt x="20822" y="27559"/>
                  <a:pt x="19291" y="30315"/>
                  <a:pt x="19291" y="32152"/>
                </a:cubicBezTo>
                <a:cubicBezTo>
                  <a:pt x="19291" y="36439"/>
                  <a:pt x="22353" y="41338"/>
                  <a:pt x="28171" y="46238"/>
                </a:cubicBezTo>
                <a:cubicBezTo>
                  <a:pt x="34295" y="51137"/>
                  <a:pt x="39501" y="53587"/>
                  <a:pt x="44400" y="53587"/>
                </a:cubicBezTo>
                <a:lnTo>
                  <a:pt x="113297" y="53587"/>
                </a:lnTo>
                <a:cubicBezTo>
                  <a:pt x="122177" y="53587"/>
                  <a:pt x="127995" y="52056"/>
                  <a:pt x="131058" y="48381"/>
                </a:cubicBezTo>
                <a:cubicBezTo>
                  <a:pt x="134120" y="45013"/>
                  <a:pt x="135957" y="37970"/>
                  <a:pt x="136263" y="27559"/>
                </a:cubicBezTo>
                <a:lnTo>
                  <a:pt x="140856" y="27559"/>
                </a:lnTo>
                <a:lnTo>
                  <a:pt x="140856" y="101049"/>
                </a:lnTo>
                <a:lnTo>
                  <a:pt x="136263" y="101049"/>
                </a:lnTo>
                <a:cubicBezTo>
                  <a:pt x="134426" y="91250"/>
                  <a:pt x="132589" y="85432"/>
                  <a:pt x="130139" y="82983"/>
                </a:cubicBezTo>
                <a:cubicBezTo>
                  <a:pt x="127995" y="80533"/>
                  <a:pt x="123096" y="79308"/>
                  <a:pt x="115135" y="79308"/>
                </a:cubicBezTo>
                <a:lnTo>
                  <a:pt x="38582" y="79308"/>
                </a:lnTo>
                <a:cubicBezTo>
                  <a:pt x="31846" y="79308"/>
                  <a:pt x="27253" y="80227"/>
                  <a:pt x="24497" y="81758"/>
                </a:cubicBezTo>
                <a:cubicBezTo>
                  <a:pt x="21741" y="83289"/>
                  <a:pt x="20210" y="86045"/>
                  <a:pt x="20210" y="89719"/>
                </a:cubicBezTo>
                <a:cubicBezTo>
                  <a:pt x="20210" y="93088"/>
                  <a:pt x="20822" y="96762"/>
                  <a:pt x="21435" y="100437"/>
                </a:cubicBezTo>
                <a:lnTo>
                  <a:pt x="16535" y="100437"/>
                </a:lnTo>
                <a:cubicBezTo>
                  <a:pt x="12555" y="87576"/>
                  <a:pt x="7043" y="72572"/>
                  <a:pt x="0" y="55118"/>
                </a:cubicBezTo>
                <a:lnTo>
                  <a:pt x="612" y="53587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1451A-50CB-4388-A5EA-6D23186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1768686"/>
            <a:ext cx="143612" cy="124015"/>
          </a:xfrm>
          <a:custGeom xmlns:a="http://schemas.openxmlformats.org/drawingml/2006/main">
            <a:pathLst>
              <a:path w="143612" h="124015">
                <a:moveTo>
                  <a:pt x="120646" y="0"/>
                </a:moveTo>
                <a:lnTo>
                  <a:pt x="129220" y="0"/>
                </a:lnTo>
                <a:cubicBezTo>
                  <a:pt x="139019" y="7961"/>
                  <a:pt x="143612" y="17148"/>
                  <a:pt x="143612" y="27559"/>
                </a:cubicBezTo>
                <a:cubicBezTo>
                  <a:pt x="143612" y="39195"/>
                  <a:pt x="136263" y="45931"/>
                  <a:pt x="121565" y="47156"/>
                </a:cubicBezTo>
                <a:lnTo>
                  <a:pt x="121565" y="47462"/>
                </a:lnTo>
                <a:cubicBezTo>
                  <a:pt x="136263" y="60629"/>
                  <a:pt x="143612" y="75327"/>
                  <a:pt x="143612" y="91863"/>
                </a:cubicBezTo>
                <a:cubicBezTo>
                  <a:pt x="143612" y="101661"/>
                  <a:pt x="140856" y="109317"/>
                  <a:pt x="135344" y="115135"/>
                </a:cubicBezTo>
                <a:cubicBezTo>
                  <a:pt x="129833" y="121259"/>
                  <a:pt x="122177" y="124015"/>
                  <a:pt x="112073" y="124015"/>
                </a:cubicBezTo>
                <a:cubicBezTo>
                  <a:pt x="97987" y="124015"/>
                  <a:pt x="86045" y="116972"/>
                  <a:pt x="76246" y="102580"/>
                </a:cubicBezTo>
                <a:cubicBezTo>
                  <a:pt x="69816" y="92781"/>
                  <a:pt x="61548" y="74409"/>
                  <a:pt x="51443" y="47462"/>
                </a:cubicBezTo>
                <a:lnTo>
                  <a:pt x="34908" y="47462"/>
                </a:lnTo>
                <a:cubicBezTo>
                  <a:pt x="25722" y="47462"/>
                  <a:pt x="18985" y="49912"/>
                  <a:pt x="14392" y="54199"/>
                </a:cubicBezTo>
                <a:cubicBezTo>
                  <a:pt x="9799" y="58486"/>
                  <a:pt x="7349" y="64304"/>
                  <a:pt x="7349" y="71347"/>
                </a:cubicBezTo>
                <a:cubicBezTo>
                  <a:pt x="7349" y="77471"/>
                  <a:pt x="8880" y="82676"/>
                  <a:pt x="11942" y="86657"/>
                </a:cubicBezTo>
                <a:cubicBezTo>
                  <a:pt x="15004" y="90944"/>
                  <a:pt x="18373" y="92781"/>
                  <a:pt x="22353" y="92781"/>
                </a:cubicBezTo>
                <a:cubicBezTo>
                  <a:pt x="24191" y="92781"/>
                  <a:pt x="26334" y="92475"/>
                  <a:pt x="28477" y="91863"/>
                </a:cubicBezTo>
                <a:cubicBezTo>
                  <a:pt x="30927" y="91250"/>
                  <a:pt x="33071" y="90944"/>
                  <a:pt x="35214" y="90944"/>
                </a:cubicBezTo>
                <a:cubicBezTo>
                  <a:pt x="38276" y="90944"/>
                  <a:pt x="41338" y="92475"/>
                  <a:pt x="43788" y="95231"/>
                </a:cubicBezTo>
                <a:cubicBezTo>
                  <a:pt x="46544" y="97987"/>
                  <a:pt x="47769" y="101355"/>
                  <a:pt x="47769" y="105030"/>
                </a:cubicBezTo>
                <a:cubicBezTo>
                  <a:pt x="47769" y="108704"/>
                  <a:pt x="46544" y="111766"/>
                  <a:pt x="43788" y="114216"/>
                </a:cubicBezTo>
                <a:cubicBezTo>
                  <a:pt x="41338" y="116972"/>
                  <a:pt x="37970" y="118197"/>
                  <a:pt x="33683" y="118197"/>
                </a:cubicBezTo>
                <a:cubicBezTo>
                  <a:pt x="23884" y="118197"/>
                  <a:pt x="15923" y="112991"/>
                  <a:pt x="9186" y="102580"/>
                </a:cubicBezTo>
                <a:cubicBezTo>
                  <a:pt x="3062" y="93088"/>
                  <a:pt x="0" y="81452"/>
                  <a:pt x="0" y="67366"/>
                </a:cubicBezTo>
                <a:cubicBezTo>
                  <a:pt x="0" y="50831"/>
                  <a:pt x="4593" y="38889"/>
                  <a:pt x="13779" y="31233"/>
                </a:cubicBezTo>
                <a:cubicBezTo>
                  <a:pt x="18066" y="27559"/>
                  <a:pt x="22659" y="25415"/>
                  <a:pt x="26946" y="24191"/>
                </a:cubicBezTo>
                <a:cubicBezTo>
                  <a:pt x="31233" y="23272"/>
                  <a:pt x="38276" y="22659"/>
                  <a:pt x="47769" y="22659"/>
                </a:cubicBezTo>
                <a:lnTo>
                  <a:pt x="106255" y="22659"/>
                </a:lnTo>
                <a:cubicBezTo>
                  <a:pt x="119728" y="22659"/>
                  <a:pt x="126464" y="19597"/>
                  <a:pt x="126464" y="13167"/>
                </a:cubicBezTo>
                <a:cubicBezTo>
                  <a:pt x="126464" y="9186"/>
                  <a:pt x="124627" y="4899"/>
                  <a:pt x="120646" y="0"/>
                </a:cubicBezTo>
                <a:close/>
                <a:moveTo>
                  <a:pt x="101968" y="47462"/>
                </a:moveTo>
                <a:lnTo>
                  <a:pt x="58792" y="47462"/>
                </a:lnTo>
                <a:cubicBezTo>
                  <a:pt x="65529" y="66447"/>
                  <a:pt x="72265" y="79308"/>
                  <a:pt x="79002" y="86657"/>
                </a:cubicBezTo>
                <a:cubicBezTo>
                  <a:pt x="85432" y="93700"/>
                  <a:pt x="93394" y="97068"/>
                  <a:pt x="102580" y="97068"/>
                </a:cubicBezTo>
                <a:cubicBezTo>
                  <a:pt x="110541" y="97068"/>
                  <a:pt x="116359" y="95231"/>
                  <a:pt x="120340" y="91250"/>
                </a:cubicBezTo>
                <a:cubicBezTo>
                  <a:pt x="124321" y="87576"/>
                  <a:pt x="126158" y="82370"/>
                  <a:pt x="126158" y="75940"/>
                </a:cubicBezTo>
                <a:cubicBezTo>
                  <a:pt x="126158" y="69203"/>
                  <a:pt x="124627" y="63385"/>
                  <a:pt x="121259" y="58180"/>
                </a:cubicBezTo>
                <a:cubicBezTo>
                  <a:pt x="118197" y="53893"/>
                  <a:pt x="115441" y="51137"/>
                  <a:pt x="112685" y="49606"/>
                </a:cubicBezTo>
                <a:cubicBezTo>
                  <a:pt x="110235" y="48381"/>
                  <a:pt x="106561" y="47462"/>
                  <a:pt x="101968" y="47462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75BF7-605C-4F0F-AAC5-C7ED805A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1641915"/>
            <a:ext cx="143612" cy="118503"/>
          </a:xfrm>
          <a:custGeom xmlns:a="http://schemas.openxmlformats.org/drawingml/2006/main">
            <a:pathLst>
              <a:path w="143612" h="118503">
                <a:moveTo>
                  <a:pt x="93088" y="4287"/>
                </a:moveTo>
                <a:lnTo>
                  <a:pt x="95843" y="0"/>
                </a:lnTo>
                <a:cubicBezTo>
                  <a:pt x="112991" y="8880"/>
                  <a:pt x="124933" y="17148"/>
                  <a:pt x="131058" y="25109"/>
                </a:cubicBezTo>
                <a:cubicBezTo>
                  <a:pt x="139631" y="35520"/>
                  <a:pt x="143612" y="47462"/>
                  <a:pt x="143612" y="60323"/>
                </a:cubicBezTo>
                <a:cubicBezTo>
                  <a:pt x="143612" y="77471"/>
                  <a:pt x="137488" y="91250"/>
                  <a:pt x="124627" y="102274"/>
                </a:cubicBezTo>
                <a:cubicBezTo>
                  <a:pt x="112073" y="113297"/>
                  <a:pt x="95843" y="118503"/>
                  <a:pt x="75940" y="118503"/>
                </a:cubicBezTo>
                <a:cubicBezTo>
                  <a:pt x="50218" y="118503"/>
                  <a:pt x="30008" y="109929"/>
                  <a:pt x="15617" y="92781"/>
                </a:cubicBezTo>
                <a:cubicBezTo>
                  <a:pt x="5206" y="80227"/>
                  <a:pt x="0" y="66447"/>
                  <a:pt x="0" y="51443"/>
                </a:cubicBezTo>
                <a:cubicBezTo>
                  <a:pt x="0" y="38582"/>
                  <a:pt x="3368" y="27559"/>
                  <a:pt x="9492" y="18373"/>
                </a:cubicBezTo>
                <a:cubicBezTo>
                  <a:pt x="15617" y="9186"/>
                  <a:pt x="22966" y="4287"/>
                  <a:pt x="31540" y="4287"/>
                </a:cubicBezTo>
                <a:cubicBezTo>
                  <a:pt x="35214" y="4287"/>
                  <a:pt x="38276" y="5818"/>
                  <a:pt x="40726" y="8574"/>
                </a:cubicBezTo>
                <a:cubicBezTo>
                  <a:pt x="43175" y="11636"/>
                  <a:pt x="44400" y="15004"/>
                  <a:pt x="44400" y="18679"/>
                </a:cubicBezTo>
                <a:cubicBezTo>
                  <a:pt x="44400" y="26028"/>
                  <a:pt x="39807" y="30927"/>
                  <a:pt x="30315" y="33377"/>
                </a:cubicBezTo>
                <a:lnTo>
                  <a:pt x="23578" y="35214"/>
                </a:lnTo>
                <a:cubicBezTo>
                  <a:pt x="18066" y="37051"/>
                  <a:pt x="14086" y="38889"/>
                  <a:pt x="11942" y="41338"/>
                </a:cubicBezTo>
                <a:cubicBezTo>
                  <a:pt x="10105" y="43788"/>
                  <a:pt x="8880" y="47769"/>
                  <a:pt x="8880" y="53280"/>
                </a:cubicBezTo>
                <a:cubicBezTo>
                  <a:pt x="8880" y="65835"/>
                  <a:pt x="13779" y="75940"/>
                  <a:pt x="23578" y="83595"/>
                </a:cubicBezTo>
                <a:cubicBezTo>
                  <a:pt x="33377" y="91250"/>
                  <a:pt x="46238" y="94925"/>
                  <a:pt x="62160" y="94925"/>
                </a:cubicBezTo>
                <a:cubicBezTo>
                  <a:pt x="79921" y="94925"/>
                  <a:pt x="94312" y="90638"/>
                  <a:pt x="105336" y="81758"/>
                </a:cubicBezTo>
                <a:cubicBezTo>
                  <a:pt x="116359" y="73184"/>
                  <a:pt x="121871" y="61548"/>
                  <a:pt x="121871" y="47462"/>
                </a:cubicBezTo>
                <a:cubicBezTo>
                  <a:pt x="121871" y="38889"/>
                  <a:pt x="120034" y="31233"/>
                  <a:pt x="115747" y="24803"/>
                </a:cubicBezTo>
                <a:cubicBezTo>
                  <a:pt x="111460" y="18679"/>
                  <a:pt x="104111" y="11636"/>
                  <a:pt x="93088" y="4287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F57F9-5CB2-4D78-9867-956A0563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881" y="1546684"/>
            <a:ext cx="180051" cy="81452"/>
          </a:xfrm>
          <a:custGeom xmlns:a="http://schemas.openxmlformats.org/drawingml/2006/main">
            <a:pathLst>
              <a:path w="180051" h="81452">
                <a:moveTo>
                  <a:pt x="153717" y="3981"/>
                </a:moveTo>
                <a:lnTo>
                  <a:pt x="157085" y="0"/>
                </a:lnTo>
                <a:cubicBezTo>
                  <a:pt x="172396" y="9799"/>
                  <a:pt x="180051" y="22353"/>
                  <a:pt x="180051" y="37051"/>
                </a:cubicBezTo>
                <a:cubicBezTo>
                  <a:pt x="180051" y="55118"/>
                  <a:pt x="167190" y="63998"/>
                  <a:pt x="141469" y="63998"/>
                </a:cubicBezTo>
                <a:lnTo>
                  <a:pt x="49300" y="63998"/>
                </a:lnTo>
                <a:lnTo>
                  <a:pt x="49300" y="80227"/>
                </a:lnTo>
                <a:cubicBezTo>
                  <a:pt x="48687" y="81145"/>
                  <a:pt x="48075" y="81452"/>
                  <a:pt x="47156" y="81452"/>
                </a:cubicBezTo>
                <a:cubicBezTo>
                  <a:pt x="45625" y="81452"/>
                  <a:pt x="43788" y="79921"/>
                  <a:pt x="41338" y="76246"/>
                </a:cubicBezTo>
                <a:cubicBezTo>
                  <a:pt x="37051" y="68591"/>
                  <a:pt x="26028" y="58792"/>
                  <a:pt x="8574" y="46544"/>
                </a:cubicBezTo>
                <a:cubicBezTo>
                  <a:pt x="7961" y="46238"/>
                  <a:pt x="6737" y="45319"/>
                  <a:pt x="4899" y="43788"/>
                </a:cubicBezTo>
                <a:cubicBezTo>
                  <a:pt x="3062" y="42257"/>
                  <a:pt x="1225" y="41032"/>
                  <a:pt x="0" y="40420"/>
                </a:cubicBezTo>
                <a:cubicBezTo>
                  <a:pt x="0" y="39195"/>
                  <a:pt x="1531" y="38276"/>
                  <a:pt x="3981" y="38276"/>
                </a:cubicBezTo>
                <a:lnTo>
                  <a:pt x="39501" y="38276"/>
                </a:lnTo>
                <a:lnTo>
                  <a:pt x="39501" y="7349"/>
                </a:lnTo>
                <a:lnTo>
                  <a:pt x="49300" y="7349"/>
                </a:lnTo>
                <a:lnTo>
                  <a:pt x="49300" y="38276"/>
                </a:lnTo>
                <a:lnTo>
                  <a:pt x="136875" y="38276"/>
                </a:lnTo>
                <a:cubicBezTo>
                  <a:pt x="146674" y="38276"/>
                  <a:pt x="153717" y="37051"/>
                  <a:pt x="158004" y="34602"/>
                </a:cubicBezTo>
                <a:cubicBezTo>
                  <a:pt x="162291" y="32152"/>
                  <a:pt x="164434" y="28171"/>
                  <a:pt x="164434" y="22353"/>
                </a:cubicBezTo>
                <a:cubicBezTo>
                  <a:pt x="164434" y="16229"/>
                  <a:pt x="161066" y="10105"/>
                  <a:pt x="153717" y="3981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ED6FD-DF43-4478-937E-1EC5E9E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35" y="1469519"/>
            <a:ext cx="209141" cy="72572"/>
          </a:xfrm>
          <a:custGeom xmlns:a="http://schemas.openxmlformats.org/drawingml/2006/main">
            <a:pathLst>
              <a:path w="209141" h="72572">
                <a:moveTo>
                  <a:pt x="15617" y="22353"/>
                </a:moveTo>
                <a:cubicBezTo>
                  <a:pt x="20210" y="22353"/>
                  <a:pt x="23884" y="23884"/>
                  <a:pt x="26946" y="26946"/>
                </a:cubicBezTo>
                <a:cubicBezTo>
                  <a:pt x="30008" y="30008"/>
                  <a:pt x="31233" y="33989"/>
                  <a:pt x="31233" y="38276"/>
                </a:cubicBezTo>
                <a:cubicBezTo>
                  <a:pt x="31233" y="42563"/>
                  <a:pt x="30008" y="46238"/>
                  <a:pt x="26946" y="49300"/>
                </a:cubicBezTo>
                <a:cubicBezTo>
                  <a:pt x="23884" y="52362"/>
                  <a:pt x="20210" y="53587"/>
                  <a:pt x="15617" y="53587"/>
                </a:cubicBezTo>
                <a:cubicBezTo>
                  <a:pt x="11330" y="53587"/>
                  <a:pt x="7655" y="52056"/>
                  <a:pt x="4593" y="48993"/>
                </a:cubicBezTo>
                <a:cubicBezTo>
                  <a:pt x="1531" y="45931"/>
                  <a:pt x="0" y="42257"/>
                  <a:pt x="0" y="37970"/>
                </a:cubicBezTo>
                <a:cubicBezTo>
                  <a:pt x="0" y="33683"/>
                  <a:pt x="1531" y="30008"/>
                  <a:pt x="4593" y="26946"/>
                </a:cubicBezTo>
                <a:cubicBezTo>
                  <a:pt x="7655" y="23884"/>
                  <a:pt x="11330" y="22353"/>
                  <a:pt x="15617" y="22353"/>
                </a:cubicBezTo>
                <a:close/>
                <a:moveTo>
                  <a:pt x="209141" y="0"/>
                </a:moveTo>
                <a:lnTo>
                  <a:pt x="209141" y="72572"/>
                </a:lnTo>
                <a:lnTo>
                  <a:pt x="204548" y="72572"/>
                </a:lnTo>
                <a:cubicBezTo>
                  <a:pt x="203935" y="62160"/>
                  <a:pt x="202098" y="55424"/>
                  <a:pt x="199036" y="52668"/>
                </a:cubicBezTo>
                <a:cubicBezTo>
                  <a:pt x="195974" y="49912"/>
                  <a:pt x="188931" y="48381"/>
                  <a:pt x="177295" y="48381"/>
                </a:cubicBezTo>
                <a:lnTo>
                  <a:pt x="107786" y="48381"/>
                </a:lnTo>
                <a:cubicBezTo>
                  <a:pt x="100743" y="48381"/>
                  <a:pt x="95843" y="49300"/>
                  <a:pt x="92781" y="50525"/>
                </a:cubicBezTo>
                <a:cubicBezTo>
                  <a:pt x="90025" y="52056"/>
                  <a:pt x="88494" y="54811"/>
                  <a:pt x="88494" y="58486"/>
                </a:cubicBezTo>
                <a:cubicBezTo>
                  <a:pt x="88494" y="63385"/>
                  <a:pt x="89107" y="67672"/>
                  <a:pt x="90025" y="71347"/>
                </a:cubicBezTo>
                <a:lnTo>
                  <a:pt x="85126" y="71347"/>
                </a:lnTo>
                <a:lnTo>
                  <a:pt x="68285" y="23884"/>
                </a:lnTo>
                <a:lnTo>
                  <a:pt x="69509" y="22659"/>
                </a:lnTo>
                <a:lnTo>
                  <a:pt x="176989" y="22659"/>
                </a:lnTo>
                <a:cubicBezTo>
                  <a:pt x="188625" y="22659"/>
                  <a:pt x="195668" y="21435"/>
                  <a:pt x="198730" y="18985"/>
                </a:cubicBezTo>
                <a:cubicBezTo>
                  <a:pt x="201792" y="16535"/>
                  <a:pt x="203935" y="10105"/>
                  <a:pt x="204548" y="0"/>
                </a:cubicBezTo>
                <a:lnTo>
                  <a:pt x="209141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382AB-CBB9-49A8-9AE4-CE369B83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1317946"/>
            <a:ext cx="143612" cy="135038"/>
          </a:xfrm>
          <a:custGeom xmlns:a="http://schemas.openxmlformats.org/drawingml/2006/main">
            <a:pathLst>
              <a:path w="143612" h="135038">
                <a:moveTo>
                  <a:pt x="70122" y="0"/>
                </a:moveTo>
                <a:cubicBezTo>
                  <a:pt x="91557" y="0"/>
                  <a:pt x="109317" y="6430"/>
                  <a:pt x="123096" y="19291"/>
                </a:cubicBezTo>
                <a:cubicBezTo>
                  <a:pt x="136875" y="32152"/>
                  <a:pt x="143612" y="48687"/>
                  <a:pt x="143612" y="68897"/>
                </a:cubicBezTo>
                <a:cubicBezTo>
                  <a:pt x="143612" y="87882"/>
                  <a:pt x="136875" y="103499"/>
                  <a:pt x="123096" y="116053"/>
                </a:cubicBezTo>
                <a:cubicBezTo>
                  <a:pt x="109623" y="128914"/>
                  <a:pt x="92169" y="135038"/>
                  <a:pt x="71041" y="135038"/>
                </a:cubicBezTo>
                <a:cubicBezTo>
                  <a:pt x="49912" y="135038"/>
                  <a:pt x="32764" y="128914"/>
                  <a:pt x="19597" y="116053"/>
                </a:cubicBezTo>
                <a:cubicBezTo>
                  <a:pt x="6737" y="103499"/>
                  <a:pt x="0" y="86963"/>
                  <a:pt x="0" y="66141"/>
                </a:cubicBezTo>
                <a:cubicBezTo>
                  <a:pt x="0" y="47156"/>
                  <a:pt x="6737" y="31540"/>
                  <a:pt x="19597" y="18985"/>
                </a:cubicBezTo>
                <a:cubicBezTo>
                  <a:pt x="32458" y="6430"/>
                  <a:pt x="49300" y="0"/>
                  <a:pt x="70122" y="0"/>
                </a:cubicBezTo>
                <a:close/>
                <a:moveTo>
                  <a:pt x="78390" y="27559"/>
                </a:moveTo>
                <a:cubicBezTo>
                  <a:pt x="55118" y="27559"/>
                  <a:pt x="37051" y="32764"/>
                  <a:pt x="23884" y="42869"/>
                </a:cubicBezTo>
                <a:cubicBezTo>
                  <a:pt x="13779" y="51137"/>
                  <a:pt x="8574" y="60936"/>
                  <a:pt x="8574" y="71959"/>
                </a:cubicBezTo>
                <a:cubicBezTo>
                  <a:pt x="8574" y="82676"/>
                  <a:pt x="13167" y="91250"/>
                  <a:pt x="21741" y="97681"/>
                </a:cubicBezTo>
                <a:cubicBezTo>
                  <a:pt x="30315" y="104417"/>
                  <a:pt x="42257" y="107479"/>
                  <a:pt x="57261" y="107479"/>
                </a:cubicBezTo>
                <a:cubicBezTo>
                  <a:pt x="83595" y="107479"/>
                  <a:pt x="104417" y="102274"/>
                  <a:pt x="120034" y="91250"/>
                </a:cubicBezTo>
                <a:cubicBezTo>
                  <a:pt x="130445" y="84514"/>
                  <a:pt x="135344" y="75327"/>
                  <a:pt x="135344" y="63691"/>
                </a:cubicBezTo>
                <a:cubicBezTo>
                  <a:pt x="135344" y="52668"/>
                  <a:pt x="130445" y="43788"/>
                  <a:pt x="120340" y="37358"/>
                </a:cubicBezTo>
                <a:cubicBezTo>
                  <a:pt x="110235" y="30927"/>
                  <a:pt x="96150" y="27559"/>
                  <a:pt x="78390" y="27559"/>
                </a:cubicBez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13BA7-299D-4E60-BDD3-2A7B1166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320" y="1160248"/>
            <a:ext cx="140856" cy="143612"/>
          </a:xfrm>
          <a:custGeom xmlns:a="http://schemas.openxmlformats.org/drawingml/2006/main">
            <a:pathLst>
              <a:path w="140856" h="143612">
                <a:moveTo>
                  <a:pt x="140856" y="0"/>
                </a:moveTo>
                <a:lnTo>
                  <a:pt x="140856" y="63691"/>
                </a:lnTo>
                <a:lnTo>
                  <a:pt x="136263" y="63385"/>
                </a:lnTo>
                <a:cubicBezTo>
                  <a:pt x="135651" y="56036"/>
                  <a:pt x="133507" y="50831"/>
                  <a:pt x="129833" y="48381"/>
                </a:cubicBezTo>
                <a:cubicBezTo>
                  <a:pt x="126158" y="45931"/>
                  <a:pt x="119115" y="44400"/>
                  <a:pt x="108704" y="44400"/>
                </a:cubicBezTo>
                <a:lnTo>
                  <a:pt x="47769" y="44400"/>
                </a:lnTo>
                <a:cubicBezTo>
                  <a:pt x="27253" y="44400"/>
                  <a:pt x="16842" y="52056"/>
                  <a:pt x="16842" y="66754"/>
                </a:cubicBezTo>
                <a:cubicBezTo>
                  <a:pt x="16842" y="71959"/>
                  <a:pt x="18066" y="76858"/>
                  <a:pt x="20516" y="81145"/>
                </a:cubicBezTo>
                <a:cubicBezTo>
                  <a:pt x="22966" y="85739"/>
                  <a:pt x="27559" y="91557"/>
                  <a:pt x="34295" y="98293"/>
                </a:cubicBezTo>
                <a:lnTo>
                  <a:pt x="118809" y="98293"/>
                </a:lnTo>
                <a:cubicBezTo>
                  <a:pt x="124933" y="98293"/>
                  <a:pt x="129220" y="97068"/>
                  <a:pt x="131670" y="94312"/>
                </a:cubicBezTo>
                <a:cubicBezTo>
                  <a:pt x="134120" y="91557"/>
                  <a:pt x="135651" y="86351"/>
                  <a:pt x="136263" y="78390"/>
                </a:cubicBezTo>
                <a:lnTo>
                  <a:pt x="140856" y="78390"/>
                </a:lnTo>
                <a:lnTo>
                  <a:pt x="140856" y="143000"/>
                </a:lnTo>
                <a:lnTo>
                  <a:pt x="136263" y="143000"/>
                </a:lnTo>
                <a:cubicBezTo>
                  <a:pt x="135651" y="135344"/>
                  <a:pt x="133813" y="130139"/>
                  <a:pt x="130751" y="127689"/>
                </a:cubicBezTo>
                <a:cubicBezTo>
                  <a:pt x="127689" y="125240"/>
                  <a:pt x="121259" y="124015"/>
                  <a:pt x="112073" y="124015"/>
                </a:cubicBezTo>
                <a:lnTo>
                  <a:pt x="37664" y="124015"/>
                </a:lnTo>
                <a:cubicBezTo>
                  <a:pt x="30315" y="124015"/>
                  <a:pt x="25109" y="124933"/>
                  <a:pt x="22047" y="126158"/>
                </a:cubicBezTo>
                <a:cubicBezTo>
                  <a:pt x="19291" y="127689"/>
                  <a:pt x="17760" y="130445"/>
                  <a:pt x="17760" y="134732"/>
                </a:cubicBezTo>
                <a:cubicBezTo>
                  <a:pt x="17760" y="139019"/>
                  <a:pt x="18373" y="141775"/>
                  <a:pt x="18985" y="143612"/>
                </a:cubicBezTo>
                <a:lnTo>
                  <a:pt x="13779" y="143612"/>
                </a:lnTo>
                <a:cubicBezTo>
                  <a:pt x="9799" y="129526"/>
                  <a:pt x="5206" y="115441"/>
                  <a:pt x="0" y="101661"/>
                </a:cubicBezTo>
                <a:lnTo>
                  <a:pt x="919" y="99212"/>
                </a:lnTo>
                <a:lnTo>
                  <a:pt x="24803" y="99212"/>
                </a:lnTo>
                <a:lnTo>
                  <a:pt x="24803" y="98906"/>
                </a:lnTo>
                <a:cubicBezTo>
                  <a:pt x="8268" y="84514"/>
                  <a:pt x="0" y="69816"/>
                  <a:pt x="0" y="54811"/>
                </a:cubicBezTo>
                <a:cubicBezTo>
                  <a:pt x="0" y="43175"/>
                  <a:pt x="4287" y="34295"/>
                  <a:pt x="12248" y="28171"/>
                </a:cubicBezTo>
                <a:cubicBezTo>
                  <a:pt x="20516" y="22047"/>
                  <a:pt x="32152" y="18679"/>
                  <a:pt x="47156" y="18679"/>
                </a:cubicBezTo>
                <a:lnTo>
                  <a:pt x="114828" y="18679"/>
                </a:lnTo>
                <a:cubicBezTo>
                  <a:pt x="123096" y="18679"/>
                  <a:pt x="128608" y="17454"/>
                  <a:pt x="131058" y="15004"/>
                </a:cubicBezTo>
                <a:cubicBezTo>
                  <a:pt x="133813" y="12555"/>
                  <a:pt x="135651" y="7655"/>
                  <a:pt x="136263" y="0"/>
                </a:cubicBezTo>
                <a:lnTo>
                  <a:pt x="140856" y="0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D63637E-0B93-44F5-93D1-1F7EDD91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2577463"/>
            <a:ext cx="4583794" cy="2399214"/>
          </a:xfrm>
          <a:custGeom xmlns:a="http://schemas.openxmlformats.org/drawingml/2006/main">
            <a:pathLst>
              <a:path w="4583794" h="2399214">
                <a:moveTo>
                  <a:pt x="3501385" y="2396486"/>
                </a:moveTo>
                <a:lnTo>
                  <a:pt x="3477425" y="2399214"/>
                </a:lnTo>
                <a:lnTo>
                  <a:pt x="0" y="2399214"/>
                </a:lnTo>
                <a:lnTo>
                  <a:pt x="0" y="2393631"/>
                </a:lnTo>
                <a:lnTo>
                  <a:pt x="3200365" y="2392171"/>
                </a:lnTo>
                <a:lnTo>
                  <a:pt x="3338392" y="2388979"/>
                </a:lnTo>
                <a:lnTo>
                  <a:pt x="3430142" y="2383584"/>
                </a:lnTo>
                <a:lnTo>
                  <a:pt x="3498678" y="2375781"/>
                </a:lnTo>
                <a:lnTo>
                  <a:pt x="3544036" y="2367526"/>
                </a:lnTo>
                <a:lnTo>
                  <a:pt x="3589354" y="2355485"/>
                </a:lnTo>
                <a:lnTo>
                  <a:pt x="3611720" y="2347645"/>
                </a:lnTo>
                <a:lnTo>
                  <a:pt x="3634137" y="2338181"/>
                </a:lnTo>
                <a:lnTo>
                  <a:pt x="3656504" y="2326826"/>
                </a:lnTo>
                <a:lnTo>
                  <a:pt x="3678842" y="2313214"/>
                </a:lnTo>
                <a:lnTo>
                  <a:pt x="3701182" y="2296912"/>
                </a:lnTo>
                <a:lnTo>
                  <a:pt x="3723554" y="2277413"/>
                </a:lnTo>
                <a:lnTo>
                  <a:pt x="3745988" y="2254135"/>
                </a:lnTo>
                <a:lnTo>
                  <a:pt x="3768502" y="2226428"/>
                </a:lnTo>
                <a:lnTo>
                  <a:pt x="3791107" y="2193587"/>
                </a:lnTo>
                <a:lnTo>
                  <a:pt x="3813799" y="2154871"/>
                </a:lnTo>
                <a:lnTo>
                  <a:pt x="3836570" y="2109534"/>
                </a:lnTo>
                <a:lnTo>
                  <a:pt x="3859409" y="2056861"/>
                </a:lnTo>
                <a:lnTo>
                  <a:pt x="3882300" y="1996217"/>
                </a:lnTo>
                <a:lnTo>
                  <a:pt x="3905234" y="1927109"/>
                </a:lnTo>
                <a:lnTo>
                  <a:pt x="3928198" y="1849256"/>
                </a:lnTo>
                <a:lnTo>
                  <a:pt x="3951188" y="1762667"/>
                </a:lnTo>
                <a:lnTo>
                  <a:pt x="3974188" y="1667740"/>
                </a:lnTo>
                <a:lnTo>
                  <a:pt x="4020252" y="1456187"/>
                </a:lnTo>
                <a:lnTo>
                  <a:pt x="4089398" y="1108450"/>
                </a:lnTo>
                <a:lnTo>
                  <a:pt x="4089405" y="1108419"/>
                </a:lnTo>
                <a:lnTo>
                  <a:pt x="4135515" y="880153"/>
                </a:lnTo>
                <a:lnTo>
                  <a:pt x="4135558" y="879952"/>
                </a:lnTo>
                <a:lnTo>
                  <a:pt x="4181668" y="672741"/>
                </a:lnTo>
                <a:lnTo>
                  <a:pt x="4181729" y="672480"/>
                </a:lnTo>
                <a:lnTo>
                  <a:pt x="4204785" y="580147"/>
                </a:lnTo>
                <a:lnTo>
                  <a:pt x="4204847" y="579908"/>
                </a:lnTo>
                <a:lnTo>
                  <a:pt x="4227902" y="496065"/>
                </a:lnTo>
                <a:lnTo>
                  <a:pt x="4227988" y="495770"/>
                </a:lnTo>
                <a:lnTo>
                  <a:pt x="4251043" y="420644"/>
                </a:lnTo>
                <a:lnTo>
                  <a:pt x="4251159" y="420288"/>
                </a:lnTo>
                <a:lnTo>
                  <a:pt x="4274215" y="353774"/>
                </a:lnTo>
                <a:lnTo>
                  <a:pt x="4274371" y="353352"/>
                </a:lnTo>
                <a:lnTo>
                  <a:pt x="4297426" y="295085"/>
                </a:lnTo>
                <a:lnTo>
                  <a:pt x="4297635" y="294595"/>
                </a:lnTo>
                <a:lnTo>
                  <a:pt x="4320689" y="244024"/>
                </a:lnTo>
                <a:lnTo>
                  <a:pt x="4320962" y="243469"/>
                </a:lnTo>
                <a:lnTo>
                  <a:pt x="4344018" y="199931"/>
                </a:lnTo>
                <a:lnTo>
                  <a:pt x="4344369" y="199319"/>
                </a:lnTo>
                <a:lnTo>
                  <a:pt x="4367424" y="162095"/>
                </a:lnTo>
                <a:lnTo>
                  <a:pt x="4367862" y="161443"/>
                </a:lnTo>
                <a:lnTo>
                  <a:pt x="4390917" y="129806"/>
                </a:lnTo>
                <a:lnTo>
                  <a:pt x="4391446" y="129140"/>
                </a:lnTo>
                <a:lnTo>
                  <a:pt x="4414501" y="102387"/>
                </a:lnTo>
                <a:lnTo>
                  <a:pt x="4415113" y="101735"/>
                </a:lnTo>
                <a:lnTo>
                  <a:pt x="4438169" y="79209"/>
                </a:lnTo>
                <a:lnTo>
                  <a:pt x="4438846" y="78603"/>
                </a:lnTo>
                <a:lnTo>
                  <a:pt x="4461901" y="59704"/>
                </a:lnTo>
                <a:lnTo>
                  <a:pt x="4462616" y="59168"/>
                </a:lnTo>
                <a:lnTo>
                  <a:pt x="4485671" y="43361"/>
                </a:lnTo>
                <a:lnTo>
                  <a:pt x="4486390" y="42909"/>
                </a:lnTo>
                <a:lnTo>
                  <a:pt x="4509445" y="29721"/>
                </a:lnTo>
                <a:lnTo>
                  <a:pt x="4510140" y="29357"/>
                </a:lnTo>
                <a:lnTo>
                  <a:pt x="4533196" y="18377"/>
                </a:lnTo>
                <a:lnTo>
                  <a:pt x="4534130" y="17986"/>
                </a:lnTo>
                <a:lnTo>
                  <a:pt x="4583794" y="0"/>
                </a:lnTo>
                <a:lnTo>
                  <a:pt x="4583794" y="22205"/>
                </a:lnTo>
                <a:lnTo>
                  <a:pt x="4541715" y="37444"/>
                </a:lnTo>
                <a:lnTo>
                  <a:pt x="4519472" y="48038"/>
                </a:lnTo>
                <a:lnTo>
                  <a:pt x="4497126" y="60820"/>
                </a:lnTo>
                <a:lnTo>
                  <a:pt x="4474791" y="76134"/>
                </a:lnTo>
                <a:lnTo>
                  <a:pt x="4452433" y="94461"/>
                </a:lnTo>
                <a:lnTo>
                  <a:pt x="4430024" y="116356"/>
                </a:lnTo>
                <a:lnTo>
                  <a:pt x="4407539" y="142446"/>
                </a:lnTo>
                <a:lnTo>
                  <a:pt x="4384966" y="173422"/>
                </a:lnTo>
                <a:lnTo>
                  <a:pt x="4362303" y="210013"/>
                </a:lnTo>
                <a:lnTo>
                  <a:pt x="4339558" y="252966"/>
                </a:lnTo>
                <a:lnTo>
                  <a:pt x="4316742" y="303014"/>
                </a:lnTo>
                <a:lnTo>
                  <a:pt x="4293867" y="360824"/>
                </a:lnTo>
                <a:lnTo>
                  <a:pt x="4270947" y="426948"/>
                </a:lnTo>
                <a:lnTo>
                  <a:pt x="4247992" y="501748"/>
                </a:lnTo>
                <a:lnTo>
                  <a:pt x="4225011" y="585325"/>
                </a:lnTo>
                <a:lnTo>
                  <a:pt x="4202018" y="677407"/>
                </a:lnTo>
                <a:lnTo>
                  <a:pt x="4155959" y="884387"/>
                </a:lnTo>
                <a:lnTo>
                  <a:pt x="4109872" y="1112537"/>
                </a:lnTo>
                <a:lnTo>
                  <a:pt x="4040710" y="1460351"/>
                </a:lnTo>
                <a:lnTo>
                  <a:pt x="4040672" y="1460536"/>
                </a:lnTo>
                <a:lnTo>
                  <a:pt x="3994562" y="1672301"/>
                </a:lnTo>
                <a:lnTo>
                  <a:pt x="3994507" y="1672538"/>
                </a:lnTo>
                <a:lnTo>
                  <a:pt x="3971452" y="1767694"/>
                </a:lnTo>
                <a:lnTo>
                  <a:pt x="3971396" y="1767915"/>
                </a:lnTo>
                <a:lnTo>
                  <a:pt x="3948341" y="1854752"/>
                </a:lnTo>
                <a:lnTo>
                  <a:pt x="3948264" y="1855027"/>
                </a:lnTo>
                <a:lnTo>
                  <a:pt x="3925209" y="1933184"/>
                </a:lnTo>
                <a:lnTo>
                  <a:pt x="3925104" y="1933518"/>
                </a:lnTo>
                <a:lnTo>
                  <a:pt x="3902049" y="2002994"/>
                </a:lnTo>
                <a:lnTo>
                  <a:pt x="3901907" y="2003392"/>
                </a:lnTo>
                <a:lnTo>
                  <a:pt x="3878852" y="2064469"/>
                </a:lnTo>
                <a:lnTo>
                  <a:pt x="3878663" y="2064935"/>
                </a:lnTo>
                <a:lnTo>
                  <a:pt x="3855608" y="2118109"/>
                </a:lnTo>
                <a:lnTo>
                  <a:pt x="3855359" y="2118642"/>
                </a:lnTo>
                <a:lnTo>
                  <a:pt x="3832304" y="2164543"/>
                </a:lnTo>
                <a:lnTo>
                  <a:pt x="3831982" y="2165137"/>
                </a:lnTo>
                <a:lnTo>
                  <a:pt x="3808927" y="2204471"/>
                </a:lnTo>
                <a:lnTo>
                  <a:pt x="3808520" y="2205111"/>
                </a:lnTo>
                <a:lnTo>
                  <a:pt x="3785464" y="2238608"/>
                </a:lnTo>
                <a:lnTo>
                  <a:pt x="3784967" y="2239272"/>
                </a:lnTo>
                <a:lnTo>
                  <a:pt x="3761912" y="2267644"/>
                </a:lnTo>
                <a:lnTo>
                  <a:pt x="3761327" y="2268305"/>
                </a:lnTo>
                <a:lnTo>
                  <a:pt x="3738272" y="2292228"/>
                </a:lnTo>
                <a:lnTo>
                  <a:pt x="3737614" y="2292853"/>
                </a:lnTo>
                <a:lnTo>
                  <a:pt x="3714559" y="2312947"/>
                </a:lnTo>
                <a:lnTo>
                  <a:pt x="3713854" y="2313510"/>
                </a:lnTo>
                <a:lnTo>
                  <a:pt x="3690799" y="2330335"/>
                </a:lnTo>
                <a:lnTo>
                  <a:pt x="3690077" y="2330817"/>
                </a:lnTo>
                <a:lnTo>
                  <a:pt x="3667022" y="2344865"/>
                </a:lnTo>
                <a:lnTo>
                  <a:pt x="3666315" y="2345259"/>
                </a:lnTo>
                <a:lnTo>
                  <a:pt x="3643261" y="2356963"/>
                </a:lnTo>
                <a:lnTo>
                  <a:pt x="3642595" y="2357272"/>
                </a:lnTo>
                <a:lnTo>
                  <a:pt x="3619540" y="2367005"/>
                </a:lnTo>
                <a:lnTo>
                  <a:pt x="3618933" y="2367240"/>
                </a:lnTo>
                <a:lnTo>
                  <a:pt x="3595878" y="2375321"/>
                </a:lnTo>
                <a:lnTo>
                  <a:pt x="3595106" y="2375559"/>
                </a:lnTo>
                <a:lnTo>
                  <a:pt x="3548995" y="2387810"/>
                </a:lnTo>
                <a:lnTo>
                  <a:pt x="3548184" y="2387992"/>
                </a:lnTo>
                <a:lnTo>
                  <a:pt x="3502074" y="2396384"/>
                </a:lnTo>
                <a:lnTo>
                  <a:pt x="3501385" y="2396486"/>
                </a:lnTo>
                <a:close/>
              </a:path>
            </a:pathLst>
          </a:custGeom>
          <a:solidFill xmlns:a="http://schemas.openxmlformats.org/drawingml/2006/main">
            <a:srgbClr val="DC14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C78F3-906C-4E69-8CEB-BACFCBC9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99044"/>
            <a:ext cx="10" cy="4877633"/>
          </a:xfrm>
          <a:custGeom xmlns:a="http://schemas.openxmlformats.org/drawingml/2006/main">
            <a:pathLst>
              <a:path w="1" h="4877633" fill="none">
                <a:moveTo>
                  <a:pt x="0" y="48776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35" cap="sq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32C10-CC31-4306-AFAA-CA1CC503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573" y="99044"/>
            <a:ext cx="10" cy="4877633"/>
          </a:xfrm>
          <a:custGeom xmlns:a="http://schemas.openxmlformats.org/drawingml/2006/main">
            <a:pathLst>
              <a:path w="1" h="4877633" fill="none">
                <a:moveTo>
                  <a:pt x="0" y="48776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35" cap="sq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92447-37B3-4A96-9145-1AC906C5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4976677"/>
            <a:ext cx="4583794" cy="10"/>
          </a:xfrm>
          <a:custGeom xmlns:a="http://schemas.openxmlformats.org/drawingml/2006/main">
            <a:pathLst>
              <a:path w="4583794" h="1" fill="none">
                <a:moveTo>
                  <a:pt x="0" y="0"/>
                </a:moveTo>
                <a:lnTo>
                  <a:pt x="45837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35" cap="sq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77967-C43A-4BED-A2FB-EA6399A5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78" y="99044"/>
            <a:ext cx="4583794" cy="10"/>
          </a:xfrm>
          <a:custGeom xmlns:a="http://schemas.openxmlformats.org/drawingml/2006/main">
            <a:pathLst>
              <a:path w="4583794" h="1" fill="none">
                <a:moveTo>
                  <a:pt x="0" y="0"/>
                </a:moveTo>
                <a:lnTo>
                  <a:pt x="45837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35" cap="sq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E1FF8-484D-4199-B37F-CBBC9A15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126" y="0"/>
            <a:ext cx="5479399" cy="5400675"/>
          </a:xfrm>
          <a:custGeom xmlns:a="http://schemas.openxmlformats.org/drawingml/2006/main">
            <a:pathLst>
              <a:path w="5479399" h="5400675">
                <a:moveTo>
                  <a:pt x="0" y="5400675"/>
                </a:moveTo>
                <a:lnTo>
                  <a:pt x="5479399" y="5400675"/>
                </a:lnTo>
                <a:lnTo>
                  <a:pt x="5479399" y="0"/>
                </a:lnTo>
                <a:lnTo>
                  <a:pt x="0" y="0"/>
                </a:lnTo>
                <a:lnTo>
                  <a:pt x="0" y="54006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CE481-5AAE-48CD-B635-E599FC9C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98924"/>
            <a:ext cx="4885247" cy="4853729"/>
          </a:xfrm>
          <a:custGeom xmlns:a="http://schemas.openxmlformats.org/drawingml/2006/main">
            <a:pathLst>
              <a:path w="4885247" h="4853729">
                <a:moveTo>
                  <a:pt x="0" y="4853729"/>
                </a:moveTo>
                <a:lnTo>
                  <a:pt x="4885247" y="4853729"/>
                </a:lnTo>
                <a:lnTo>
                  <a:pt x="4885247" y="0"/>
                </a:lnTo>
                <a:lnTo>
                  <a:pt x="0" y="0"/>
                </a:lnTo>
                <a:lnTo>
                  <a:pt x="0" y="48537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FAD0B-974C-49BA-A3FF-295705A1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98924"/>
            <a:ext cx="4418392" cy="4793239"/>
          </a:xfrm>
          <a:custGeom xmlns:a="http://schemas.openxmlformats.org/drawingml/2006/main">
            <a:pathLst>
              <a:path w="4418392" h="4793239">
                <a:moveTo>
                  <a:pt x="20126" y="4497361"/>
                </a:moveTo>
                <a:lnTo>
                  <a:pt x="44697" y="4347736"/>
                </a:lnTo>
                <a:lnTo>
                  <a:pt x="69269" y="4232925"/>
                </a:lnTo>
                <a:lnTo>
                  <a:pt x="93840" y="4136134"/>
                </a:lnTo>
                <a:lnTo>
                  <a:pt x="118411" y="4050860"/>
                </a:lnTo>
                <a:lnTo>
                  <a:pt x="142983" y="3973767"/>
                </a:lnTo>
                <a:lnTo>
                  <a:pt x="167554" y="3902872"/>
                </a:lnTo>
                <a:lnTo>
                  <a:pt x="192125" y="3836884"/>
                </a:lnTo>
                <a:lnTo>
                  <a:pt x="216697" y="3774908"/>
                </a:lnTo>
                <a:lnTo>
                  <a:pt x="241268" y="3716289"/>
                </a:lnTo>
                <a:lnTo>
                  <a:pt x="265839" y="3660534"/>
                </a:lnTo>
                <a:lnTo>
                  <a:pt x="290411" y="3607262"/>
                </a:lnTo>
                <a:lnTo>
                  <a:pt x="314982" y="3556166"/>
                </a:lnTo>
                <a:lnTo>
                  <a:pt x="339553" y="3507001"/>
                </a:lnTo>
                <a:lnTo>
                  <a:pt x="364125" y="3459563"/>
                </a:lnTo>
                <a:lnTo>
                  <a:pt x="388696" y="3413681"/>
                </a:lnTo>
                <a:lnTo>
                  <a:pt x="413267" y="3369212"/>
                </a:lnTo>
                <a:lnTo>
                  <a:pt x="437839" y="3326033"/>
                </a:lnTo>
                <a:lnTo>
                  <a:pt x="462410" y="3284037"/>
                </a:lnTo>
                <a:lnTo>
                  <a:pt x="486981" y="3243133"/>
                </a:lnTo>
                <a:lnTo>
                  <a:pt x="511552" y="3203239"/>
                </a:lnTo>
                <a:lnTo>
                  <a:pt x="536124" y="3164284"/>
                </a:lnTo>
                <a:lnTo>
                  <a:pt x="560695" y="3126205"/>
                </a:lnTo>
                <a:lnTo>
                  <a:pt x="585266" y="3088946"/>
                </a:lnTo>
                <a:lnTo>
                  <a:pt x="609838" y="3052454"/>
                </a:lnTo>
                <a:lnTo>
                  <a:pt x="634409" y="3016686"/>
                </a:lnTo>
                <a:lnTo>
                  <a:pt x="658980" y="2981599"/>
                </a:lnTo>
                <a:lnTo>
                  <a:pt x="683552" y="2947156"/>
                </a:lnTo>
                <a:lnTo>
                  <a:pt x="708123" y="2913322"/>
                </a:lnTo>
                <a:lnTo>
                  <a:pt x="732694" y="2880068"/>
                </a:lnTo>
                <a:lnTo>
                  <a:pt x="757266" y="2847363"/>
                </a:lnTo>
                <a:lnTo>
                  <a:pt x="781837" y="2815181"/>
                </a:lnTo>
                <a:lnTo>
                  <a:pt x="806408" y="2783498"/>
                </a:lnTo>
                <a:lnTo>
                  <a:pt x="830980" y="2752292"/>
                </a:lnTo>
                <a:lnTo>
                  <a:pt x="855551" y="2721542"/>
                </a:lnTo>
                <a:lnTo>
                  <a:pt x="880122" y="2691228"/>
                </a:lnTo>
                <a:lnTo>
                  <a:pt x="904694" y="2661332"/>
                </a:lnTo>
                <a:lnTo>
                  <a:pt x="929265" y="2631837"/>
                </a:lnTo>
                <a:lnTo>
                  <a:pt x="953836" y="2602728"/>
                </a:lnTo>
                <a:lnTo>
                  <a:pt x="978408" y="2573989"/>
                </a:lnTo>
                <a:lnTo>
                  <a:pt x="1002979" y="2545608"/>
                </a:lnTo>
                <a:lnTo>
                  <a:pt x="1027550" y="2517571"/>
                </a:lnTo>
                <a:lnTo>
                  <a:pt x="1052122" y="2489866"/>
                </a:lnTo>
                <a:lnTo>
                  <a:pt x="1076693" y="2462481"/>
                </a:lnTo>
                <a:lnTo>
                  <a:pt x="1101264" y="2435405"/>
                </a:lnTo>
                <a:lnTo>
                  <a:pt x="1125835" y="2408629"/>
                </a:lnTo>
                <a:lnTo>
                  <a:pt x="1150407" y="2382142"/>
                </a:lnTo>
                <a:lnTo>
                  <a:pt x="1174978" y="2355936"/>
                </a:lnTo>
                <a:lnTo>
                  <a:pt x="1199549" y="2330001"/>
                </a:lnTo>
                <a:lnTo>
                  <a:pt x="1224121" y="2304329"/>
                </a:lnTo>
                <a:lnTo>
                  <a:pt x="1248692" y="2278913"/>
                </a:lnTo>
                <a:lnTo>
                  <a:pt x="1273263" y="2253745"/>
                </a:lnTo>
                <a:lnTo>
                  <a:pt x="1297835" y="2228818"/>
                </a:lnTo>
                <a:lnTo>
                  <a:pt x="1322406" y="2204124"/>
                </a:lnTo>
                <a:lnTo>
                  <a:pt x="1346977" y="2179659"/>
                </a:lnTo>
                <a:lnTo>
                  <a:pt x="1371549" y="2155415"/>
                </a:lnTo>
                <a:lnTo>
                  <a:pt x="1396120" y="2131386"/>
                </a:lnTo>
                <a:lnTo>
                  <a:pt x="1420691" y="2107567"/>
                </a:lnTo>
                <a:lnTo>
                  <a:pt x="1445263" y="2083953"/>
                </a:lnTo>
                <a:lnTo>
                  <a:pt x="1469834" y="2060538"/>
                </a:lnTo>
                <a:lnTo>
                  <a:pt x="1494405" y="2037317"/>
                </a:lnTo>
                <a:lnTo>
                  <a:pt x="1518976" y="2014286"/>
                </a:lnTo>
                <a:lnTo>
                  <a:pt x="1543548" y="1991440"/>
                </a:lnTo>
                <a:lnTo>
                  <a:pt x="1568119" y="1968774"/>
                </a:lnTo>
                <a:lnTo>
                  <a:pt x="1592691" y="1946285"/>
                </a:lnTo>
                <a:lnTo>
                  <a:pt x="1617262" y="1923968"/>
                </a:lnTo>
                <a:lnTo>
                  <a:pt x="1641833" y="1901820"/>
                </a:lnTo>
                <a:lnTo>
                  <a:pt x="1666404" y="1879836"/>
                </a:lnTo>
                <a:lnTo>
                  <a:pt x="1690976" y="1858013"/>
                </a:lnTo>
                <a:lnTo>
                  <a:pt x="1715547" y="1836348"/>
                </a:lnTo>
                <a:lnTo>
                  <a:pt x="1740118" y="1814837"/>
                </a:lnTo>
                <a:lnTo>
                  <a:pt x="1764690" y="1793477"/>
                </a:lnTo>
                <a:lnTo>
                  <a:pt x="1789261" y="1772265"/>
                </a:lnTo>
                <a:lnTo>
                  <a:pt x="1813832" y="1751198"/>
                </a:lnTo>
                <a:lnTo>
                  <a:pt x="1838403" y="1730273"/>
                </a:lnTo>
                <a:lnTo>
                  <a:pt x="1862975" y="1709486"/>
                </a:lnTo>
                <a:lnTo>
                  <a:pt x="1887546" y="1688836"/>
                </a:lnTo>
                <a:lnTo>
                  <a:pt x="1912117" y="1668320"/>
                </a:lnTo>
                <a:lnTo>
                  <a:pt x="1936689" y="1647934"/>
                </a:lnTo>
                <a:lnTo>
                  <a:pt x="1961260" y="1627678"/>
                </a:lnTo>
                <a:lnTo>
                  <a:pt x="1985832" y="1607547"/>
                </a:lnTo>
                <a:lnTo>
                  <a:pt x="2010403" y="1587541"/>
                </a:lnTo>
                <a:lnTo>
                  <a:pt x="2034974" y="1567656"/>
                </a:lnTo>
                <a:lnTo>
                  <a:pt x="2059545" y="1547890"/>
                </a:lnTo>
                <a:lnTo>
                  <a:pt x="2084117" y="1528242"/>
                </a:lnTo>
                <a:lnTo>
                  <a:pt x="2108688" y="1508709"/>
                </a:lnTo>
                <a:lnTo>
                  <a:pt x="2133259" y="1489289"/>
                </a:lnTo>
                <a:lnTo>
                  <a:pt x="2157831" y="1469981"/>
                </a:lnTo>
                <a:lnTo>
                  <a:pt x="2182402" y="1450782"/>
                </a:lnTo>
                <a:lnTo>
                  <a:pt x="2206973" y="1431690"/>
                </a:lnTo>
                <a:lnTo>
                  <a:pt x="2231545" y="1412705"/>
                </a:lnTo>
                <a:lnTo>
                  <a:pt x="2256116" y="1393823"/>
                </a:lnTo>
                <a:lnTo>
                  <a:pt x="2280687" y="1375044"/>
                </a:lnTo>
                <a:lnTo>
                  <a:pt x="2305259" y="1356365"/>
                </a:lnTo>
                <a:lnTo>
                  <a:pt x="2329830" y="1337785"/>
                </a:lnTo>
                <a:lnTo>
                  <a:pt x="2354401" y="1319303"/>
                </a:lnTo>
                <a:lnTo>
                  <a:pt x="2378973" y="1300917"/>
                </a:lnTo>
                <a:lnTo>
                  <a:pt x="2403544" y="1282626"/>
                </a:lnTo>
                <a:lnTo>
                  <a:pt x="2428115" y="1264427"/>
                </a:lnTo>
                <a:lnTo>
                  <a:pt x="2452687" y="1246321"/>
                </a:lnTo>
                <a:lnTo>
                  <a:pt x="2477258" y="1228304"/>
                </a:lnTo>
                <a:lnTo>
                  <a:pt x="2501829" y="1210377"/>
                </a:lnTo>
                <a:lnTo>
                  <a:pt x="2526400" y="1192537"/>
                </a:lnTo>
                <a:lnTo>
                  <a:pt x="2550972" y="1174784"/>
                </a:lnTo>
                <a:lnTo>
                  <a:pt x="2575543" y="1157115"/>
                </a:lnTo>
                <a:lnTo>
                  <a:pt x="2600114" y="1139531"/>
                </a:lnTo>
                <a:lnTo>
                  <a:pt x="2624686" y="1122029"/>
                </a:lnTo>
                <a:lnTo>
                  <a:pt x="2649257" y="1104609"/>
                </a:lnTo>
                <a:lnTo>
                  <a:pt x="2673828" y="1087270"/>
                </a:lnTo>
                <a:lnTo>
                  <a:pt x="2698400" y="1070010"/>
                </a:lnTo>
                <a:lnTo>
                  <a:pt x="2722971" y="1052828"/>
                </a:lnTo>
                <a:lnTo>
                  <a:pt x="2747542" y="1035723"/>
                </a:lnTo>
                <a:lnTo>
                  <a:pt x="2772114" y="1018695"/>
                </a:lnTo>
                <a:lnTo>
                  <a:pt x="2796685" y="1001742"/>
                </a:lnTo>
                <a:lnTo>
                  <a:pt x="2821256" y="984863"/>
                </a:lnTo>
                <a:lnTo>
                  <a:pt x="2845828" y="968057"/>
                </a:lnTo>
                <a:lnTo>
                  <a:pt x="2870399" y="951323"/>
                </a:lnTo>
                <a:lnTo>
                  <a:pt x="2894970" y="934661"/>
                </a:lnTo>
                <a:lnTo>
                  <a:pt x="2919541" y="918069"/>
                </a:lnTo>
                <a:lnTo>
                  <a:pt x="2944113" y="901548"/>
                </a:lnTo>
                <a:lnTo>
                  <a:pt x="2968684" y="885094"/>
                </a:lnTo>
                <a:lnTo>
                  <a:pt x="2993256" y="868708"/>
                </a:lnTo>
                <a:lnTo>
                  <a:pt x="3017827" y="852390"/>
                </a:lnTo>
                <a:lnTo>
                  <a:pt x="3042398" y="836137"/>
                </a:lnTo>
                <a:lnTo>
                  <a:pt x="3066970" y="819950"/>
                </a:lnTo>
                <a:lnTo>
                  <a:pt x="3091541" y="803828"/>
                </a:lnTo>
                <a:lnTo>
                  <a:pt x="3116112" y="787769"/>
                </a:lnTo>
                <a:lnTo>
                  <a:pt x="3140683" y="771774"/>
                </a:lnTo>
                <a:lnTo>
                  <a:pt x="3165255" y="755841"/>
                </a:lnTo>
                <a:lnTo>
                  <a:pt x="3189826" y="739970"/>
                </a:lnTo>
                <a:lnTo>
                  <a:pt x="3214397" y="724159"/>
                </a:lnTo>
                <a:lnTo>
                  <a:pt x="3238968" y="708409"/>
                </a:lnTo>
                <a:lnTo>
                  <a:pt x="3263540" y="692718"/>
                </a:lnTo>
                <a:lnTo>
                  <a:pt x="3288111" y="677086"/>
                </a:lnTo>
                <a:lnTo>
                  <a:pt x="3312683" y="661512"/>
                </a:lnTo>
                <a:lnTo>
                  <a:pt x="3337254" y="645997"/>
                </a:lnTo>
                <a:lnTo>
                  <a:pt x="3361826" y="630538"/>
                </a:lnTo>
                <a:lnTo>
                  <a:pt x="3386397" y="615135"/>
                </a:lnTo>
                <a:lnTo>
                  <a:pt x="3410968" y="599788"/>
                </a:lnTo>
                <a:lnTo>
                  <a:pt x="3435539" y="584495"/>
                </a:lnTo>
                <a:lnTo>
                  <a:pt x="3460110" y="569258"/>
                </a:lnTo>
                <a:lnTo>
                  <a:pt x="3484682" y="554074"/>
                </a:lnTo>
                <a:lnTo>
                  <a:pt x="3509253" y="538945"/>
                </a:lnTo>
                <a:lnTo>
                  <a:pt x="3533825" y="523867"/>
                </a:lnTo>
                <a:lnTo>
                  <a:pt x="3558396" y="508842"/>
                </a:lnTo>
                <a:lnTo>
                  <a:pt x="3582967" y="493869"/>
                </a:lnTo>
                <a:lnTo>
                  <a:pt x="3607539" y="478946"/>
                </a:lnTo>
                <a:lnTo>
                  <a:pt x="3632110" y="464075"/>
                </a:lnTo>
                <a:lnTo>
                  <a:pt x="3656681" y="449254"/>
                </a:lnTo>
                <a:lnTo>
                  <a:pt x="3681252" y="434482"/>
                </a:lnTo>
                <a:lnTo>
                  <a:pt x="3705824" y="419760"/>
                </a:lnTo>
                <a:lnTo>
                  <a:pt x="3730395" y="405086"/>
                </a:lnTo>
                <a:lnTo>
                  <a:pt x="3754967" y="390460"/>
                </a:lnTo>
                <a:lnTo>
                  <a:pt x="3779538" y="375882"/>
                </a:lnTo>
                <a:lnTo>
                  <a:pt x="3804109" y="361352"/>
                </a:lnTo>
                <a:lnTo>
                  <a:pt x="3828680" y="346867"/>
                </a:lnTo>
                <a:lnTo>
                  <a:pt x="3853251" y="332430"/>
                </a:lnTo>
                <a:lnTo>
                  <a:pt x="3877823" y="318039"/>
                </a:lnTo>
                <a:lnTo>
                  <a:pt x="3902394" y="303692"/>
                </a:lnTo>
                <a:lnTo>
                  <a:pt x="3926966" y="289391"/>
                </a:lnTo>
                <a:lnTo>
                  <a:pt x="3951537" y="275135"/>
                </a:lnTo>
                <a:lnTo>
                  <a:pt x="3976108" y="260922"/>
                </a:lnTo>
                <a:lnTo>
                  <a:pt x="4000680" y="246754"/>
                </a:lnTo>
                <a:lnTo>
                  <a:pt x="4025251" y="232629"/>
                </a:lnTo>
                <a:lnTo>
                  <a:pt x="4049822" y="218547"/>
                </a:lnTo>
                <a:lnTo>
                  <a:pt x="4074393" y="204507"/>
                </a:lnTo>
                <a:lnTo>
                  <a:pt x="4098965" y="190510"/>
                </a:lnTo>
                <a:lnTo>
                  <a:pt x="4123536" y="176555"/>
                </a:lnTo>
                <a:lnTo>
                  <a:pt x="4148108" y="162640"/>
                </a:lnTo>
                <a:lnTo>
                  <a:pt x="4172679" y="148767"/>
                </a:lnTo>
                <a:lnTo>
                  <a:pt x="4197250" y="134936"/>
                </a:lnTo>
                <a:lnTo>
                  <a:pt x="4221821" y="121144"/>
                </a:lnTo>
                <a:lnTo>
                  <a:pt x="4246393" y="107392"/>
                </a:lnTo>
                <a:lnTo>
                  <a:pt x="4270964" y="93680"/>
                </a:lnTo>
                <a:lnTo>
                  <a:pt x="4295535" y="80008"/>
                </a:lnTo>
                <a:lnTo>
                  <a:pt x="4320107" y="66374"/>
                </a:lnTo>
                <a:lnTo>
                  <a:pt x="4344678" y="52779"/>
                </a:lnTo>
                <a:lnTo>
                  <a:pt x="4369249" y="39222"/>
                </a:lnTo>
                <a:lnTo>
                  <a:pt x="4393821" y="25703"/>
                </a:lnTo>
                <a:lnTo>
                  <a:pt x="4418392" y="12223"/>
                </a:lnTo>
                <a:lnTo>
                  <a:pt x="4418392" y="0"/>
                </a:lnTo>
                <a:lnTo>
                  <a:pt x="4393821" y="0"/>
                </a:lnTo>
                <a:lnTo>
                  <a:pt x="4369249" y="0"/>
                </a:lnTo>
                <a:lnTo>
                  <a:pt x="4344678" y="0"/>
                </a:lnTo>
                <a:lnTo>
                  <a:pt x="4320107" y="0"/>
                </a:lnTo>
                <a:lnTo>
                  <a:pt x="4295535" y="0"/>
                </a:lnTo>
                <a:lnTo>
                  <a:pt x="4270964" y="0"/>
                </a:lnTo>
                <a:lnTo>
                  <a:pt x="4246393" y="0"/>
                </a:lnTo>
                <a:lnTo>
                  <a:pt x="4221821" y="0"/>
                </a:lnTo>
                <a:lnTo>
                  <a:pt x="4197250" y="0"/>
                </a:lnTo>
                <a:lnTo>
                  <a:pt x="4172679" y="0"/>
                </a:lnTo>
                <a:lnTo>
                  <a:pt x="4148108" y="0"/>
                </a:lnTo>
                <a:lnTo>
                  <a:pt x="4123536" y="0"/>
                </a:lnTo>
                <a:lnTo>
                  <a:pt x="4098965" y="0"/>
                </a:lnTo>
                <a:lnTo>
                  <a:pt x="4074393" y="0"/>
                </a:lnTo>
                <a:lnTo>
                  <a:pt x="4049822" y="0"/>
                </a:lnTo>
                <a:lnTo>
                  <a:pt x="4025251" y="0"/>
                </a:lnTo>
                <a:lnTo>
                  <a:pt x="4000680" y="0"/>
                </a:lnTo>
                <a:lnTo>
                  <a:pt x="3976108" y="0"/>
                </a:lnTo>
                <a:lnTo>
                  <a:pt x="3951537" y="0"/>
                </a:lnTo>
                <a:lnTo>
                  <a:pt x="3926966" y="0"/>
                </a:lnTo>
                <a:lnTo>
                  <a:pt x="3902394" y="0"/>
                </a:lnTo>
                <a:lnTo>
                  <a:pt x="3877823" y="0"/>
                </a:lnTo>
                <a:lnTo>
                  <a:pt x="3853251" y="0"/>
                </a:lnTo>
                <a:lnTo>
                  <a:pt x="3828680" y="0"/>
                </a:lnTo>
                <a:lnTo>
                  <a:pt x="3804109" y="0"/>
                </a:lnTo>
                <a:lnTo>
                  <a:pt x="3779538" y="0"/>
                </a:lnTo>
                <a:lnTo>
                  <a:pt x="3754967" y="0"/>
                </a:lnTo>
                <a:lnTo>
                  <a:pt x="3730395" y="0"/>
                </a:lnTo>
                <a:lnTo>
                  <a:pt x="3705824" y="0"/>
                </a:lnTo>
                <a:lnTo>
                  <a:pt x="3681252" y="0"/>
                </a:lnTo>
                <a:lnTo>
                  <a:pt x="3656681" y="0"/>
                </a:lnTo>
                <a:lnTo>
                  <a:pt x="3632110" y="0"/>
                </a:lnTo>
                <a:lnTo>
                  <a:pt x="3607539" y="0"/>
                </a:lnTo>
                <a:lnTo>
                  <a:pt x="3582967" y="0"/>
                </a:lnTo>
                <a:lnTo>
                  <a:pt x="3558396" y="0"/>
                </a:lnTo>
                <a:lnTo>
                  <a:pt x="3533825" y="0"/>
                </a:lnTo>
                <a:lnTo>
                  <a:pt x="3509253" y="0"/>
                </a:lnTo>
                <a:lnTo>
                  <a:pt x="3484682" y="0"/>
                </a:lnTo>
                <a:lnTo>
                  <a:pt x="3460110" y="0"/>
                </a:lnTo>
                <a:lnTo>
                  <a:pt x="3435539" y="0"/>
                </a:lnTo>
                <a:lnTo>
                  <a:pt x="3410968" y="0"/>
                </a:lnTo>
                <a:lnTo>
                  <a:pt x="3386397" y="0"/>
                </a:lnTo>
                <a:lnTo>
                  <a:pt x="3361826" y="0"/>
                </a:lnTo>
                <a:lnTo>
                  <a:pt x="3337254" y="0"/>
                </a:lnTo>
                <a:lnTo>
                  <a:pt x="3312683" y="0"/>
                </a:lnTo>
                <a:lnTo>
                  <a:pt x="3288111" y="0"/>
                </a:lnTo>
                <a:lnTo>
                  <a:pt x="3263540" y="0"/>
                </a:lnTo>
                <a:lnTo>
                  <a:pt x="3238968" y="0"/>
                </a:lnTo>
                <a:lnTo>
                  <a:pt x="3214397" y="0"/>
                </a:lnTo>
                <a:lnTo>
                  <a:pt x="3189826" y="0"/>
                </a:lnTo>
                <a:lnTo>
                  <a:pt x="3165255" y="0"/>
                </a:lnTo>
                <a:lnTo>
                  <a:pt x="3140683" y="0"/>
                </a:lnTo>
                <a:lnTo>
                  <a:pt x="3116112" y="0"/>
                </a:lnTo>
                <a:lnTo>
                  <a:pt x="3091541" y="0"/>
                </a:lnTo>
                <a:lnTo>
                  <a:pt x="3066970" y="0"/>
                </a:lnTo>
                <a:lnTo>
                  <a:pt x="3042398" y="0"/>
                </a:lnTo>
                <a:lnTo>
                  <a:pt x="3017827" y="0"/>
                </a:lnTo>
                <a:lnTo>
                  <a:pt x="2993256" y="0"/>
                </a:lnTo>
                <a:lnTo>
                  <a:pt x="2968684" y="0"/>
                </a:lnTo>
                <a:lnTo>
                  <a:pt x="2944113" y="0"/>
                </a:lnTo>
                <a:lnTo>
                  <a:pt x="2919541" y="0"/>
                </a:lnTo>
                <a:lnTo>
                  <a:pt x="2894970" y="0"/>
                </a:lnTo>
                <a:lnTo>
                  <a:pt x="2870399" y="0"/>
                </a:lnTo>
                <a:lnTo>
                  <a:pt x="2845828" y="0"/>
                </a:lnTo>
                <a:lnTo>
                  <a:pt x="2821256" y="0"/>
                </a:lnTo>
                <a:lnTo>
                  <a:pt x="2796685" y="0"/>
                </a:lnTo>
                <a:lnTo>
                  <a:pt x="2772114" y="0"/>
                </a:lnTo>
                <a:lnTo>
                  <a:pt x="2747542" y="0"/>
                </a:lnTo>
                <a:lnTo>
                  <a:pt x="2722971" y="0"/>
                </a:lnTo>
                <a:lnTo>
                  <a:pt x="2698400" y="0"/>
                </a:lnTo>
                <a:lnTo>
                  <a:pt x="2673828" y="0"/>
                </a:lnTo>
                <a:lnTo>
                  <a:pt x="2649257" y="0"/>
                </a:lnTo>
                <a:lnTo>
                  <a:pt x="2624686" y="0"/>
                </a:lnTo>
                <a:lnTo>
                  <a:pt x="2600114" y="0"/>
                </a:lnTo>
                <a:lnTo>
                  <a:pt x="2575543" y="0"/>
                </a:lnTo>
                <a:lnTo>
                  <a:pt x="2550972" y="0"/>
                </a:lnTo>
                <a:lnTo>
                  <a:pt x="2526400" y="0"/>
                </a:lnTo>
                <a:lnTo>
                  <a:pt x="2501829" y="0"/>
                </a:lnTo>
                <a:lnTo>
                  <a:pt x="2477258" y="0"/>
                </a:lnTo>
                <a:lnTo>
                  <a:pt x="2452687" y="0"/>
                </a:lnTo>
                <a:lnTo>
                  <a:pt x="2428115" y="0"/>
                </a:lnTo>
                <a:lnTo>
                  <a:pt x="2403544" y="0"/>
                </a:lnTo>
                <a:lnTo>
                  <a:pt x="2378973" y="0"/>
                </a:lnTo>
                <a:lnTo>
                  <a:pt x="2354401" y="0"/>
                </a:lnTo>
                <a:lnTo>
                  <a:pt x="2329830" y="0"/>
                </a:lnTo>
                <a:lnTo>
                  <a:pt x="2305259" y="0"/>
                </a:lnTo>
                <a:lnTo>
                  <a:pt x="2280687" y="0"/>
                </a:lnTo>
                <a:lnTo>
                  <a:pt x="2256116" y="0"/>
                </a:lnTo>
                <a:lnTo>
                  <a:pt x="2231545" y="0"/>
                </a:lnTo>
                <a:lnTo>
                  <a:pt x="2206973" y="0"/>
                </a:lnTo>
                <a:lnTo>
                  <a:pt x="2182402" y="0"/>
                </a:lnTo>
                <a:lnTo>
                  <a:pt x="2157831" y="0"/>
                </a:lnTo>
                <a:lnTo>
                  <a:pt x="2133259" y="0"/>
                </a:lnTo>
                <a:lnTo>
                  <a:pt x="2108688" y="0"/>
                </a:lnTo>
                <a:lnTo>
                  <a:pt x="2084117" y="0"/>
                </a:lnTo>
                <a:lnTo>
                  <a:pt x="2059545" y="0"/>
                </a:lnTo>
                <a:lnTo>
                  <a:pt x="2034974" y="0"/>
                </a:lnTo>
                <a:lnTo>
                  <a:pt x="2010403" y="0"/>
                </a:lnTo>
                <a:lnTo>
                  <a:pt x="1985832" y="0"/>
                </a:lnTo>
                <a:lnTo>
                  <a:pt x="1961260" y="0"/>
                </a:lnTo>
                <a:lnTo>
                  <a:pt x="1936689" y="0"/>
                </a:lnTo>
                <a:lnTo>
                  <a:pt x="1912117" y="0"/>
                </a:lnTo>
                <a:lnTo>
                  <a:pt x="1887546" y="0"/>
                </a:lnTo>
                <a:lnTo>
                  <a:pt x="1862975" y="0"/>
                </a:lnTo>
                <a:lnTo>
                  <a:pt x="1838403" y="0"/>
                </a:lnTo>
                <a:lnTo>
                  <a:pt x="1813832" y="0"/>
                </a:lnTo>
                <a:lnTo>
                  <a:pt x="1789261" y="0"/>
                </a:lnTo>
                <a:lnTo>
                  <a:pt x="1764690" y="0"/>
                </a:lnTo>
                <a:lnTo>
                  <a:pt x="1740118" y="0"/>
                </a:lnTo>
                <a:lnTo>
                  <a:pt x="1715547" y="0"/>
                </a:lnTo>
                <a:lnTo>
                  <a:pt x="1690976" y="0"/>
                </a:lnTo>
                <a:lnTo>
                  <a:pt x="1666404" y="0"/>
                </a:lnTo>
                <a:lnTo>
                  <a:pt x="1641833" y="0"/>
                </a:lnTo>
                <a:lnTo>
                  <a:pt x="1617262" y="0"/>
                </a:lnTo>
                <a:lnTo>
                  <a:pt x="1592691" y="0"/>
                </a:lnTo>
                <a:lnTo>
                  <a:pt x="1568119" y="0"/>
                </a:lnTo>
                <a:lnTo>
                  <a:pt x="1543548" y="0"/>
                </a:lnTo>
                <a:lnTo>
                  <a:pt x="1518976" y="0"/>
                </a:lnTo>
                <a:lnTo>
                  <a:pt x="1494405" y="0"/>
                </a:lnTo>
                <a:lnTo>
                  <a:pt x="1469834" y="0"/>
                </a:lnTo>
                <a:lnTo>
                  <a:pt x="1445263" y="0"/>
                </a:lnTo>
                <a:lnTo>
                  <a:pt x="1420691" y="0"/>
                </a:lnTo>
                <a:lnTo>
                  <a:pt x="1396120" y="0"/>
                </a:lnTo>
                <a:lnTo>
                  <a:pt x="1371549" y="0"/>
                </a:lnTo>
                <a:lnTo>
                  <a:pt x="1346977" y="0"/>
                </a:lnTo>
                <a:lnTo>
                  <a:pt x="1322406" y="0"/>
                </a:lnTo>
                <a:lnTo>
                  <a:pt x="1297835" y="0"/>
                </a:lnTo>
                <a:lnTo>
                  <a:pt x="1273263" y="0"/>
                </a:lnTo>
                <a:lnTo>
                  <a:pt x="1248692" y="0"/>
                </a:lnTo>
                <a:lnTo>
                  <a:pt x="1224121" y="0"/>
                </a:lnTo>
                <a:lnTo>
                  <a:pt x="1199549" y="0"/>
                </a:lnTo>
                <a:lnTo>
                  <a:pt x="1174978" y="0"/>
                </a:lnTo>
                <a:lnTo>
                  <a:pt x="1150407" y="0"/>
                </a:lnTo>
                <a:lnTo>
                  <a:pt x="1125835" y="0"/>
                </a:lnTo>
                <a:lnTo>
                  <a:pt x="1101264" y="0"/>
                </a:lnTo>
                <a:lnTo>
                  <a:pt x="1076693" y="0"/>
                </a:lnTo>
                <a:lnTo>
                  <a:pt x="1052122" y="0"/>
                </a:lnTo>
                <a:lnTo>
                  <a:pt x="1027550" y="0"/>
                </a:lnTo>
                <a:lnTo>
                  <a:pt x="1002979" y="0"/>
                </a:lnTo>
                <a:lnTo>
                  <a:pt x="978408" y="0"/>
                </a:lnTo>
                <a:lnTo>
                  <a:pt x="953836" y="0"/>
                </a:lnTo>
                <a:lnTo>
                  <a:pt x="929265" y="0"/>
                </a:lnTo>
                <a:lnTo>
                  <a:pt x="904694" y="0"/>
                </a:lnTo>
                <a:lnTo>
                  <a:pt x="880122" y="0"/>
                </a:lnTo>
                <a:lnTo>
                  <a:pt x="855551" y="0"/>
                </a:lnTo>
                <a:lnTo>
                  <a:pt x="830980" y="0"/>
                </a:lnTo>
                <a:lnTo>
                  <a:pt x="806408" y="0"/>
                </a:lnTo>
                <a:lnTo>
                  <a:pt x="781837" y="0"/>
                </a:lnTo>
                <a:lnTo>
                  <a:pt x="757266" y="0"/>
                </a:lnTo>
                <a:lnTo>
                  <a:pt x="732694" y="0"/>
                </a:lnTo>
                <a:lnTo>
                  <a:pt x="708123" y="0"/>
                </a:lnTo>
                <a:lnTo>
                  <a:pt x="683552" y="0"/>
                </a:lnTo>
                <a:lnTo>
                  <a:pt x="658980" y="0"/>
                </a:lnTo>
                <a:lnTo>
                  <a:pt x="634409" y="0"/>
                </a:lnTo>
                <a:lnTo>
                  <a:pt x="609838" y="0"/>
                </a:lnTo>
                <a:lnTo>
                  <a:pt x="585266" y="0"/>
                </a:lnTo>
                <a:lnTo>
                  <a:pt x="560695" y="0"/>
                </a:lnTo>
                <a:lnTo>
                  <a:pt x="536124" y="0"/>
                </a:lnTo>
                <a:lnTo>
                  <a:pt x="511552" y="0"/>
                </a:lnTo>
                <a:lnTo>
                  <a:pt x="486981" y="0"/>
                </a:lnTo>
                <a:lnTo>
                  <a:pt x="462410" y="0"/>
                </a:lnTo>
                <a:lnTo>
                  <a:pt x="437839" y="0"/>
                </a:lnTo>
                <a:lnTo>
                  <a:pt x="413267" y="0"/>
                </a:lnTo>
                <a:lnTo>
                  <a:pt x="388696" y="0"/>
                </a:lnTo>
                <a:lnTo>
                  <a:pt x="364125" y="0"/>
                </a:lnTo>
                <a:lnTo>
                  <a:pt x="339553" y="0"/>
                </a:lnTo>
                <a:lnTo>
                  <a:pt x="314982" y="0"/>
                </a:lnTo>
                <a:lnTo>
                  <a:pt x="290411" y="0"/>
                </a:lnTo>
                <a:lnTo>
                  <a:pt x="265839" y="0"/>
                </a:lnTo>
                <a:lnTo>
                  <a:pt x="241268" y="0"/>
                </a:lnTo>
                <a:lnTo>
                  <a:pt x="216697" y="0"/>
                </a:lnTo>
                <a:lnTo>
                  <a:pt x="192125" y="0"/>
                </a:lnTo>
                <a:lnTo>
                  <a:pt x="167554" y="0"/>
                </a:lnTo>
                <a:lnTo>
                  <a:pt x="142983" y="0"/>
                </a:lnTo>
                <a:lnTo>
                  <a:pt x="118411" y="0"/>
                </a:lnTo>
                <a:lnTo>
                  <a:pt x="93840" y="0"/>
                </a:lnTo>
                <a:lnTo>
                  <a:pt x="69269" y="0"/>
                </a:lnTo>
                <a:lnTo>
                  <a:pt x="44697" y="0"/>
                </a:lnTo>
                <a:lnTo>
                  <a:pt x="20126" y="0"/>
                </a:lnTo>
                <a:lnTo>
                  <a:pt x="0" y="0"/>
                </a:lnTo>
                <a:lnTo>
                  <a:pt x="0" y="4793239"/>
                </a:lnTo>
                <a:lnTo>
                  <a:pt x="20126" y="4497361"/>
                </a:lnTo>
                <a:close/>
              </a:path>
            </a:pathLst>
          </a:custGeom>
          <a:solidFill xmlns:a="http://schemas.openxmlformats.org/drawingml/2006/main">
            <a:srgbClr val="90EE9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D0A63-3EA8-463D-B603-645E3B59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98923"/>
            <a:ext cx="4885247" cy="4821604"/>
          </a:xfrm>
          <a:custGeom xmlns:a="http://schemas.openxmlformats.org/drawingml/2006/main">
            <a:pathLst>
              <a:path w="4885247" h="4821604">
                <a:moveTo>
                  <a:pt x="44697" y="4574955"/>
                </a:moveTo>
                <a:lnTo>
                  <a:pt x="69269" y="4517556"/>
                </a:lnTo>
                <a:lnTo>
                  <a:pt x="93840" y="4471732"/>
                </a:lnTo>
                <a:lnTo>
                  <a:pt x="118411" y="4433417"/>
                </a:lnTo>
                <a:lnTo>
                  <a:pt x="142983" y="4400475"/>
                </a:lnTo>
                <a:lnTo>
                  <a:pt x="167554" y="4371614"/>
                </a:lnTo>
                <a:lnTo>
                  <a:pt x="192125" y="4345973"/>
                </a:lnTo>
                <a:lnTo>
                  <a:pt x="216697" y="4322948"/>
                </a:lnTo>
                <a:lnTo>
                  <a:pt x="241268" y="4302094"/>
                </a:lnTo>
                <a:lnTo>
                  <a:pt x="265839" y="4283070"/>
                </a:lnTo>
                <a:lnTo>
                  <a:pt x="290411" y="4265611"/>
                </a:lnTo>
                <a:lnTo>
                  <a:pt x="314982" y="4249504"/>
                </a:lnTo>
                <a:lnTo>
                  <a:pt x="339553" y="4234576"/>
                </a:lnTo>
                <a:lnTo>
                  <a:pt x="364125" y="4220685"/>
                </a:lnTo>
                <a:lnTo>
                  <a:pt x="388696" y="4207713"/>
                </a:lnTo>
                <a:lnTo>
                  <a:pt x="413267" y="4195558"/>
                </a:lnTo>
                <a:lnTo>
                  <a:pt x="437839" y="4184135"/>
                </a:lnTo>
                <a:lnTo>
                  <a:pt x="462410" y="4173372"/>
                </a:lnTo>
                <a:lnTo>
                  <a:pt x="486981" y="4163203"/>
                </a:lnTo>
                <a:lnTo>
                  <a:pt x="511552" y="4153575"/>
                </a:lnTo>
                <a:lnTo>
                  <a:pt x="536124" y="4144438"/>
                </a:lnTo>
                <a:lnTo>
                  <a:pt x="560695" y="4135750"/>
                </a:lnTo>
                <a:lnTo>
                  <a:pt x="585266" y="4127474"/>
                </a:lnTo>
                <a:lnTo>
                  <a:pt x="609838" y="4119576"/>
                </a:lnTo>
                <a:lnTo>
                  <a:pt x="634409" y="4112026"/>
                </a:lnTo>
                <a:lnTo>
                  <a:pt x="658980" y="4104797"/>
                </a:lnTo>
                <a:lnTo>
                  <a:pt x="683552" y="4097866"/>
                </a:lnTo>
                <a:lnTo>
                  <a:pt x="708123" y="4091211"/>
                </a:lnTo>
                <a:lnTo>
                  <a:pt x="732694" y="4084812"/>
                </a:lnTo>
                <a:lnTo>
                  <a:pt x="757266" y="4078653"/>
                </a:lnTo>
                <a:lnTo>
                  <a:pt x="781837" y="4072716"/>
                </a:lnTo>
                <a:lnTo>
                  <a:pt x="806408" y="4066987"/>
                </a:lnTo>
                <a:lnTo>
                  <a:pt x="830980" y="4061454"/>
                </a:lnTo>
                <a:lnTo>
                  <a:pt x="855551" y="4056102"/>
                </a:lnTo>
                <a:lnTo>
                  <a:pt x="880122" y="4050923"/>
                </a:lnTo>
                <a:lnTo>
                  <a:pt x="904694" y="4045905"/>
                </a:lnTo>
                <a:lnTo>
                  <a:pt x="929265" y="4041038"/>
                </a:lnTo>
                <a:lnTo>
                  <a:pt x="953836" y="4036315"/>
                </a:lnTo>
                <a:lnTo>
                  <a:pt x="978408" y="4031727"/>
                </a:lnTo>
                <a:lnTo>
                  <a:pt x="1002979" y="4027266"/>
                </a:lnTo>
                <a:lnTo>
                  <a:pt x="1027550" y="4022926"/>
                </a:lnTo>
                <a:lnTo>
                  <a:pt x="1052122" y="4018701"/>
                </a:lnTo>
                <a:lnTo>
                  <a:pt x="1076693" y="4014584"/>
                </a:lnTo>
                <a:lnTo>
                  <a:pt x="1101264" y="4010570"/>
                </a:lnTo>
                <a:lnTo>
                  <a:pt x="1125835" y="4006654"/>
                </a:lnTo>
                <a:lnTo>
                  <a:pt x="1150407" y="4002831"/>
                </a:lnTo>
                <a:lnTo>
                  <a:pt x="1174978" y="3999096"/>
                </a:lnTo>
                <a:lnTo>
                  <a:pt x="1199549" y="3995445"/>
                </a:lnTo>
                <a:lnTo>
                  <a:pt x="1224121" y="3991875"/>
                </a:lnTo>
                <a:lnTo>
                  <a:pt x="1248692" y="3988382"/>
                </a:lnTo>
                <a:lnTo>
                  <a:pt x="1273263" y="3984962"/>
                </a:lnTo>
                <a:lnTo>
                  <a:pt x="1297835" y="3981613"/>
                </a:lnTo>
                <a:lnTo>
                  <a:pt x="1322406" y="3978330"/>
                </a:lnTo>
                <a:lnTo>
                  <a:pt x="1346977" y="3975111"/>
                </a:lnTo>
                <a:lnTo>
                  <a:pt x="1371549" y="3971954"/>
                </a:lnTo>
                <a:lnTo>
                  <a:pt x="1396120" y="3968856"/>
                </a:lnTo>
                <a:lnTo>
                  <a:pt x="1420691" y="3965814"/>
                </a:lnTo>
                <a:lnTo>
                  <a:pt x="1445263" y="3962827"/>
                </a:lnTo>
                <a:lnTo>
                  <a:pt x="1469834" y="3959892"/>
                </a:lnTo>
                <a:lnTo>
                  <a:pt x="1494405" y="3957007"/>
                </a:lnTo>
                <a:lnTo>
                  <a:pt x="1518976" y="3954170"/>
                </a:lnTo>
                <a:lnTo>
                  <a:pt x="1543548" y="3951380"/>
                </a:lnTo>
                <a:lnTo>
                  <a:pt x="1568119" y="3948634"/>
                </a:lnTo>
                <a:lnTo>
                  <a:pt x="1592691" y="3945931"/>
                </a:lnTo>
                <a:lnTo>
                  <a:pt x="1617262" y="3943270"/>
                </a:lnTo>
                <a:lnTo>
                  <a:pt x="1641833" y="3940649"/>
                </a:lnTo>
                <a:lnTo>
                  <a:pt x="1666404" y="3938066"/>
                </a:lnTo>
                <a:lnTo>
                  <a:pt x="1690976" y="3935521"/>
                </a:lnTo>
                <a:lnTo>
                  <a:pt x="1715547" y="3933012"/>
                </a:lnTo>
                <a:lnTo>
                  <a:pt x="1740118" y="3930537"/>
                </a:lnTo>
                <a:lnTo>
                  <a:pt x="1764690" y="3928097"/>
                </a:lnTo>
                <a:lnTo>
                  <a:pt x="1789261" y="3925689"/>
                </a:lnTo>
                <a:lnTo>
                  <a:pt x="1813832" y="3923312"/>
                </a:lnTo>
                <a:lnTo>
                  <a:pt x="1838403" y="3920966"/>
                </a:lnTo>
                <a:lnTo>
                  <a:pt x="1862975" y="3918650"/>
                </a:lnTo>
                <a:lnTo>
                  <a:pt x="1887546" y="3916362"/>
                </a:lnTo>
                <a:lnTo>
                  <a:pt x="1912117" y="3914103"/>
                </a:lnTo>
                <a:lnTo>
                  <a:pt x="1936689" y="3911870"/>
                </a:lnTo>
                <a:lnTo>
                  <a:pt x="1961260" y="3909663"/>
                </a:lnTo>
                <a:lnTo>
                  <a:pt x="1985832" y="3907482"/>
                </a:lnTo>
                <a:lnTo>
                  <a:pt x="2010403" y="3905325"/>
                </a:lnTo>
                <a:lnTo>
                  <a:pt x="2034974" y="3903193"/>
                </a:lnTo>
                <a:lnTo>
                  <a:pt x="2059545" y="3901083"/>
                </a:lnTo>
                <a:lnTo>
                  <a:pt x="2084117" y="3898997"/>
                </a:lnTo>
                <a:lnTo>
                  <a:pt x="2108688" y="3896932"/>
                </a:lnTo>
                <a:lnTo>
                  <a:pt x="2133259" y="3894889"/>
                </a:lnTo>
                <a:lnTo>
                  <a:pt x="2157831" y="3892867"/>
                </a:lnTo>
                <a:lnTo>
                  <a:pt x="2182402" y="3890865"/>
                </a:lnTo>
                <a:lnTo>
                  <a:pt x="2206973" y="3888883"/>
                </a:lnTo>
                <a:lnTo>
                  <a:pt x="2231545" y="3886920"/>
                </a:lnTo>
                <a:lnTo>
                  <a:pt x="2256116" y="3884976"/>
                </a:lnTo>
                <a:lnTo>
                  <a:pt x="2280687" y="3883050"/>
                </a:lnTo>
                <a:lnTo>
                  <a:pt x="2305259" y="3881143"/>
                </a:lnTo>
                <a:lnTo>
                  <a:pt x="2329830" y="3879252"/>
                </a:lnTo>
                <a:lnTo>
                  <a:pt x="2354401" y="3877379"/>
                </a:lnTo>
                <a:lnTo>
                  <a:pt x="2378973" y="3875522"/>
                </a:lnTo>
                <a:lnTo>
                  <a:pt x="2403544" y="3873681"/>
                </a:lnTo>
                <a:lnTo>
                  <a:pt x="2428115" y="3871857"/>
                </a:lnTo>
                <a:lnTo>
                  <a:pt x="2452687" y="3870047"/>
                </a:lnTo>
                <a:lnTo>
                  <a:pt x="2477258" y="3868253"/>
                </a:lnTo>
                <a:lnTo>
                  <a:pt x="2501829" y="3866474"/>
                </a:lnTo>
                <a:lnTo>
                  <a:pt x="2526400" y="3864709"/>
                </a:lnTo>
                <a:lnTo>
                  <a:pt x="2550972" y="3862958"/>
                </a:lnTo>
                <a:lnTo>
                  <a:pt x="2575543" y="3861221"/>
                </a:lnTo>
                <a:lnTo>
                  <a:pt x="2600114" y="3859497"/>
                </a:lnTo>
                <a:lnTo>
                  <a:pt x="2624686" y="3857787"/>
                </a:lnTo>
                <a:lnTo>
                  <a:pt x="2649257" y="3856090"/>
                </a:lnTo>
                <a:lnTo>
                  <a:pt x="2673828" y="3854405"/>
                </a:lnTo>
                <a:lnTo>
                  <a:pt x="2698400" y="3852732"/>
                </a:lnTo>
                <a:lnTo>
                  <a:pt x="2722971" y="3851072"/>
                </a:lnTo>
                <a:lnTo>
                  <a:pt x="2747542" y="3849424"/>
                </a:lnTo>
                <a:lnTo>
                  <a:pt x="2772114" y="3847787"/>
                </a:lnTo>
                <a:lnTo>
                  <a:pt x="2796685" y="3846162"/>
                </a:lnTo>
                <a:lnTo>
                  <a:pt x="2821256" y="3844548"/>
                </a:lnTo>
                <a:lnTo>
                  <a:pt x="2845828" y="3842945"/>
                </a:lnTo>
                <a:lnTo>
                  <a:pt x="2870399" y="3841353"/>
                </a:lnTo>
                <a:lnTo>
                  <a:pt x="2894970" y="3839772"/>
                </a:lnTo>
                <a:lnTo>
                  <a:pt x="2919541" y="3838201"/>
                </a:lnTo>
                <a:lnTo>
                  <a:pt x="2944113" y="3836640"/>
                </a:lnTo>
                <a:lnTo>
                  <a:pt x="2968684" y="3835089"/>
                </a:lnTo>
                <a:lnTo>
                  <a:pt x="2993256" y="3833547"/>
                </a:lnTo>
                <a:lnTo>
                  <a:pt x="3017827" y="3832016"/>
                </a:lnTo>
                <a:lnTo>
                  <a:pt x="3042398" y="3830494"/>
                </a:lnTo>
                <a:lnTo>
                  <a:pt x="3066970" y="3828981"/>
                </a:lnTo>
                <a:lnTo>
                  <a:pt x="3091541" y="3827477"/>
                </a:lnTo>
                <a:lnTo>
                  <a:pt x="3116112" y="3825983"/>
                </a:lnTo>
                <a:lnTo>
                  <a:pt x="3140683" y="3824497"/>
                </a:lnTo>
                <a:lnTo>
                  <a:pt x="3165255" y="3823020"/>
                </a:lnTo>
                <a:lnTo>
                  <a:pt x="3189826" y="3821551"/>
                </a:lnTo>
                <a:lnTo>
                  <a:pt x="3214397" y="3820091"/>
                </a:lnTo>
                <a:lnTo>
                  <a:pt x="3238968" y="3818639"/>
                </a:lnTo>
                <a:lnTo>
                  <a:pt x="3263540" y="3817195"/>
                </a:lnTo>
                <a:lnTo>
                  <a:pt x="3288111" y="3815759"/>
                </a:lnTo>
                <a:lnTo>
                  <a:pt x="3312683" y="3814331"/>
                </a:lnTo>
                <a:lnTo>
                  <a:pt x="3337254" y="3812910"/>
                </a:lnTo>
                <a:lnTo>
                  <a:pt x="3361826" y="3811498"/>
                </a:lnTo>
                <a:lnTo>
                  <a:pt x="3386397" y="3810092"/>
                </a:lnTo>
                <a:lnTo>
                  <a:pt x="3410968" y="3808694"/>
                </a:lnTo>
                <a:lnTo>
                  <a:pt x="3435539" y="3807304"/>
                </a:lnTo>
                <a:lnTo>
                  <a:pt x="3460110" y="3805920"/>
                </a:lnTo>
                <a:lnTo>
                  <a:pt x="3484682" y="3804544"/>
                </a:lnTo>
                <a:lnTo>
                  <a:pt x="3509253" y="3803174"/>
                </a:lnTo>
                <a:lnTo>
                  <a:pt x="3533825" y="3801811"/>
                </a:lnTo>
                <a:lnTo>
                  <a:pt x="3558396" y="3800455"/>
                </a:lnTo>
                <a:lnTo>
                  <a:pt x="3582967" y="3799106"/>
                </a:lnTo>
                <a:lnTo>
                  <a:pt x="3607539" y="3797763"/>
                </a:lnTo>
                <a:lnTo>
                  <a:pt x="3632110" y="3796427"/>
                </a:lnTo>
                <a:lnTo>
                  <a:pt x="3656681" y="3795097"/>
                </a:lnTo>
                <a:lnTo>
                  <a:pt x="3681252" y="3793773"/>
                </a:lnTo>
                <a:lnTo>
                  <a:pt x="3705824" y="3792455"/>
                </a:lnTo>
                <a:lnTo>
                  <a:pt x="3730395" y="3791144"/>
                </a:lnTo>
                <a:lnTo>
                  <a:pt x="3754967" y="3789838"/>
                </a:lnTo>
                <a:lnTo>
                  <a:pt x="3779538" y="3788538"/>
                </a:lnTo>
                <a:lnTo>
                  <a:pt x="3804109" y="3787245"/>
                </a:lnTo>
                <a:lnTo>
                  <a:pt x="3828680" y="3785957"/>
                </a:lnTo>
                <a:lnTo>
                  <a:pt x="3853251" y="3784674"/>
                </a:lnTo>
                <a:lnTo>
                  <a:pt x="3877823" y="3783397"/>
                </a:lnTo>
                <a:lnTo>
                  <a:pt x="3902394" y="3782126"/>
                </a:lnTo>
                <a:lnTo>
                  <a:pt x="3926966" y="3780861"/>
                </a:lnTo>
                <a:lnTo>
                  <a:pt x="3951537" y="3779600"/>
                </a:lnTo>
                <a:lnTo>
                  <a:pt x="3976108" y="3778345"/>
                </a:lnTo>
                <a:lnTo>
                  <a:pt x="4000680" y="3777095"/>
                </a:lnTo>
                <a:lnTo>
                  <a:pt x="4025251" y="3775851"/>
                </a:lnTo>
                <a:lnTo>
                  <a:pt x="4049822" y="3774611"/>
                </a:lnTo>
                <a:lnTo>
                  <a:pt x="4074393" y="3773377"/>
                </a:lnTo>
                <a:lnTo>
                  <a:pt x="4098965" y="3772148"/>
                </a:lnTo>
                <a:lnTo>
                  <a:pt x="4123536" y="3770923"/>
                </a:lnTo>
                <a:lnTo>
                  <a:pt x="4148108" y="3769704"/>
                </a:lnTo>
                <a:lnTo>
                  <a:pt x="4172679" y="3768489"/>
                </a:lnTo>
                <a:lnTo>
                  <a:pt x="4197250" y="3767279"/>
                </a:lnTo>
                <a:lnTo>
                  <a:pt x="4221821" y="3766074"/>
                </a:lnTo>
                <a:lnTo>
                  <a:pt x="4246393" y="3764873"/>
                </a:lnTo>
                <a:lnTo>
                  <a:pt x="4270964" y="3763677"/>
                </a:lnTo>
                <a:lnTo>
                  <a:pt x="4295535" y="3762486"/>
                </a:lnTo>
                <a:lnTo>
                  <a:pt x="4320107" y="3761299"/>
                </a:lnTo>
                <a:lnTo>
                  <a:pt x="4344678" y="3760117"/>
                </a:lnTo>
                <a:lnTo>
                  <a:pt x="4369249" y="3758939"/>
                </a:lnTo>
                <a:lnTo>
                  <a:pt x="4393821" y="3757765"/>
                </a:lnTo>
                <a:lnTo>
                  <a:pt x="4418392" y="3756595"/>
                </a:lnTo>
                <a:lnTo>
                  <a:pt x="4442963" y="3755430"/>
                </a:lnTo>
                <a:lnTo>
                  <a:pt x="4467535" y="3754269"/>
                </a:lnTo>
                <a:lnTo>
                  <a:pt x="4492106" y="3753112"/>
                </a:lnTo>
                <a:lnTo>
                  <a:pt x="4516677" y="3751960"/>
                </a:lnTo>
                <a:lnTo>
                  <a:pt x="4541248" y="3750811"/>
                </a:lnTo>
                <a:lnTo>
                  <a:pt x="4565820" y="3749666"/>
                </a:lnTo>
                <a:lnTo>
                  <a:pt x="4590391" y="3748526"/>
                </a:lnTo>
                <a:lnTo>
                  <a:pt x="4614962" y="3747389"/>
                </a:lnTo>
                <a:lnTo>
                  <a:pt x="4639534" y="3746256"/>
                </a:lnTo>
                <a:lnTo>
                  <a:pt x="4664105" y="3745127"/>
                </a:lnTo>
                <a:lnTo>
                  <a:pt x="4688676" y="3744002"/>
                </a:lnTo>
                <a:lnTo>
                  <a:pt x="4713248" y="3742881"/>
                </a:lnTo>
                <a:lnTo>
                  <a:pt x="4737819" y="3741764"/>
                </a:lnTo>
                <a:lnTo>
                  <a:pt x="4762391" y="3740650"/>
                </a:lnTo>
                <a:lnTo>
                  <a:pt x="4786962" y="3739539"/>
                </a:lnTo>
                <a:lnTo>
                  <a:pt x="4811533" y="3738433"/>
                </a:lnTo>
                <a:lnTo>
                  <a:pt x="4836104" y="3737330"/>
                </a:lnTo>
                <a:lnTo>
                  <a:pt x="4860676" y="3736231"/>
                </a:lnTo>
                <a:lnTo>
                  <a:pt x="4885247" y="3735135"/>
                </a:lnTo>
                <a:lnTo>
                  <a:pt x="4885247" y="0"/>
                </a:lnTo>
                <a:lnTo>
                  <a:pt x="4440733" y="0"/>
                </a:lnTo>
                <a:lnTo>
                  <a:pt x="4418392" y="12223"/>
                </a:lnTo>
                <a:lnTo>
                  <a:pt x="4393821" y="25704"/>
                </a:lnTo>
                <a:lnTo>
                  <a:pt x="4369249" y="39223"/>
                </a:lnTo>
                <a:lnTo>
                  <a:pt x="4344678" y="52780"/>
                </a:lnTo>
                <a:lnTo>
                  <a:pt x="4320107" y="66375"/>
                </a:lnTo>
                <a:lnTo>
                  <a:pt x="4295535" y="80008"/>
                </a:lnTo>
                <a:lnTo>
                  <a:pt x="4270964" y="93681"/>
                </a:lnTo>
                <a:lnTo>
                  <a:pt x="4246393" y="107393"/>
                </a:lnTo>
                <a:lnTo>
                  <a:pt x="4221821" y="121144"/>
                </a:lnTo>
                <a:lnTo>
                  <a:pt x="4197250" y="134936"/>
                </a:lnTo>
                <a:lnTo>
                  <a:pt x="4172679" y="148768"/>
                </a:lnTo>
                <a:lnTo>
                  <a:pt x="4148108" y="162641"/>
                </a:lnTo>
                <a:lnTo>
                  <a:pt x="4123536" y="176555"/>
                </a:lnTo>
                <a:lnTo>
                  <a:pt x="4098965" y="190511"/>
                </a:lnTo>
                <a:lnTo>
                  <a:pt x="4074393" y="204508"/>
                </a:lnTo>
                <a:lnTo>
                  <a:pt x="4049822" y="218547"/>
                </a:lnTo>
                <a:lnTo>
                  <a:pt x="4025251" y="232629"/>
                </a:lnTo>
                <a:lnTo>
                  <a:pt x="4000680" y="246754"/>
                </a:lnTo>
                <a:lnTo>
                  <a:pt x="3976108" y="260923"/>
                </a:lnTo>
                <a:lnTo>
                  <a:pt x="3951537" y="275135"/>
                </a:lnTo>
                <a:lnTo>
                  <a:pt x="3926966" y="289392"/>
                </a:lnTo>
                <a:lnTo>
                  <a:pt x="3902394" y="303693"/>
                </a:lnTo>
                <a:lnTo>
                  <a:pt x="3877823" y="318039"/>
                </a:lnTo>
                <a:lnTo>
                  <a:pt x="3853251" y="332430"/>
                </a:lnTo>
                <a:lnTo>
                  <a:pt x="3828680" y="346868"/>
                </a:lnTo>
                <a:lnTo>
                  <a:pt x="3804109" y="361352"/>
                </a:lnTo>
                <a:lnTo>
                  <a:pt x="3779538" y="375883"/>
                </a:lnTo>
                <a:lnTo>
                  <a:pt x="3754967" y="390460"/>
                </a:lnTo>
                <a:lnTo>
                  <a:pt x="3730395" y="405086"/>
                </a:lnTo>
                <a:lnTo>
                  <a:pt x="3705824" y="419760"/>
                </a:lnTo>
                <a:lnTo>
                  <a:pt x="3681252" y="434483"/>
                </a:lnTo>
                <a:lnTo>
                  <a:pt x="3656681" y="449254"/>
                </a:lnTo>
                <a:lnTo>
                  <a:pt x="3632110" y="464076"/>
                </a:lnTo>
                <a:lnTo>
                  <a:pt x="3607539" y="478947"/>
                </a:lnTo>
                <a:lnTo>
                  <a:pt x="3582967" y="493869"/>
                </a:lnTo>
                <a:lnTo>
                  <a:pt x="3558396" y="508843"/>
                </a:lnTo>
                <a:lnTo>
                  <a:pt x="3533825" y="523868"/>
                </a:lnTo>
                <a:lnTo>
                  <a:pt x="3509253" y="538945"/>
                </a:lnTo>
                <a:lnTo>
                  <a:pt x="3484682" y="554075"/>
                </a:lnTo>
                <a:lnTo>
                  <a:pt x="3460110" y="569259"/>
                </a:lnTo>
                <a:lnTo>
                  <a:pt x="3435539" y="584496"/>
                </a:lnTo>
                <a:lnTo>
                  <a:pt x="3410968" y="599788"/>
                </a:lnTo>
                <a:lnTo>
                  <a:pt x="3386397" y="615135"/>
                </a:lnTo>
                <a:lnTo>
                  <a:pt x="3361826" y="630538"/>
                </a:lnTo>
                <a:lnTo>
                  <a:pt x="3337254" y="645997"/>
                </a:lnTo>
                <a:lnTo>
                  <a:pt x="3312683" y="661513"/>
                </a:lnTo>
                <a:lnTo>
                  <a:pt x="3288111" y="677086"/>
                </a:lnTo>
                <a:lnTo>
                  <a:pt x="3263540" y="692719"/>
                </a:lnTo>
                <a:lnTo>
                  <a:pt x="3238968" y="708410"/>
                </a:lnTo>
                <a:lnTo>
                  <a:pt x="3214397" y="724160"/>
                </a:lnTo>
                <a:lnTo>
                  <a:pt x="3189826" y="739970"/>
                </a:lnTo>
                <a:lnTo>
                  <a:pt x="3165255" y="755842"/>
                </a:lnTo>
                <a:lnTo>
                  <a:pt x="3140683" y="771774"/>
                </a:lnTo>
                <a:lnTo>
                  <a:pt x="3116112" y="787770"/>
                </a:lnTo>
                <a:lnTo>
                  <a:pt x="3091541" y="803828"/>
                </a:lnTo>
                <a:lnTo>
                  <a:pt x="3066970" y="819951"/>
                </a:lnTo>
                <a:lnTo>
                  <a:pt x="3042398" y="836138"/>
                </a:lnTo>
                <a:lnTo>
                  <a:pt x="3017827" y="852390"/>
                </a:lnTo>
                <a:lnTo>
                  <a:pt x="2993256" y="868709"/>
                </a:lnTo>
                <a:lnTo>
                  <a:pt x="2968684" y="885094"/>
                </a:lnTo>
                <a:lnTo>
                  <a:pt x="2944113" y="901548"/>
                </a:lnTo>
                <a:lnTo>
                  <a:pt x="2919541" y="918070"/>
                </a:lnTo>
                <a:lnTo>
                  <a:pt x="2894970" y="934662"/>
                </a:lnTo>
                <a:lnTo>
                  <a:pt x="2870399" y="951324"/>
                </a:lnTo>
                <a:lnTo>
                  <a:pt x="2845828" y="968057"/>
                </a:lnTo>
                <a:lnTo>
                  <a:pt x="2821256" y="984864"/>
                </a:lnTo>
                <a:lnTo>
                  <a:pt x="2796685" y="1001742"/>
                </a:lnTo>
                <a:lnTo>
                  <a:pt x="2772114" y="1018696"/>
                </a:lnTo>
                <a:lnTo>
                  <a:pt x="2747542" y="1035724"/>
                </a:lnTo>
                <a:lnTo>
                  <a:pt x="2722971" y="1052829"/>
                </a:lnTo>
                <a:lnTo>
                  <a:pt x="2698400" y="1070011"/>
                </a:lnTo>
                <a:lnTo>
                  <a:pt x="2673828" y="1087271"/>
                </a:lnTo>
                <a:lnTo>
                  <a:pt x="2649257" y="1104610"/>
                </a:lnTo>
                <a:lnTo>
                  <a:pt x="2624686" y="1122030"/>
                </a:lnTo>
                <a:lnTo>
                  <a:pt x="2600114" y="1139532"/>
                </a:lnTo>
                <a:lnTo>
                  <a:pt x="2575543" y="1157116"/>
                </a:lnTo>
                <a:lnTo>
                  <a:pt x="2550972" y="1174784"/>
                </a:lnTo>
                <a:lnTo>
                  <a:pt x="2526400" y="1192538"/>
                </a:lnTo>
                <a:lnTo>
                  <a:pt x="2501829" y="1210377"/>
                </a:lnTo>
                <a:lnTo>
                  <a:pt x="2477258" y="1228305"/>
                </a:lnTo>
                <a:lnTo>
                  <a:pt x="2452687" y="1246321"/>
                </a:lnTo>
                <a:lnTo>
                  <a:pt x="2428115" y="1264428"/>
                </a:lnTo>
                <a:lnTo>
                  <a:pt x="2403544" y="1282626"/>
                </a:lnTo>
                <a:lnTo>
                  <a:pt x="2378973" y="1300917"/>
                </a:lnTo>
                <a:lnTo>
                  <a:pt x="2354401" y="1319304"/>
                </a:lnTo>
                <a:lnTo>
                  <a:pt x="2329830" y="1337785"/>
                </a:lnTo>
                <a:lnTo>
                  <a:pt x="2305259" y="1356365"/>
                </a:lnTo>
                <a:lnTo>
                  <a:pt x="2280687" y="1375044"/>
                </a:lnTo>
                <a:lnTo>
                  <a:pt x="2256116" y="1393823"/>
                </a:lnTo>
                <a:lnTo>
                  <a:pt x="2231545" y="1412705"/>
                </a:lnTo>
                <a:lnTo>
                  <a:pt x="2206973" y="1431690"/>
                </a:lnTo>
                <a:lnTo>
                  <a:pt x="2182402" y="1450782"/>
                </a:lnTo>
                <a:lnTo>
                  <a:pt x="2157831" y="1469981"/>
                </a:lnTo>
                <a:lnTo>
                  <a:pt x="2133259" y="1489290"/>
                </a:lnTo>
                <a:lnTo>
                  <a:pt x="2108688" y="1508709"/>
                </a:lnTo>
                <a:lnTo>
                  <a:pt x="2084117" y="1528242"/>
                </a:lnTo>
                <a:lnTo>
                  <a:pt x="2059545" y="1547891"/>
                </a:lnTo>
                <a:lnTo>
                  <a:pt x="2034974" y="1567656"/>
                </a:lnTo>
                <a:lnTo>
                  <a:pt x="2010403" y="1587541"/>
                </a:lnTo>
                <a:lnTo>
                  <a:pt x="1985832" y="1607548"/>
                </a:lnTo>
                <a:lnTo>
                  <a:pt x="1961260" y="1627678"/>
                </a:lnTo>
                <a:lnTo>
                  <a:pt x="1936689" y="1647935"/>
                </a:lnTo>
                <a:lnTo>
                  <a:pt x="1912117" y="1668320"/>
                </a:lnTo>
                <a:lnTo>
                  <a:pt x="1887546" y="1688837"/>
                </a:lnTo>
                <a:lnTo>
                  <a:pt x="1862975" y="1709487"/>
                </a:lnTo>
                <a:lnTo>
                  <a:pt x="1838403" y="1730273"/>
                </a:lnTo>
                <a:lnTo>
                  <a:pt x="1813832" y="1751199"/>
                </a:lnTo>
                <a:lnTo>
                  <a:pt x="1789261" y="1772266"/>
                </a:lnTo>
                <a:lnTo>
                  <a:pt x="1764690" y="1793478"/>
                </a:lnTo>
                <a:lnTo>
                  <a:pt x="1740118" y="1814838"/>
                </a:lnTo>
                <a:lnTo>
                  <a:pt x="1715547" y="1836349"/>
                </a:lnTo>
                <a:lnTo>
                  <a:pt x="1690976" y="1858014"/>
                </a:lnTo>
                <a:lnTo>
                  <a:pt x="1666404" y="1879836"/>
                </a:lnTo>
                <a:lnTo>
                  <a:pt x="1641833" y="1901820"/>
                </a:lnTo>
                <a:lnTo>
                  <a:pt x="1617262" y="1923969"/>
                </a:lnTo>
                <a:lnTo>
                  <a:pt x="1592691" y="1946286"/>
                </a:lnTo>
                <a:lnTo>
                  <a:pt x="1568119" y="1968775"/>
                </a:lnTo>
                <a:lnTo>
                  <a:pt x="1543548" y="1991440"/>
                </a:lnTo>
                <a:lnTo>
                  <a:pt x="1518976" y="2014286"/>
                </a:lnTo>
                <a:lnTo>
                  <a:pt x="1494405" y="2037318"/>
                </a:lnTo>
                <a:lnTo>
                  <a:pt x="1469834" y="2060538"/>
                </a:lnTo>
                <a:lnTo>
                  <a:pt x="1445263" y="2083953"/>
                </a:lnTo>
                <a:lnTo>
                  <a:pt x="1420691" y="2107568"/>
                </a:lnTo>
                <a:lnTo>
                  <a:pt x="1396120" y="2131387"/>
                </a:lnTo>
                <a:lnTo>
                  <a:pt x="1371549" y="2155415"/>
                </a:lnTo>
                <a:lnTo>
                  <a:pt x="1346977" y="2179659"/>
                </a:lnTo>
                <a:lnTo>
                  <a:pt x="1322406" y="2204125"/>
                </a:lnTo>
                <a:lnTo>
                  <a:pt x="1297835" y="2228818"/>
                </a:lnTo>
                <a:lnTo>
                  <a:pt x="1273263" y="2253745"/>
                </a:lnTo>
                <a:lnTo>
                  <a:pt x="1248692" y="2278914"/>
                </a:lnTo>
                <a:lnTo>
                  <a:pt x="1224121" y="2304330"/>
                </a:lnTo>
                <a:lnTo>
                  <a:pt x="1199549" y="2330001"/>
                </a:lnTo>
                <a:lnTo>
                  <a:pt x="1174978" y="2355936"/>
                </a:lnTo>
                <a:lnTo>
                  <a:pt x="1150407" y="2382143"/>
                </a:lnTo>
                <a:lnTo>
                  <a:pt x="1125835" y="2408630"/>
                </a:lnTo>
                <a:lnTo>
                  <a:pt x="1101264" y="2435406"/>
                </a:lnTo>
                <a:lnTo>
                  <a:pt x="1076693" y="2462481"/>
                </a:lnTo>
                <a:lnTo>
                  <a:pt x="1052122" y="2489866"/>
                </a:lnTo>
                <a:lnTo>
                  <a:pt x="1027550" y="2517572"/>
                </a:lnTo>
                <a:lnTo>
                  <a:pt x="1002979" y="2545609"/>
                </a:lnTo>
                <a:lnTo>
                  <a:pt x="978408" y="2573990"/>
                </a:lnTo>
                <a:lnTo>
                  <a:pt x="953836" y="2602728"/>
                </a:lnTo>
                <a:lnTo>
                  <a:pt x="929265" y="2631837"/>
                </a:lnTo>
                <a:lnTo>
                  <a:pt x="904694" y="2661332"/>
                </a:lnTo>
                <a:lnTo>
                  <a:pt x="880122" y="2691228"/>
                </a:lnTo>
                <a:lnTo>
                  <a:pt x="855551" y="2721542"/>
                </a:lnTo>
                <a:lnTo>
                  <a:pt x="830980" y="2752293"/>
                </a:lnTo>
                <a:lnTo>
                  <a:pt x="806408" y="2783499"/>
                </a:lnTo>
                <a:lnTo>
                  <a:pt x="781837" y="2815182"/>
                </a:lnTo>
                <a:lnTo>
                  <a:pt x="757266" y="2847363"/>
                </a:lnTo>
                <a:lnTo>
                  <a:pt x="732694" y="2880068"/>
                </a:lnTo>
                <a:lnTo>
                  <a:pt x="708123" y="2913323"/>
                </a:lnTo>
                <a:lnTo>
                  <a:pt x="683552" y="2947156"/>
                </a:lnTo>
                <a:lnTo>
                  <a:pt x="658980" y="2981599"/>
                </a:lnTo>
                <a:lnTo>
                  <a:pt x="634409" y="3016686"/>
                </a:lnTo>
                <a:lnTo>
                  <a:pt x="609838" y="3052455"/>
                </a:lnTo>
                <a:lnTo>
                  <a:pt x="585266" y="3088946"/>
                </a:lnTo>
                <a:lnTo>
                  <a:pt x="560695" y="3126206"/>
                </a:lnTo>
                <a:lnTo>
                  <a:pt x="536124" y="3164285"/>
                </a:lnTo>
                <a:lnTo>
                  <a:pt x="511552" y="3203239"/>
                </a:lnTo>
                <a:lnTo>
                  <a:pt x="486981" y="3243133"/>
                </a:lnTo>
                <a:lnTo>
                  <a:pt x="462410" y="3284037"/>
                </a:lnTo>
                <a:lnTo>
                  <a:pt x="437839" y="3326033"/>
                </a:lnTo>
                <a:lnTo>
                  <a:pt x="413267" y="3369212"/>
                </a:lnTo>
                <a:lnTo>
                  <a:pt x="388696" y="3413682"/>
                </a:lnTo>
                <a:lnTo>
                  <a:pt x="364125" y="3459563"/>
                </a:lnTo>
                <a:lnTo>
                  <a:pt x="339553" y="3507002"/>
                </a:lnTo>
                <a:lnTo>
                  <a:pt x="314982" y="3556167"/>
                </a:lnTo>
                <a:lnTo>
                  <a:pt x="290411" y="3607262"/>
                </a:lnTo>
                <a:lnTo>
                  <a:pt x="265839" y="3660535"/>
                </a:lnTo>
                <a:lnTo>
                  <a:pt x="241268" y="3716289"/>
                </a:lnTo>
                <a:lnTo>
                  <a:pt x="216697" y="3774908"/>
                </a:lnTo>
                <a:lnTo>
                  <a:pt x="192125" y="3836885"/>
                </a:lnTo>
                <a:lnTo>
                  <a:pt x="167554" y="3902872"/>
                </a:lnTo>
                <a:lnTo>
                  <a:pt x="142983" y="3973767"/>
                </a:lnTo>
                <a:lnTo>
                  <a:pt x="118411" y="4050861"/>
                </a:lnTo>
                <a:lnTo>
                  <a:pt x="93840" y="4136135"/>
                </a:lnTo>
                <a:lnTo>
                  <a:pt x="69269" y="4232925"/>
                </a:lnTo>
                <a:lnTo>
                  <a:pt x="44697" y="4347737"/>
                </a:lnTo>
                <a:lnTo>
                  <a:pt x="20126" y="4497362"/>
                </a:lnTo>
                <a:lnTo>
                  <a:pt x="0" y="4793239"/>
                </a:lnTo>
                <a:lnTo>
                  <a:pt x="0" y="4821604"/>
                </a:lnTo>
                <a:lnTo>
                  <a:pt x="20126" y="4654150"/>
                </a:lnTo>
                <a:lnTo>
                  <a:pt x="44697" y="4574955"/>
                </a:lnTo>
                <a:close/>
              </a:path>
            </a:pathLst>
          </a:custGeom>
          <a:solidFill xmlns:a="http://schemas.openxmlformats.org/drawingml/2006/main">
            <a:srgbClr val="90EE9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A117D-B247-4C9C-9E6F-E25C260B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3834058"/>
            <a:ext cx="4885247" cy="1118595"/>
          </a:xfrm>
          <a:custGeom xmlns:a="http://schemas.openxmlformats.org/drawingml/2006/main">
            <a:pathLst>
              <a:path w="4885247" h="1118595">
                <a:moveTo>
                  <a:pt x="4885247" y="0"/>
                </a:moveTo>
                <a:lnTo>
                  <a:pt x="4860676" y="1096"/>
                </a:lnTo>
                <a:lnTo>
                  <a:pt x="4836104" y="2195"/>
                </a:lnTo>
                <a:lnTo>
                  <a:pt x="4811533" y="3298"/>
                </a:lnTo>
                <a:lnTo>
                  <a:pt x="4786962" y="4405"/>
                </a:lnTo>
                <a:lnTo>
                  <a:pt x="4762391" y="5515"/>
                </a:lnTo>
                <a:lnTo>
                  <a:pt x="4737819" y="6629"/>
                </a:lnTo>
                <a:lnTo>
                  <a:pt x="4713248" y="7746"/>
                </a:lnTo>
                <a:lnTo>
                  <a:pt x="4688676" y="8868"/>
                </a:lnTo>
                <a:lnTo>
                  <a:pt x="4664105" y="9993"/>
                </a:lnTo>
                <a:lnTo>
                  <a:pt x="4639534" y="11122"/>
                </a:lnTo>
                <a:lnTo>
                  <a:pt x="4614962" y="12254"/>
                </a:lnTo>
                <a:lnTo>
                  <a:pt x="4590391" y="13391"/>
                </a:lnTo>
                <a:lnTo>
                  <a:pt x="4565820" y="14532"/>
                </a:lnTo>
                <a:lnTo>
                  <a:pt x="4541248" y="15676"/>
                </a:lnTo>
                <a:lnTo>
                  <a:pt x="4516677" y="16825"/>
                </a:lnTo>
                <a:lnTo>
                  <a:pt x="4492106" y="17978"/>
                </a:lnTo>
                <a:lnTo>
                  <a:pt x="4467535" y="19134"/>
                </a:lnTo>
                <a:lnTo>
                  <a:pt x="4442963" y="20295"/>
                </a:lnTo>
                <a:lnTo>
                  <a:pt x="4418392" y="21461"/>
                </a:lnTo>
                <a:lnTo>
                  <a:pt x="4393821" y="22630"/>
                </a:lnTo>
                <a:lnTo>
                  <a:pt x="4369249" y="23804"/>
                </a:lnTo>
                <a:lnTo>
                  <a:pt x="4344678" y="24982"/>
                </a:lnTo>
                <a:lnTo>
                  <a:pt x="4320107" y="26164"/>
                </a:lnTo>
                <a:lnTo>
                  <a:pt x="4295535" y="27351"/>
                </a:lnTo>
                <a:lnTo>
                  <a:pt x="4270964" y="28543"/>
                </a:lnTo>
                <a:lnTo>
                  <a:pt x="4246393" y="29739"/>
                </a:lnTo>
                <a:lnTo>
                  <a:pt x="4221821" y="30939"/>
                </a:lnTo>
                <a:lnTo>
                  <a:pt x="4197250" y="32144"/>
                </a:lnTo>
                <a:lnTo>
                  <a:pt x="4172679" y="33354"/>
                </a:lnTo>
                <a:lnTo>
                  <a:pt x="4148108" y="34569"/>
                </a:lnTo>
                <a:lnTo>
                  <a:pt x="4123536" y="35789"/>
                </a:lnTo>
                <a:lnTo>
                  <a:pt x="4098965" y="37013"/>
                </a:lnTo>
                <a:lnTo>
                  <a:pt x="4074393" y="38242"/>
                </a:lnTo>
                <a:lnTo>
                  <a:pt x="4049822" y="39477"/>
                </a:lnTo>
                <a:lnTo>
                  <a:pt x="4025251" y="40716"/>
                </a:lnTo>
                <a:lnTo>
                  <a:pt x="4000680" y="41961"/>
                </a:lnTo>
                <a:lnTo>
                  <a:pt x="3976108" y="43211"/>
                </a:lnTo>
                <a:lnTo>
                  <a:pt x="3951537" y="44466"/>
                </a:lnTo>
                <a:lnTo>
                  <a:pt x="3926966" y="45726"/>
                </a:lnTo>
                <a:lnTo>
                  <a:pt x="3902394" y="46992"/>
                </a:lnTo>
                <a:lnTo>
                  <a:pt x="3877823" y="48263"/>
                </a:lnTo>
                <a:lnTo>
                  <a:pt x="3853251" y="49539"/>
                </a:lnTo>
                <a:lnTo>
                  <a:pt x="3828680" y="50822"/>
                </a:lnTo>
                <a:lnTo>
                  <a:pt x="3804109" y="52110"/>
                </a:lnTo>
                <a:lnTo>
                  <a:pt x="3779538" y="53404"/>
                </a:lnTo>
                <a:lnTo>
                  <a:pt x="3754967" y="54703"/>
                </a:lnTo>
                <a:lnTo>
                  <a:pt x="3730395" y="56009"/>
                </a:lnTo>
                <a:lnTo>
                  <a:pt x="3705824" y="57320"/>
                </a:lnTo>
                <a:lnTo>
                  <a:pt x="3681252" y="58638"/>
                </a:lnTo>
                <a:lnTo>
                  <a:pt x="3656681" y="59962"/>
                </a:lnTo>
                <a:lnTo>
                  <a:pt x="3632110" y="61292"/>
                </a:lnTo>
                <a:lnTo>
                  <a:pt x="3607539" y="62628"/>
                </a:lnTo>
                <a:lnTo>
                  <a:pt x="3582967" y="63971"/>
                </a:lnTo>
                <a:lnTo>
                  <a:pt x="3558396" y="65320"/>
                </a:lnTo>
                <a:lnTo>
                  <a:pt x="3533825" y="66677"/>
                </a:lnTo>
                <a:lnTo>
                  <a:pt x="3509253" y="68039"/>
                </a:lnTo>
                <a:lnTo>
                  <a:pt x="3484682" y="69409"/>
                </a:lnTo>
                <a:lnTo>
                  <a:pt x="3460110" y="70785"/>
                </a:lnTo>
                <a:lnTo>
                  <a:pt x="3435539" y="72169"/>
                </a:lnTo>
                <a:lnTo>
                  <a:pt x="3410968" y="73560"/>
                </a:lnTo>
                <a:lnTo>
                  <a:pt x="3386397" y="74958"/>
                </a:lnTo>
                <a:lnTo>
                  <a:pt x="3361826" y="76363"/>
                </a:lnTo>
                <a:lnTo>
                  <a:pt x="3337254" y="77776"/>
                </a:lnTo>
                <a:lnTo>
                  <a:pt x="3312683" y="79196"/>
                </a:lnTo>
                <a:lnTo>
                  <a:pt x="3288111" y="80624"/>
                </a:lnTo>
                <a:lnTo>
                  <a:pt x="3263540" y="82060"/>
                </a:lnTo>
                <a:lnTo>
                  <a:pt x="3238968" y="83504"/>
                </a:lnTo>
                <a:lnTo>
                  <a:pt x="3214397" y="84956"/>
                </a:lnTo>
                <a:lnTo>
                  <a:pt x="3189826" y="86416"/>
                </a:lnTo>
                <a:lnTo>
                  <a:pt x="3165255" y="87885"/>
                </a:lnTo>
                <a:lnTo>
                  <a:pt x="3140683" y="89362"/>
                </a:lnTo>
                <a:lnTo>
                  <a:pt x="3116112" y="90848"/>
                </a:lnTo>
                <a:lnTo>
                  <a:pt x="3091541" y="92343"/>
                </a:lnTo>
                <a:lnTo>
                  <a:pt x="3066970" y="93846"/>
                </a:lnTo>
                <a:lnTo>
                  <a:pt x="3042398" y="95359"/>
                </a:lnTo>
                <a:lnTo>
                  <a:pt x="3017827" y="96881"/>
                </a:lnTo>
                <a:lnTo>
                  <a:pt x="2993256" y="98413"/>
                </a:lnTo>
                <a:lnTo>
                  <a:pt x="2968684" y="99954"/>
                </a:lnTo>
                <a:lnTo>
                  <a:pt x="2944113" y="101505"/>
                </a:lnTo>
                <a:lnTo>
                  <a:pt x="2919541" y="103066"/>
                </a:lnTo>
                <a:lnTo>
                  <a:pt x="2894970" y="104637"/>
                </a:lnTo>
                <a:lnTo>
                  <a:pt x="2870399" y="106219"/>
                </a:lnTo>
                <a:lnTo>
                  <a:pt x="2845828" y="107811"/>
                </a:lnTo>
                <a:lnTo>
                  <a:pt x="2821256" y="109414"/>
                </a:lnTo>
                <a:lnTo>
                  <a:pt x="2796685" y="111028"/>
                </a:lnTo>
                <a:lnTo>
                  <a:pt x="2772114" y="112653"/>
                </a:lnTo>
                <a:lnTo>
                  <a:pt x="2747542" y="114289"/>
                </a:lnTo>
                <a:lnTo>
                  <a:pt x="2722971" y="115938"/>
                </a:lnTo>
                <a:lnTo>
                  <a:pt x="2698400" y="117598"/>
                </a:lnTo>
                <a:lnTo>
                  <a:pt x="2673828" y="119270"/>
                </a:lnTo>
                <a:lnTo>
                  <a:pt x="2649257" y="120955"/>
                </a:lnTo>
                <a:lnTo>
                  <a:pt x="2624686" y="122652"/>
                </a:lnTo>
                <a:lnTo>
                  <a:pt x="2600114" y="124363"/>
                </a:lnTo>
                <a:lnTo>
                  <a:pt x="2575543" y="126086"/>
                </a:lnTo>
                <a:lnTo>
                  <a:pt x="2550972" y="127823"/>
                </a:lnTo>
                <a:lnTo>
                  <a:pt x="2526400" y="129574"/>
                </a:lnTo>
                <a:lnTo>
                  <a:pt x="2501829" y="131339"/>
                </a:lnTo>
                <a:lnTo>
                  <a:pt x="2477258" y="133118"/>
                </a:lnTo>
                <a:lnTo>
                  <a:pt x="2452687" y="134912"/>
                </a:lnTo>
                <a:lnTo>
                  <a:pt x="2428115" y="136722"/>
                </a:lnTo>
                <a:lnTo>
                  <a:pt x="2403544" y="138547"/>
                </a:lnTo>
                <a:lnTo>
                  <a:pt x="2378973" y="140387"/>
                </a:lnTo>
                <a:lnTo>
                  <a:pt x="2354401" y="142244"/>
                </a:lnTo>
                <a:lnTo>
                  <a:pt x="2329830" y="144117"/>
                </a:lnTo>
                <a:lnTo>
                  <a:pt x="2305259" y="146008"/>
                </a:lnTo>
                <a:lnTo>
                  <a:pt x="2280687" y="147916"/>
                </a:lnTo>
                <a:lnTo>
                  <a:pt x="2256116" y="149841"/>
                </a:lnTo>
                <a:lnTo>
                  <a:pt x="2231545" y="151785"/>
                </a:lnTo>
                <a:lnTo>
                  <a:pt x="2206973" y="153748"/>
                </a:lnTo>
                <a:lnTo>
                  <a:pt x="2182402" y="155730"/>
                </a:lnTo>
                <a:lnTo>
                  <a:pt x="2157831" y="157732"/>
                </a:lnTo>
                <a:lnTo>
                  <a:pt x="2133259" y="159754"/>
                </a:lnTo>
                <a:lnTo>
                  <a:pt x="2108688" y="161798"/>
                </a:lnTo>
                <a:lnTo>
                  <a:pt x="2084117" y="163862"/>
                </a:lnTo>
                <a:lnTo>
                  <a:pt x="2059545" y="165949"/>
                </a:lnTo>
                <a:lnTo>
                  <a:pt x="2034974" y="168058"/>
                </a:lnTo>
                <a:lnTo>
                  <a:pt x="2010403" y="170190"/>
                </a:lnTo>
                <a:lnTo>
                  <a:pt x="1985832" y="172347"/>
                </a:lnTo>
                <a:lnTo>
                  <a:pt x="1961260" y="174528"/>
                </a:lnTo>
                <a:lnTo>
                  <a:pt x="1936689" y="176735"/>
                </a:lnTo>
                <a:lnTo>
                  <a:pt x="1912117" y="178968"/>
                </a:lnTo>
                <a:lnTo>
                  <a:pt x="1887546" y="181228"/>
                </a:lnTo>
                <a:lnTo>
                  <a:pt x="1862975" y="183515"/>
                </a:lnTo>
                <a:lnTo>
                  <a:pt x="1838403" y="185832"/>
                </a:lnTo>
                <a:lnTo>
                  <a:pt x="1813832" y="188178"/>
                </a:lnTo>
                <a:lnTo>
                  <a:pt x="1789261" y="190554"/>
                </a:lnTo>
                <a:lnTo>
                  <a:pt x="1764690" y="192962"/>
                </a:lnTo>
                <a:lnTo>
                  <a:pt x="1740118" y="195403"/>
                </a:lnTo>
                <a:lnTo>
                  <a:pt x="1715547" y="197877"/>
                </a:lnTo>
                <a:lnTo>
                  <a:pt x="1690976" y="200386"/>
                </a:lnTo>
                <a:lnTo>
                  <a:pt x="1666404" y="202931"/>
                </a:lnTo>
                <a:lnTo>
                  <a:pt x="1641833" y="205514"/>
                </a:lnTo>
                <a:lnTo>
                  <a:pt x="1617262" y="208135"/>
                </a:lnTo>
                <a:lnTo>
                  <a:pt x="1592691" y="210796"/>
                </a:lnTo>
                <a:lnTo>
                  <a:pt x="1568119" y="213499"/>
                </a:lnTo>
                <a:lnTo>
                  <a:pt x="1543548" y="216245"/>
                </a:lnTo>
                <a:lnTo>
                  <a:pt x="1518976" y="219035"/>
                </a:lnTo>
                <a:lnTo>
                  <a:pt x="1494405" y="221872"/>
                </a:lnTo>
                <a:lnTo>
                  <a:pt x="1469834" y="224757"/>
                </a:lnTo>
                <a:lnTo>
                  <a:pt x="1445263" y="227692"/>
                </a:lnTo>
                <a:lnTo>
                  <a:pt x="1420691" y="230680"/>
                </a:lnTo>
                <a:lnTo>
                  <a:pt x="1396120" y="233721"/>
                </a:lnTo>
                <a:lnTo>
                  <a:pt x="1371549" y="236819"/>
                </a:lnTo>
                <a:lnTo>
                  <a:pt x="1346977" y="239977"/>
                </a:lnTo>
                <a:lnTo>
                  <a:pt x="1322406" y="243195"/>
                </a:lnTo>
                <a:lnTo>
                  <a:pt x="1297835" y="246478"/>
                </a:lnTo>
                <a:lnTo>
                  <a:pt x="1273263" y="249828"/>
                </a:lnTo>
                <a:lnTo>
                  <a:pt x="1248692" y="253248"/>
                </a:lnTo>
                <a:lnTo>
                  <a:pt x="1224121" y="256741"/>
                </a:lnTo>
                <a:lnTo>
                  <a:pt x="1199549" y="260311"/>
                </a:lnTo>
                <a:lnTo>
                  <a:pt x="1174978" y="263961"/>
                </a:lnTo>
                <a:lnTo>
                  <a:pt x="1150407" y="267696"/>
                </a:lnTo>
                <a:lnTo>
                  <a:pt x="1125835" y="271519"/>
                </a:lnTo>
                <a:lnTo>
                  <a:pt x="1101264" y="275435"/>
                </a:lnTo>
                <a:lnTo>
                  <a:pt x="1076693" y="279449"/>
                </a:lnTo>
                <a:lnTo>
                  <a:pt x="1052122" y="283566"/>
                </a:lnTo>
                <a:lnTo>
                  <a:pt x="1027550" y="287792"/>
                </a:lnTo>
                <a:lnTo>
                  <a:pt x="1002979" y="292131"/>
                </a:lnTo>
                <a:lnTo>
                  <a:pt x="978408" y="296592"/>
                </a:lnTo>
                <a:lnTo>
                  <a:pt x="953836" y="301180"/>
                </a:lnTo>
                <a:lnTo>
                  <a:pt x="929265" y="305903"/>
                </a:lnTo>
                <a:lnTo>
                  <a:pt x="904694" y="310770"/>
                </a:lnTo>
                <a:lnTo>
                  <a:pt x="880122" y="315788"/>
                </a:lnTo>
                <a:lnTo>
                  <a:pt x="855551" y="320968"/>
                </a:lnTo>
                <a:lnTo>
                  <a:pt x="830980" y="326319"/>
                </a:lnTo>
                <a:lnTo>
                  <a:pt x="806408" y="331853"/>
                </a:lnTo>
                <a:lnTo>
                  <a:pt x="781837" y="337581"/>
                </a:lnTo>
                <a:lnTo>
                  <a:pt x="757266" y="343518"/>
                </a:lnTo>
                <a:lnTo>
                  <a:pt x="732694" y="349678"/>
                </a:lnTo>
                <a:lnTo>
                  <a:pt x="708123" y="356076"/>
                </a:lnTo>
                <a:lnTo>
                  <a:pt x="683552" y="362731"/>
                </a:lnTo>
                <a:lnTo>
                  <a:pt x="658980" y="369662"/>
                </a:lnTo>
                <a:lnTo>
                  <a:pt x="634409" y="376891"/>
                </a:lnTo>
                <a:lnTo>
                  <a:pt x="609838" y="384441"/>
                </a:lnTo>
                <a:lnTo>
                  <a:pt x="585266" y="392339"/>
                </a:lnTo>
                <a:lnTo>
                  <a:pt x="560695" y="400615"/>
                </a:lnTo>
                <a:lnTo>
                  <a:pt x="536124" y="409303"/>
                </a:lnTo>
                <a:lnTo>
                  <a:pt x="511552" y="418440"/>
                </a:lnTo>
                <a:lnTo>
                  <a:pt x="486981" y="428068"/>
                </a:lnTo>
                <a:lnTo>
                  <a:pt x="462410" y="438237"/>
                </a:lnTo>
                <a:lnTo>
                  <a:pt x="437839" y="449001"/>
                </a:lnTo>
                <a:lnTo>
                  <a:pt x="413267" y="460423"/>
                </a:lnTo>
                <a:lnTo>
                  <a:pt x="388696" y="472578"/>
                </a:lnTo>
                <a:lnTo>
                  <a:pt x="364125" y="485550"/>
                </a:lnTo>
                <a:lnTo>
                  <a:pt x="339553" y="499441"/>
                </a:lnTo>
                <a:lnTo>
                  <a:pt x="314982" y="514369"/>
                </a:lnTo>
                <a:lnTo>
                  <a:pt x="290411" y="530476"/>
                </a:lnTo>
                <a:lnTo>
                  <a:pt x="265839" y="547935"/>
                </a:lnTo>
                <a:lnTo>
                  <a:pt x="241268" y="566959"/>
                </a:lnTo>
                <a:lnTo>
                  <a:pt x="216697" y="587814"/>
                </a:lnTo>
                <a:lnTo>
                  <a:pt x="192125" y="610838"/>
                </a:lnTo>
                <a:lnTo>
                  <a:pt x="167554" y="636479"/>
                </a:lnTo>
                <a:lnTo>
                  <a:pt x="142983" y="665341"/>
                </a:lnTo>
                <a:lnTo>
                  <a:pt x="118411" y="698282"/>
                </a:lnTo>
                <a:lnTo>
                  <a:pt x="93840" y="736598"/>
                </a:lnTo>
                <a:lnTo>
                  <a:pt x="69269" y="782422"/>
                </a:lnTo>
                <a:lnTo>
                  <a:pt x="44697" y="839820"/>
                </a:lnTo>
                <a:lnTo>
                  <a:pt x="20126" y="919015"/>
                </a:lnTo>
                <a:lnTo>
                  <a:pt x="0" y="1086469"/>
                </a:lnTo>
                <a:lnTo>
                  <a:pt x="0" y="1118595"/>
                </a:lnTo>
                <a:lnTo>
                  <a:pt x="4885247" y="1118595"/>
                </a:lnTo>
                <a:lnTo>
                  <a:pt x="4885247" y="0"/>
                </a:lnTo>
                <a:close/>
              </a:path>
            </a:pathLst>
          </a:custGeom>
          <a:solidFill xmlns:a="http://schemas.openxmlformats.org/drawingml/2006/main">
            <a:srgbClr val="F0808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C16A3-A983-456C-80F5-99E7996D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98923"/>
            <a:ext cx="4441427" cy="4793239"/>
          </a:xfrm>
          <a:custGeom xmlns:a="http://schemas.openxmlformats.org/drawingml/2006/main">
            <a:pathLst>
              <a:path w="4441427" h="4793239" fill="none">
                <a:moveTo>
                  <a:pt x="0" y="4793239"/>
                </a:moveTo>
                <a:lnTo>
                  <a:pt x="20126" y="4497362"/>
                </a:lnTo>
                <a:lnTo>
                  <a:pt x="44697" y="4347737"/>
                </a:lnTo>
                <a:lnTo>
                  <a:pt x="69269" y="4232925"/>
                </a:lnTo>
                <a:lnTo>
                  <a:pt x="93840" y="4136135"/>
                </a:lnTo>
                <a:lnTo>
                  <a:pt x="118411" y="4050861"/>
                </a:lnTo>
                <a:lnTo>
                  <a:pt x="142983" y="3973767"/>
                </a:lnTo>
                <a:lnTo>
                  <a:pt x="192125" y="3836885"/>
                </a:lnTo>
                <a:lnTo>
                  <a:pt x="241268" y="3716289"/>
                </a:lnTo>
                <a:lnTo>
                  <a:pt x="290411" y="3607262"/>
                </a:lnTo>
                <a:lnTo>
                  <a:pt x="339553" y="3507002"/>
                </a:lnTo>
                <a:lnTo>
                  <a:pt x="388696" y="3413682"/>
                </a:lnTo>
                <a:lnTo>
                  <a:pt x="437839" y="3326033"/>
                </a:lnTo>
                <a:lnTo>
                  <a:pt x="511552" y="3203239"/>
                </a:lnTo>
                <a:lnTo>
                  <a:pt x="585266" y="3088946"/>
                </a:lnTo>
                <a:lnTo>
                  <a:pt x="658980" y="2981599"/>
                </a:lnTo>
                <a:lnTo>
                  <a:pt x="732694" y="2880068"/>
                </a:lnTo>
                <a:lnTo>
                  <a:pt x="806408" y="2783499"/>
                </a:lnTo>
                <a:lnTo>
                  <a:pt x="880122" y="2691228"/>
                </a:lnTo>
                <a:lnTo>
                  <a:pt x="978408" y="2573990"/>
                </a:lnTo>
                <a:lnTo>
                  <a:pt x="1076693" y="2462481"/>
                </a:lnTo>
                <a:lnTo>
                  <a:pt x="1174978" y="2355936"/>
                </a:lnTo>
                <a:lnTo>
                  <a:pt x="1273263" y="2253745"/>
                </a:lnTo>
                <a:lnTo>
                  <a:pt x="1396120" y="2131387"/>
                </a:lnTo>
                <a:lnTo>
                  <a:pt x="1518976" y="2014286"/>
                </a:lnTo>
                <a:lnTo>
                  <a:pt x="1641833" y="1901820"/>
                </a:lnTo>
                <a:lnTo>
                  <a:pt x="1764690" y="1793478"/>
                </a:lnTo>
                <a:lnTo>
                  <a:pt x="1912117" y="1668320"/>
                </a:lnTo>
                <a:lnTo>
                  <a:pt x="2059545" y="1547891"/>
                </a:lnTo>
                <a:lnTo>
                  <a:pt x="2206973" y="1431690"/>
                </a:lnTo>
                <a:lnTo>
                  <a:pt x="2354401" y="1319304"/>
                </a:lnTo>
                <a:lnTo>
                  <a:pt x="2526400" y="1192538"/>
                </a:lnTo>
                <a:lnTo>
                  <a:pt x="2698400" y="1070011"/>
                </a:lnTo>
                <a:lnTo>
                  <a:pt x="2870399" y="951324"/>
                </a:lnTo>
                <a:lnTo>
                  <a:pt x="3066970" y="819951"/>
                </a:lnTo>
                <a:lnTo>
                  <a:pt x="3263540" y="692719"/>
                </a:lnTo>
                <a:lnTo>
                  <a:pt x="3460110" y="569259"/>
                </a:lnTo>
                <a:lnTo>
                  <a:pt x="3681252" y="434483"/>
                </a:lnTo>
                <a:lnTo>
                  <a:pt x="3902394" y="303693"/>
                </a:lnTo>
                <a:lnTo>
                  <a:pt x="4123536" y="176555"/>
                </a:lnTo>
                <a:lnTo>
                  <a:pt x="4369249" y="39223"/>
                </a:lnTo>
                <a:lnTo>
                  <a:pt x="44414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887" cap="flat">
            <a:solidFill>
              <a:srgbClr val="000000"/>
            </a:solidFill>
            <a:custDash>
              <a:ds d="370000" sp="160000"/>
            </a:custDash>
            <a:round/>
          </a:ln>
        </p:spPr>
      </p:sp>
      <p:sp>
        <p:nvSpPr>
          <p:cNvPr id="15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F2E5AD4-06B1-4539-949E-93B976DA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3823103"/>
            <a:ext cx="4885247" cy="1129550"/>
          </a:xfrm>
          <a:custGeom xmlns:a="http://schemas.openxmlformats.org/drawingml/2006/main">
            <a:pathLst>
              <a:path w="4885247" h="1129550">
                <a:moveTo>
                  <a:pt x="54981" y="854560"/>
                </a:moveTo>
                <a:lnTo>
                  <a:pt x="30873" y="932263"/>
                </a:lnTo>
                <a:lnTo>
                  <a:pt x="7161" y="1129550"/>
                </a:lnTo>
                <a:lnTo>
                  <a:pt x="0" y="1129550"/>
                </a:lnTo>
                <a:lnTo>
                  <a:pt x="0" y="1005715"/>
                </a:lnTo>
                <a:lnTo>
                  <a:pt x="9261" y="928664"/>
                </a:lnTo>
                <a:lnTo>
                  <a:pt x="9359" y="928010"/>
                </a:lnTo>
                <a:lnTo>
                  <a:pt x="9497" y="927364"/>
                </a:lnTo>
                <a:lnTo>
                  <a:pt x="9674" y="926727"/>
                </a:lnTo>
                <a:lnTo>
                  <a:pt x="34245" y="847532"/>
                </a:lnTo>
                <a:lnTo>
                  <a:pt x="34427" y="846995"/>
                </a:lnTo>
                <a:lnTo>
                  <a:pt x="34637" y="846469"/>
                </a:lnTo>
                <a:lnTo>
                  <a:pt x="59208" y="789070"/>
                </a:lnTo>
                <a:lnTo>
                  <a:pt x="59624" y="788205"/>
                </a:lnTo>
                <a:lnTo>
                  <a:pt x="84195" y="742381"/>
                </a:lnTo>
                <a:lnTo>
                  <a:pt x="84628" y="741645"/>
                </a:lnTo>
                <a:lnTo>
                  <a:pt x="109199" y="703330"/>
                </a:lnTo>
                <a:lnTo>
                  <a:pt x="109639" y="702694"/>
                </a:lnTo>
                <a:lnTo>
                  <a:pt x="134211" y="669753"/>
                </a:lnTo>
                <a:lnTo>
                  <a:pt x="134650" y="669202"/>
                </a:lnTo>
                <a:lnTo>
                  <a:pt x="159221" y="640340"/>
                </a:lnTo>
                <a:lnTo>
                  <a:pt x="159653" y="639862"/>
                </a:lnTo>
                <a:lnTo>
                  <a:pt x="184224" y="614222"/>
                </a:lnTo>
                <a:lnTo>
                  <a:pt x="184837" y="613630"/>
                </a:lnTo>
                <a:lnTo>
                  <a:pt x="233979" y="569751"/>
                </a:lnTo>
                <a:lnTo>
                  <a:pt x="234745" y="569128"/>
                </a:lnTo>
                <a:lnTo>
                  <a:pt x="283887" y="532644"/>
                </a:lnTo>
                <a:lnTo>
                  <a:pt x="284567" y="532178"/>
                </a:lnTo>
                <a:lnTo>
                  <a:pt x="333710" y="501143"/>
                </a:lnTo>
                <a:lnTo>
                  <a:pt x="334304" y="500794"/>
                </a:lnTo>
                <a:lnTo>
                  <a:pt x="383447" y="473930"/>
                </a:lnTo>
                <a:lnTo>
                  <a:pt x="383962" y="473666"/>
                </a:lnTo>
                <a:lnTo>
                  <a:pt x="433105" y="450089"/>
                </a:lnTo>
                <a:lnTo>
                  <a:pt x="433647" y="449846"/>
                </a:lnTo>
                <a:lnTo>
                  <a:pt x="507361" y="419286"/>
                </a:lnTo>
                <a:lnTo>
                  <a:pt x="507900" y="419079"/>
                </a:lnTo>
                <a:lnTo>
                  <a:pt x="581614" y="392978"/>
                </a:lnTo>
                <a:lnTo>
                  <a:pt x="582049" y="392835"/>
                </a:lnTo>
                <a:lnTo>
                  <a:pt x="655763" y="370158"/>
                </a:lnTo>
                <a:lnTo>
                  <a:pt x="656167" y="370042"/>
                </a:lnTo>
                <a:lnTo>
                  <a:pt x="754452" y="343897"/>
                </a:lnTo>
                <a:lnTo>
                  <a:pt x="754818" y="343807"/>
                </a:lnTo>
                <a:lnTo>
                  <a:pt x="853104" y="321256"/>
                </a:lnTo>
                <a:lnTo>
                  <a:pt x="853421" y="321188"/>
                </a:lnTo>
                <a:lnTo>
                  <a:pt x="976278" y="296813"/>
                </a:lnTo>
                <a:lnTo>
                  <a:pt x="976550" y="296762"/>
                </a:lnTo>
                <a:lnTo>
                  <a:pt x="1099407" y="275606"/>
                </a:lnTo>
                <a:lnTo>
                  <a:pt x="1099635" y="275569"/>
                </a:lnTo>
                <a:lnTo>
                  <a:pt x="1247063" y="253381"/>
                </a:lnTo>
                <a:lnTo>
                  <a:pt x="1247268" y="253352"/>
                </a:lnTo>
                <a:lnTo>
                  <a:pt x="1419268" y="230784"/>
                </a:lnTo>
                <a:lnTo>
                  <a:pt x="1419444" y="230762"/>
                </a:lnTo>
                <a:lnTo>
                  <a:pt x="1616015" y="208218"/>
                </a:lnTo>
                <a:lnTo>
                  <a:pt x="1616171" y="208201"/>
                </a:lnTo>
                <a:lnTo>
                  <a:pt x="1861884" y="183581"/>
                </a:lnTo>
                <a:lnTo>
                  <a:pt x="1862017" y="183569"/>
                </a:lnTo>
                <a:lnTo>
                  <a:pt x="2132301" y="159808"/>
                </a:lnTo>
                <a:lnTo>
                  <a:pt x="2132411" y="159799"/>
                </a:lnTo>
                <a:lnTo>
                  <a:pt x="2451838" y="134957"/>
                </a:lnTo>
                <a:lnTo>
                  <a:pt x="2451934" y="134950"/>
                </a:lnTo>
                <a:lnTo>
                  <a:pt x="2845075" y="107848"/>
                </a:lnTo>
                <a:lnTo>
                  <a:pt x="2845156" y="107843"/>
                </a:lnTo>
                <a:lnTo>
                  <a:pt x="3287440" y="80656"/>
                </a:lnTo>
                <a:lnTo>
                  <a:pt x="3287509" y="80652"/>
                </a:lnTo>
                <a:lnTo>
                  <a:pt x="3828078" y="50850"/>
                </a:lnTo>
                <a:lnTo>
                  <a:pt x="3828137" y="50847"/>
                </a:lnTo>
                <a:lnTo>
                  <a:pt x="4442420" y="20320"/>
                </a:lnTo>
                <a:lnTo>
                  <a:pt x="4442462" y="20318"/>
                </a:lnTo>
                <a:lnTo>
                  <a:pt x="4885247" y="0"/>
                </a:lnTo>
                <a:lnTo>
                  <a:pt x="4885247" y="21910"/>
                </a:lnTo>
                <a:lnTo>
                  <a:pt x="4443486" y="42182"/>
                </a:lnTo>
                <a:lnTo>
                  <a:pt x="3829253" y="72706"/>
                </a:lnTo>
                <a:lnTo>
                  <a:pt x="3288748" y="102504"/>
                </a:lnTo>
                <a:lnTo>
                  <a:pt x="2846540" y="129686"/>
                </a:lnTo>
                <a:lnTo>
                  <a:pt x="2453487" y="156782"/>
                </a:lnTo>
                <a:lnTo>
                  <a:pt x="2134163" y="181616"/>
                </a:lnTo>
                <a:lnTo>
                  <a:pt x="1864000" y="205366"/>
                </a:lnTo>
                <a:lnTo>
                  <a:pt x="1618431" y="229972"/>
                </a:lnTo>
                <a:lnTo>
                  <a:pt x="1422027" y="252497"/>
                </a:lnTo>
                <a:lnTo>
                  <a:pt x="1250218" y="275040"/>
                </a:lnTo>
                <a:lnTo>
                  <a:pt x="1103007" y="297195"/>
                </a:lnTo>
                <a:lnTo>
                  <a:pt x="980401" y="318309"/>
                </a:lnTo>
                <a:lnTo>
                  <a:pt x="857840" y="342626"/>
                </a:lnTo>
                <a:lnTo>
                  <a:pt x="759897" y="365098"/>
                </a:lnTo>
                <a:lnTo>
                  <a:pt x="661997" y="391139"/>
                </a:lnTo>
                <a:lnTo>
                  <a:pt x="588703" y="413687"/>
                </a:lnTo>
                <a:lnTo>
                  <a:pt x="515477" y="439615"/>
                </a:lnTo>
                <a:lnTo>
                  <a:pt x="442304" y="469951"/>
                </a:lnTo>
                <a:lnTo>
                  <a:pt x="393691" y="493275"/>
                </a:lnTo>
                <a:lnTo>
                  <a:pt x="345105" y="519833"/>
                </a:lnTo>
                <a:lnTo>
                  <a:pt x="296603" y="550464"/>
                </a:lnTo>
                <a:lnTo>
                  <a:pt x="248188" y="586407"/>
                </a:lnTo>
                <a:lnTo>
                  <a:pt x="199732" y="629673"/>
                </a:lnTo>
                <a:lnTo>
                  <a:pt x="175678" y="654773"/>
                </a:lnTo>
                <a:lnTo>
                  <a:pt x="151544" y="683122"/>
                </a:lnTo>
                <a:lnTo>
                  <a:pt x="127415" y="715471"/>
                </a:lnTo>
                <a:lnTo>
                  <a:pt x="103283" y="753101"/>
                </a:lnTo>
                <a:lnTo>
                  <a:pt x="79140" y="798125"/>
                </a:lnTo>
                <a:lnTo>
                  <a:pt x="54981" y="8545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9319A-AF3D-4A62-8B38-0FD2B9D7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602" y="5068907"/>
            <a:ext cx="223105" cy="215721"/>
          </a:xfrm>
          <a:custGeom xmlns:a="http://schemas.openxmlformats.org/drawingml/2006/main">
            <a:pathLst>
              <a:path w="223105" h="215721">
                <a:moveTo>
                  <a:pt x="223105" y="0"/>
                </a:moveTo>
                <a:lnTo>
                  <a:pt x="223105" y="6099"/>
                </a:lnTo>
                <a:cubicBezTo>
                  <a:pt x="212190" y="7383"/>
                  <a:pt x="205128" y="9309"/>
                  <a:pt x="201918" y="11878"/>
                </a:cubicBezTo>
                <a:cubicBezTo>
                  <a:pt x="198387" y="15088"/>
                  <a:pt x="195818" y="18940"/>
                  <a:pt x="194534" y="24076"/>
                </a:cubicBezTo>
                <a:cubicBezTo>
                  <a:pt x="193250" y="29212"/>
                  <a:pt x="192608" y="37880"/>
                  <a:pt x="192608" y="49757"/>
                </a:cubicBezTo>
                <a:lnTo>
                  <a:pt x="192608" y="215721"/>
                </a:lnTo>
                <a:lnTo>
                  <a:pt x="186830" y="215721"/>
                </a:lnTo>
                <a:lnTo>
                  <a:pt x="45263" y="39806"/>
                </a:lnTo>
                <a:lnTo>
                  <a:pt x="45263" y="164359"/>
                </a:lnTo>
                <a:cubicBezTo>
                  <a:pt x="45263" y="180731"/>
                  <a:pt x="46868" y="191324"/>
                  <a:pt x="50720" y="196460"/>
                </a:cubicBezTo>
                <a:cubicBezTo>
                  <a:pt x="54251" y="201597"/>
                  <a:pt x="62277" y="204807"/>
                  <a:pt x="75117" y="206412"/>
                </a:cubicBezTo>
                <a:lnTo>
                  <a:pt x="75117" y="212511"/>
                </a:lnTo>
                <a:lnTo>
                  <a:pt x="0" y="212511"/>
                </a:lnTo>
                <a:lnTo>
                  <a:pt x="0" y="206412"/>
                </a:lnTo>
                <a:cubicBezTo>
                  <a:pt x="13162" y="205128"/>
                  <a:pt x="21508" y="201918"/>
                  <a:pt x="25360" y="197102"/>
                </a:cubicBezTo>
                <a:cubicBezTo>
                  <a:pt x="29212" y="192287"/>
                  <a:pt x="31138" y="181373"/>
                  <a:pt x="31138" y="164359"/>
                </a:cubicBezTo>
                <a:lnTo>
                  <a:pt x="31138" y="23113"/>
                </a:lnTo>
                <a:cubicBezTo>
                  <a:pt x="25360" y="16372"/>
                  <a:pt x="20866" y="11878"/>
                  <a:pt x="17014" y="9630"/>
                </a:cubicBezTo>
                <a:cubicBezTo>
                  <a:pt x="13162" y="7383"/>
                  <a:pt x="7383" y="6099"/>
                  <a:pt x="0" y="6099"/>
                </a:cubicBezTo>
                <a:lnTo>
                  <a:pt x="0" y="0"/>
                </a:lnTo>
                <a:lnTo>
                  <a:pt x="54572" y="0"/>
                </a:lnTo>
                <a:lnTo>
                  <a:pt x="178484" y="155050"/>
                </a:lnTo>
                <a:lnTo>
                  <a:pt x="178484" y="45905"/>
                </a:lnTo>
                <a:cubicBezTo>
                  <a:pt x="178484" y="29854"/>
                  <a:pt x="176237" y="19261"/>
                  <a:pt x="172384" y="14446"/>
                </a:cubicBezTo>
                <a:cubicBezTo>
                  <a:pt x="169816" y="11878"/>
                  <a:pt x="166927" y="9951"/>
                  <a:pt x="163717" y="8988"/>
                </a:cubicBezTo>
                <a:cubicBezTo>
                  <a:pt x="160507" y="8025"/>
                  <a:pt x="155050" y="7062"/>
                  <a:pt x="147024" y="6099"/>
                </a:cubicBezTo>
                <a:lnTo>
                  <a:pt x="147024" y="0"/>
                </a:lnTo>
                <a:lnTo>
                  <a:pt x="2231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E3303-E10F-48C3-BAD5-AE01A55E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410" y="5136962"/>
            <a:ext cx="151198" cy="147345"/>
          </a:xfrm>
          <a:custGeom xmlns:a="http://schemas.openxmlformats.org/drawingml/2006/main">
            <a:pathLst>
              <a:path w="151198" h="147345">
                <a:moveTo>
                  <a:pt x="151198" y="128406"/>
                </a:moveTo>
                <a:lnTo>
                  <a:pt x="151198" y="132900"/>
                </a:lnTo>
                <a:cubicBezTo>
                  <a:pt x="134505" y="137394"/>
                  <a:pt x="119738" y="142209"/>
                  <a:pt x="107219" y="147024"/>
                </a:cubicBezTo>
                <a:lnTo>
                  <a:pt x="105614" y="146061"/>
                </a:lnTo>
                <a:lnTo>
                  <a:pt x="105614" y="120059"/>
                </a:lnTo>
                <a:lnTo>
                  <a:pt x="104972" y="120059"/>
                </a:lnTo>
                <a:cubicBezTo>
                  <a:pt x="91489" y="138357"/>
                  <a:pt x="76080" y="147345"/>
                  <a:pt x="59067" y="147345"/>
                </a:cubicBezTo>
                <a:cubicBezTo>
                  <a:pt x="46868" y="147345"/>
                  <a:pt x="37238" y="143814"/>
                  <a:pt x="30175" y="136431"/>
                </a:cubicBezTo>
                <a:cubicBezTo>
                  <a:pt x="23113" y="129048"/>
                  <a:pt x="19903" y="119096"/>
                  <a:pt x="19903" y="106577"/>
                </a:cubicBezTo>
                <a:lnTo>
                  <a:pt x="19903" y="26002"/>
                </a:lnTo>
                <a:cubicBezTo>
                  <a:pt x="19903" y="18298"/>
                  <a:pt x="18298" y="12841"/>
                  <a:pt x="15730" y="9630"/>
                </a:cubicBezTo>
                <a:cubicBezTo>
                  <a:pt x="12841" y="6741"/>
                  <a:pt x="7704" y="5136"/>
                  <a:pt x="0" y="4494"/>
                </a:cubicBezTo>
                <a:lnTo>
                  <a:pt x="0" y="0"/>
                </a:lnTo>
                <a:lnTo>
                  <a:pt x="46868" y="0"/>
                </a:lnTo>
                <a:lnTo>
                  <a:pt x="46868" y="103687"/>
                </a:lnTo>
                <a:cubicBezTo>
                  <a:pt x="46868" y="111071"/>
                  <a:pt x="48794" y="117170"/>
                  <a:pt x="53288" y="121985"/>
                </a:cubicBezTo>
                <a:cubicBezTo>
                  <a:pt x="57782" y="126800"/>
                  <a:pt x="63240" y="129048"/>
                  <a:pt x="69660" y="129048"/>
                </a:cubicBezTo>
                <a:cubicBezTo>
                  <a:pt x="79932" y="129048"/>
                  <a:pt x="88921" y="125837"/>
                  <a:pt x="96625" y="119096"/>
                </a:cubicBezTo>
                <a:cubicBezTo>
                  <a:pt x="99193" y="116528"/>
                  <a:pt x="101119" y="114281"/>
                  <a:pt x="102403" y="112034"/>
                </a:cubicBezTo>
                <a:cubicBezTo>
                  <a:pt x="103366" y="109787"/>
                  <a:pt x="104008" y="105935"/>
                  <a:pt x="104008" y="100477"/>
                </a:cubicBezTo>
                <a:lnTo>
                  <a:pt x="104008" y="26323"/>
                </a:lnTo>
                <a:cubicBezTo>
                  <a:pt x="104008" y="17977"/>
                  <a:pt x="102403" y="12841"/>
                  <a:pt x="99514" y="10272"/>
                </a:cubicBezTo>
                <a:cubicBezTo>
                  <a:pt x="96304" y="7704"/>
                  <a:pt x="89884" y="6099"/>
                  <a:pt x="80253" y="5457"/>
                </a:cubicBezTo>
                <a:lnTo>
                  <a:pt x="80253" y="0"/>
                </a:lnTo>
                <a:lnTo>
                  <a:pt x="130974" y="0"/>
                </a:lnTo>
                <a:lnTo>
                  <a:pt x="130974" y="110108"/>
                </a:lnTo>
                <a:cubicBezTo>
                  <a:pt x="130974" y="117812"/>
                  <a:pt x="131937" y="122627"/>
                  <a:pt x="134505" y="124874"/>
                </a:cubicBezTo>
                <a:cubicBezTo>
                  <a:pt x="137073" y="127442"/>
                  <a:pt x="141888" y="128406"/>
                  <a:pt x="149271" y="128406"/>
                </a:cubicBezTo>
                <a:lnTo>
                  <a:pt x="151198" y="128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BF160-DB98-4E3E-AA6E-E7392993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165" y="5133752"/>
            <a:ext cx="243650" cy="147666"/>
          </a:xfrm>
          <a:custGeom xmlns:a="http://schemas.openxmlformats.org/drawingml/2006/main">
            <a:pathLst>
              <a:path w="243650" h="147666">
                <a:moveTo>
                  <a:pt x="243650" y="147666"/>
                </a:moveTo>
                <a:lnTo>
                  <a:pt x="173668" y="147666"/>
                </a:lnTo>
                <a:lnTo>
                  <a:pt x="173668" y="142851"/>
                </a:lnTo>
                <a:cubicBezTo>
                  <a:pt x="182657" y="142209"/>
                  <a:pt x="188114" y="140283"/>
                  <a:pt x="190682" y="137394"/>
                </a:cubicBezTo>
                <a:cubicBezTo>
                  <a:pt x="193250" y="134505"/>
                  <a:pt x="194534" y="128406"/>
                  <a:pt x="194534" y="118775"/>
                </a:cubicBezTo>
                <a:lnTo>
                  <a:pt x="194534" y="52646"/>
                </a:lnTo>
                <a:cubicBezTo>
                  <a:pt x="194534" y="39806"/>
                  <a:pt x="192608" y="30817"/>
                  <a:pt x="188756" y="25039"/>
                </a:cubicBezTo>
                <a:cubicBezTo>
                  <a:pt x="184904" y="19582"/>
                  <a:pt x="178805" y="16693"/>
                  <a:pt x="169816" y="16693"/>
                </a:cubicBezTo>
                <a:cubicBezTo>
                  <a:pt x="162112" y="16693"/>
                  <a:pt x="155692" y="18298"/>
                  <a:pt x="150555" y="21187"/>
                </a:cubicBezTo>
                <a:cubicBezTo>
                  <a:pt x="145419" y="24397"/>
                  <a:pt x="140283" y="29212"/>
                  <a:pt x="135468" y="36275"/>
                </a:cubicBezTo>
                <a:lnTo>
                  <a:pt x="135468" y="117170"/>
                </a:lnTo>
                <a:cubicBezTo>
                  <a:pt x="135468" y="127442"/>
                  <a:pt x="136752" y="134505"/>
                  <a:pt x="139962" y="137715"/>
                </a:cubicBezTo>
                <a:cubicBezTo>
                  <a:pt x="143172" y="140925"/>
                  <a:pt x="149271" y="142851"/>
                  <a:pt x="158581" y="142851"/>
                </a:cubicBezTo>
                <a:lnTo>
                  <a:pt x="158581" y="147666"/>
                </a:lnTo>
                <a:lnTo>
                  <a:pt x="86674" y="147666"/>
                </a:lnTo>
                <a:lnTo>
                  <a:pt x="86674" y="142851"/>
                </a:lnTo>
                <a:cubicBezTo>
                  <a:pt x="95983" y="142209"/>
                  <a:pt x="102082" y="140925"/>
                  <a:pt x="104651" y="138357"/>
                </a:cubicBezTo>
                <a:cubicBezTo>
                  <a:pt x="107219" y="135789"/>
                  <a:pt x="108503" y="129690"/>
                  <a:pt x="108503" y="120059"/>
                </a:cubicBezTo>
                <a:lnTo>
                  <a:pt x="108503" y="52325"/>
                </a:lnTo>
                <a:cubicBezTo>
                  <a:pt x="108503" y="28570"/>
                  <a:pt x="101440" y="16693"/>
                  <a:pt x="87637" y="16693"/>
                </a:cubicBezTo>
                <a:cubicBezTo>
                  <a:pt x="81538" y="16693"/>
                  <a:pt x="75117" y="18298"/>
                  <a:pt x="68376" y="20866"/>
                </a:cubicBezTo>
                <a:cubicBezTo>
                  <a:pt x="61635" y="23434"/>
                  <a:pt x="56819" y="26644"/>
                  <a:pt x="53609" y="30496"/>
                </a:cubicBezTo>
                <a:cubicBezTo>
                  <a:pt x="50720" y="33706"/>
                  <a:pt x="49436" y="35633"/>
                  <a:pt x="49436" y="35954"/>
                </a:cubicBezTo>
                <a:lnTo>
                  <a:pt x="49436" y="125195"/>
                </a:lnTo>
                <a:cubicBezTo>
                  <a:pt x="49436" y="132258"/>
                  <a:pt x="50720" y="136752"/>
                  <a:pt x="53930" y="138999"/>
                </a:cubicBezTo>
                <a:cubicBezTo>
                  <a:pt x="56819" y="141246"/>
                  <a:pt x="62598" y="142530"/>
                  <a:pt x="71265" y="142851"/>
                </a:cubicBezTo>
                <a:lnTo>
                  <a:pt x="71265" y="147666"/>
                </a:lnTo>
                <a:lnTo>
                  <a:pt x="0" y="147666"/>
                </a:lnTo>
                <a:lnTo>
                  <a:pt x="0" y="142851"/>
                </a:lnTo>
                <a:cubicBezTo>
                  <a:pt x="8988" y="142851"/>
                  <a:pt x="14767" y="141246"/>
                  <a:pt x="17977" y="138036"/>
                </a:cubicBezTo>
                <a:cubicBezTo>
                  <a:pt x="20866" y="134826"/>
                  <a:pt x="22471" y="128727"/>
                  <a:pt x="22471" y="119417"/>
                </a:cubicBezTo>
                <a:lnTo>
                  <a:pt x="22471" y="39806"/>
                </a:lnTo>
                <a:cubicBezTo>
                  <a:pt x="22471" y="32101"/>
                  <a:pt x="21508" y="26644"/>
                  <a:pt x="19903" y="23434"/>
                </a:cubicBezTo>
                <a:cubicBezTo>
                  <a:pt x="17977" y="20224"/>
                  <a:pt x="15088" y="18619"/>
                  <a:pt x="11235" y="18619"/>
                </a:cubicBezTo>
                <a:cubicBezTo>
                  <a:pt x="8025" y="18619"/>
                  <a:pt x="4494" y="19261"/>
                  <a:pt x="963" y="19903"/>
                </a:cubicBezTo>
                <a:lnTo>
                  <a:pt x="963" y="14446"/>
                </a:lnTo>
                <a:cubicBezTo>
                  <a:pt x="15409" y="10593"/>
                  <a:pt x="30175" y="5778"/>
                  <a:pt x="45584" y="0"/>
                </a:cubicBezTo>
                <a:lnTo>
                  <a:pt x="48152" y="963"/>
                </a:lnTo>
                <a:lnTo>
                  <a:pt x="48152" y="24718"/>
                </a:lnTo>
                <a:lnTo>
                  <a:pt x="48794" y="24718"/>
                </a:lnTo>
                <a:cubicBezTo>
                  <a:pt x="58425" y="14767"/>
                  <a:pt x="66771" y="8025"/>
                  <a:pt x="74154" y="4815"/>
                </a:cubicBezTo>
                <a:cubicBezTo>
                  <a:pt x="81538" y="1605"/>
                  <a:pt x="89563" y="0"/>
                  <a:pt x="97909" y="0"/>
                </a:cubicBezTo>
                <a:cubicBezTo>
                  <a:pt x="114602" y="0"/>
                  <a:pt x="126158" y="8988"/>
                  <a:pt x="131937" y="26965"/>
                </a:cubicBezTo>
                <a:cubicBezTo>
                  <a:pt x="148629" y="8988"/>
                  <a:pt x="165964" y="0"/>
                  <a:pt x="184262" y="0"/>
                </a:cubicBezTo>
                <a:cubicBezTo>
                  <a:pt x="208980" y="0"/>
                  <a:pt x="221500" y="19261"/>
                  <a:pt x="221500" y="57782"/>
                </a:cubicBezTo>
                <a:lnTo>
                  <a:pt x="221500" y="122948"/>
                </a:lnTo>
                <a:cubicBezTo>
                  <a:pt x="221500" y="130011"/>
                  <a:pt x="222463" y="135147"/>
                  <a:pt x="224710" y="137715"/>
                </a:cubicBezTo>
                <a:cubicBezTo>
                  <a:pt x="226636" y="140283"/>
                  <a:pt x="230167" y="141888"/>
                  <a:pt x="235303" y="142209"/>
                </a:cubicBezTo>
                <a:lnTo>
                  <a:pt x="243650" y="142851"/>
                </a:lnTo>
                <a:lnTo>
                  <a:pt x="243650" y="1476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73115-8CB6-4429-BE77-B882F379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740" y="5062166"/>
            <a:ext cx="149271" cy="222142"/>
          </a:xfrm>
          <a:custGeom xmlns:a="http://schemas.openxmlformats.org/drawingml/2006/main">
            <a:pathLst>
              <a:path w="149271" h="222142">
                <a:moveTo>
                  <a:pt x="48152" y="642"/>
                </a:moveTo>
                <a:lnTo>
                  <a:pt x="48152" y="98551"/>
                </a:lnTo>
                <a:cubicBezTo>
                  <a:pt x="51362" y="90526"/>
                  <a:pt x="57140" y="84106"/>
                  <a:pt x="64845" y="78969"/>
                </a:cubicBezTo>
                <a:cubicBezTo>
                  <a:pt x="72549" y="74154"/>
                  <a:pt x="81538" y="71586"/>
                  <a:pt x="91489" y="71586"/>
                </a:cubicBezTo>
                <a:cubicBezTo>
                  <a:pt x="108182" y="71586"/>
                  <a:pt x="121985" y="78327"/>
                  <a:pt x="132900" y="91810"/>
                </a:cubicBezTo>
                <a:cubicBezTo>
                  <a:pt x="143814" y="105293"/>
                  <a:pt x="149271" y="122306"/>
                  <a:pt x="149271" y="142209"/>
                </a:cubicBezTo>
                <a:cubicBezTo>
                  <a:pt x="149271" y="165964"/>
                  <a:pt x="141888" y="185225"/>
                  <a:pt x="127764" y="199992"/>
                </a:cubicBezTo>
                <a:cubicBezTo>
                  <a:pt x="113318" y="214758"/>
                  <a:pt x="95341" y="222142"/>
                  <a:pt x="74154" y="222142"/>
                </a:cubicBezTo>
                <a:cubicBezTo>
                  <a:pt x="60993" y="222142"/>
                  <a:pt x="48794" y="219894"/>
                  <a:pt x="37880" y="215721"/>
                </a:cubicBezTo>
                <a:cubicBezTo>
                  <a:pt x="26644" y="211548"/>
                  <a:pt x="21187" y="206733"/>
                  <a:pt x="21187" y="201276"/>
                </a:cubicBezTo>
                <a:lnTo>
                  <a:pt x="21187" y="37559"/>
                </a:lnTo>
                <a:cubicBezTo>
                  <a:pt x="21187" y="29854"/>
                  <a:pt x="20224" y="24718"/>
                  <a:pt x="18298" y="22471"/>
                </a:cubicBezTo>
                <a:cubicBezTo>
                  <a:pt x="16372" y="20224"/>
                  <a:pt x="11878" y="18940"/>
                  <a:pt x="5457" y="18940"/>
                </a:cubicBezTo>
                <a:cubicBezTo>
                  <a:pt x="3852" y="18940"/>
                  <a:pt x="1926" y="19261"/>
                  <a:pt x="0" y="19582"/>
                </a:cubicBezTo>
                <a:lnTo>
                  <a:pt x="0" y="14125"/>
                </a:lnTo>
                <a:lnTo>
                  <a:pt x="9630" y="11235"/>
                </a:lnTo>
                <a:cubicBezTo>
                  <a:pt x="31459" y="4815"/>
                  <a:pt x="43658" y="963"/>
                  <a:pt x="46547" y="0"/>
                </a:cubicBezTo>
                <a:lnTo>
                  <a:pt x="48152" y="642"/>
                </a:lnTo>
                <a:close/>
                <a:moveTo>
                  <a:pt x="48152" y="117170"/>
                </a:moveTo>
                <a:lnTo>
                  <a:pt x="48152" y="195497"/>
                </a:lnTo>
                <a:cubicBezTo>
                  <a:pt x="48152" y="200634"/>
                  <a:pt x="51041" y="204486"/>
                  <a:pt x="57140" y="207696"/>
                </a:cubicBezTo>
                <a:cubicBezTo>
                  <a:pt x="63240" y="210906"/>
                  <a:pt x="70623" y="212190"/>
                  <a:pt x="79290" y="212190"/>
                </a:cubicBezTo>
                <a:cubicBezTo>
                  <a:pt x="91810" y="212190"/>
                  <a:pt x="101761" y="207696"/>
                  <a:pt x="109145" y="198387"/>
                </a:cubicBezTo>
                <a:cubicBezTo>
                  <a:pt x="116849" y="188756"/>
                  <a:pt x="121022" y="174632"/>
                  <a:pt x="121022" y="156013"/>
                </a:cubicBezTo>
                <a:cubicBezTo>
                  <a:pt x="121022" y="135147"/>
                  <a:pt x="116849" y="118775"/>
                  <a:pt x="108503" y="106898"/>
                </a:cubicBezTo>
                <a:cubicBezTo>
                  <a:pt x="101440" y="96946"/>
                  <a:pt x="91810" y="91810"/>
                  <a:pt x="79932" y="91810"/>
                </a:cubicBezTo>
                <a:cubicBezTo>
                  <a:pt x="71265" y="91810"/>
                  <a:pt x="63882" y="94378"/>
                  <a:pt x="57461" y="99514"/>
                </a:cubicBezTo>
                <a:cubicBezTo>
                  <a:pt x="51041" y="104651"/>
                  <a:pt x="48152" y="110429"/>
                  <a:pt x="48152" y="117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0C811-EC03-477B-B8B4-66626803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309" y="5133752"/>
            <a:ext cx="128085" cy="150555"/>
          </a:xfrm>
          <a:custGeom xmlns:a="http://schemas.openxmlformats.org/drawingml/2006/main">
            <a:pathLst>
              <a:path w="128085" h="150555">
                <a:moveTo>
                  <a:pt x="122948" y="95020"/>
                </a:moveTo>
                <a:lnTo>
                  <a:pt x="128085" y="97267"/>
                </a:lnTo>
                <a:cubicBezTo>
                  <a:pt x="115244" y="132900"/>
                  <a:pt x="92773" y="150555"/>
                  <a:pt x="60993" y="150555"/>
                </a:cubicBezTo>
                <a:cubicBezTo>
                  <a:pt x="42053" y="150555"/>
                  <a:pt x="27286" y="144135"/>
                  <a:pt x="16372" y="130974"/>
                </a:cubicBezTo>
                <a:cubicBezTo>
                  <a:pt x="5457" y="118133"/>
                  <a:pt x="0" y="100477"/>
                  <a:pt x="0" y="78006"/>
                </a:cubicBezTo>
                <a:cubicBezTo>
                  <a:pt x="0" y="55214"/>
                  <a:pt x="6099" y="36596"/>
                  <a:pt x="18298" y="21829"/>
                </a:cubicBezTo>
                <a:cubicBezTo>
                  <a:pt x="30496" y="7383"/>
                  <a:pt x="46547" y="0"/>
                  <a:pt x="66450" y="0"/>
                </a:cubicBezTo>
                <a:cubicBezTo>
                  <a:pt x="85711" y="0"/>
                  <a:pt x="100477" y="7383"/>
                  <a:pt x="111071" y="22150"/>
                </a:cubicBezTo>
                <a:cubicBezTo>
                  <a:pt x="117170" y="30817"/>
                  <a:pt x="120701" y="43016"/>
                  <a:pt x="121985" y="58746"/>
                </a:cubicBezTo>
                <a:lnTo>
                  <a:pt x="23113" y="58746"/>
                </a:lnTo>
                <a:cubicBezTo>
                  <a:pt x="23755" y="72228"/>
                  <a:pt x="25039" y="82501"/>
                  <a:pt x="26965" y="89563"/>
                </a:cubicBezTo>
                <a:cubicBezTo>
                  <a:pt x="28891" y="96625"/>
                  <a:pt x="32422" y="104008"/>
                  <a:pt x="37880" y="111071"/>
                </a:cubicBezTo>
                <a:cubicBezTo>
                  <a:pt x="46868" y="122948"/>
                  <a:pt x="58746" y="128727"/>
                  <a:pt x="73512" y="128727"/>
                </a:cubicBezTo>
                <a:cubicBezTo>
                  <a:pt x="83785" y="128727"/>
                  <a:pt x="92773" y="126158"/>
                  <a:pt x="99835" y="121022"/>
                </a:cubicBezTo>
                <a:cubicBezTo>
                  <a:pt x="106898" y="115886"/>
                  <a:pt x="114602" y="107219"/>
                  <a:pt x="122948" y="95020"/>
                </a:cubicBezTo>
                <a:close/>
                <a:moveTo>
                  <a:pt x="23755" y="48473"/>
                </a:moveTo>
                <a:lnTo>
                  <a:pt x="89242" y="48473"/>
                </a:lnTo>
                <a:cubicBezTo>
                  <a:pt x="87316" y="34991"/>
                  <a:pt x="84106" y="25681"/>
                  <a:pt x="79611" y="19903"/>
                </a:cubicBezTo>
                <a:cubicBezTo>
                  <a:pt x="75117" y="14446"/>
                  <a:pt x="68055" y="11556"/>
                  <a:pt x="57782" y="11556"/>
                </a:cubicBezTo>
                <a:cubicBezTo>
                  <a:pt x="48794" y="11556"/>
                  <a:pt x="41090" y="14767"/>
                  <a:pt x="35312" y="21187"/>
                </a:cubicBezTo>
                <a:cubicBezTo>
                  <a:pt x="29212" y="27607"/>
                  <a:pt x="25360" y="36596"/>
                  <a:pt x="23755" y="4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D50F7-C5ED-4301-AA62-5910FC82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420" y="5133752"/>
            <a:ext cx="105935" cy="147666"/>
          </a:xfrm>
          <a:custGeom xmlns:a="http://schemas.openxmlformats.org/drawingml/2006/main">
            <a:pathLst>
              <a:path w="105935" h="147666">
                <a:moveTo>
                  <a:pt x="49757" y="642"/>
                </a:moveTo>
                <a:lnTo>
                  <a:pt x="49757" y="30175"/>
                </a:lnTo>
                <a:cubicBezTo>
                  <a:pt x="57782" y="18619"/>
                  <a:pt x="64524" y="10914"/>
                  <a:pt x="69981" y="6420"/>
                </a:cubicBezTo>
                <a:cubicBezTo>
                  <a:pt x="75438" y="2247"/>
                  <a:pt x="81538" y="0"/>
                  <a:pt x="88279" y="0"/>
                </a:cubicBezTo>
                <a:cubicBezTo>
                  <a:pt x="93736" y="0"/>
                  <a:pt x="97909" y="1605"/>
                  <a:pt x="101119" y="4494"/>
                </a:cubicBezTo>
                <a:cubicBezTo>
                  <a:pt x="104329" y="7704"/>
                  <a:pt x="105935" y="11878"/>
                  <a:pt x="105935" y="17014"/>
                </a:cubicBezTo>
                <a:cubicBezTo>
                  <a:pt x="105935" y="21508"/>
                  <a:pt x="104651" y="25039"/>
                  <a:pt x="102403" y="27607"/>
                </a:cubicBezTo>
                <a:cubicBezTo>
                  <a:pt x="100156" y="30175"/>
                  <a:pt x="97267" y="31459"/>
                  <a:pt x="93415" y="31459"/>
                </a:cubicBezTo>
                <a:cubicBezTo>
                  <a:pt x="89242" y="31459"/>
                  <a:pt x="85069" y="29533"/>
                  <a:pt x="80574" y="25039"/>
                </a:cubicBezTo>
                <a:cubicBezTo>
                  <a:pt x="77043" y="21829"/>
                  <a:pt x="74154" y="20224"/>
                  <a:pt x="72228" y="20224"/>
                </a:cubicBezTo>
                <a:cubicBezTo>
                  <a:pt x="67734" y="20224"/>
                  <a:pt x="62598" y="23434"/>
                  <a:pt x="57461" y="29533"/>
                </a:cubicBezTo>
                <a:cubicBezTo>
                  <a:pt x="52325" y="35954"/>
                  <a:pt x="49757" y="41411"/>
                  <a:pt x="49757" y="46547"/>
                </a:cubicBezTo>
                <a:lnTo>
                  <a:pt x="49757" y="118775"/>
                </a:lnTo>
                <a:cubicBezTo>
                  <a:pt x="49757" y="128085"/>
                  <a:pt x="51362" y="134184"/>
                  <a:pt x="55214" y="137394"/>
                </a:cubicBezTo>
                <a:cubicBezTo>
                  <a:pt x="58746" y="140604"/>
                  <a:pt x="66129" y="142530"/>
                  <a:pt x="77043" y="142851"/>
                </a:cubicBezTo>
                <a:lnTo>
                  <a:pt x="77043" y="147666"/>
                </a:lnTo>
                <a:lnTo>
                  <a:pt x="0" y="147666"/>
                </a:lnTo>
                <a:lnTo>
                  <a:pt x="0" y="142851"/>
                </a:lnTo>
                <a:cubicBezTo>
                  <a:pt x="10272" y="140925"/>
                  <a:pt x="16372" y="138999"/>
                  <a:pt x="18940" y="136431"/>
                </a:cubicBezTo>
                <a:cubicBezTo>
                  <a:pt x="21508" y="134184"/>
                  <a:pt x="22792" y="129048"/>
                  <a:pt x="22792" y="120701"/>
                </a:cubicBezTo>
                <a:lnTo>
                  <a:pt x="22792" y="40448"/>
                </a:lnTo>
                <a:cubicBezTo>
                  <a:pt x="22792" y="33385"/>
                  <a:pt x="21829" y="28570"/>
                  <a:pt x="20224" y="25681"/>
                </a:cubicBezTo>
                <a:cubicBezTo>
                  <a:pt x="18619" y="22792"/>
                  <a:pt x="15730" y="21187"/>
                  <a:pt x="11878" y="21187"/>
                </a:cubicBezTo>
                <a:cubicBezTo>
                  <a:pt x="8346" y="21187"/>
                  <a:pt x="4494" y="21829"/>
                  <a:pt x="642" y="22471"/>
                </a:cubicBezTo>
                <a:lnTo>
                  <a:pt x="642" y="17335"/>
                </a:lnTo>
                <a:cubicBezTo>
                  <a:pt x="14125" y="13162"/>
                  <a:pt x="29854" y="7383"/>
                  <a:pt x="48152" y="0"/>
                </a:cubicBezTo>
                <a:lnTo>
                  <a:pt x="49757" y="6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88C59-83DF-4380-ADCC-2B462F83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275" y="5133752"/>
            <a:ext cx="141567" cy="150555"/>
          </a:xfrm>
          <a:custGeom xmlns:a="http://schemas.openxmlformats.org/drawingml/2006/main">
            <a:pathLst>
              <a:path w="141567" h="150555">
                <a:moveTo>
                  <a:pt x="141567" y="73512"/>
                </a:moveTo>
                <a:cubicBezTo>
                  <a:pt x="141567" y="95983"/>
                  <a:pt x="134826" y="114602"/>
                  <a:pt x="121343" y="129048"/>
                </a:cubicBezTo>
                <a:cubicBezTo>
                  <a:pt x="107861" y="143493"/>
                  <a:pt x="90526" y="150555"/>
                  <a:pt x="69339" y="150555"/>
                </a:cubicBezTo>
                <a:cubicBezTo>
                  <a:pt x="49436" y="150555"/>
                  <a:pt x="33064" y="143493"/>
                  <a:pt x="19903" y="129048"/>
                </a:cubicBezTo>
                <a:cubicBezTo>
                  <a:pt x="6420" y="114923"/>
                  <a:pt x="0" y="96625"/>
                  <a:pt x="0" y="74475"/>
                </a:cubicBezTo>
                <a:cubicBezTo>
                  <a:pt x="0" y="52325"/>
                  <a:pt x="6420" y="34348"/>
                  <a:pt x="19903" y="20545"/>
                </a:cubicBezTo>
                <a:cubicBezTo>
                  <a:pt x="33064" y="7062"/>
                  <a:pt x="50399" y="0"/>
                  <a:pt x="72228" y="0"/>
                </a:cubicBezTo>
                <a:cubicBezTo>
                  <a:pt x="92131" y="0"/>
                  <a:pt x="108503" y="7062"/>
                  <a:pt x="121664" y="20545"/>
                </a:cubicBezTo>
                <a:cubicBezTo>
                  <a:pt x="134826" y="34027"/>
                  <a:pt x="141567" y="51683"/>
                  <a:pt x="141567" y="73512"/>
                </a:cubicBezTo>
                <a:close/>
                <a:moveTo>
                  <a:pt x="112676" y="82180"/>
                </a:moveTo>
                <a:cubicBezTo>
                  <a:pt x="112676" y="57782"/>
                  <a:pt x="107219" y="38843"/>
                  <a:pt x="96625" y="25039"/>
                </a:cubicBezTo>
                <a:cubicBezTo>
                  <a:pt x="87958" y="14446"/>
                  <a:pt x="77685" y="8988"/>
                  <a:pt x="66129" y="8988"/>
                </a:cubicBezTo>
                <a:cubicBezTo>
                  <a:pt x="54893" y="8988"/>
                  <a:pt x="45905" y="13804"/>
                  <a:pt x="39164" y="22792"/>
                </a:cubicBezTo>
                <a:cubicBezTo>
                  <a:pt x="32101" y="31780"/>
                  <a:pt x="28891" y="44300"/>
                  <a:pt x="28891" y="60030"/>
                </a:cubicBezTo>
                <a:cubicBezTo>
                  <a:pt x="28891" y="87637"/>
                  <a:pt x="34348" y="109466"/>
                  <a:pt x="45905" y="125837"/>
                </a:cubicBezTo>
                <a:cubicBezTo>
                  <a:pt x="52967" y="136752"/>
                  <a:pt x="62598" y="141888"/>
                  <a:pt x="74796" y="141888"/>
                </a:cubicBezTo>
                <a:cubicBezTo>
                  <a:pt x="86353" y="141888"/>
                  <a:pt x="95662" y="136752"/>
                  <a:pt x="102403" y="126158"/>
                </a:cubicBezTo>
                <a:cubicBezTo>
                  <a:pt x="109145" y="115565"/>
                  <a:pt x="112676" y="100798"/>
                  <a:pt x="112676" y="821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CF1FF-CB52-48BE-8686-D81515DD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892" y="5062166"/>
            <a:ext cx="116528" cy="219252"/>
          </a:xfrm>
          <a:custGeom xmlns:a="http://schemas.openxmlformats.org/drawingml/2006/main">
            <a:pathLst>
              <a:path w="116528" h="219252">
                <a:moveTo>
                  <a:pt x="321" y="74796"/>
                </a:moveTo>
                <a:lnTo>
                  <a:pt x="26644" y="74796"/>
                </a:lnTo>
                <a:cubicBezTo>
                  <a:pt x="26644" y="61956"/>
                  <a:pt x="27607" y="52004"/>
                  <a:pt x="29212" y="44942"/>
                </a:cubicBezTo>
                <a:cubicBezTo>
                  <a:pt x="30496" y="37880"/>
                  <a:pt x="33385" y="30496"/>
                  <a:pt x="37880" y="23113"/>
                </a:cubicBezTo>
                <a:cubicBezTo>
                  <a:pt x="46868" y="7704"/>
                  <a:pt x="61956" y="0"/>
                  <a:pt x="83143" y="0"/>
                </a:cubicBezTo>
                <a:cubicBezTo>
                  <a:pt x="92773" y="0"/>
                  <a:pt x="100477" y="1926"/>
                  <a:pt x="106898" y="5778"/>
                </a:cubicBezTo>
                <a:cubicBezTo>
                  <a:pt x="113318" y="9630"/>
                  <a:pt x="116528" y="14125"/>
                  <a:pt x="116528" y="19903"/>
                </a:cubicBezTo>
                <a:cubicBezTo>
                  <a:pt x="116528" y="23755"/>
                  <a:pt x="115244" y="26644"/>
                  <a:pt x="112676" y="29212"/>
                </a:cubicBezTo>
                <a:cubicBezTo>
                  <a:pt x="110108" y="31780"/>
                  <a:pt x="106898" y="33064"/>
                  <a:pt x="103045" y="33064"/>
                </a:cubicBezTo>
                <a:cubicBezTo>
                  <a:pt x="97909" y="33064"/>
                  <a:pt x="93094" y="29212"/>
                  <a:pt x="88600" y="21508"/>
                </a:cubicBezTo>
                <a:cubicBezTo>
                  <a:pt x="83464" y="13162"/>
                  <a:pt x="77685" y="8988"/>
                  <a:pt x="71586" y="8988"/>
                </a:cubicBezTo>
                <a:cubicBezTo>
                  <a:pt x="59388" y="8988"/>
                  <a:pt x="53609" y="18619"/>
                  <a:pt x="53609" y="37559"/>
                </a:cubicBezTo>
                <a:lnTo>
                  <a:pt x="53609" y="74796"/>
                </a:lnTo>
                <a:lnTo>
                  <a:pt x="92773" y="74796"/>
                </a:lnTo>
                <a:lnTo>
                  <a:pt x="92773" y="85069"/>
                </a:lnTo>
                <a:lnTo>
                  <a:pt x="53609" y="85069"/>
                </a:lnTo>
                <a:lnTo>
                  <a:pt x="53609" y="185867"/>
                </a:lnTo>
                <a:cubicBezTo>
                  <a:pt x="53609" y="198066"/>
                  <a:pt x="55214" y="205770"/>
                  <a:pt x="58746" y="208980"/>
                </a:cubicBezTo>
                <a:cubicBezTo>
                  <a:pt x="61956" y="212190"/>
                  <a:pt x="70302" y="214116"/>
                  <a:pt x="83464" y="214437"/>
                </a:cubicBezTo>
                <a:lnTo>
                  <a:pt x="83464" y="219252"/>
                </a:lnTo>
                <a:lnTo>
                  <a:pt x="0" y="219252"/>
                </a:lnTo>
                <a:lnTo>
                  <a:pt x="0" y="214437"/>
                </a:lnTo>
                <a:cubicBezTo>
                  <a:pt x="11556" y="213795"/>
                  <a:pt x="18619" y="211869"/>
                  <a:pt x="21829" y="208659"/>
                </a:cubicBezTo>
                <a:cubicBezTo>
                  <a:pt x="25039" y="205449"/>
                  <a:pt x="26644" y="197745"/>
                  <a:pt x="26644" y="185867"/>
                </a:cubicBezTo>
                <a:lnTo>
                  <a:pt x="26644" y="85069"/>
                </a:lnTo>
                <a:lnTo>
                  <a:pt x="321" y="85069"/>
                </a:lnTo>
                <a:lnTo>
                  <a:pt x="321" y="74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E5320-4B47-465C-B2B3-548EE5B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228" y="5133752"/>
            <a:ext cx="149271" cy="217005"/>
          </a:xfrm>
          <a:custGeom xmlns:a="http://schemas.openxmlformats.org/drawingml/2006/main">
            <a:pathLst>
              <a:path w="149271" h="217005">
                <a:moveTo>
                  <a:pt x="49436" y="642"/>
                </a:moveTo>
                <a:lnTo>
                  <a:pt x="49436" y="25360"/>
                </a:lnTo>
                <a:cubicBezTo>
                  <a:pt x="62919" y="8667"/>
                  <a:pt x="78327" y="0"/>
                  <a:pt x="95662" y="0"/>
                </a:cubicBezTo>
                <a:cubicBezTo>
                  <a:pt x="111071" y="0"/>
                  <a:pt x="123911" y="6420"/>
                  <a:pt x="134184" y="19261"/>
                </a:cubicBezTo>
                <a:cubicBezTo>
                  <a:pt x="144135" y="32101"/>
                  <a:pt x="149271" y="48473"/>
                  <a:pt x="149271" y="68376"/>
                </a:cubicBezTo>
                <a:cubicBezTo>
                  <a:pt x="149271" y="91810"/>
                  <a:pt x="142530" y="111392"/>
                  <a:pt x="129690" y="127121"/>
                </a:cubicBezTo>
                <a:cubicBezTo>
                  <a:pt x="116849" y="142851"/>
                  <a:pt x="100798" y="150555"/>
                  <a:pt x="81859" y="150555"/>
                </a:cubicBezTo>
                <a:cubicBezTo>
                  <a:pt x="75117" y="150555"/>
                  <a:pt x="69339" y="149592"/>
                  <a:pt x="64845" y="147666"/>
                </a:cubicBezTo>
                <a:cubicBezTo>
                  <a:pt x="60351" y="146061"/>
                  <a:pt x="55214" y="142530"/>
                  <a:pt x="49436" y="137073"/>
                </a:cubicBezTo>
                <a:lnTo>
                  <a:pt x="49436" y="187151"/>
                </a:lnTo>
                <a:cubicBezTo>
                  <a:pt x="49436" y="197102"/>
                  <a:pt x="51041" y="203523"/>
                  <a:pt x="54572" y="206412"/>
                </a:cubicBezTo>
                <a:cubicBezTo>
                  <a:pt x="57782" y="209301"/>
                  <a:pt x="65487" y="210906"/>
                  <a:pt x="77685" y="211227"/>
                </a:cubicBezTo>
                <a:lnTo>
                  <a:pt x="77685" y="217005"/>
                </a:lnTo>
                <a:lnTo>
                  <a:pt x="0" y="217005"/>
                </a:lnTo>
                <a:lnTo>
                  <a:pt x="0" y="211548"/>
                </a:lnTo>
                <a:cubicBezTo>
                  <a:pt x="9309" y="210585"/>
                  <a:pt x="15409" y="208659"/>
                  <a:pt x="18298" y="206091"/>
                </a:cubicBezTo>
                <a:cubicBezTo>
                  <a:pt x="20866" y="203202"/>
                  <a:pt x="22471" y="197745"/>
                  <a:pt x="22471" y="189398"/>
                </a:cubicBezTo>
                <a:lnTo>
                  <a:pt x="22471" y="39485"/>
                </a:lnTo>
                <a:cubicBezTo>
                  <a:pt x="22471" y="32101"/>
                  <a:pt x="21508" y="27286"/>
                  <a:pt x="19903" y="24718"/>
                </a:cubicBezTo>
                <a:cubicBezTo>
                  <a:pt x="17977" y="22471"/>
                  <a:pt x="14446" y="21187"/>
                  <a:pt x="9309" y="21187"/>
                </a:cubicBezTo>
                <a:cubicBezTo>
                  <a:pt x="5778" y="21187"/>
                  <a:pt x="3210" y="21508"/>
                  <a:pt x="1284" y="21508"/>
                </a:cubicBezTo>
                <a:lnTo>
                  <a:pt x="1284" y="16372"/>
                </a:lnTo>
                <a:cubicBezTo>
                  <a:pt x="16051" y="11878"/>
                  <a:pt x="31459" y="6420"/>
                  <a:pt x="47510" y="0"/>
                </a:cubicBezTo>
                <a:lnTo>
                  <a:pt x="49436" y="642"/>
                </a:lnTo>
                <a:close/>
                <a:moveTo>
                  <a:pt x="49436" y="40448"/>
                </a:moveTo>
                <a:lnTo>
                  <a:pt x="49436" y="119417"/>
                </a:lnTo>
                <a:cubicBezTo>
                  <a:pt x="49436" y="124232"/>
                  <a:pt x="52967" y="129048"/>
                  <a:pt x="60351" y="133542"/>
                </a:cubicBezTo>
                <a:cubicBezTo>
                  <a:pt x="67734" y="138357"/>
                  <a:pt x="75117" y="140604"/>
                  <a:pt x="82822" y="140604"/>
                </a:cubicBezTo>
                <a:cubicBezTo>
                  <a:pt x="94378" y="140604"/>
                  <a:pt x="103687" y="135147"/>
                  <a:pt x="110750" y="124232"/>
                </a:cubicBezTo>
                <a:cubicBezTo>
                  <a:pt x="117812" y="113318"/>
                  <a:pt x="121664" y="99193"/>
                  <a:pt x="121664" y="81217"/>
                </a:cubicBezTo>
                <a:cubicBezTo>
                  <a:pt x="121664" y="62598"/>
                  <a:pt x="117812" y="47510"/>
                  <a:pt x="110750" y="36275"/>
                </a:cubicBezTo>
                <a:cubicBezTo>
                  <a:pt x="103687" y="25039"/>
                  <a:pt x="94057" y="19261"/>
                  <a:pt x="82180" y="19261"/>
                </a:cubicBezTo>
                <a:cubicBezTo>
                  <a:pt x="74475" y="19261"/>
                  <a:pt x="67092" y="21829"/>
                  <a:pt x="60030" y="26323"/>
                </a:cubicBezTo>
                <a:cubicBezTo>
                  <a:pt x="52967" y="31138"/>
                  <a:pt x="49436" y="35954"/>
                  <a:pt x="49436" y="404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0770E-62DC-46F8-80B9-262BD52C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008" y="5133752"/>
            <a:ext cx="130011" cy="150555"/>
          </a:xfrm>
          <a:custGeom xmlns:a="http://schemas.openxmlformats.org/drawingml/2006/main">
            <a:pathLst>
              <a:path w="130011" h="150555">
                <a:moveTo>
                  <a:pt x="130011" y="126479"/>
                </a:moveTo>
                <a:lnTo>
                  <a:pt x="130011" y="135468"/>
                </a:lnTo>
                <a:cubicBezTo>
                  <a:pt x="121664" y="145740"/>
                  <a:pt x="112034" y="150555"/>
                  <a:pt x="101119" y="150555"/>
                </a:cubicBezTo>
                <a:cubicBezTo>
                  <a:pt x="88921" y="150555"/>
                  <a:pt x="81859" y="142851"/>
                  <a:pt x="80574" y="127442"/>
                </a:cubicBezTo>
                <a:lnTo>
                  <a:pt x="80253" y="127442"/>
                </a:lnTo>
                <a:cubicBezTo>
                  <a:pt x="66450" y="142851"/>
                  <a:pt x="51041" y="150555"/>
                  <a:pt x="33706" y="150555"/>
                </a:cubicBezTo>
                <a:cubicBezTo>
                  <a:pt x="23434" y="150555"/>
                  <a:pt x="15409" y="147666"/>
                  <a:pt x="9309" y="141888"/>
                </a:cubicBezTo>
                <a:cubicBezTo>
                  <a:pt x="2889" y="136110"/>
                  <a:pt x="0" y="128085"/>
                  <a:pt x="0" y="117491"/>
                </a:cubicBezTo>
                <a:cubicBezTo>
                  <a:pt x="0" y="102724"/>
                  <a:pt x="7383" y="90205"/>
                  <a:pt x="22471" y="79932"/>
                </a:cubicBezTo>
                <a:cubicBezTo>
                  <a:pt x="32743" y="73191"/>
                  <a:pt x="52004" y="64524"/>
                  <a:pt x="80253" y="53930"/>
                </a:cubicBezTo>
                <a:lnTo>
                  <a:pt x="80253" y="36596"/>
                </a:lnTo>
                <a:cubicBezTo>
                  <a:pt x="80253" y="26965"/>
                  <a:pt x="77685" y="19903"/>
                  <a:pt x="73191" y="15088"/>
                </a:cubicBezTo>
                <a:cubicBezTo>
                  <a:pt x="68697" y="10272"/>
                  <a:pt x="62598" y="7704"/>
                  <a:pt x="55214" y="7704"/>
                </a:cubicBezTo>
                <a:cubicBezTo>
                  <a:pt x="48794" y="7704"/>
                  <a:pt x="43337" y="9309"/>
                  <a:pt x="39164" y="12520"/>
                </a:cubicBezTo>
                <a:cubicBezTo>
                  <a:pt x="34669" y="15730"/>
                  <a:pt x="32743" y="19261"/>
                  <a:pt x="32743" y="23434"/>
                </a:cubicBezTo>
                <a:cubicBezTo>
                  <a:pt x="32743" y="25360"/>
                  <a:pt x="33064" y="27607"/>
                  <a:pt x="33706" y="29854"/>
                </a:cubicBezTo>
                <a:cubicBezTo>
                  <a:pt x="34348" y="32422"/>
                  <a:pt x="34669" y="34669"/>
                  <a:pt x="34669" y="36917"/>
                </a:cubicBezTo>
                <a:cubicBezTo>
                  <a:pt x="34669" y="40127"/>
                  <a:pt x="33064" y="43337"/>
                  <a:pt x="30175" y="45905"/>
                </a:cubicBezTo>
                <a:cubicBezTo>
                  <a:pt x="27286" y="48794"/>
                  <a:pt x="23755" y="50078"/>
                  <a:pt x="19903" y="50078"/>
                </a:cubicBezTo>
                <a:cubicBezTo>
                  <a:pt x="16051" y="50078"/>
                  <a:pt x="12841" y="48794"/>
                  <a:pt x="10272" y="45905"/>
                </a:cubicBezTo>
                <a:cubicBezTo>
                  <a:pt x="7383" y="43337"/>
                  <a:pt x="6099" y="39806"/>
                  <a:pt x="6099" y="35312"/>
                </a:cubicBezTo>
                <a:cubicBezTo>
                  <a:pt x="6099" y="25039"/>
                  <a:pt x="11556" y="16693"/>
                  <a:pt x="22471" y="9630"/>
                </a:cubicBezTo>
                <a:cubicBezTo>
                  <a:pt x="32422" y="3210"/>
                  <a:pt x="44621" y="0"/>
                  <a:pt x="59388" y="0"/>
                </a:cubicBezTo>
                <a:cubicBezTo>
                  <a:pt x="76722" y="0"/>
                  <a:pt x="89242" y="4815"/>
                  <a:pt x="97267" y="14446"/>
                </a:cubicBezTo>
                <a:cubicBezTo>
                  <a:pt x="101119" y="18940"/>
                  <a:pt x="103366" y="23755"/>
                  <a:pt x="104651" y="28249"/>
                </a:cubicBezTo>
                <a:cubicBezTo>
                  <a:pt x="105614" y="32743"/>
                  <a:pt x="106256" y="40127"/>
                  <a:pt x="106256" y="50078"/>
                </a:cubicBezTo>
                <a:lnTo>
                  <a:pt x="106256" y="111392"/>
                </a:lnTo>
                <a:cubicBezTo>
                  <a:pt x="106256" y="125516"/>
                  <a:pt x="109466" y="132579"/>
                  <a:pt x="116207" y="132579"/>
                </a:cubicBezTo>
                <a:cubicBezTo>
                  <a:pt x="120380" y="132579"/>
                  <a:pt x="124874" y="130653"/>
                  <a:pt x="130011" y="126479"/>
                </a:cubicBezTo>
                <a:close/>
                <a:moveTo>
                  <a:pt x="80253" y="106898"/>
                </a:moveTo>
                <a:lnTo>
                  <a:pt x="80253" y="61635"/>
                </a:lnTo>
                <a:cubicBezTo>
                  <a:pt x="60351" y="68697"/>
                  <a:pt x="46868" y="75759"/>
                  <a:pt x="39164" y="82822"/>
                </a:cubicBezTo>
                <a:cubicBezTo>
                  <a:pt x="31780" y="89563"/>
                  <a:pt x="28249" y="97909"/>
                  <a:pt x="28249" y="107540"/>
                </a:cubicBezTo>
                <a:cubicBezTo>
                  <a:pt x="28249" y="115886"/>
                  <a:pt x="30175" y="121985"/>
                  <a:pt x="34348" y="126158"/>
                </a:cubicBezTo>
                <a:cubicBezTo>
                  <a:pt x="38201" y="130332"/>
                  <a:pt x="43658" y="132258"/>
                  <a:pt x="50399" y="132258"/>
                </a:cubicBezTo>
                <a:cubicBezTo>
                  <a:pt x="57461" y="132258"/>
                  <a:pt x="63561" y="130653"/>
                  <a:pt x="69018" y="127121"/>
                </a:cubicBezTo>
                <a:cubicBezTo>
                  <a:pt x="73512" y="123911"/>
                  <a:pt x="76401" y="121022"/>
                  <a:pt x="78006" y="118133"/>
                </a:cubicBezTo>
                <a:cubicBezTo>
                  <a:pt x="79290" y="115565"/>
                  <a:pt x="80253" y="111713"/>
                  <a:pt x="80253" y="1068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25403-208E-4149-A28A-C654E0A4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266" y="5133752"/>
            <a:ext cx="105935" cy="147666"/>
          </a:xfrm>
          <a:custGeom xmlns:a="http://schemas.openxmlformats.org/drawingml/2006/main">
            <a:pathLst>
              <a:path w="105935" h="147666">
                <a:moveTo>
                  <a:pt x="49757" y="642"/>
                </a:moveTo>
                <a:lnTo>
                  <a:pt x="49757" y="30175"/>
                </a:lnTo>
                <a:cubicBezTo>
                  <a:pt x="57782" y="18619"/>
                  <a:pt x="64524" y="10914"/>
                  <a:pt x="69981" y="6420"/>
                </a:cubicBezTo>
                <a:cubicBezTo>
                  <a:pt x="75438" y="2247"/>
                  <a:pt x="81538" y="0"/>
                  <a:pt x="88279" y="0"/>
                </a:cubicBezTo>
                <a:cubicBezTo>
                  <a:pt x="93736" y="0"/>
                  <a:pt x="97909" y="1605"/>
                  <a:pt x="101119" y="4494"/>
                </a:cubicBezTo>
                <a:cubicBezTo>
                  <a:pt x="104329" y="7704"/>
                  <a:pt x="105935" y="11878"/>
                  <a:pt x="105935" y="17014"/>
                </a:cubicBezTo>
                <a:cubicBezTo>
                  <a:pt x="105935" y="21508"/>
                  <a:pt x="104651" y="25039"/>
                  <a:pt x="102403" y="27607"/>
                </a:cubicBezTo>
                <a:cubicBezTo>
                  <a:pt x="100156" y="30175"/>
                  <a:pt x="97267" y="31459"/>
                  <a:pt x="93415" y="31459"/>
                </a:cubicBezTo>
                <a:cubicBezTo>
                  <a:pt x="89242" y="31459"/>
                  <a:pt x="85069" y="29533"/>
                  <a:pt x="80574" y="25039"/>
                </a:cubicBezTo>
                <a:cubicBezTo>
                  <a:pt x="77043" y="21829"/>
                  <a:pt x="74154" y="20224"/>
                  <a:pt x="72228" y="20224"/>
                </a:cubicBezTo>
                <a:cubicBezTo>
                  <a:pt x="67734" y="20224"/>
                  <a:pt x="62598" y="23434"/>
                  <a:pt x="57461" y="29533"/>
                </a:cubicBezTo>
                <a:cubicBezTo>
                  <a:pt x="52325" y="35954"/>
                  <a:pt x="49757" y="41411"/>
                  <a:pt x="49757" y="46547"/>
                </a:cubicBezTo>
                <a:lnTo>
                  <a:pt x="49757" y="118775"/>
                </a:lnTo>
                <a:cubicBezTo>
                  <a:pt x="49757" y="128085"/>
                  <a:pt x="51362" y="134184"/>
                  <a:pt x="55214" y="137394"/>
                </a:cubicBezTo>
                <a:cubicBezTo>
                  <a:pt x="58746" y="140604"/>
                  <a:pt x="66129" y="142530"/>
                  <a:pt x="77043" y="142851"/>
                </a:cubicBezTo>
                <a:lnTo>
                  <a:pt x="77043" y="147666"/>
                </a:lnTo>
                <a:lnTo>
                  <a:pt x="0" y="147666"/>
                </a:lnTo>
                <a:lnTo>
                  <a:pt x="0" y="142851"/>
                </a:lnTo>
                <a:cubicBezTo>
                  <a:pt x="10272" y="140925"/>
                  <a:pt x="16372" y="138999"/>
                  <a:pt x="18940" y="136431"/>
                </a:cubicBezTo>
                <a:cubicBezTo>
                  <a:pt x="21508" y="134184"/>
                  <a:pt x="22792" y="129048"/>
                  <a:pt x="22792" y="120701"/>
                </a:cubicBezTo>
                <a:lnTo>
                  <a:pt x="22792" y="40448"/>
                </a:lnTo>
                <a:cubicBezTo>
                  <a:pt x="22792" y="33385"/>
                  <a:pt x="21829" y="28570"/>
                  <a:pt x="20224" y="25681"/>
                </a:cubicBezTo>
                <a:cubicBezTo>
                  <a:pt x="18619" y="22792"/>
                  <a:pt x="15730" y="21187"/>
                  <a:pt x="11878" y="21187"/>
                </a:cubicBezTo>
                <a:cubicBezTo>
                  <a:pt x="8346" y="21187"/>
                  <a:pt x="4494" y="21829"/>
                  <a:pt x="642" y="22471"/>
                </a:cubicBezTo>
                <a:lnTo>
                  <a:pt x="642" y="17335"/>
                </a:lnTo>
                <a:cubicBezTo>
                  <a:pt x="14125" y="13162"/>
                  <a:pt x="29854" y="7383"/>
                  <a:pt x="48152" y="0"/>
                </a:cubicBezTo>
                <a:lnTo>
                  <a:pt x="49757" y="6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92342-589B-4B22-B966-ED37DD43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435" y="5133752"/>
            <a:ext cx="130011" cy="150555"/>
          </a:xfrm>
          <a:custGeom xmlns:a="http://schemas.openxmlformats.org/drawingml/2006/main">
            <a:pathLst>
              <a:path w="130011" h="150555">
                <a:moveTo>
                  <a:pt x="130011" y="126479"/>
                </a:moveTo>
                <a:lnTo>
                  <a:pt x="130011" y="135468"/>
                </a:lnTo>
                <a:cubicBezTo>
                  <a:pt x="121664" y="145740"/>
                  <a:pt x="112034" y="150555"/>
                  <a:pt x="101119" y="150555"/>
                </a:cubicBezTo>
                <a:cubicBezTo>
                  <a:pt x="88921" y="150555"/>
                  <a:pt x="81859" y="142851"/>
                  <a:pt x="80574" y="127442"/>
                </a:cubicBezTo>
                <a:lnTo>
                  <a:pt x="80253" y="127442"/>
                </a:lnTo>
                <a:cubicBezTo>
                  <a:pt x="66450" y="142851"/>
                  <a:pt x="51041" y="150555"/>
                  <a:pt x="33706" y="150555"/>
                </a:cubicBezTo>
                <a:cubicBezTo>
                  <a:pt x="23434" y="150555"/>
                  <a:pt x="15409" y="147666"/>
                  <a:pt x="9309" y="141888"/>
                </a:cubicBezTo>
                <a:cubicBezTo>
                  <a:pt x="2889" y="136110"/>
                  <a:pt x="0" y="128085"/>
                  <a:pt x="0" y="117491"/>
                </a:cubicBezTo>
                <a:cubicBezTo>
                  <a:pt x="0" y="102724"/>
                  <a:pt x="7383" y="90205"/>
                  <a:pt x="22471" y="79932"/>
                </a:cubicBezTo>
                <a:cubicBezTo>
                  <a:pt x="32743" y="73191"/>
                  <a:pt x="52004" y="64524"/>
                  <a:pt x="80253" y="53930"/>
                </a:cubicBezTo>
                <a:lnTo>
                  <a:pt x="80253" y="36596"/>
                </a:lnTo>
                <a:cubicBezTo>
                  <a:pt x="80253" y="26965"/>
                  <a:pt x="77685" y="19903"/>
                  <a:pt x="73191" y="15088"/>
                </a:cubicBezTo>
                <a:cubicBezTo>
                  <a:pt x="68697" y="10272"/>
                  <a:pt x="62598" y="7704"/>
                  <a:pt x="55214" y="7704"/>
                </a:cubicBezTo>
                <a:cubicBezTo>
                  <a:pt x="48794" y="7704"/>
                  <a:pt x="43337" y="9309"/>
                  <a:pt x="39164" y="12520"/>
                </a:cubicBezTo>
                <a:cubicBezTo>
                  <a:pt x="34669" y="15730"/>
                  <a:pt x="32743" y="19261"/>
                  <a:pt x="32743" y="23434"/>
                </a:cubicBezTo>
                <a:cubicBezTo>
                  <a:pt x="32743" y="25360"/>
                  <a:pt x="33064" y="27607"/>
                  <a:pt x="33706" y="29854"/>
                </a:cubicBezTo>
                <a:cubicBezTo>
                  <a:pt x="34348" y="32422"/>
                  <a:pt x="34669" y="34669"/>
                  <a:pt x="34669" y="36917"/>
                </a:cubicBezTo>
                <a:cubicBezTo>
                  <a:pt x="34669" y="40127"/>
                  <a:pt x="33064" y="43337"/>
                  <a:pt x="30175" y="45905"/>
                </a:cubicBezTo>
                <a:cubicBezTo>
                  <a:pt x="27286" y="48794"/>
                  <a:pt x="23755" y="50078"/>
                  <a:pt x="19903" y="50078"/>
                </a:cubicBezTo>
                <a:cubicBezTo>
                  <a:pt x="16051" y="50078"/>
                  <a:pt x="12841" y="48794"/>
                  <a:pt x="10272" y="45905"/>
                </a:cubicBezTo>
                <a:cubicBezTo>
                  <a:pt x="7383" y="43337"/>
                  <a:pt x="6099" y="39806"/>
                  <a:pt x="6099" y="35312"/>
                </a:cubicBezTo>
                <a:cubicBezTo>
                  <a:pt x="6099" y="25039"/>
                  <a:pt x="11556" y="16693"/>
                  <a:pt x="22471" y="9630"/>
                </a:cubicBezTo>
                <a:cubicBezTo>
                  <a:pt x="32422" y="3210"/>
                  <a:pt x="44621" y="0"/>
                  <a:pt x="59388" y="0"/>
                </a:cubicBezTo>
                <a:cubicBezTo>
                  <a:pt x="76722" y="0"/>
                  <a:pt x="89242" y="4815"/>
                  <a:pt x="97267" y="14446"/>
                </a:cubicBezTo>
                <a:cubicBezTo>
                  <a:pt x="101119" y="18940"/>
                  <a:pt x="103366" y="23755"/>
                  <a:pt x="104651" y="28249"/>
                </a:cubicBezTo>
                <a:cubicBezTo>
                  <a:pt x="105614" y="32743"/>
                  <a:pt x="106256" y="40127"/>
                  <a:pt x="106256" y="50078"/>
                </a:cubicBezTo>
                <a:lnTo>
                  <a:pt x="106256" y="111392"/>
                </a:lnTo>
                <a:cubicBezTo>
                  <a:pt x="106256" y="125516"/>
                  <a:pt x="109466" y="132579"/>
                  <a:pt x="116207" y="132579"/>
                </a:cubicBezTo>
                <a:cubicBezTo>
                  <a:pt x="120380" y="132579"/>
                  <a:pt x="124874" y="130653"/>
                  <a:pt x="130011" y="126479"/>
                </a:cubicBezTo>
                <a:close/>
                <a:moveTo>
                  <a:pt x="80253" y="106898"/>
                </a:moveTo>
                <a:lnTo>
                  <a:pt x="80253" y="61635"/>
                </a:lnTo>
                <a:cubicBezTo>
                  <a:pt x="60351" y="68697"/>
                  <a:pt x="46868" y="75759"/>
                  <a:pt x="39164" y="82822"/>
                </a:cubicBezTo>
                <a:cubicBezTo>
                  <a:pt x="31780" y="89563"/>
                  <a:pt x="28249" y="97909"/>
                  <a:pt x="28249" y="107540"/>
                </a:cubicBezTo>
                <a:cubicBezTo>
                  <a:pt x="28249" y="115886"/>
                  <a:pt x="30175" y="121985"/>
                  <a:pt x="34348" y="126158"/>
                </a:cubicBezTo>
                <a:cubicBezTo>
                  <a:pt x="38201" y="130332"/>
                  <a:pt x="43658" y="132258"/>
                  <a:pt x="50399" y="132258"/>
                </a:cubicBezTo>
                <a:cubicBezTo>
                  <a:pt x="57461" y="132258"/>
                  <a:pt x="63561" y="130653"/>
                  <a:pt x="69018" y="127121"/>
                </a:cubicBezTo>
                <a:cubicBezTo>
                  <a:pt x="73512" y="123911"/>
                  <a:pt x="76401" y="121022"/>
                  <a:pt x="78006" y="118133"/>
                </a:cubicBezTo>
                <a:cubicBezTo>
                  <a:pt x="79290" y="115565"/>
                  <a:pt x="80253" y="111713"/>
                  <a:pt x="80253" y="1068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2D0FA-BB5B-4127-92A5-CCC98371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225" y="5133752"/>
            <a:ext cx="243650" cy="147666"/>
          </a:xfrm>
          <a:custGeom xmlns:a="http://schemas.openxmlformats.org/drawingml/2006/main">
            <a:pathLst>
              <a:path w="243650" h="147666">
                <a:moveTo>
                  <a:pt x="243650" y="147666"/>
                </a:moveTo>
                <a:lnTo>
                  <a:pt x="173668" y="147666"/>
                </a:lnTo>
                <a:lnTo>
                  <a:pt x="173668" y="142851"/>
                </a:lnTo>
                <a:cubicBezTo>
                  <a:pt x="182657" y="142209"/>
                  <a:pt x="188114" y="140283"/>
                  <a:pt x="190682" y="137394"/>
                </a:cubicBezTo>
                <a:cubicBezTo>
                  <a:pt x="193250" y="134505"/>
                  <a:pt x="194534" y="128406"/>
                  <a:pt x="194534" y="118775"/>
                </a:cubicBezTo>
                <a:lnTo>
                  <a:pt x="194534" y="52646"/>
                </a:lnTo>
                <a:cubicBezTo>
                  <a:pt x="194534" y="39806"/>
                  <a:pt x="192608" y="30817"/>
                  <a:pt x="188756" y="25039"/>
                </a:cubicBezTo>
                <a:cubicBezTo>
                  <a:pt x="184904" y="19582"/>
                  <a:pt x="178805" y="16693"/>
                  <a:pt x="169816" y="16693"/>
                </a:cubicBezTo>
                <a:cubicBezTo>
                  <a:pt x="162112" y="16693"/>
                  <a:pt x="155692" y="18298"/>
                  <a:pt x="150555" y="21187"/>
                </a:cubicBezTo>
                <a:cubicBezTo>
                  <a:pt x="145419" y="24397"/>
                  <a:pt x="140283" y="29212"/>
                  <a:pt x="135468" y="36275"/>
                </a:cubicBezTo>
                <a:lnTo>
                  <a:pt x="135468" y="117170"/>
                </a:lnTo>
                <a:cubicBezTo>
                  <a:pt x="135468" y="127442"/>
                  <a:pt x="136752" y="134505"/>
                  <a:pt x="139962" y="137715"/>
                </a:cubicBezTo>
                <a:cubicBezTo>
                  <a:pt x="143172" y="140925"/>
                  <a:pt x="149271" y="142851"/>
                  <a:pt x="158581" y="142851"/>
                </a:cubicBezTo>
                <a:lnTo>
                  <a:pt x="158581" y="147666"/>
                </a:lnTo>
                <a:lnTo>
                  <a:pt x="86674" y="147666"/>
                </a:lnTo>
                <a:lnTo>
                  <a:pt x="86674" y="142851"/>
                </a:lnTo>
                <a:cubicBezTo>
                  <a:pt x="95983" y="142209"/>
                  <a:pt x="102082" y="140925"/>
                  <a:pt x="104651" y="138357"/>
                </a:cubicBezTo>
                <a:cubicBezTo>
                  <a:pt x="107219" y="135789"/>
                  <a:pt x="108503" y="129690"/>
                  <a:pt x="108503" y="120059"/>
                </a:cubicBezTo>
                <a:lnTo>
                  <a:pt x="108503" y="52325"/>
                </a:lnTo>
                <a:cubicBezTo>
                  <a:pt x="108503" y="28570"/>
                  <a:pt x="101440" y="16693"/>
                  <a:pt x="87637" y="16693"/>
                </a:cubicBezTo>
                <a:cubicBezTo>
                  <a:pt x="81538" y="16693"/>
                  <a:pt x="75117" y="18298"/>
                  <a:pt x="68376" y="20866"/>
                </a:cubicBezTo>
                <a:cubicBezTo>
                  <a:pt x="61635" y="23434"/>
                  <a:pt x="56819" y="26644"/>
                  <a:pt x="53609" y="30496"/>
                </a:cubicBezTo>
                <a:cubicBezTo>
                  <a:pt x="50720" y="33706"/>
                  <a:pt x="49436" y="35633"/>
                  <a:pt x="49436" y="35954"/>
                </a:cubicBezTo>
                <a:lnTo>
                  <a:pt x="49436" y="125195"/>
                </a:lnTo>
                <a:cubicBezTo>
                  <a:pt x="49436" y="132258"/>
                  <a:pt x="50720" y="136752"/>
                  <a:pt x="53930" y="138999"/>
                </a:cubicBezTo>
                <a:cubicBezTo>
                  <a:pt x="56819" y="141246"/>
                  <a:pt x="62598" y="142530"/>
                  <a:pt x="71265" y="142851"/>
                </a:cubicBezTo>
                <a:lnTo>
                  <a:pt x="71265" y="147666"/>
                </a:lnTo>
                <a:lnTo>
                  <a:pt x="0" y="147666"/>
                </a:lnTo>
                <a:lnTo>
                  <a:pt x="0" y="142851"/>
                </a:lnTo>
                <a:cubicBezTo>
                  <a:pt x="8988" y="142851"/>
                  <a:pt x="14767" y="141246"/>
                  <a:pt x="17977" y="138036"/>
                </a:cubicBezTo>
                <a:cubicBezTo>
                  <a:pt x="20866" y="134826"/>
                  <a:pt x="22471" y="128727"/>
                  <a:pt x="22471" y="119417"/>
                </a:cubicBezTo>
                <a:lnTo>
                  <a:pt x="22471" y="39806"/>
                </a:lnTo>
                <a:cubicBezTo>
                  <a:pt x="22471" y="32101"/>
                  <a:pt x="21508" y="26644"/>
                  <a:pt x="19903" y="23434"/>
                </a:cubicBezTo>
                <a:cubicBezTo>
                  <a:pt x="17977" y="20224"/>
                  <a:pt x="15088" y="18619"/>
                  <a:pt x="11235" y="18619"/>
                </a:cubicBezTo>
                <a:cubicBezTo>
                  <a:pt x="8025" y="18619"/>
                  <a:pt x="4494" y="19261"/>
                  <a:pt x="963" y="19903"/>
                </a:cubicBezTo>
                <a:lnTo>
                  <a:pt x="963" y="14446"/>
                </a:lnTo>
                <a:cubicBezTo>
                  <a:pt x="15409" y="10593"/>
                  <a:pt x="30175" y="5778"/>
                  <a:pt x="45584" y="0"/>
                </a:cubicBezTo>
                <a:lnTo>
                  <a:pt x="48152" y="963"/>
                </a:lnTo>
                <a:lnTo>
                  <a:pt x="48152" y="24718"/>
                </a:lnTo>
                <a:lnTo>
                  <a:pt x="48794" y="24718"/>
                </a:lnTo>
                <a:cubicBezTo>
                  <a:pt x="58425" y="14767"/>
                  <a:pt x="66771" y="8025"/>
                  <a:pt x="74154" y="4815"/>
                </a:cubicBezTo>
                <a:cubicBezTo>
                  <a:pt x="81538" y="1605"/>
                  <a:pt x="89563" y="0"/>
                  <a:pt x="97909" y="0"/>
                </a:cubicBezTo>
                <a:cubicBezTo>
                  <a:pt x="114602" y="0"/>
                  <a:pt x="126158" y="8988"/>
                  <a:pt x="131937" y="26965"/>
                </a:cubicBezTo>
                <a:cubicBezTo>
                  <a:pt x="148629" y="8988"/>
                  <a:pt x="165964" y="0"/>
                  <a:pt x="184262" y="0"/>
                </a:cubicBezTo>
                <a:cubicBezTo>
                  <a:pt x="208980" y="0"/>
                  <a:pt x="221500" y="19261"/>
                  <a:pt x="221500" y="57782"/>
                </a:cubicBezTo>
                <a:lnTo>
                  <a:pt x="221500" y="122948"/>
                </a:lnTo>
                <a:cubicBezTo>
                  <a:pt x="221500" y="130011"/>
                  <a:pt x="222463" y="135147"/>
                  <a:pt x="224710" y="137715"/>
                </a:cubicBezTo>
                <a:cubicBezTo>
                  <a:pt x="226636" y="140283"/>
                  <a:pt x="230167" y="141888"/>
                  <a:pt x="235303" y="142209"/>
                </a:cubicBezTo>
                <a:lnTo>
                  <a:pt x="243650" y="142851"/>
                </a:lnTo>
                <a:lnTo>
                  <a:pt x="243650" y="1476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7CEEE-16A6-4231-B49A-EB85BE9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863" y="5133752"/>
            <a:ext cx="128085" cy="150555"/>
          </a:xfrm>
          <a:custGeom xmlns:a="http://schemas.openxmlformats.org/drawingml/2006/main">
            <a:pathLst>
              <a:path w="128085" h="150555">
                <a:moveTo>
                  <a:pt x="122948" y="95020"/>
                </a:moveTo>
                <a:lnTo>
                  <a:pt x="128085" y="97267"/>
                </a:lnTo>
                <a:cubicBezTo>
                  <a:pt x="115244" y="132900"/>
                  <a:pt x="92773" y="150555"/>
                  <a:pt x="60993" y="150555"/>
                </a:cubicBezTo>
                <a:cubicBezTo>
                  <a:pt x="42053" y="150555"/>
                  <a:pt x="27286" y="144135"/>
                  <a:pt x="16372" y="130974"/>
                </a:cubicBezTo>
                <a:cubicBezTo>
                  <a:pt x="5457" y="118133"/>
                  <a:pt x="0" y="100477"/>
                  <a:pt x="0" y="78006"/>
                </a:cubicBezTo>
                <a:cubicBezTo>
                  <a:pt x="0" y="55214"/>
                  <a:pt x="6099" y="36596"/>
                  <a:pt x="18298" y="21829"/>
                </a:cubicBezTo>
                <a:cubicBezTo>
                  <a:pt x="30496" y="7383"/>
                  <a:pt x="46547" y="0"/>
                  <a:pt x="66450" y="0"/>
                </a:cubicBezTo>
                <a:cubicBezTo>
                  <a:pt x="85711" y="0"/>
                  <a:pt x="100477" y="7383"/>
                  <a:pt x="111071" y="22150"/>
                </a:cubicBezTo>
                <a:cubicBezTo>
                  <a:pt x="117170" y="30817"/>
                  <a:pt x="120701" y="43016"/>
                  <a:pt x="121985" y="58746"/>
                </a:cubicBezTo>
                <a:lnTo>
                  <a:pt x="23113" y="58746"/>
                </a:lnTo>
                <a:cubicBezTo>
                  <a:pt x="23755" y="72228"/>
                  <a:pt x="25039" y="82501"/>
                  <a:pt x="26965" y="89563"/>
                </a:cubicBezTo>
                <a:cubicBezTo>
                  <a:pt x="28891" y="96625"/>
                  <a:pt x="32422" y="104008"/>
                  <a:pt x="37880" y="111071"/>
                </a:cubicBezTo>
                <a:cubicBezTo>
                  <a:pt x="46868" y="122948"/>
                  <a:pt x="58746" y="128727"/>
                  <a:pt x="73512" y="128727"/>
                </a:cubicBezTo>
                <a:cubicBezTo>
                  <a:pt x="83785" y="128727"/>
                  <a:pt x="92773" y="126158"/>
                  <a:pt x="99835" y="121022"/>
                </a:cubicBezTo>
                <a:cubicBezTo>
                  <a:pt x="106898" y="115886"/>
                  <a:pt x="114602" y="107219"/>
                  <a:pt x="122948" y="95020"/>
                </a:cubicBezTo>
                <a:close/>
                <a:moveTo>
                  <a:pt x="23755" y="48473"/>
                </a:moveTo>
                <a:lnTo>
                  <a:pt x="89242" y="48473"/>
                </a:lnTo>
                <a:cubicBezTo>
                  <a:pt x="87316" y="34991"/>
                  <a:pt x="84106" y="25681"/>
                  <a:pt x="79611" y="19903"/>
                </a:cubicBezTo>
                <a:cubicBezTo>
                  <a:pt x="75117" y="14446"/>
                  <a:pt x="68055" y="11556"/>
                  <a:pt x="57782" y="11556"/>
                </a:cubicBezTo>
                <a:cubicBezTo>
                  <a:pt x="48794" y="11556"/>
                  <a:pt x="41090" y="14767"/>
                  <a:pt x="35312" y="21187"/>
                </a:cubicBezTo>
                <a:cubicBezTo>
                  <a:pt x="29212" y="27607"/>
                  <a:pt x="25360" y="36596"/>
                  <a:pt x="23755" y="4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36F13-FEA6-4480-ACA3-A4845DB6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541" y="5095551"/>
            <a:ext cx="85390" cy="188756"/>
          </a:xfrm>
          <a:custGeom xmlns:a="http://schemas.openxmlformats.org/drawingml/2006/main">
            <a:pathLst>
              <a:path w="85390" h="188756">
                <a:moveTo>
                  <a:pt x="81217" y="161149"/>
                </a:moveTo>
                <a:lnTo>
                  <a:pt x="85390" y="164680"/>
                </a:lnTo>
                <a:cubicBezTo>
                  <a:pt x="75117" y="180731"/>
                  <a:pt x="61956" y="188756"/>
                  <a:pt x="46547" y="188756"/>
                </a:cubicBezTo>
                <a:cubicBezTo>
                  <a:pt x="27607" y="188756"/>
                  <a:pt x="18298" y="175274"/>
                  <a:pt x="18298" y="148308"/>
                </a:cubicBezTo>
                <a:lnTo>
                  <a:pt x="18298" y="51683"/>
                </a:lnTo>
                <a:lnTo>
                  <a:pt x="1284" y="51683"/>
                </a:lnTo>
                <a:cubicBezTo>
                  <a:pt x="321" y="51041"/>
                  <a:pt x="0" y="50399"/>
                  <a:pt x="0" y="49436"/>
                </a:cubicBezTo>
                <a:cubicBezTo>
                  <a:pt x="0" y="47831"/>
                  <a:pt x="1605" y="45905"/>
                  <a:pt x="5457" y="43337"/>
                </a:cubicBezTo>
                <a:cubicBezTo>
                  <a:pt x="13483" y="38843"/>
                  <a:pt x="23755" y="27286"/>
                  <a:pt x="36596" y="8988"/>
                </a:cubicBezTo>
                <a:cubicBezTo>
                  <a:pt x="36917" y="8346"/>
                  <a:pt x="37880" y="7062"/>
                  <a:pt x="39485" y="5136"/>
                </a:cubicBezTo>
                <a:cubicBezTo>
                  <a:pt x="41090" y="3210"/>
                  <a:pt x="42374" y="1284"/>
                  <a:pt x="43016" y="0"/>
                </a:cubicBezTo>
                <a:cubicBezTo>
                  <a:pt x="44300" y="0"/>
                  <a:pt x="45263" y="1605"/>
                  <a:pt x="45263" y="4173"/>
                </a:cubicBezTo>
                <a:lnTo>
                  <a:pt x="45263" y="41411"/>
                </a:lnTo>
                <a:lnTo>
                  <a:pt x="77685" y="41411"/>
                </a:lnTo>
                <a:lnTo>
                  <a:pt x="77685" y="51683"/>
                </a:lnTo>
                <a:lnTo>
                  <a:pt x="45263" y="51683"/>
                </a:lnTo>
                <a:lnTo>
                  <a:pt x="45263" y="143493"/>
                </a:lnTo>
                <a:cubicBezTo>
                  <a:pt x="45263" y="153766"/>
                  <a:pt x="46547" y="161149"/>
                  <a:pt x="49115" y="165643"/>
                </a:cubicBezTo>
                <a:cubicBezTo>
                  <a:pt x="51683" y="170137"/>
                  <a:pt x="55856" y="172384"/>
                  <a:pt x="61956" y="172384"/>
                </a:cubicBezTo>
                <a:cubicBezTo>
                  <a:pt x="68376" y="172384"/>
                  <a:pt x="74796" y="168853"/>
                  <a:pt x="81217" y="1611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522A5-156D-4480-B5BB-BC32B98D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8635" y="5133752"/>
            <a:ext cx="128085" cy="150555"/>
          </a:xfrm>
          <a:custGeom xmlns:a="http://schemas.openxmlformats.org/drawingml/2006/main">
            <a:pathLst>
              <a:path w="128085" h="150555">
                <a:moveTo>
                  <a:pt x="122948" y="95020"/>
                </a:moveTo>
                <a:lnTo>
                  <a:pt x="128085" y="97267"/>
                </a:lnTo>
                <a:cubicBezTo>
                  <a:pt x="115244" y="132900"/>
                  <a:pt x="92773" y="150555"/>
                  <a:pt x="60993" y="150555"/>
                </a:cubicBezTo>
                <a:cubicBezTo>
                  <a:pt x="42053" y="150555"/>
                  <a:pt x="27286" y="144135"/>
                  <a:pt x="16372" y="130974"/>
                </a:cubicBezTo>
                <a:cubicBezTo>
                  <a:pt x="5457" y="118133"/>
                  <a:pt x="0" y="100477"/>
                  <a:pt x="0" y="78006"/>
                </a:cubicBezTo>
                <a:cubicBezTo>
                  <a:pt x="0" y="55214"/>
                  <a:pt x="6099" y="36596"/>
                  <a:pt x="18298" y="21829"/>
                </a:cubicBezTo>
                <a:cubicBezTo>
                  <a:pt x="30496" y="7383"/>
                  <a:pt x="46547" y="0"/>
                  <a:pt x="66450" y="0"/>
                </a:cubicBezTo>
                <a:cubicBezTo>
                  <a:pt x="85711" y="0"/>
                  <a:pt x="100477" y="7383"/>
                  <a:pt x="111071" y="22150"/>
                </a:cubicBezTo>
                <a:cubicBezTo>
                  <a:pt x="117170" y="30817"/>
                  <a:pt x="120701" y="43016"/>
                  <a:pt x="121985" y="58746"/>
                </a:cubicBezTo>
                <a:lnTo>
                  <a:pt x="23113" y="58746"/>
                </a:lnTo>
                <a:cubicBezTo>
                  <a:pt x="23755" y="72228"/>
                  <a:pt x="25039" y="82501"/>
                  <a:pt x="26965" y="89563"/>
                </a:cubicBezTo>
                <a:cubicBezTo>
                  <a:pt x="28891" y="96625"/>
                  <a:pt x="32422" y="104008"/>
                  <a:pt x="37880" y="111071"/>
                </a:cubicBezTo>
                <a:cubicBezTo>
                  <a:pt x="46868" y="122948"/>
                  <a:pt x="58746" y="128727"/>
                  <a:pt x="73512" y="128727"/>
                </a:cubicBezTo>
                <a:cubicBezTo>
                  <a:pt x="83785" y="128727"/>
                  <a:pt x="92773" y="126158"/>
                  <a:pt x="99835" y="121022"/>
                </a:cubicBezTo>
                <a:cubicBezTo>
                  <a:pt x="106898" y="115886"/>
                  <a:pt x="114602" y="107219"/>
                  <a:pt x="122948" y="95020"/>
                </a:cubicBezTo>
                <a:close/>
                <a:moveTo>
                  <a:pt x="23755" y="48473"/>
                </a:moveTo>
                <a:lnTo>
                  <a:pt x="89242" y="48473"/>
                </a:lnTo>
                <a:cubicBezTo>
                  <a:pt x="87316" y="34991"/>
                  <a:pt x="84106" y="25681"/>
                  <a:pt x="79611" y="19903"/>
                </a:cubicBezTo>
                <a:cubicBezTo>
                  <a:pt x="75117" y="14446"/>
                  <a:pt x="68055" y="11556"/>
                  <a:pt x="57782" y="11556"/>
                </a:cubicBezTo>
                <a:cubicBezTo>
                  <a:pt x="48794" y="11556"/>
                  <a:pt x="41090" y="14767"/>
                  <a:pt x="35312" y="21187"/>
                </a:cubicBezTo>
                <a:cubicBezTo>
                  <a:pt x="29212" y="27607"/>
                  <a:pt x="25360" y="36596"/>
                  <a:pt x="23755" y="4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DCCDC-B025-41D4-8A3D-80DAC526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745" y="5133752"/>
            <a:ext cx="105935" cy="147666"/>
          </a:xfrm>
          <a:custGeom xmlns:a="http://schemas.openxmlformats.org/drawingml/2006/main">
            <a:pathLst>
              <a:path w="105935" h="147666">
                <a:moveTo>
                  <a:pt x="49757" y="642"/>
                </a:moveTo>
                <a:lnTo>
                  <a:pt x="49757" y="30175"/>
                </a:lnTo>
                <a:cubicBezTo>
                  <a:pt x="57782" y="18619"/>
                  <a:pt x="64524" y="10914"/>
                  <a:pt x="69981" y="6420"/>
                </a:cubicBezTo>
                <a:cubicBezTo>
                  <a:pt x="75438" y="2247"/>
                  <a:pt x="81538" y="0"/>
                  <a:pt x="88279" y="0"/>
                </a:cubicBezTo>
                <a:cubicBezTo>
                  <a:pt x="93736" y="0"/>
                  <a:pt x="97909" y="1605"/>
                  <a:pt x="101119" y="4494"/>
                </a:cubicBezTo>
                <a:cubicBezTo>
                  <a:pt x="104329" y="7704"/>
                  <a:pt x="105935" y="11878"/>
                  <a:pt x="105935" y="17014"/>
                </a:cubicBezTo>
                <a:cubicBezTo>
                  <a:pt x="105935" y="21508"/>
                  <a:pt x="104651" y="25039"/>
                  <a:pt x="102403" y="27607"/>
                </a:cubicBezTo>
                <a:cubicBezTo>
                  <a:pt x="100156" y="30175"/>
                  <a:pt x="97267" y="31459"/>
                  <a:pt x="93415" y="31459"/>
                </a:cubicBezTo>
                <a:cubicBezTo>
                  <a:pt x="89242" y="31459"/>
                  <a:pt x="85069" y="29533"/>
                  <a:pt x="80574" y="25039"/>
                </a:cubicBezTo>
                <a:cubicBezTo>
                  <a:pt x="77043" y="21829"/>
                  <a:pt x="74154" y="20224"/>
                  <a:pt x="72228" y="20224"/>
                </a:cubicBezTo>
                <a:cubicBezTo>
                  <a:pt x="67734" y="20224"/>
                  <a:pt x="62598" y="23434"/>
                  <a:pt x="57461" y="29533"/>
                </a:cubicBezTo>
                <a:cubicBezTo>
                  <a:pt x="52325" y="35954"/>
                  <a:pt x="49757" y="41411"/>
                  <a:pt x="49757" y="46547"/>
                </a:cubicBezTo>
                <a:lnTo>
                  <a:pt x="49757" y="118775"/>
                </a:lnTo>
                <a:cubicBezTo>
                  <a:pt x="49757" y="128085"/>
                  <a:pt x="51362" y="134184"/>
                  <a:pt x="55214" y="137394"/>
                </a:cubicBezTo>
                <a:cubicBezTo>
                  <a:pt x="58746" y="140604"/>
                  <a:pt x="66129" y="142530"/>
                  <a:pt x="77043" y="142851"/>
                </a:cubicBezTo>
                <a:lnTo>
                  <a:pt x="77043" y="147666"/>
                </a:lnTo>
                <a:lnTo>
                  <a:pt x="0" y="147666"/>
                </a:lnTo>
                <a:lnTo>
                  <a:pt x="0" y="142851"/>
                </a:lnTo>
                <a:cubicBezTo>
                  <a:pt x="10272" y="140925"/>
                  <a:pt x="16372" y="138999"/>
                  <a:pt x="18940" y="136431"/>
                </a:cubicBezTo>
                <a:cubicBezTo>
                  <a:pt x="21508" y="134184"/>
                  <a:pt x="22792" y="129048"/>
                  <a:pt x="22792" y="120701"/>
                </a:cubicBezTo>
                <a:lnTo>
                  <a:pt x="22792" y="40448"/>
                </a:lnTo>
                <a:cubicBezTo>
                  <a:pt x="22792" y="33385"/>
                  <a:pt x="21829" y="28570"/>
                  <a:pt x="20224" y="25681"/>
                </a:cubicBezTo>
                <a:cubicBezTo>
                  <a:pt x="18619" y="22792"/>
                  <a:pt x="15730" y="21187"/>
                  <a:pt x="11878" y="21187"/>
                </a:cubicBezTo>
                <a:cubicBezTo>
                  <a:pt x="8346" y="21187"/>
                  <a:pt x="4494" y="21829"/>
                  <a:pt x="642" y="22471"/>
                </a:cubicBezTo>
                <a:lnTo>
                  <a:pt x="642" y="17335"/>
                </a:lnTo>
                <a:cubicBezTo>
                  <a:pt x="14125" y="13162"/>
                  <a:pt x="29854" y="7383"/>
                  <a:pt x="48152" y="0"/>
                </a:cubicBezTo>
                <a:lnTo>
                  <a:pt x="49757" y="6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7E3BC-2A27-48A4-823B-CB536178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409" y="5134073"/>
            <a:ext cx="95341" cy="150234"/>
          </a:xfrm>
          <a:custGeom xmlns:a="http://schemas.openxmlformats.org/drawingml/2006/main">
            <a:pathLst>
              <a:path w="95341" h="150234">
                <a:moveTo>
                  <a:pt x="33706" y="50720"/>
                </a:moveTo>
                <a:lnTo>
                  <a:pt x="67092" y="70944"/>
                </a:lnTo>
                <a:cubicBezTo>
                  <a:pt x="77685" y="77364"/>
                  <a:pt x="85069" y="83464"/>
                  <a:pt x="89242" y="88921"/>
                </a:cubicBezTo>
                <a:cubicBezTo>
                  <a:pt x="93094" y="94699"/>
                  <a:pt x="95341" y="101761"/>
                  <a:pt x="95341" y="110429"/>
                </a:cubicBezTo>
                <a:cubicBezTo>
                  <a:pt x="95341" y="121343"/>
                  <a:pt x="90847" y="130653"/>
                  <a:pt x="81859" y="138357"/>
                </a:cubicBezTo>
                <a:cubicBezTo>
                  <a:pt x="72870" y="146382"/>
                  <a:pt x="62598" y="150234"/>
                  <a:pt x="50399" y="150234"/>
                </a:cubicBezTo>
                <a:cubicBezTo>
                  <a:pt x="40127" y="150234"/>
                  <a:pt x="32422" y="149271"/>
                  <a:pt x="26965" y="147345"/>
                </a:cubicBezTo>
                <a:cubicBezTo>
                  <a:pt x="21187" y="145740"/>
                  <a:pt x="16051" y="144777"/>
                  <a:pt x="12199" y="144777"/>
                </a:cubicBezTo>
                <a:cubicBezTo>
                  <a:pt x="8346" y="144777"/>
                  <a:pt x="5778" y="146061"/>
                  <a:pt x="4494" y="148308"/>
                </a:cubicBezTo>
                <a:lnTo>
                  <a:pt x="321" y="148308"/>
                </a:lnTo>
                <a:lnTo>
                  <a:pt x="321" y="98230"/>
                </a:lnTo>
                <a:lnTo>
                  <a:pt x="5457" y="98230"/>
                </a:lnTo>
                <a:cubicBezTo>
                  <a:pt x="8667" y="113960"/>
                  <a:pt x="13804" y="125516"/>
                  <a:pt x="20224" y="132579"/>
                </a:cubicBezTo>
                <a:cubicBezTo>
                  <a:pt x="26644" y="139962"/>
                  <a:pt x="35312" y="143493"/>
                  <a:pt x="46226" y="143493"/>
                </a:cubicBezTo>
                <a:cubicBezTo>
                  <a:pt x="53930" y="143493"/>
                  <a:pt x="60351" y="141246"/>
                  <a:pt x="65487" y="136752"/>
                </a:cubicBezTo>
                <a:cubicBezTo>
                  <a:pt x="70302" y="132258"/>
                  <a:pt x="72870" y="126800"/>
                  <a:pt x="72870" y="119738"/>
                </a:cubicBezTo>
                <a:cubicBezTo>
                  <a:pt x="72870" y="110108"/>
                  <a:pt x="67092" y="102082"/>
                  <a:pt x="55856" y="95662"/>
                </a:cubicBezTo>
                <a:lnTo>
                  <a:pt x="38522" y="86032"/>
                </a:lnTo>
                <a:cubicBezTo>
                  <a:pt x="12841" y="71907"/>
                  <a:pt x="0" y="56177"/>
                  <a:pt x="0" y="39485"/>
                </a:cubicBezTo>
                <a:cubicBezTo>
                  <a:pt x="0" y="27286"/>
                  <a:pt x="3852" y="17656"/>
                  <a:pt x="11878" y="10593"/>
                </a:cubicBezTo>
                <a:cubicBezTo>
                  <a:pt x="19903" y="3531"/>
                  <a:pt x="30817" y="0"/>
                  <a:pt x="44300" y="0"/>
                </a:cubicBezTo>
                <a:cubicBezTo>
                  <a:pt x="53609" y="0"/>
                  <a:pt x="60672" y="1284"/>
                  <a:pt x="65808" y="3531"/>
                </a:cubicBezTo>
                <a:cubicBezTo>
                  <a:pt x="69660" y="5457"/>
                  <a:pt x="72549" y="6099"/>
                  <a:pt x="74796" y="6099"/>
                </a:cubicBezTo>
                <a:cubicBezTo>
                  <a:pt x="76080" y="6099"/>
                  <a:pt x="78006" y="5136"/>
                  <a:pt x="79932" y="2889"/>
                </a:cubicBezTo>
                <a:lnTo>
                  <a:pt x="83464" y="2889"/>
                </a:lnTo>
                <a:lnTo>
                  <a:pt x="85069" y="46547"/>
                </a:lnTo>
                <a:lnTo>
                  <a:pt x="80253" y="46547"/>
                </a:lnTo>
                <a:cubicBezTo>
                  <a:pt x="76401" y="32101"/>
                  <a:pt x="71907" y="21829"/>
                  <a:pt x="66450" y="16051"/>
                </a:cubicBezTo>
                <a:cubicBezTo>
                  <a:pt x="60993" y="10272"/>
                  <a:pt x="53609" y="7062"/>
                  <a:pt x="43979" y="7062"/>
                </a:cubicBezTo>
                <a:cubicBezTo>
                  <a:pt x="36596" y="7062"/>
                  <a:pt x="30817" y="8988"/>
                  <a:pt x="26323" y="12520"/>
                </a:cubicBezTo>
                <a:cubicBezTo>
                  <a:pt x="21829" y="16372"/>
                  <a:pt x="19903" y="21829"/>
                  <a:pt x="19903" y="28891"/>
                </a:cubicBezTo>
                <a:cubicBezTo>
                  <a:pt x="19903" y="32743"/>
                  <a:pt x="20866" y="36596"/>
                  <a:pt x="23434" y="40769"/>
                </a:cubicBezTo>
                <a:cubicBezTo>
                  <a:pt x="26002" y="44942"/>
                  <a:pt x="29212" y="48152"/>
                  <a:pt x="33706" y="507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504B1-30AB-4FF5-B989-8394139E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571" y="5139530"/>
            <a:ext cx="168211" cy="203844"/>
          </a:xfrm>
          <a:custGeom xmlns:a="http://schemas.openxmlformats.org/drawingml/2006/main">
            <a:pathLst>
              <a:path w="168211" h="203844">
                <a:moveTo>
                  <a:pt x="2889" y="203844"/>
                </a:moveTo>
                <a:cubicBezTo>
                  <a:pt x="963" y="203844"/>
                  <a:pt x="0" y="202239"/>
                  <a:pt x="0" y="199671"/>
                </a:cubicBezTo>
                <a:cubicBezTo>
                  <a:pt x="642" y="194855"/>
                  <a:pt x="2247" y="192608"/>
                  <a:pt x="4173" y="192608"/>
                </a:cubicBezTo>
                <a:cubicBezTo>
                  <a:pt x="10593" y="192608"/>
                  <a:pt x="15088" y="191966"/>
                  <a:pt x="17656" y="190682"/>
                </a:cubicBezTo>
                <a:cubicBezTo>
                  <a:pt x="20224" y="189398"/>
                  <a:pt x="22471" y="186509"/>
                  <a:pt x="24076" y="181694"/>
                </a:cubicBezTo>
                <a:lnTo>
                  <a:pt x="60351" y="37559"/>
                </a:lnTo>
                <a:cubicBezTo>
                  <a:pt x="61635" y="33706"/>
                  <a:pt x="62598" y="28570"/>
                  <a:pt x="62598" y="22150"/>
                </a:cubicBezTo>
                <a:cubicBezTo>
                  <a:pt x="62598" y="13162"/>
                  <a:pt x="59388" y="8346"/>
                  <a:pt x="53288" y="8346"/>
                </a:cubicBezTo>
                <a:cubicBezTo>
                  <a:pt x="46547" y="8346"/>
                  <a:pt x="41411" y="12520"/>
                  <a:pt x="38201" y="20545"/>
                </a:cubicBezTo>
                <a:cubicBezTo>
                  <a:pt x="34991" y="28570"/>
                  <a:pt x="31780" y="38522"/>
                  <a:pt x="28891" y="50720"/>
                </a:cubicBezTo>
                <a:cubicBezTo>
                  <a:pt x="28891" y="52004"/>
                  <a:pt x="27928" y="52646"/>
                  <a:pt x="26323" y="52646"/>
                </a:cubicBezTo>
                <a:lnTo>
                  <a:pt x="22471" y="52646"/>
                </a:lnTo>
                <a:cubicBezTo>
                  <a:pt x="21829" y="52646"/>
                  <a:pt x="21508" y="52325"/>
                  <a:pt x="20866" y="51683"/>
                </a:cubicBezTo>
                <a:cubicBezTo>
                  <a:pt x="20224" y="51041"/>
                  <a:pt x="19903" y="50078"/>
                  <a:pt x="19903" y="49436"/>
                </a:cubicBezTo>
                <a:cubicBezTo>
                  <a:pt x="22150" y="40127"/>
                  <a:pt x="24397" y="32101"/>
                  <a:pt x="26644" y="25681"/>
                </a:cubicBezTo>
                <a:cubicBezTo>
                  <a:pt x="28570" y="19261"/>
                  <a:pt x="32101" y="13483"/>
                  <a:pt x="36596" y="8025"/>
                </a:cubicBezTo>
                <a:cubicBezTo>
                  <a:pt x="41090" y="2889"/>
                  <a:pt x="46547" y="0"/>
                  <a:pt x="53609" y="0"/>
                </a:cubicBezTo>
                <a:cubicBezTo>
                  <a:pt x="60672" y="0"/>
                  <a:pt x="67092" y="2247"/>
                  <a:pt x="72870" y="6420"/>
                </a:cubicBezTo>
                <a:cubicBezTo>
                  <a:pt x="78327" y="10593"/>
                  <a:pt x="81859" y="16051"/>
                  <a:pt x="83464" y="23113"/>
                </a:cubicBezTo>
                <a:cubicBezTo>
                  <a:pt x="89242" y="16372"/>
                  <a:pt x="95662" y="10914"/>
                  <a:pt x="102724" y="6420"/>
                </a:cubicBezTo>
                <a:cubicBezTo>
                  <a:pt x="109787" y="2247"/>
                  <a:pt x="117170" y="0"/>
                  <a:pt x="124874" y="0"/>
                </a:cubicBezTo>
                <a:cubicBezTo>
                  <a:pt x="133863" y="0"/>
                  <a:pt x="141567" y="2568"/>
                  <a:pt x="148308" y="7383"/>
                </a:cubicBezTo>
                <a:cubicBezTo>
                  <a:pt x="154729" y="12199"/>
                  <a:pt x="159865" y="18619"/>
                  <a:pt x="163075" y="26323"/>
                </a:cubicBezTo>
                <a:cubicBezTo>
                  <a:pt x="166285" y="34027"/>
                  <a:pt x="168211" y="42374"/>
                  <a:pt x="168211" y="51362"/>
                </a:cubicBezTo>
                <a:cubicBezTo>
                  <a:pt x="168211" y="65166"/>
                  <a:pt x="164680" y="79290"/>
                  <a:pt x="157618" y="94057"/>
                </a:cubicBezTo>
                <a:cubicBezTo>
                  <a:pt x="150555" y="108824"/>
                  <a:pt x="140925" y="121022"/>
                  <a:pt x="129048" y="130653"/>
                </a:cubicBezTo>
                <a:cubicBezTo>
                  <a:pt x="116849" y="140283"/>
                  <a:pt x="104008" y="145098"/>
                  <a:pt x="90205" y="145098"/>
                </a:cubicBezTo>
                <a:cubicBezTo>
                  <a:pt x="83785" y="145098"/>
                  <a:pt x="78327" y="143172"/>
                  <a:pt x="73191" y="139962"/>
                </a:cubicBezTo>
                <a:cubicBezTo>
                  <a:pt x="68055" y="136752"/>
                  <a:pt x="63882" y="131937"/>
                  <a:pt x="61314" y="126158"/>
                </a:cubicBezTo>
                <a:lnTo>
                  <a:pt x="46868" y="182978"/>
                </a:lnTo>
                <a:cubicBezTo>
                  <a:pt x="46226" y="186188"/>
                  <a:pt x="45905" y="187793"/>
                  <a:pt x="45905" y="188435"/>
                </a:cubicBezTo>
                <a:cubicBezTo>
                  <a:pt x="45905" y="191003"/>
                  <a:pt x="52967" y="192608"/>
                  <a:pt x="67092" y="192608"/>
                </a:cubicBezTo>
                <a:cubicBezTo>
                  <a:pt x="69018" y="192608"/>
                  <a:pt x="70302" y="193892"/>
                  <a:pt x="70302" y="196781"/>
                </a:cubicBezTo>
                <a:cubicBezTo>
                  <a:pt x="69660" y="199350"/>
                  <a:pt x="69018" y="201276"/>
                  <a:pt x="68376" y="202239"/>
                </a:cubicBezTo>
                <a:cubicBezTo>
                  <a:pt x="67734" y="203202"/>
                  <a:pt x="66771" y="203844"/>
                  <a:pt x="64845" y="203844"/>
                </a:cubicBezTo>
                <a:lnTo>
                  <a:pt x="2889" y="203844"/>
                </a:lnTo>
                <a:close/>
                <a:moveTo>
                  <a:pt x="90526" y="137073"/>
                </a:moveTo>
                <a:cubicBezTo>
                  <a:pt x="97909" y="137073"/>
                  <a:pt x="104651" y="134184"/>
                  <a:pt x="111071" y="128085"/>
                </a:cubicBezTo>
                <a:cubicBezTo>
                  <a:pt x="117491" y="121985"/>
                  <a:pt x="122627" y="114923"/>
                  <a:pt x="126800" y="107219"/>
                </a:cubicBezTo>
                <a:cubicBezTo>
                  <a:pt x="129369" y="101440"/>
                  <a:pt x="132258" y="94699"/>
                  <a:pt x="134826" y="86353"/>
                </a:cubicBezTo>
                <a:cubicBezTo>
                  <a:pt x="137394" y="78006"/>
                  <a:pt x="139641" y="69339"/>
                  <a:pt x="141567" y="59709"/>
                </a:cubicBezTo>
                <a:cubicBezTo>
                  <a:pt x="143493" y="50399"/>
                  <a:pt x="144456" y="43016"/>
                  <a:pt x="144456" y="37238"/>
                </a:cubicBezTo>
                <a:cubicBezTo>
                  <a:pt x="144456" y="32422"/>
                  <a:pt x="143814" y="27928"/>
                  <a:pt x="142530" y="23434"/>
                </a:cubicBezTo>
                <a:cubicBezTo>
                  <a:pt x="141246" y="19261"/>
                  <a:pt x="138999" y="15730"/>
                  <a:pt x="136110" y="12841"/>
                </a:cubicBezTo>
                <a:cubicBezTo>
                  <a:pt x="132900" y="9951"/>
                  <a:pt x="129048" y="8346"/>
                  <a:pt x="124232" y="8346"/>
                </a:cubicBezTo>
                <a:cubicBezTo>
                  <a:pt x="116207" y="8346"/>
                  <a:pt x="108824" y="11235"/>
                  <a:pt x="101761" y="16693"/>
                </a:cubicBezTo>
                <a:cubicBezTo>
                  <a:pt x="94699" y="22471"/>
                  <a:pt x="88600" y="29212"/>
                  <a:pt x="83143" y="37559"/>
                </a:cubicBezTo>
                <a:lnTo>
                  <a:pt x="83143" y="38522"/>
                </a:lnTo>
                <a:lnTo>
                  <a:pt x="65487" y="109466"/>
                </a:lnTo>
                <a:cubicBezTo>
                  <a:pt x="66771" y="117170"/>
                  <a:pt x="69660" y="123911"/>
                  <a:pt x="73833" y="129048"/>
                </a:cubicBezTo>
                <a:cubicBezTo>
                  <a:pt x="78006" y="134505"/>
                  <a:pt x="83464" y="137073"/>
                  <a:pt x="90526" y="1370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B9FCE-4A37-4E7B-B388-1A80A68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67" y="3444267"/>
            <a:ext cx="215721" cy="223105"/>
          </a:xfrm>
          <a:custGeom xmlns:a="http://schemas.openxmlformats.org/drawingml/2006/main">
            <a:pathLst>
              <a:path w="215721" h="223105">
                <a:moveTo>
                  <a:pt x="0" y="0"/>
                </a:moveTo>
                <a:lnTo>
                  <a:pt x="6099" y="0"/>
                </a:lnTo>
                <a:cubicBezTo>
                  <a:pt x="7383" y="10914"/>
                  <a:pt x="9309" y="17977"/>
                  <a:pt x="11878" y="21187"/>
                </a:cubicBezTo>
                <a:cubicBezTo>
                  <a:pt x="15088" y="24718"/>
                  <a:pt x="18940" y="27286"/>
                  <a:pt x="24076" y="28570"/>
                </a:cubicBezTo>
                <a:cubicBezTo>
                  <a:pt x="29212" y="29854"/>
                  <a:pt x="37880" y="30496"/>
                  <a:pt x="49757" y="30496"/>
                </a:cubicBezTo>
                <a:lnTo>
                  <a:pt x="215721" y="30496"/>
                </a:lnTo>
                <a:lnTo>
                  <a:pt x="215721" y="36275"/>
                </a:lnTo>
                <a:lnTo>
                  <a:pt x="39806" y="177842"/>
                </a:lnTo>
                <a:lnTo>
                  <a:pt x="164359" y="177842"/>
                </a:lnTo>
                <a:cubicBezTo>
                  <a:pt x="180731" y="177842"/>
                  <a:pt x="191324" y="176237"/>
                  <a:pt x="196460" y="172384"/>
                </a:cubicBezTo>
                <a:cubicBezTo>
                  <a:pt x="201597" y="168853"/>
                  <a:pt x="204807" y="160828"/>
                  <a:pt x="206412" y="147987"/>
                </a:cubicBezTo>
                <a:lnTo>
                  <a:pt x="212511" y="147987"/>
                </a:lnTo>
                <a:lnTo>
                  <a:pt x="212511" y="223105"/>
                </a:lnTo>
                <a:lnTo>
                  <a:pt x="206412" y="223105"/>
                </a:lnTo>
                <a:cubicBezTo>
                  <a:pt x="205128" y="209943"/>
                  <a:pt x="201918" y="201597"/>
                  <a:pt x="197102" y="197745"/>
                </a:cubicBezTo>
                <a:cubicBezTo>
                  <a:pt x="192287" y="193892"/>
                  <a:pt x="181373" y="191966"/>
                  <a:pt x="164359" y="191966"/>
                </a:cubicBezTo>
                <a:lnTo>
                  <a:pt x="23113" y="191966"/>
                </a:lnTo>
                <a:cubicBezTo>
                  <a:pt x="16372" y="197745"/>
                  <a:pt x="11878" y="202239"/>
                  <a:pt x="9630" y="206091"/>
                </a:cubicBezTo>
                <a:cubicBezTo>
                  <a:pt x="7383" y="209943"/>
                  <a:pt x="6099" y="215721"/>
                  <a:pt x="6099" y="223105"/>
                </a:cubicBezTo>
                <a:lnTo>
                  <a:pt x="0" y="223105"/>
                </a:lnTo>
                <a:lnTo>
                  <a:pt x="0" y="168532"/>
                </a:lnTo>
                <a:lnTo>
                  <a:pt x="155050" y="44621"/>
                </a:lnTo>
                <a:lnTo>
                  <a:pt x="45905" y="44621"/>
                </a:lnTo>
                <a:cubicBezTo>
                  <a:pt x="29854" y="44621"/>
                  <a:pt x="19261" y="46868"/>
                  <a:pt x="14446" y="50720"/>
                </a:cubicBezTo>
                <a:cubicBezTo>
                  <a:pt x="11878" y="53288"/>
                  <a:pt x="9951" y="56177"/>
                  <a:pt x="8988" y="59388"/>
                </a:cubicBezTo>
                <a:cubicBezTo>
                  <a:pt x="8025" y="62598"/>
                  <a:pt x="7062" y="68055"/>
                  <a:pt x="6099" y="76080"/>
                </a:cubicBezTo>
                <a:lnTo>
                  <a:pt x="0" y="760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8907A-D23B-4E1B-854E-D87A68C0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922" y="3285365"/>
            <a:ext cx="147345" cy="151198"/>
          </a:xfrm>
          <a:custGeom xmlns:a="http://schemas.openxmlformats.org/drawingml/2006/main">
            <a:pathLst>
              <a:path w="147345" h="151198">
                <a:moveTo>
                  <a:pt x="128406" y="0"/>
                </a:moveTo>
                <a:lnTo>
                  <a:pt x="132900" y="0"/>
                </a:lnTo>
                <a:cubicBezTo>
                  <a:pt x="137394" y="16693"/>
                  <a:pt x="142209" y="31459"/>
                  <a:pt x="147024" y="43979"/>
                </a:cubicBezTo>
                <a:lnTo>
                  <a:pt x="146061" y="45584"/>
                </a:lnTo>
                <a:lnTo>
                  <a:pt x="120059" y="45584"/>
                </a:lnTo>
                <a:lnTo>
                  <a:pt x="120059" y="46226"/>
                </a:lnTo>
                <a:cubicBezTo>
                  <a:pt x="138357" y="59709"/>
                  <a:pt x="147345" y="75117"/>
                  <a:pt x="147345" y="92131"/>
                </a:cubicBezTo>
                <a:cubicBezTo>
                  <a:pt x="147345" y="104329"/>
                  <a:pt x="143814" y="113960"/>
                  <a:pt x="136431" y="121022"/>
                </a:cubicBezTo>
                <a:cubicBezTo>
                  <a:pt x="129048" y="128085"/>
                  <a:pt x="119096" y="131295"/>
                  <a:pt x="106577" y="131295"/>
                </a:cubicBezTo>
                <a:lnTo>
                  <a:pt x="26002" y="131295"/>
                </a:lnTo>
                <a:cubicBezTo>
                  <a:pt x="18298" y="131295"/>
                  <a:pt x="12841" y="132900"/>
                  <a:pt x="9630" y="135468"/>
                </a:cubicBezTo>
                <a:cubicBezTo>
                  <a:pt x="6741" y="138357"/>
                  <a:pt x="5136" y="143493"/>
                  <a:pt x="4494" y="151198"/>
                </a:cubicBezTo>
                <a:lnTo>
                  <a:pt x="0" y="151198"/>
                </a:lnTo>
                <a:lnTo>
                  <a:pt x="0" y="104329"/>
                </a:lnTo>
                <a:lnTo>
                  <a:pt x="103687" y="104329"/>
                </a:lnTo>
                <a:cubicBezTo>
                  <a:pt x="111071" y="104329"/>
                  <a:pt x="117170" y="102403"/>
                  <a:pt x="121985" y="97909"/>
                </a:cubicBezTo>
                <a:cubicBezTo>
                  <a:pt x="126800" y="93415"/>
                  <a:pt x="129048" y="87958"/>
                  <a:pt x="129048" y="81538"/>
                </a:cubicBezTo>
                <a:cubicBezTo>
                  <a:pt x="129048" y="71265"/>
                  <a:pt x="125837" y="62277"/>
                  <a:pt x="119096" y="54572"/>
                </a:cubicBezTo>
                <a:cubicBezTo>
                  <a:pt x="116528" y="52004"/>
                  <a:pt x="114281" y="50078"/>
                  <a:pt x="112034" y="48794"/>
                </a:cubicBezTo>
                <a:cubicBezTo>
                  <a:pt x="109787" y="47831"/>
                  <a:pt x="105935" y="47189"/>
                  <a:pt x="100477" y="47189"/>
                </a:cubicBezTo>
                <a:lnTo>
                  <a:pt x="26323" y="47189"/>
                </a:lnTo>
                <a:cubicBezTo>
                  <a:pt x="17977" y="47189"/>
                  <a:pt x="12841" y="48794"/>
                  <a:pt x="10272" y="51683"/>
                </a:cubicBezTo>
                <a:cubicBezTo>
                  <a:pt x="7704" y="54893"/>
                  <a:pt x="6099" y="61314"/>
                  <a:pt x="5457" y="70944"/>
                </a:cubicBezTo>
                <a:lnTo>
                  <a:pt x="0" y="70944"/>
                </a:lnTo>
                <a:lnTo>
                  <a:pt x="0" y="20224"/>
                </a:lnTo>
                <a:lnTo>
                  <a:pt x="110108" y="20224"/>
                </a:lnTo>
                <a:cubicBezTo>
                  <a:pt x="117812" y="20224"/>
                  <a:pt x="122627" y="19261"/>
                  <a:pt x="124874" y="16693"/>
                </a:cubicBezTo>
                <a:cubicBezTo>
                  <a:pt x="127442" y="14125"/>
                  <a:pt x="128406" y="9309"/>
                  <a:pt x="128406" y="1926"/>
                </a:cubicBezTo>
                <a:lnTo>
                  <a:pt x="1284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7E563-4D49-473F-9DDB-69837721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12" y="3030159"/>
            <a:ext cx="147666" cy="243650"/>
          </a:xfrm>
          <a:custGeom xmlns:a="http://schemas.openxmlformats.org/drawingml/2006/main">
            <a:pathLst>
              <a:path w="147666" h="243650">
                <a:moveTo>
                  <a:pt x="147666" y="0"/>
                </a:moveTo>
                <a:lnTo>
                  <a:pt x="147666" y="69981"/>
                </a:lnTo>
                <a:lnTo>
                  <a:pt x="142851" y="69981"/>
                </a:lnTo>
                <a:cubicBezTo>
                  <a:pt x="142209" y="60993"/>
                  <a:pt x="140283" y="55535"/>
                  <a:pt x="137394" y="52967"/>
                </a:cubicBezTo>
                <a:cubicBezTo>
                  <a:pt x="134505" y="50399"/>
                  <a:pt x="128406" y="49115"/>
                  <a:pt x="118775" y="49115"/>
                </a:cubicBezTo>
                <a:lnTo>
                  <a:pt x="52646" y="49115"/>
                </a:lnTo>
                <a:cubicBezTo>
                  <a:pt x="39806" y="49115"/>
                  <a:pt x="30817" y="51041"/>
                  <a:pt x="25039" y="54893"/>
                </a:cubicBezTo>
                <a:cubicBezTo>
                  <a:pt x="19582" y="58746"/>
                  <a:pt x="16693" y="64845"/>
                  <a:pt x="16693" y="73833"/>
                </a:cubicBezTo>
                <a:cubicBezTo>
                  <a:pt x="16693" y="81538"/>
                  <a:pt x="18298" y="87958"/>
                  <a:pt x="21187" y="93094"/>
                </a:cubicBezTo>
                <a:cubicBezTo>
                  <a:pt x="24397" y="98230"/>
                  <a:pt x="29212" y="103366"/>
                  <a:pt x="36275" y="108182"/>
                </a:cubicBezTo>
                <a:lnTo>
                  <a:pt x="117170" y="108182"/>
                </a:lnTo>
                <a:cubicBezTo>
                  <a:pt x="127442" y="108182"/>
                  <a:pt x="134505" y="106898"/>
                  <a:pt x="137715" y="103687"/>
                </a:cubicBezTo>
                <a:cubicBezTo>
                  <a:pt x="140925" y="100477"/>
                  <a:pt x="142851" y="94378"/>
                  <a:pt x="142851" y="85069"/>
                </a:cubicBezTo>
                <a:lnTo>
                  <a:pt x="147666" y="85069"/>
                </a:lnTo>
                <a:lnTo>
                  <a:pt x="147666" y="156976"/>
                </a:lnTo>
                <a:lnTo>
                  <a:pt x="142851" y="156976"/>
                </a:lnTo>
                <a:cubicBezTo>
                  <a:pt x="142209" y="147666"/>
                  <a:pt x="140925" y="141567"/>
                  <a:pt x="138357" y="138999"/>
                </a:cubicBezTo>
                <a:cubicBezTo>
                  <a:pt x="135789" y="136431"/>
                  <a:pt x="129690" y="135147"/>
                  <a:pt x="120059" y="135147"/>
                </a:cubicBezTo>
                <a:lnTo>
                  <a:pt x="52325" y="135147"/>
                </a:lnTo>
                <a:cubicBezTo>
                  <a:pt x="28570" y="135147"/>
                  <a:pt x="16693" y="142209"/>
                  <a:pt x="16693" y="156013"/>
                </a:cubicBezTo>
                <a:cubicBezTo>
                  <a:pt x="16693" y="162112"/>
                  <a:pt x="18298" y="168532"/>
                  <a:pt x="20866" y="175274"/>
                </a:cubicBezTo>
                <a:cubicBezTo>
                  <a:pt x="23434" y="182015"/>
                  <a:pt x="26644" y="186830"/>
                  <a:pt x="30496" y="190040"/>
                </a:cubicBezTo>
                <a:cubicBezTo>
                  <a:pt x="33706" y="192929"/>
                  <a:pt x="35633" y="194213"/>
                  <a:pt x="35954" y="194213"/>
                </a:cubicBezTo>
                <a:lnTo>
                  <a:pt x="125195" y="194213"/>
                </a:lnTo>
                <a:cubicBezTo>
                  <a:pt x="132258" y="194213"/>
                  <a:pt x="136752" y="192929"/>
                  <a:pt x="138999" y="189719"/>
                </a:cubicBezTo>
                <a:cubicBezTo>
                  <a:pt x="141246" y="186830"/>
                  <a:pt x="142530" y="181052"/>
                  <a:pt x="142851" y="172384"/>
                </a:cubicBezTo>
                <a:lnTo>
                  <a:pt x="147666" y="172384"/>
                </a:lnTo>
                <a:lnTo>
                  <a:pt x="147666" y="243650"/>
                </a:lnTo>
                <a:lnTo>
                  <a:pt x="142851" y="243650"/>
                </a:lnTo>
                <a:cubicBezTo>
                  <a:pt x="142851" y="234661"/>
                  <a:pt x="141246" y="228883"/>
                  <a:pt x="138036" y="225673"/>
                </a:cubicBezTo>
                <a:cubicBezTo>
                  <a:pt x="134826" y="222784"/>
                  <a:pt x="128727" y="221179"/>
                  <a:pt x="119417" y="221179"/>
                </a:cubicBezTo>
                <a:lnTo>
                  <a:pt x="39806" y="221179"/>
                </a:lnTo>
                <a:cubicBezTo>
                  <a:pt x="32101" y="221179"/>
                  <a:pt x="26644" y="222142"/>
                  <a:pt x="23434" y="223747"/>
                </a:cubicBezTo>
                <a:cubicBezTo>
                  <a:pt x="20224" y="225673"/>
                  <a:pt x="18619" y="228562"/>
                  <a:pt x="18619" y="232414"/>
                </a:cubicBezTo>
                <a:cubicBezTo>
                  <a:pt x="18619" y="235624"/>
                  <a:pt x="19261" y="239155"/>
                  <a:pt x="19903" y="242686"/>
                </a:cubicBezTo>
                <a:lnTo>
                  <a:pt x="14446" y="242686"/>
                </a:lnTo>
                <a:cubicBezTo>
                  <a:pt x="10593" y="228241"/>
                  <a:pt x="5778" y="213474"/>
                  <a:pt x="0" y="198066"/>
                </a:cubicBezTo>
                <a:lnTo>
                  <a:pt x="963" y="195497"/>
                </a:lnTo>
                <a:lnTo>
                  <a:pt x="24718" y="195497"/>
                </a:lnTo>
                <a:lnTo>
                  <a:pt x="24718" y="194855"/>
                </a:lnTo>
                <a:cubicBezTo>
                  <a:pt x="14767" y="185225"/>
                  <a:pt x="8025" y="176879"/>
                  <a:pt x="4815" y="169495"/>
                </a:cubicBezTo>
                <a:cubicBezTo>
                  <a:pt x="1605" y="162112"/>
                  <a:pt x="0" y="154087"/>
                  <a:pt x="0" y="145740"/>
                </a:cubicBezTo>
                <a:cubicBezTo>
                  <a:pt x="0" y="129048"/>
                  <a:pt x="8988" y="117491"/>
                  <a:pt x="26965" y="111713"/>
                </a:cubicBezTo>
                <a:cubicBezTo>
                  <a:pt x="8988" y="95020"/>
                  <a:pt x="0" y="77685"/>
                  <a:pt x="0" y="59388"/>
                </a:cubicBezTo>
                <a:cubicBezTo>
                  <a:pt x="0" y="34669"/>
                  <a:pt x="19261" y="22150"/>
                  <a:pt x="57782" y="22150"/>
                </a:cubicBezTo>
                <a:lnTo>
                  <a:pt x="122948" y="22150"/>
                </a:lnTo>
                <a:cubicBezTo>
                  <a:pt x="130011" y="22150"/>
                  <a:pt x="135147" y="21187"/>
                  <a:pt x="137715" y="18940"/>
                </a:cubicBezTo>
                <a:cubicBezTo>
                  <a:pt x="140283" y="17014"/>
                  <a:pt x="141888" y="13483"/>
                  <a:pt x="142209" y="8346"/>
                </a:cubicBezTo>
                <a:lnTo>
                  <a:pt x="142851" y="0"/>
                </a:lnTo>
                <a:lnTo>
                  <a:pt x="14766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5D172-01CB-4F06-A9D5-E47369B1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126" y="2878962"/>
            <a:ext cx="222142" cy="149271"/>
          </a:xfrm>
          <a:custGeom xmlns:a="http://schemas.openxmlformats.org/drawingml/2006/main">
            <a:pathLst>
              <a:path w="222142" h="149271">
                <a:moveTo>
                  <a:pt x="642" y="101119"/>
                </a:moveTo>
                <a:lnTo>
                  <a:pt x="98551" y="101119"/>
                </a:lnTo>
                <a:cubicBezTo>
                  <a:pt x="90526" y="97909"/>
                  <a:pt x="84106" y="92131"/>
                  <a:pt x="78969" y="84427"/>
                </a:cubicBezTo>
                <a:cubicBezTo>
                  <a:pt x="74154" y="76722"/>
                  <a:pt x="71586" y="67734"/>
                  <a:pt x="71586" y="57782"/>
                </a:cubicBezTo>
                <a:cubicBezTo>
                  <a:pt x="71586" y="41090"/>
                  <a:pt x="78327" y="27286"/>
                  <a:pt x="91810" y="16372"/>
                </a:cubicBezTo>
                <a:cubicBezTo>
                  <a:pt x="105293" y="5457"/>
                  <a:pt x="122306" y="0"/>
                  <a:pt x="142209" y="0"/>
                </a:cubicBezTo>
                <a:cubicBezTo>
                  <a:pt x="165964" y="0"/>
                  <a:pt x="185225" y="7383"/>
                  <a:pt x="199992" y="21508"/>
                </a:cubicBezTo>
                <a:cubicBezTo>
                  <a:pt x="214758" y="35954"/>
                  <a:pt x="222142" y="53930"/>
                  <a:pt x="222142" y="75117"/>
                </a:cubicBezTo>
                <a:cubicBezTo>
                  <a:pt x="222142" y="88279"/>
                  <a:pt x="219894" y="100477"/>
                  <a:pt x="215721" y="111392"/>
                </a:cubicBezTo>
                <a:cubicBezTo>
                  <a:pt x="211548" y="122627"/>
                  <a:pt x="206733" y="128085"/>
                  <a:pt x="201276" y="128085"/>
                </a:cubicBezTo>
                <a:lnTo>
                  <a:pt x="37559" y="128085"/>
                </a:lnTo>
                <a:cubicBezTo>
                  <a:pt x="29854" y="128085"/>
                  <a:pt x="24718" y="129048"/>
                  <a:pt x="22471" y="130974"/>
                </a:cubicBezTo>
                <a:cubicBezTo>
                  <a:pt x="20224" y="132900"/>
                  <a:pt x="18940" y="137394"/>
                  <a:pt x="18940" y="143814"/>
                </a:cubicBezTo>
                <a:cubicBezTo>
                  <a:pt x="18940" y="145419"/>
                  <a:pt x="19261" y="147345"/>
                  <a:pt x="19582" y="149271"/>
                </a:cubicBezTo>
                <a:lnTo>
                  <a:pt x="14125" y="149271"/>
                </a:lnTo>
                <a:lnTo>
                  <a:pt x="11235" y="139641"/>
                </a:lnTo>
                <a:cubicBezTo>
                  <a:pt x="4815" y="117812"/>
                  <a:pt x="963" y="105614"/>
                  <a:pt x="0" y="102724"/>
                </a:cubicBezTo>
                <a:lnTo>
                  <a:pt x="642" y="101119"/>
                </a:lnTo>
                <a:close/>
                <a:moveTo>
                  <a:pt x="117170" y="101119"/>
                </a:moveTo>
                <a:lnTo>
                  <a:pt x="195497" y="101119"/>
                </a:lnTo>
                <a:cubicBezTo>
                  <a:pt x="200634" y="101119"/>
                  <a:pt x="204486" y="98230"/>
                  <a:pt x="207696" y="92131"/>
                </a:cubicBezTo>
                <a:cubicBezTo>
                  <a:pt x="210906" y="86032"/>
                  <a:pt x="212190" y="78648"/>
                  <a:pt x="212190" y="69981"/>
                </a:cubicBezTo>
                <a:cubicBezTo>
                  <a:pt x="212190" y="57461"/>
                  <a:pt x="207696" y="47510"/>
                  <a:pt x="198387" y="40127"/>
                </a:cubicBezTo>
                <a:cubicBezTo>
                  <a:pt x="188756" y="32422"/>
                  <a:pt x="174632" y="28249"/>
                  <a:pt x="156013" y="28249"/>
                </a:cubicBezTo>
                <a:cubicBezTo>
                  <a:pt x="135147" y="28249"/>
                  <a:pt x="118775" y="32422"/>
                  <a:pt x="106898" y="40769"/>
                </a:cubicBezTo>
                <a:cubicBezTo>
                  <a:pt x="96946" y="47831"/>
                  <a:pt x="91810" y="57461"/>
                  <a:pt x="91810" y="69339"/>
                </a:cubicBezTo>
                <a:cubicBezTo>
                  <a:pt x="91810" y="78006"/>
                  <a:pt x="94378" y="85390"/>
                  <a:pt x="99514" y="91810"/>
                </a:cubicBezTo>
                <a:cubicBezTo>
                  <a:pt x="104651" y="98230"/>
                  <a:pt x="110429" y="101119"/>
                  <a:pt x="117170" y="1011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99C45-7D6D-45C3-A99F-FD2FCD62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12" y="2732579"/>
            <a:ext cx="150555" cy="128085"/>
          </a:xfrm>
          <a:custGeom xmlns:a="http://schemas.openxmlformats.org/drawingml/2006/main">
            <a:pathLst>
              <a:path w="150555" h="128085">
                <a:moveTo>
                  <a:pt x="95020" y="5136"/>
                </a:moveTo>
                <a:lnTo>
                  <a:pt x="97267" y="0"/>
                </a:lnTo>
                <a:cubicBezTo>
                  <a:pt x="132900" y="12841"/>
                  <a:pt x="150555" y="35312"/>
                  <a:pt x="150555" y="67092"/>
                </a:cubicBezTo>
                <a:cubicBezTo>
                  <a:pt x="150555" y="86032"/>
                  <a:pt x="144135" y="100798"/>
                  <a:pt x="130974" y="111713"/>
                </a:cubicBezTo>
                <a:cubicBezTo>
                  <a:pt x="118133" y="122627"/>
                  <a:pt x="100477" y="128085"/>
                  <a:pt x="78006" y="128085"/>
                </a:cubicBezTo>
                <a:cubicBezTo>
                  <a:pt x="55214" y="128085"/>
                  <a:pt x="36596" y="121985"/>
                  <a:pt x="21829" y="109787"/>
                </a:cubicBezTo>
                <a:cubicBezTo>
                  <a:pt x="7383" y="97588"/>
                  <a:pt x="0" y="81538"/>
                  <a:pt x="0" y="61635"/>
                </a:cubicBezTo>
                <a:cubicBezTo>
                  <a:pt x="0" y="42374"/>
                  <a:pt x="7383" y="27607"/>
                  <a:pt x="22150" y="17014"/>
                </a:cubicBezTo>
                <a:cubicBezTo>
                  <a:pt x="30817" y="10914"/>
                  <a:pt x="43016" y="7383"/>
                  <a:pt x="58746" y="6099"/>
                </a:cubicBezTo>
                <a:lnTo>
                  <a:pt x="58746" y="104972"/>
                </a:lnTo>
                <a:cubicBezTo>
                  <a:pt x="72228" y="104329"/>
                  <a:pt x="82501" y="103045"/>
                  <a:pt x="89563" y="101119"/>
                </a:cubicBezTo>
                <a:cubicBezTo>
                  <a:pt x="96625" y="99193"/>
                  <a:pt x="104008" y="95662"/>
                  <a:pt x="111071" y="90205"/>
                </a:cubicBezTo>
                <a:cubicBezTo>
                  <a:pt x="122948" y="81217"/>
                  <a:pt x="128727" y="69339"/>
                  <a:pt x="128727" y="54572"/>
                </a:cubicBezTo>
                <a:cubicBezTo>
                  <a:pt x="128727" y="44300"/>
                  <a:pt x="126158" y="35312"/>
                  <a:pt x="121022" y="28249"/>
                </a:cubicBezTo>
                <a:cubicBezTo>
                  <a:pt x="115886" y="21187"/>
                  <a:pt x="107219" y="13483"/>
                  <a:pt x="95020" y="5136"/>
                </a:cubicBezTo>
                <a:close/>
                <a:moveTo>
                  <a:pt x="48473" y="104329"/>
                </a:moveTo>
                <a:lnTo>
                  <a:pt x="48473" y="38843"/>
                </a:lnTo>
                <a:cubicBezTo>
                  <a:pt x="34991" y="40769"/>
                  <a:pt x="25681" y="43979"/>
                  <a:pt x="19903" y="48473"/>
                </a:cubicBezTo>
                <a:cubicBezTo>
                  <a:pt x="14446" y="52967"/>
                  <a:pt x="11556" y="60030"/>
                  <a:pt x="11556" y="70302"/>
                </a:cubicBezTo>
                <a:cubicBezTo>
                  <a:pt x="11556" y="79290"/>
                  <a:pt x="14767" y="86995"/>
                  <a:pt x="21187" y="92773"/>
                </a:cubicBezTo>
                <a:cubicBezTo>
                  <a:pt x="27607" y="98872"/>
                  <a:pt x="36596" y="102724"/>
                  <a:pt x="48473" y="1043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2D6D2-4806-4BF1-97F9-2CAF7380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12" y="2618619"/>
            <a:ext cx="147666" cy="105935"/>
          </a:xfrm>
          <a:custGeom xmlns:a="http://schemas.openxmlformats.org/drawingml/2006/main">
            <a:pathLst>
              <a:path w="147666" h="105935">
                <a:moveTo>
                  <a:pt x="642" y="56177"/>
                </a:moveTo>
                <a:lnTo>
                  <a:pt x="30175" y="56177"/>
                </a:lnTo>
                <a:cubicBezTo>
                  <a:pt x="18619" y="48152"/>
                  <a:pt x="10914" y="41411"/>
                  <a:pt x="6420" y="35954"/>
                </a:cubicBezTo>
                <a:cubicBezTo>
                  <a:pt x="2247" y="30496"/>
                  <a:pt x="0" y="24397"/>
                  <a:pt x="0" y="17656"/>
                </a:cubicBezTo>
                <a:cubicBezTo>
                  <a:pt x="0" y="12199"/>
                  <a:pt x="1605" y="8025"/>
                  <a:pt x="4494" y="4815"/>
                </a:cubicBezTo>
                <a:cubicBezTo>
                  <a:pt x="7704" y="1605"/>
                  <a:pt x="11878" y="0"/>
                  <a:pt x="17014" y="0"/>
                </a:cubicBezTo>
                <a:cubicBezTo>
                  <a:pt x="21508" y="0"/>
                  <a:pt x="25039" y="1284"/>
                  <a:pt x="27607" y="3531"/>
                </a:cubicBezTo>
                <a:cubicBezTo>
                  <a:pt x="30175" y="5778"/>
                  <a:pt x="31459" y="8667"/>
                  <a:pt x="31459" y="12520"/>
                </a:cubicBezTo>
                <a:cubicBezTo>
                  <a:pt x="31459" y="16693"/>
                  <a:pt x="29533" y="20866"/>
                  <a:pt x="25039" y="25360"/>
                </a:cubicBezTo>
                <a:cubicBezTo>
                  <a:pt x="21829" y="28891"/>
                  <a:pt x="20224" y="31780"/>
                  <a:pt x="20224" y="33706"/>
                </a:cubicBezTo>
                <a:cubicBezTo>
                  <a:pt x="20224" y="38201"/>
                  <a:pt x="23434" y="43337"/>
                  <a:pt x="29533" y="48473"/>
                </a:cubicBezTo>
                <a:cubicBezTo>
                  <a:pt x="35954" y="53609"/>
                  <a:pt x="41411" y="56177"/>
                  <a:pt x="46547" y="56177"/>
                </a:cubicBezTo>
                <a:lnTo>
                  <a:pt x="118775" y="56177"/>
                </a:lnTo>
                <a:cubicBezTo>
                  <a:pt x="128085" y="56177"/>
                  <a:pt x="134184" y="54572"/>
                  <a:pt x="137394" y="50720"/>
                </a:cubicBezTo>
                <a:cubicBezTo>
                  <a:pt x="140604" y="47189"/>
                  <a:pt x="142530" y="39806"/>
                  <a:pt x="142851" y="28891"/>
                </a:cubicBezTo>
                <a:lnTo>
                  <a:pt x="147666" y="28891"/>
                </a:lnTo>
                <a:lnTo>
                  <a:pt x="147666" y="105935"/>
                </a:lnTo>
                <a:lnTo>
                  <a:pt x="142851" y="105935"/>
                </a:lnTo>
                <a:cubicBezTo>
                  <a:pt x="140925" y="95662"/>
                  <a:pt x="138999" y="89563"/>
                  <a:pt x="136431" y="86995"/>
                </a:cubicBezTo>
                <a:cubicBezTo>
                  <a:pt x="134184" y="84427"/>
                  <a:pt x="129048" y="83143"/>
                  <a:pt x="120701" y="83143"/>
                </a:cubicBezTo>
                <a:lnTo>
                  <a:pt x="40448" y="83143"/>
                </a:lnTo>
                <a:cubicBezTo>
                  <a:pt x="33385" y="83143"/>
                  <a:pt x="28570" y="84106"/>
                  <a:pt x="25681" y="85711"/>
                </a:cubicBezTo>
                <a:cubicBezTo>
                  <a:pt x="22792" y="87316"/>
                  <a:pt x="21187" y="90205"/>
                  <a:pt x="21187" y="94057"/>
                </a:cubicBezTo>
                <a:cubicBezTo>
                  <a:pt x="21187" y="97588"/>
                  <a:pt x="21829" y="101440"/>
                  <a:pt x="22471" y="105293"/>
                </a:cubicBezTo>
                <a:lnTo>
                  <a:pt x="17335" y="105293"/>
                </a:lnTo>
                <a:cubicBezTo>
                  <a:pt x="13162" y="91810"/>
                  <a:pt x="7383" y="76080"/>
                  <a:pt x="0" y="57782"/>
                </a:cubicBezTo>
                <a:lnTo>
                  <a:pt x="642" y="56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20202-00DA-493D-BB6A-86BE16A3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12" y="2388131"/>
            <a:ext cx="150555" cy="141567"/>
          </a:xfrm>
          <a:custGeom xmlns:a="http://schemas.openxmlformats.org/drawingml/2006/main">
            <a:pathLst>
              <a:path w="150555" h="141567">
                <a:moveTo>
                  <a:pt x="73512" y="0"/>
                </a:moveTo>
                <a:cubicBezTo>
                  <a:pt x="95983" y="0"/>
                  <a:pt x="114602" y="6741"/>
                  <a:pt x="129048" y="20224"/>
                </a:cubicBezTo>
                <a:cubicBezTo>
                  <a:pt x="143493" y="33706"/>
                  <a:pt x="150555" y="51041"/>
                  <a:pt x="150555" y="72228"/>
                </a:cubicBezTo>
                <a:cubicBezTo>
                  <a:pt x="150555" y="92131"/>
                  <a:pt x="143493" y="108503"/>
                  <a:pt x="129048" y="121664"/>
                </a:cubicBezTo>
                <a:cubicBezTo>
                  <a:pt x="114923" y="135147"/>
                  <a:pt x="96625" y="141567"/>
                  <a:pt x="74475" y="141567"/>
                </a:cubicBezTo>
                <a:cubicBezTo>
                  <a:pt x="52325" y="141567"/>
                  <a:pt x="34348" y="135147"/>
                  <a:pt x="20545" y="121664"/>
                </a:cubicBezTo>
                <a:cubicBezTo>
                  <a:pt x="7062" y="108503"/>
                  <a:pt x="0" y="91168"/>
                  <a:pt x="0" y="69339"/>
                </a:cubicBezTo>
                <a:cubicBezTo>
                  <a:pt x="0" y="49436"/>
                  <a:pt x="7062" y="33064"/>
                  <a:pt x="20545" y="19903"/>
                </a:cubicBezTo>
                <a:cubicBezTo>
                  <a:pt x="34027" y="6741"/>
                  <a:pt x="51683" y="0"/>
                  <a:pt x="73512" y="0"/>
                </a:cubicBezTo>
                <a:close/>
                <a:moveTo>
                  <a:pt x="82180" y="28891"/>
                </a:moveTo>
                <a:cubicBezTo>
                  <a:pt x="57782" y="28891"/>
                  <a:pt x="38843" y="34348"/>
                  <a:pt x="25039" y="44942"/>
                </a:cubicBezTo>
                <a:cubicBezTo>
                  <a:pt x="14446" y="53609"/>
                  <a:pt x="8988" y="63882"/>
                  <a:pt x="8988" y="75438"/>
                </a:cubicBezTo>
                <a:cubicBezTo>
                  <a:pt x="8988" y="86674"/>
                  <a:pt x="13804" y="95662"/>
                  <a:pt x="22792" y="102403"/>
                </a:cubicBezTo>
                <a:cubicBezTo>
                  <a:pt x="31780" y="109466"/>
                  <a:pt x="44300" y="112676"/>
                  <a:pt x="60030" y="112676"/>
                </a:cubicBezTo>
                <a:cubicBezTo>
                  <a:pt x="87637" y="112676"/>
                  <a:pt x="109466" y="107219"/>
                  <a:pt x="125837" y="95662"/>
                </a:cubicBezTo>
                <a:cubicBezTo>
                  <a:pt x="136752" y="88600"/>
                  <a:pt x="141888" y="78969"/>
                  <a:pt x="141888" y="66771"/>
                </a:cubicBezTo>
                <a:cubicBezTo>
                  <a:pt x="141888" y="55214"/>
                  <a:pt x="136752" y="45905"/>
                  <a:pt x="126158" y="39164"/>
                </a:cubicBezTo>
                <a:cubicBezTo>
                  <a:pt x="115565" y="32422"/>
                  <a:pt x="100798" y="28891"/>
                  <a:pt x="82180" y="288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53A50-05E9-4DE4-BEEF-F08C1FA5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126" y="2255553"/>
            <a:ext cx="219252" cy="116528"/>
          </a:xfrm>
          <a:custGeom xmlns:a="http://schemas.openxmlformats.org/drawingml/2006/main">
            <a:pathLst>
              <a:path w="219252" h="116528">
                <a:moveTo>
                  <a:pt x="74796" y="116207"/>
                </a:moveTo>
                <a:lnTo>
                  <a:pt x="74796" y="89884"/>
                </a:lnTo>
                <a:cubicBezTo>
                  <a:pt x="61956" y="89884"/>
                  <a:pt x="52004" y="88921"/>
                  <a:pt x="44942" y="87316"/>
                </a:cubicBezTo>
                <a:cubicBezTo>
                  <a:pt x="37880" y="86032"/>
                  <a:pt x="30496" y="83143"/>
                  <a:pt x="23113" y="78648"/>
                </a:cubicBezTo>
                <a:cubicBezTo>
                  <a:pt x="7704" y="69660"/>
                  <a:pt x="0" y="54572"/>
                  <a:pt x="0" y="33385"/>
                </a:cubicBezTo>
                <a:cubicBezTo>
                  <a:pt x="0" y="23755"/>
                  <a:pt x="1926" y="16051"/>
                  <a:pt x="5778" y="9630"/>
                </a:cubicBezTo>
                <a:cubicBezTo>
                  <a:pt x="9630" y="3210"/>
                  <a:pt x="14125" y="0"/>
                  <a:pt x="19903" y="0"/>
                </a:cubicBezTo>
                <a:cubicBezTo>
                  <a:pt x="23755" y="0"/>
                  <a:pt x="26644" y="1284"/>
                  <a:pt x="29212" y="3852"/>
                </a:cubicBezTo>
                <a:cubicBezTo>
                  <a:pt x="31780" y="6420"/>
                  <a:pt x="33064" y="9630"/>
                  <a:pt x="33064" y="13483"/>
                </a:cubicBezTo>
                <a:cubicBezTo>
                  <a:pt x="33064" y="18619"/>
                  <a:pt x="29212" y="23434"/>
                  <a:pt x="21508" y="27928"/>
                </a:cubicBezTo>
                <a:cubicBezTo>
                  <a:pt x="13162" y="33064"/>
                  <a:pt x="8988" y="38843"/>
                  <a:pt x="8988" y="44942"/>
                </a:cubicBezTo>
                <a:cubicBezTo>
                  <a:pt x="8988" y="57140"/>
                  <a:pt x="18619" y="62919"/>
                  <a:pt x="37559" y="62919"/>
                </a:cubicBezTo>
                <a:lnTo>
                  <a:pt x="74796" y="62919"/>
                </a:lnTo>
                <a:lnTo>
                  <a:pt x="74796" y="23755"/>
                </a:lnTo>
                <a:lnTo>
                  <a:pt x="85069" y="23755"/>
                </a:lnTo>
                <a:lnTo>
                  <a:pt x="85069" y="62919"/>
                </a:lnTo>
                <a:lnTo>
                  <a:pt x="185867" y="62919"/>
                </a:lnTo>
                <a:cubicBezTo>
                  <a:pt x="198066" y="62919"/>
                  <a:pt x="205770" y="61314"/>
                  <a:pt x="208980" y="57782"/>
                </a:cubicBezTo>
                <a:cubicBezTo>
                  <a:pt x="212190" y="54572"/>
                  <a:pt x="214116" y="46226"/>
                  <a:pt x="214437" y="33064"/>
                </a:cubicBezTo>
                <a:lnTo>
                  <a:pt x="219252" y="33064"/>
                </a:lnTo>
                <a:lnTo>
                  <a:pt x="219252" y="116528"/>
                </a:lnTo>
                <a:lnTo>
                  <a:pt x="214437" y="116528"/>
                </a:lnTo>
                <a:cubicBezTo>
                  <a:pt x="213795" y="104972"/>
                  <a:pt x="211869" y="97909"/>
                  <a:pt x="208659" y="94699"/>
                </a:cubicBezTo>
                <a:cubicBezTo>
                  <a:pt x="205449" y="91489"/>
                  <a:pt x="197745" y="89884"/>
                  <a:pt x="185867" y="89884"/>
                </a:cubicBezTo>
                <a:lnTo>
                  <a:pt x="85069" y="89884"/>
                </a:lnTo>
                <a:lnTo>
                  <a:pt x="85069" y="116207"/>
                </a:lnTo>
                <a:lnTo>
                  <a:pt x="74796" y="116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8B1BC-0376-485E-A19D-DA2035BC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126" y="2033732"/>
            <a:ext cx="222142" cy="148950"/>
          </a:xfrm>
          <a:custGeom xmlns:a="http://schemas.openxmlformats.org/drawingml/2006/main">
            <a:pathLst>
              <a:path w="222142" h="148950">
                <a:moveTo>
                  <a:pt x="205770" y="0"/>
                </a:moveTo>
                <a:lnTo>
                  <a:pt x="222142" y="47189"/>
                </a:lnTo>
                <a:lnTo>
                  <a:pt x="221179" y="48473"/>
                </a:lnTo>
                <a:lnTo>
                  <a:pt x="200955" y="48473"/>
                </a:lnTo>
                <a:cubicBezTo>
                  <a:pt x="215079" y="58746"/>
                  <a:pt x="222142" y="72549"/>
                  <a:pt x="222142" y="89563"/>
                </a:cubicBezTo>
                <a:cubicBezTo>
                  <a:pt x="222142" y="107540"/>
                  <a:pt x="216042" y="121664"/>
                  <a:pt x="203202" y="132579"/>
                </a:cubicBezTo>
                <a:cubicBezTo>
                  <a:pt x="190682" y="143493"/>
                  <a:pt x="173989" y="148950"/>
                  <a:pt x="153445" y="148950"/>
                </a:cubicBezTo>
                <a:cubicBezTo>
                  <a:pt x="130974" y="148950"/>
                  <a:pt x="111713" y="142530"/>
                  <a:pt x="95662" y="129369"/>
                </a:cubicBezTo>
                <a:cubicBezTo>
                  <a:pt x="79611" y="116528"/>
                  <a:pt x="71586" y="100798"/>
                  <a:pt x="71586" y="82180"/>
                </a:cubicBezTo>
                <a:cubicBezTo>
                  <a:pt x="71586" y="70623"/>
                  <a:pt x="76401" y="59388"/>
                  <a:pt x="85390" y="48473"/>
                </a:cubicBezTo>
                <a:lnTo>
                  <a:pt x="35312" y="48473"/>
                </a:lnTo>
                <a:cubicBezTo>
                  <a:pt x="28891" y="48473"/>
                  <a:pt x="24397" y="49436"/>
                  <a:pt x="22150" y="51362"/>
                </a:cubicBezTo>
                <a:cubicBezTo>
                  <a:pt x="20224" y="53288"/>
                  <a:pt x="18940" y="57461"/>
                  <a:pt x="18940" y="63240"/>
                </a:cubicBezTo>
                <a:cubicBezTo>
                  <a:pt x="18940" y="66450"/>
                  <a:pt x="19261" y="68697"/>
                  <a:pt x="19261" y="70302"/>
                </a:cubicBezTo>
                <a:lnTo>
                  <a:pt x="14125" y="70302"/>
                </a:lnTo>
                <a:cubicBezTo>
                  <a:pt x="8988" y="51041"/>
                  <a:pt x="4494" y="35312"/>
                  <a:pt x="0" y="23113"/>
                </a:cubicBezTo>
                <a:lnTo>
                  <a:pt x="642" y="21508"/>
                </a:lnTo>
                <a:lnTo>
                  <a:pt x="182657" y="21508"/>
                </a:lnTo>
                <a:cubicBezTo>
                  <a:pt x="190361" y="21508"/>
                  <a:pt x="195176" y="20866"/>
                  <a:pt x="197424" y="18940"/>
                </a:cubicBezTo>
                <a:cubicBezTo>
                  <a:pt x="199992" y="17014"/>
                  <a:pt x="200955" y="13162"/>
                  <a:pt x="200955" y="7383"/>
                </a:cubicBezTo>
                <a:cubicBezTo>
                  <a:pt x="200955" y="6099"/>
                  <a:pt x="200955" y="3852"/>
                  <a:pt x="200634" y="0"/>
                </a:cubicBezTo>
                <a:lnTo>
                  <a:pt x="205770" y="0"/>
                </a:lnTo>
                <a:close/>
                <a:moveTo>
                  <a:pt x="186509" y="48473"/>
                </a:moveTo>
                <a:lnTo>
                  <a:pt x="112676" y="48473"/>
                </a:lnTo>
                <a:cubicBezTo>
                  <a:pt x="104329" y="48473"/>
                  <a:pt x="96625" y="52004"/>
                  <a:pt x="90205" y="58425"/>
                </a:cubicBezTo>
                <a:cubicBezTo>
                  <a:pt x="83785" y="64845"/>
                  <a:pt x="80574" y="72549"/>
                  <a:pt x="80574" y="81217"/>
                </a:cubicBezTo>
                <a:cubicBezTo>
                  <a:pt x="80574" y="93415"/>
                  <a:pt x="86032" y="103366"/>
                  <a:pt x="96946" y="110429"/>
                </a:cubicBezTo>
                <a:cubicBezTo>
                  <a:pt x="107861" y="117812"/>
                  <a:pt x="122627" y="121343"/>
                  <a:pt x="140604" y="121343"/>
                </a:cubicBezTo>
                <a:cubicBezTo>
                  <a:pt x="160507" y="121343"/>
                  <a:pt x="176237" y="117491"/>
                  <a:pt x="188114" y="109466"/>
                </a:cubicBezTo>
                <a:cubicBezTo>
                  <a:pt x="199992" y="101440"/>
                  <a:pt x="205770" y="90526"/>
                  <a:pt x="205770" y="77043"/>
                </a:cubicBezTo>
                <a:cubicBezTo>
                  <a:pt x="205770" y="67092"/>
                  <a:pt x="202560" y="59067"/>
                  <a:pt x="195497" y="53288"/>
                </a:cubicBezTo>
                <a:cubicBezTo>
                  <a:pt x="191966" y="50078"/>
                  <a:pt x="189077" y="48473"/>
                  <a:pt x="186509" y="4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95F54-99E2-456B-A136-4BE9390B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12" y="1888955"/>
            <a:ext cx="150555" cy="130011"/>
          </a:xfrm>
          <a:custGeom xmlns:a="http://schemas.openxmlformats.org/drawingml/2006/main">
            <a:pathLst>
              <a:path w="150555" h="130011">
                <a:moveTo>
                  <a:pt x="126479" y="0"/>
                </a:moveTo>
                <a:lnTo>
                  <a:pt x="135468" y="0"/>
                </a:lnTo>
                <a:cubicBezTo>
                  <a:pt x="145740" y="8346"/>
                  <a:pt x="150555" y="17977"/>
                  <a:pt x="150555" y="28891"/>
                </a:cubicBezTo>
                <a:cubicBezTo>
                  <a:pt x="150555" y="41090"/>
                  <a:pt x="142851" y="48152"/>
                  <a:pt x="127442" y="49436"/>
                </a:cubicBezTo>
                <a:lnTo>
                  <a:pt x="127442" y="49757"/>
                </a:lnTo>
                <a:cubicBezTo>
                  <a:pt x="142851" y="63561"/>
                  <a:pt x="150555" y="78969"/>
                  <a:pt x="150555" y="96304"/>
                </a:cubicBezTo>
                <a:cubicBezTo>
                  <a:pt x="150555" y="106577"/>
                  <a:pt x="147666" y="114602"/>
                  <a:pt x="141888" y="120701"/>
                </a:cubicBezTo>
                <a:cubicBezTo>
                  <a:pt x="136110" y="127121"/>
                  <a:pt x="128085" y="130011"/>
                  <a:pt x="117491" y="130011"/>
                </a:cubicBezTo>
                <a:cubicBezTo>
                  <a:pt x="102724" y="130011"/>
                  <a:pt x="90205" y="122627"/>
                  <a:pt x="79932" y="107540"/>
                </a:cubicBezTo>
                <a:cubicBezTo>
                  <a:pt x="73191" y="97267"/>
                  <a:pt x="64524" y="78006"/>
                  <a:pt x="53930" y="49757"/>
                </a:cubicBezTo>
                <a:lnTo>
                  <a:pt x="36596" y="49757"/>
                </a:lnTo>
                <a:cubicBezTo>
                  <a:pt x="26965" y="49757"/>
                  <a:pt x="19903" y="52325"/>
                  <a:pt x="15088" y="56819"/>
                </a:cubicBezTo>
                <a:cubicBezTo>
                  <a:pt x="10272" y="61314"/>
                  <a:pt x="7704" y="67413"/>
                  <a:pt x="7704" y="74796"/>
                </a:cubicBezTo>
                <a:cubicBezTo>
                  <a:pt x="7704" y="81217"/>
                  <a:pt x="9309" y="86674"/>
                  <a:pt x="12520" y="90847"/>
                </a:cubicBezTo>
                <a:cubicBezTo>
                  <a:pt x="15730" y="95341"/>
                  <a:pt x="19261" y="97267"/>
                  <a:pt x="23434" y="97267"/>
                </a:cubicBezTo>
                <a:cubicBezTo>
                  <a:pt x="25360" y="97267"/>
                  <a:pt x="27607" y="96946"/>
                  <a:pt x="29854" y="96304"/>
                </a:cubicBezTo>
                <a:cubicBezTo>
                  <a:pt x="32422" y="95662"/>
                  <a:pt x="34669" y="95341"/>
                  <a:pt x="36917" y="95341"/>
                </a:cubicBezTo>
                <a:cubicBezTo>
                  <a:pt x="40127" y="95341"/>
                  <a:pt x="43337" y="96946"/>
                  <a:pt x="45905" y="99835"/>
                </a:cubicBezTo>
                <a:cubicBezTo>
                  <a:pt x="48794" y="102724"/>
                  <a:pt x="50078" y="106256"/>
                  <a:pt x="50078" y="110108"/>
                </a:cubicBezTo>
                <a:cubicBezTo>
                  <a:pt x="50078" y="113960"/>
                  <a:pt x="48794" y="117170"/>
                  <a:pt x="45905" y="119738"/>
                </a:cubicBezTo>
                <a:cubicBezTo>
                  <a:pt x="43337" y="122627"/>
                  <a:pt x="39806" y="123911"/>
                  <a:pt x="35312" y="123911"/>
                </a:cubicBezTo>
                <a:cubicBezTo>
                  <a:pt x="25039" y="123911"/>
                  <a:pt x="16693" y="118454"/>
                  <a:pt x="9630" y="107540"/>
                </a:cubicBezTo>
                <a:cubicBezTo>
                  <a:pt x="3210" y="97588"/>
                  <a:pt x="0" y="85390"/>
                  <a:pt x="0" y="70623"/>
                </a:cubicBezTo>
                <a:cubicBezTo>
                  <a:pt x="0" y="53288"/>
                  <a:pt x="4815" y="40769"/>
                  <a:pt x="14446" y="32743"/>
                </a:cubicBezTo>
                <a:cubicBezTo>
                  <a:pt x="18940" y="28891"/>
                  <a:pt x="23755" y="26644"/>
                  <a:pt x="28249" y="25360"/>
                </a:cubicBezTo>
                <a:cubicBezTo>
                  <a:pt x="32743" y="24397"/>
                  <a:pt x="40127" y="23755"/>
                  <a:pt x="50078" y="23755"/>
                </a:cubicBezTo>
                <a:lnTo>
                  <a:pt x="111392" y="23755"/>
                </a:lnTo>
                <a:cubicBezTo>
                  <a:pt x="125516" y="23755"/>
                  <a:pt x="132579" y="20545"/>
                  <a:pt x="132579" y="13804"/>
                </a:cubicBezTo>
                <a:cubicBezTo>
                  <a:pt x="132579" y="9630"/>
                  <a:pt x="130653" y="5136"/>
                  <a:pt x="126479" y="0"/>
                </a:cubicBezTo>
                <a:close/>
                <a:moveTo>
                  <a:pt x="106898" y="49757"/>
                </a:moveTo>
                <a:lnTo>
                  <a:pt x="61635" y="49757"/>
                </a:lnTo>
                <a:cubicBezTo>
                  <a:pt x="68697" y="69660"/>
                  <a:pt x="75759" y="83143"/>
                  <a:pt x="82822" y="90847"/>
                </a:cubicBezTo>
                <a:cubicBezTo>
                  <a:pt x="89563" y="98230"/>
                  <a:pt x="97909" y="101761"/>
                  <a:pt x="107540" y="101761"/>
                </a:cubicBezTo>
                <a:cubicBezTo>
                  <a:pt x="115886" y="101761"/>
                  <a:pt x="121985" y="99835"/>
                  <a:pt x="126158" y="95662"/>
                </a:cubicBezTo>
                <a:cubicBezTo>
                  <a:pt x="130332" y="91810"/>
                  <a:pt x="132258" y="86353"/>
                  <a:pt x="132258" y="79611"/>
                </a:cubicBezTo>
                <a:cubicBezTo>
                  <a:pt x="132258" y="72549"/>
                  <a:pt x="130653" y="66450"/>
                  <a:pt x="127121" y="60993"/>
                </a:cubicBezTo>
                <a:cubicBezTo>
                  <a:pt x="123911" y="56498"/>
                  <a:pt x="121022" y="53609"/>
                  <a:pt x="118133" y="52004"/>
                </a:cubicBezTo>
                <a:cubicBezTo>
                  <a:pt x="115565" y="50720"/>
                  <a:pt x="111713" y="49757"/>
                  <a:pt x="106898" y="49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29B87-B2C6-4EBD-A391-C5B941D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511" y="1798750"/>
            <a:ext cx="188756" cy="85390"/>
          </a:xfrm>
          <a:custGeom xmlns:a="http://schemas.openxmlformats.org/drawingml/2006/main">
            <a:pathLst>
              <a:path w="188756" h="85390">
                <a:moveTo>
                  <a:pt x="161149" y="4173"/>
                </a:moveTo>
                <a:lnTo>
                  <a:pt x="164680" y="0"/>
                </a:lnTo>
                <a:cubicBezTo>
                  <a:pt x="180731" y="10272"/>
                  <a:pt x="188756" y="23434"/>
                  <a:pt x="188756" y="38843"/>
                </a:cubicBezTo>
                <a:cubicBezTo>
                  <a:pt x="188756" y="57782"/>
                  <a:pt x="175274" y="67092"/>
                  <a:pt x="148308" y="67092"/>
                </a:cubicBezTo>
                <a:lnTo>
                  <a:pt x="51683" y="67092"/>
                </a:lnTo>
                <a:lnTo>
                  <a:pt x="51683" y="84106"/>
                </a:lnTo>
                <a:cubicBezTo>
                  <a:pt x="51041" y="85069"/>
                  <a:pt x="50399" y="85390"/>
                  <a:pt x="49436" y="85390"/>
                </a:cubicBezTo>
                <a:cubicBezTo>
                  <a:pt x="47831" y="85390"/>
                  <a:pt x="45905" y="83785"/>
                  <a:pt x="43337" y="79932"/>
                </a:cubicBezTo>
                <a:cubicBezTo>
                  <a:pt x="38843" y="71907"/>
                  <a:pt x="27286" y="61635"/>
                  <a:pt x="8988" y="48794"/>
                </a:cubicBezTo>
                <a:cubicBezTo>
                  <a:pt x="8346" y="48473"/>
                  <a:pt x="7062" y="47510"/>
                  <a:pt x="5136" y="45905"/>
                </a:cubicBezTo>
                <a:cubicBezTo>
                  <a:pt x="3210" y="44300"/>
                  <a:pt x="1284" y="43016"/>
                  <a:pt x="0" y="42374"/>
                </a:cubicBezTo>
                <a:cubicBezTo>
                  <a:pt x="0" y="41090"/>
                  <a:pt x="1605" y="40127"/>
                  <a:pt x="4173" y="40127"/>
                </a:cubicBezTo>
                <a:lnTo>
                  <a:pt x="41411" y="40127"/>
                </a:lnTo>
                <a:lnTo>
                  <a:pt x="41411" y="7704"/>
                </a:lnTo>
                <a:lnTo>
                  <a:pt x="51683" y="7704"/>
                </a:lnTo>
                <a:lnTo>
                  <a:pt x="51683" y="40127"/>
                </a:lnTo>
                <a:lnTo>
                  <a:pt x="143493" y="40127"/>
                </a:lnTo>
                <a:cubicBezTo>
                  <a:pt x="153766" y="40127"/>
                  <a:pt x="161149" y="38843"/>
                  <a:pt x="165643" y="36275"/>
                </a:cubicBezTo>
                <a:cubicBezTo>
                  <a:pt x="170137" y="33706"/>
                  <a:pt x="172384" y="29533"/>
                  <a:pt x="172384" y="23434"/>
                </a:cubicBezTo>
                <a:cubicBezTo>
                  <a:pt x="172384" y="17014"/>
                  <a:pt x="168853" y="10593"/>
                  <a:pt x="161149" y="4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36B12-3F70-45F6-9EBB-6FD6C00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12" y="1657183"/>
            <a:ext cx="150555" cy="130011"/>
          </a:xfrm>
          <a:custGeom xmlns:a="http://schemas.openxmlformats.org/drawingml/2006/main">
            <a:pathLst>
              <a:path w="150555" h="130011">
                <a:moveTo>
                  <a:pt x="126479" y="0"/>
                </a:moveTo>
                <a:lnTo>
                  <a:pt x="135468" y="0"/>
                </a:lnTo>
                <a:cubicBezTo>
                  <a:pt x="145740" y="8346"/>
                  <a:pt x="150555" y="17977"/>
                  <a:pt x="150555" y="28891"/>
                </a:cubicBezTo>
                <a:cubicBezTo>
                  <a:pt x="150555" y="41090"/>
                  <a:pt x="142851" y="48152"/>
                  <a:pt x="127442" y="49436"/>
                </a:cubicBezTo>
                <a:lnTo>
                  <a:pt x="127442" y="49757"/>
                </a:lnTo>
                <a:cubicBezTo>
                  <a:pt x="142851" y="63561"/>
                  <a:pt x="150555" y="78969"/>
                  <a:pt x="150555" y="96304"/>
                </a:cubicBezTo>
                <a:cubicBezTo>
                  <a:pt x="150555" y="106577"/>
                  <a:pt x="147666" y="114602"/>
                  <a:pt x="141888" y="120701"/>
                </a:cubicBezTo>
                <a:cubicBezTo>
                  <a:pt x="136110" y="127121"/>
                  <a:pt x="128085" y="130011"/>
                  <a:pt x="117491" y="130011"/>
                </a:cubicBezTo>
                <a:cubicBezTo>
                  <a:pt x="102724" y="130011"/>
                  <a:pt x="90205" y="122627"/>
                  <a:pt x="79932" y="107540"/>
                </a:cubicBezTo>
                <a:cubicBezTo>
                  <a:pt x="73191" y="97267"/>
                  <a:pt x="64524" y="78006"/>
                  <a:pt x="53930" y="49757"/>
                </a:cubicBezTo>
                <a:lnTo>
                  <a:pt x="36596" y="49757"/>
                </a:lnTo>
                <a:cubicBezTo>
                  <a:pt x="26965" y="49757"/>
                  <a:pt x="19903" y="52325"/>
                  <a:pt x="15088" y="56819"/>
                </a:cubicBezTo>
                <a:cubicBezTo>
                  <a:pt x="10272" y="61314"/>
                  <a:pt x="7704" y="67413"/>
                  <a:pt x="7704" y="74796"/>
                </a:cubicBezTo>
                <a:cubicBezTo>
                  <a:pt x="7704" y="81217"/>
                  <a:pt x="9309" y="86674"/>
                  <a:pt x="12520" y="90847"/>
                </a:cubicBezTo>
                <a:cubicBezTo>
                  <a:pt x="15730" y="95341"/>
                  <a:pt x="19261" y="97267"/>
                  <a:pt x="23434" y="97267"/>
                </a:cubicBezTo>
                <a:cubicBezTo>
                  <a:pt x="25360" y="97267"/>
                  <a:pt x="27607" y="96946"/>
                  <a:pt x="29854" y="96304"/>
                </a:cubicBezTo>
                <a:cubicBezTo>
                  <a:pt x="32422" y="95662"/>
                  <a:pt x="34669" y="95341"/>
                  <a:pt x="36917" y="95341"/>
                </a:cubicBezTo>
                <a:cubicBezTo>
                  <a:pt x="40127" y="95341"/>
                  <a:pt x="43337" y="96946"/>
                  <a:pt x="45905" y="99835"/>
                </a:cubicBezTo>
                <a:cubicBezTo>
                  <a:pt x="48794" y="102724"/>
                  <a:pt x="50078" y="106256"/>
                  <a:pt x="50078" y="110108"/>
                </a:cubicBezTo>
                <a:cubicBezTo>
                  <a:pt x="50078" y="113960"/>
                  <a:pt x="48794" y="117170"/>
                  <a:pt x="45905" y="119738"/>
                </a:cubicBezTo>
                <a:cubicBezTo>
                  <a:pt x="43337" y="122627"/>
                  <a:pt x="39806" y="123911"/>
                  <a:pt x="35312" y="123911"/>
                </a:cubicBezTo>
                <a:cubicBezTo>
                  <a:pt x="25039" y="123911"/>
                  <a:pt x="16693" y="118454"/>
                  <a:pt x="9630" y="107540"/>
                </a:cubicBezTo>
                <a:cubicBezTo>
                  <a:pt x="3210" y="97588"/>
                  <a:pt x="0" y="85390"/>
                  <a:pt x="0" y="70623"/>
                </a:cubicBezTo>
                <a:cubicBezTo>
                  <a:pt x="0" y="53288"/>
                  <a:pt x="4815" y="40769"/>
                  <a:pt x="14446" y="32743"/>
                </a:cubicBezTo>
                <a:cubicBezTo>
                  <a:pt x="18940" y="28891"/>
                  <a:pt x="23755" y="26644"/>
                  <a:pt x="28249" y="25360"/>
                </a:cubicBezTo>
                <a:cubicBezTo>
                  <a:pt x="32743" y="24397"/>
                  <a:pt x="40127" y="23755"/>
                  <a:pt x="50078" y="23755"/>
                </a:cubicBezTo>
                <a:lnTo>
                  <a:pt x="111392" y="23755"/>
                </a:lnTo>
                <a:cubicBezTo>
                  <a:pt x="125516" y="23755"/>
                  <a:pt x="132579" y="20545"/>
                  <a:pt x="132579" y="13804"/>
                </a:cubicBezTo>
                <a:cubicBezTo>
                  <a:pt x="132579" y="9630"/>
                  <a:pt x="130653" y="5136"/>
                  <a:pt x="126479" y="0"/>
                </a:cubicBezTo>
                <a:close/>
                <a:moveTo>
                  <a:pt x="106898" y="49757"/>
                </a:moveTo>
                <a:lnTo>
                  <a:pt x="61635" y="49757"/>
                </a:lnTo>
                <a:cubicBezTo>
                  <a:pt x="68697" y="69660"/>
                  <a:pt x="75759" y="83143"/>
                  <a:pt x="82822" y="90847"/>
                </a:cubicBezTo>
                <a:cubicBezTo>
                  <a:pt x="89563" y="98230"/>
                  <a:pt x="97909" y="101761"/>
                  <a:pt x="107540" y="101761"/>
                </a:cubicBezTo>
                <a:cubicBezTo>
                  <a:pt x="115886" y="101761"/>
                  <a:pt x="121985" y="99835"/>
                  <a:pt x="126158" y="95662"/>
                </a:cubicBezTo>
                <a:cubicBezTo>
                  <a:pt x="130332" y="91810"/>
                  <a:pt x="132258" y="86353"/>
                  <a:pt x="132258" y="79611"/>
                </a:cubicBezTo>
                <a:cubicBezTo>
                  <a:pt x="132258" y="72549"/>
                  <a:pt x="130653" y="66450"/>
                  <a:pt x="127121" y="60993"/>
                </a:cubicBezTo>
                <a:cubicBezTo>
                  <a:pt x="123911" y="56498"/>
                  <a:pt x="121022" y="53609"/>
                  <a:pt x="118133" y="52004"/>
                </a:cubicBezTo>
                <a:cubicBezTo>
                  <a:pt x="115565" y="50720"/>
                  <a:pt x="111713" y="49757"/>
                  <a:pt x="106898" y="49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52ACB-A39B-42D6-85BA-A6881965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490" y="1392025"/>
            <a:ext cx="145098" cy="175595"/>
          </a:xfrm>
          <a:custGeom xmlns:a="http://schemas.openxmlformats.org/drawingml/2006/main">
            <a:pathLst>
              <a:path w="145098" h="175595">
                <a:moveTo>
                  <a:pt x="136431" y="159544"/>
                </a:moveTo>
                <a:cubicBezTo>
                  <a:pt x="135147" y="159544"/>
                  <a:pt x="134184" y="159544"/>
                  <a:pt x="133542" y="159223"/>
                </a:cubicBezTo>
                <a:lnTo>
                  <a:pt x="37880" y="135147"/>
                </a:lnTo>
                <a:cubicBezTo>
                  <a:pt x="32101" y="133863"/>
                  <a:pt x="26644" y="132900"/>
                  <a:pt x="22150" y="132900"/>
                </a:cubicBezTo>
                <a:cubicBezTo>
                  <a:pt x="13162" y="132900"/>
                  <a:pt x="8346" y="136110"/>
                  <a:pt x="8346" y="142209"/>
                </a:cubicBezTo>
                <a:cubicBezTo>
                  <a:pt x="8346" y="148950"/>
                  <a:pt x="12520" y="154087"/>
                  <a:pt x="20545" y="157297"/>
                </a:cubicBezTo>
                <a:cubicBezTo>
                  <a:pt x="28570" y="160507"/>
                  <a:pt x="38522" y="163717"/>
                  <a:pt x="50720" y="166606"/>
                </a:cubicBezTo>
                <a:cubicBezTo>
                  <a:pt x="51362" y="166606"/>
                  <a:pt x="52004" y="166927"/>
                  <a:pt x="52325" y="167569"/>
                </a:cubicBezTo>
                <a:cubicBezTo>
                  <a:pt x="52646" y="168211"/>
                  <a:pt x="52646" y="168853"/>
                  <a:pt x="52646" y="169174"/>
                </a:cubicBezTo>
                <a:lnTo>
                  <a:pt x="52646" y="173026"/>
                </a:lnTo>
                <a:cubicBezTo>
                  <a:pt x="52646" y="173668"/>
                  <a:pt x="52325" y="174311"/>
                  <a:pt x="51683" y="174953"/>
                </a:cubicBezTo>
                <a:cubicBezTo>
                  <a:pt x="51041" y="175595"/>
                  <a:pt x="50078" y="175595"/>
                  <a:pt x="49436" y="175595"/>
                </a:cubicBezTo>
                <a:cubicBezTo>
                  <a:pt x="40127" y="173347"/>
                  <a:pt x="32101" y="171100"/>
                  <a:pt x="25681" y="168853"/>
                </a:cubicBezTo>
                <a:cubicBezTo>
                  <a:pt x="19261" y="166927"/>
                  <a:pt x="13483" y="163396"/>
                  <a:pt x="8025" y="158902"/>
                </a:cubicBezTo>
                <a:cubicBezTo>
                  <a:pt x="2889" y="154408"/>
                  <a:pt x="0" y="148950"/>
                  <a:pt x="0" y="141888"/>
                </a:cubicBezTo>
                <a:cubicBezTo>
                  <a:pt x="0" y="134184"/>
                  <a:pt x="2568" y="127121"/>
                  <a:pt x="7704" y="120701"/>
                </a:cubicBezTo>
                <a:cubicBezTo>
                  <a:pt x="12841" y="114602"/>
                  <a:pt x="19261" y="111392"/>
                  <a:pt x="26965" y="111392"/>
                </a:cubicBezTo>
                <a:cubicBezTo>
                  <a:pt x="18619" y="104972"/>
                  <a:pt x="12199" y="97588"/>
                  <a:pt x="7383" y="88921"/>
                </a:cubicBezTo>
                <a:cubicBezTo>
                  <a:pt x="2568" y="80574"/>
                  <a:pt x="0" y="71265"/>
                  <a:pt x="0" y="61635"/>
                </a:cubicBezTo>
                <a:cubicBezTo>
                  <a:pt x="0" y="54251"/>
                  <a:pt x="1605" y="47831"/>
                  <a:pt x="4173" y="42053"/>
                </a:cubicBezTo>
                <a:cubicBezTo>
                  <a:pt x="6741" y="36596"/>
                  <a:pt x="10914" y="32422"/>
                  <a:pt x="16051" y="29212"/>
                </a:cubicBezTo>
                <a:cubicBezTo>
                  <a:pt x="21187" y="26002"/>
                  <a:pt x="27607" y="24397"/>
                  <a:pt x="34669" y="24397"/>
                </a:cubicBezTo>
                <a:cubicBezTo>
                  <a:pt x="43658" y="24397"/>
                  <a:pt x="54251" y="26644"/>
                  <a:pt x="66450" y="30496"/>
                </a:cubicBezTo>
                <a:cubicBezTo>
                  <a:pt x="78969" y="34348"/>
                  <a:pt x="92773" y="39164"/>
                  <a:pt x="108182" y="44942"/>
                </a:cubicBezTo>
                <a:cubicBezTo>
                  <a:pt x="115244" y="48152"/>
                  <a:pt x="121664" y="49436"/>
                  <a:pt x="127442" y="49436"/>
                </a:cubicBezTo>
                <a:cubicBezTo>
                  <a:pt x="133863" y="49436"/>
                  <a:pt x="137073" y="47189"/>
                  <a:pt x="137073" y="42053"/>
                </a:cubicBezTo>
                <a:cubicBezTo>
                  <a:pt x="137073" y="33706"/>
                  <a:pt x="132579" y="26965"/>
                  <a:pt x="123590" y="21187"/>
                </a:cubicBezTo>
                <a:cubicBezTo>
                  <a:pt x="114602" y="15730"/>
                  <a:pt x="104972" y="11878"/>
                  <a:pt x="94699" y="9309"/>
                </a:cubicBezTo>
                <a:cubicBezTo>
                  <a:pt x="93415" y="8988"/>
                  <a:pt x="92773" y="8025"/>
                  <a:pt x="92773" y="6741"/>
                </a:cubicBezTo>
                <a:lnTo>
                  <a:pt x="92773" y="2889"/>
                </a:lnTo>
                <a:cubicBezTo>
                  <a:pt x="92773" y="2247"/>
                  <a:pt x="93094" y="1605"/>
                  <a:pt x="93736" y="963"/>
                </a:cubicBezTo>
                <a:cubicBezTo>
                  <a:pt x="94378" y="321"/>
                  <a:pt x="95020" y="0"/>
                  <a:pt x="95662" y="0"/>
                </a:cubicBezTo>
                <a:cubicBezTo>
                  <a:pt x="95983" y="0"/>
                  <a:pt x="96304" y="321"/>
                  <a:pt x="96625" y="321"/>
                </a:cubicBezTo>
                <a:cubicBezTo>
                  <a:pt x="108824" y="3210"/>
                  <a:pt x="120059" y="8346"/>
                  <a:pt x="130011" y="15409"/>
                </a:cubicBezTo>
                <a:cubicBezTo>
                  <a:pt x="140283" y="22792"/>
                  <a:pt x="145098" y="31780"/>
                  <a:pt x="145098" y="42695"/>
                </a:cubicBezTo>
                <a:cubicBezTo>
                  <a:pt x="145098" y="50399"/>
                  <a:pt x="142530" y="56819"/>
                  <a:pt x="137715" y="61956"/>
                </a:cubicBezTo>
                <a:cubicBezTo>
                  <a:pt x="132579" y="67413"/>
                  <a:pt x="126479" y="69981"/>
                  <a:pt x="118775" y="69981"/>
                </a:cubicBezTo>
                <a:cubicBezTo>
                  <a:pt x="114923" y="69981"/>
                  <a:pt x="110750" y="69339"/>
                  <a:pt x="106256" y="67413"/>
                </a:cubicBezTo>
                <a:cubicBezTo>
                  <a:pt x="99193" y="64845"/>
                  <a:pt x="90847" y="61956"/>
                  <a:pt x="81217" y="58425"/>
                </a:cubicBezTo>
                <a:cubicBezTo>
                  <a:pt x="71586" y="54893"/>
                  <a:pt x="62598" y="52004"/>
                  <a:pt x="53609" y="49757"/>
                </a:cubicBezTo>
                <a:cubicBezTo>
                  <a:pt x="44621" y="47510"/>
                  <a:pt x="36917" y="46226"/>
                  <a:pt x="29854" y="46226"/>
                </a:cubicBezTo>
                <a:cubicBezTo>
                  <a:pt x="24076" y="46226"/>
                  <a:pt x="18940" y="47510"/>
                  <a:pt x="14767" y="50078"/>
                </a:cubicBezTo>
                <a:cubicBezTo>
                  <a:pt x="10593" y="52646"/>
                  <a:pt x="8346" y="56498"/>
                  <a:pt x="8346" y="62277"/>
                </a:cubicBezTo>
                <a:cubicBezTo>
                  <a:pt x="8346" y="70302"/>
                  <a:pt x="10272" y="77685"/>
                  <a:pt x="13483" y="84106"/>
                </a:cubicBezTo>
                <a:cubicBezTo>
                  <a:pt x="17014" y="90526"/>
                  <a:pt x="21508" y="96304"/>
                  <a:pt x="27286" y="101119"/>
                </a:cubicBezTo>
                <a:cubicBezTo>
                  <a:pt x="33064" y="106256"/>
                  <a:pt x="39806" y="110750"/>
                  <a:pt x="47510" y="114602"/>
                </a:cubicBezTo>
                <a:lnTo>
                  <a:pt x="134826" y="136431"/>
                </a:lnTo>
                <a:cubicBezTo>
                  <a:pt x="138036" y="137073"/>
                  <a:pt x="140283" y="138678"/>
                  <a:pt x="142209" y="141246"/>
                </a:cubicBezTo>
                <a:cubicBezTo>
                  <a:pt x="144135" y="143814"/>
                  <a:pt x="145098" y="146703"/>
                  <a:pt x="145098" y="149913"/>
                </a:cubicBezTo>
                <a:cubicBezTo>
                  <a:pt x="145098" y="152482"/>
                  <a:pt x="144135" y="154729"/>
                  <a:pt x="142851" y="156655"/>
                </a:cubicBezTo>
                <a:cubicBezTo>
                  <a:pt x="141567" y="158581"/>
                  <a:pt x="139320" y="159544"/>
                  <a:pt x="136431" y="159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0F111-6F7D-444E-81F0-02F64FD5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98924"/>
            <a:ext cx="10" cy="4853729"/>
          </a:xfrm>
          <a:custGeom xmlns:a="http://schemas.openxmlformats.org/drawingml/2006/main">
            <a:pathLst>
              <a:path w="1" h="4853729" fill="none">
                <a:moveTo>
                  <a:pt x="0" y="48537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73" cap="sq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80621-07F4-4687-8191-80C37AF8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963" y="98924"/>
            <a:ext cx="10" cy="4853729"/>
          </a:xfrm>
          <a:custGeom xmlns:a="http://schemas.openxmlformats.org/drawingml/2006/main">
            <a:pathLst>
              <a:path w="1" h="4853729" fill="none">
                <a:moveTo>
                  <a:pt x="0" y="48537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73" cap="sq">
            <a:solidFill>
              <a:srgbClr val="000000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EE0DD-D3D9-4785-96E5-CB1D47ED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4952653"/>
            <a:ext cx="4885247" cy="10"/>
          </a:xfrm>
          <a:custGeom xmlns:a="http://schemas.openxmlformats.org/drawingml/2006/main">
            <a:pathLst>
              <a:path w="4885247" h="1" fill="none">
                <a:moveTo>
                  <a:pt x="0" y="0"/>
                </a:moveTo>
                <a:lnTo>
                  <a:pt x="48852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73" cap="sq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1949D-19AE-43C8-8222-079B280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716" y="98924"/>
            <a:ext cx="4885247" cy="10"/>
          </a:xfrm>
          <a:custGeom xmlns:a="http://schemas.openxmlformats.org/drawingml/2006/main">
            <a:pathLst>
              <a:path w="4885247" h="1" fill="none">
                <a:moveTo>
                  <a:pt x="0" y="0"/>
                </a:moveTo>
                <a:lnTo>
                  <a:pt x="48852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73" cap="sq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47782-7911-45AA-8C6F-DDD06541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498" y="750766"/>
            <a:ext cx="201947" cy="196694"/>
          </a:xfrm>
          <a:custGeom xmlns:a="http://schemas.openxmlformats.org/drawingml/2006/main">
            <a:pathLst>
              <a:path w="201947" h="196694">
                <a:moveTo>
                  <a:pt x="201947" y="196694"/>
                </a:moveTo>
                <a:lnTo>
                  <a:pt x="127530" y="196694"/>
                </a:lnTo>
                <a:lnTo>
                  <a:pt x="127530" y="191149"/>
                </a:lnTo>
                <a:cubicBezTo>
                  <a:pt x="135118" y="191149"/>
                  <a:pt x="140662" y="190274"/>
                  <a:pt x="143581" y="188523"/>
                </a:cubicBezTo>
                <a:cubicBezTo>
                  <a:pt x="146207" y="187355"/>
                  <a:pt x="147666" y="185021"/>
                  <a:pt x="147666" y="181519"/>
                </a:cubicBezTo>
                <a:cubicBezTo>
                  <a:pt x="147666" y="176558"/>
                  <a:pt x="145624" y="169846"/>
                  <a:pt x="142122" y="161091"/>
                </a:cubicBezTo>
                <a:lnTo>
                  <a:pt x="130157" y="133659"/>
                </a:lnTo>
                <a:lnTo>
                  <a:pt x="53697" y="133659"/>
                </a:lnTo>
                <a:lnTo>
                  <a:pt x="40273" y="166927"/>
                </a:lnTo>
                <a:cubicBezTo>
                  <a:pt x="38522" y="171597"/>
                  <a:pt x="37646" y="175682"/>
                  <a:pt x="37646" y="179184"/>
                </a:cubicBezTo>
                <a:cubicBezTo>
                  <a:pt x="37646" y="183853"/>
                  <a:pt x="39105" y="186772"/>
                  <a:pt x="42315" y="188523"/>
                </a:cubicBezTo>
                <a:cubicBezTo>
                  <a:pt x="45526" y="190274"/>
                  <a:pt x="50779" y="191149"/>
                  <a:pt x="58074" y="191149"/>
                </a:cubicBezTo>
                <a:lnTo>
                  <a:pt x="58074" y="196694"/>
                </a:lnTo>
                <a:lnTo>
                  <a:pt x="0" y="196694"/>
                </a:lnTo>
                <a:lnTo>
                  <a:pt x="0" y="191149"/>
                </a:lnTo>
                <a:cubicBezTo>
                  <a:pt x="8171" y="190566"/>
                  <a:pt x="14008" y="187647"/>
                  <a:pt x="17802" y="182394"/>
                </a:cubicBezTo>
                <a:cubicBezTo>
                  <a:pt x="21304" y="177141"/>
                  <a:pt x="27724" y="164009"/>
                  <a:pt x="36771" y="142413"/>
                </a:cubicBezTo>
                <a:lnTo>
                  <a:pt x="96888" y="0"/>
                </a:lnTo>
                <a:lnTo>
                  <a:pt x="102724" y="0"/>
                </a:lnTo>
                <a:lnTo>
                  <a:pt x="174515" y="164301"/>
                </a:lnTo>
                <a:cubicBezTo>
                  <a:pt x="178600" y="174515"/>
                  <a:pt x="182394" y="181227"/>
                  <a:pt x="185896" y="184729"/>
                </a:cubicBezTo>
                <a:cubicBezTo>
                  <a:pt x="189398" y="188231"/>
                  <a:pt x="194651" y="190566"/>
                  <a:pt x="201947" y="191149"/>
                </a:cubicBezTo>
                <a:lnTo>
                  <a:pt x="201947" y="196694"/>
                </a:lnTo>
                <a:close/>
                <a:moveTo>
                  <a:pt x="126071" y="121693"/>
                </a:moveTo>
                <a:lnTo>
                  <a:pt x="92219" y="41440"/>
                </a:lnTo>
                <a:lnTo>
                  <a:pt x="58658" y="121693"/>
                </a:lnTo>
                <a:lnTo>
                  <a:pt x="126071" y="121693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F54D0-1ABF-4A6A-9418-382FD84C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1" y="813217"/>
            <a:ext cx="96304" cy="134242"/>
          </a:xfrm>
          <a:custGeom xmlns:a="http://schemas.openxmlformats.org/drawingml/2006/main">
            <a:pathLst>
              <a:path w="96304" h="134242">
                <a:moveTo>
                  <a:pt x="45234" y="584"/>
                </a:moveTo>
                <a:lnTo>
                  <a:pt x="45234" y="27432"/>
                </a:lnTo>
                <a:cubicBezTo>
                  <a:pt x="52530" y="16926"/>
                  <a:pt x="58658" y="9922"/>
                  <a:pt x="63619" y="5837"/>
                </a:cubicBezTo>
                <a:cubicBezTo>
                  <a:pt x="68580" y="2043"/>
                  <a:pt x="74125" y="0"/>
                  <a:pt x="80253" y="0"/>
                </a:cubicBezTo>
                <a:cubicBezTo>
                  <a:pt x="85215" y="0"/>
                  <a:pt x="89008" y="1459"/>
                  <a:pt x="91927" y="4086"/>
                </a:cubicBezTo>
                <a:cubicBezTo>
                  <a:pt x="94845" y="7004"/>
                  <a:pt x="96304" y="10798"/>
                  <a:pt x="96304" y="15467"/>
                </a:cubicBezTo>
                <a:cubicBezTo>
                  <a:pt x="96304" y="19553"/>
                  <a:pt x="95137" y="22763"/>
                  <a:pt x="93094" y="25097"/>
                </a:cubicBezTo>
                <a:cubicBezTo>
                  <a:pt x="91051" y="27432"/>
                  <a:pt x="88425" y="28599"/>
                  <a:pt x="84923" y="28599"/>
                </a:cubicBezTo>
                <a:cubicBezTo>
                  <a:pt x="81129" y="28599"/>
                  <a:pt x="77335" y="26848"/>
                  <a:pt x="73250" y="22763"/>
                </a:cubicBezTo>
                <a:cubicBezTo>
                  <a:pt x="70039" y="19844"/>
                  <a:pt x="67413" y="18385"/>
                  <a:pt x="65662" y="18385"/>
                </a:cubicBezTo>
                <a:cubicBezTo>
                  <a:pt x="61576" y="18385"/>
                  <a:pt x="56907" y="21304"/>
                  <a:pt x="52238" y="26848"/>
                </a:cubicBezTo>
                <a:cubicBezTo>
                  <a:pt x="47568" y="32685"/>
                  <a:pt x="45234" y="37646"/>
                  <a:pt x="45234" y="42315"/>
                </a:cubicBezTo>
                <a:lnTo>
                  <a:pt x="45234" y="107977"/>
                </a:lnTo>
                <a:cubicBezTo>
                  <a:pt x="45234" y="116440"/>
                  <a:pt x="46693" y="121985"/>
                  <a:pt x="50195" y="124904"/>
                </a:cubicBezTo>
                <a:cubicBezTo>
                  <a:pt x="53405" y="127822"/>
                  <a:pt x="60117" y="129573"/>
                  <a:pt x="70039" y="129865"/>
                </a:cubicBezTo>
                <a:lnTo>
                  <a:pt x="70039" y="134242"/>
                </a:lnTo>
                <a:lnTo>
                  <a:pt x="0" y="134242"/>
                </a:lnTo>
                <a:lnTo>
                  <a:pt x="0" y="129865"/>
                </a:lnTo>
                <a:cubicBezTo>
                  <a:pt x="9339" y="128114"/>
                  <a:pt x="14883" y="126363"/>
                  <a:pt x="17218" y="124028"/>
                </a:cubicBezTo>
                <a:cubicBezTo>
                  <a:pt x="19553" y="121985"/>
                  <a:pt x="20720" y="117316"/>
                  <a:pt x="20720" y="109728"/>
                </a:cubicBezTo>
                <a:lnTo>
                  <a:pt x="20720" y="36771"/>
                </a:lnTo>
                <a:cubicBezTo>
                  <a:pt x="20720" y="30350"/>
                  <a:pt x="19844" y="25973"/>
                  <a:pt x="18385" y="23346"/>
                </a:cubicBezTo>
                <a:cubicBezTo>
                  <a:pt x="16926" y="20720"/>
                  <a:pt x="14300" y="19261"/>
                  <a:pt x="10798" y="19261"/>
                </a:cubicBezTo>
                <a:cubicBezTo>
                  <a:pt x="7588" y="19261"/>
                  <a:pt x="4086" y="19844"/>
                  <a:pt x="584" y="20428"/>
                </a:cubicBezTo>
                <a:lnTo>
                  <a:pt x="584" y="15759"/>
                </a:lnTo>
                <a:cubicBezTo>
                  <a:pt x="12841" y="11965"/>
                  <a:pt x="27140" y="6712"/>
                  <a:pt x="43775" y="0"/>
                </a:cubicBezTo>
                <a:lnTo>
                  <a:pt x="45234" y="584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62835-E331-4C13-A8F5-A9BEFF22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297" y="813217"/>
            <a:ext cx="112939" cy="136869"/>
          </a:xfrm>
          <a:custGeom xmlns:a="http://schemas.openxmlformats.org/drawingml/2006/main">
            <a:pathLst>
              <a:path w="112939" h="136869">
                <a:moveTo>
                  <a:pt x="108853" y="88717"/>
                </a:moveTo>
                <a:lnTo>
                  <a:pt x="112939" y="91343"/>
                </a:lnTo>
                <a:cubicBezTo>
                  <a:pt x="104475" y="107686"/>
                  <a:pt x="96596" y="119067"/>
                  <a:pt x="89008" y="124904"/>
                </a:cubicBezTo>
                <a:cubicBezTo>
                  <a:pt x="79086" y="133075"/>
                  <a:pt x="67705" y="136869"/>
                  <a:pt x="55448" y="136869"/>
                </a:cubicBezTo>
                <a:cubicBezTo>
                  <a:pt x="39105" y="136869"/>
                  <a:pt x="25973" y="131032"/>
                  <a:pt x="15467" y="118775"/>
                </a:cubicBezTo>
                <a:cubicBezTo>
                  <a:pt x="4961" y="106810"/>
                  <a:pt x="0" y="91343"/>
                  <a:pt x="0" y="72374"/>
                </a:cubicBezTo>
                <a:cubicBezTo>
                  <a:pt x="0" y="47860"/>
                  <a:pt x="8171" y="28599"/>
                  <a:pt x="24514" y="14883"/>
                </a:cubicBezTo>
                <a:cubicBezTo>
                  <a:pt x="36479" y="4961"/>
                  <a:pt x="49611" y="0"/>
                  <a:pt x="63911" y="0"/>
                </a:cubicBezTo>
                <a:cubicBezTo>
                  <a:pt x="76168" y="0"/>
                  <a:pt x="86674" y="3210"/>
                  <a:pt x="95429" y="9047"/>
                </a:cubicBezTo>
                <a:cubicBezTo>
                  <a:pt x="104184" y="14883"/>
                  <a:pt x="108853" y="21887"/>
                  <a:pt x="108853" y="30059"/>
                </a:cubicBezTo>
                <a:cubicBezTo>
                  <a:pt x="108853" y="33561"/>
                  <a:pt x="107394" y="36479"/>
                  <a:pt x="104767" y="38813"/>
                </a:cubicBezTo>
                <a:cubicBezTo>
                  <a:pt x="101849" y="41148"/>
                  <a:pt x="98639" y="42315"/>
                  <a:pt x="95137" y="42315"/>
                </a:cubicBezTo>
                <a:cubicBezTo>
                  <a:pt x="88133" y="42315"/>
                  <a:pt x="83464" y="37938"/>
                  <a:pt x="81129" y="28891"/>
                </a:cubicBezTo>
                <a:lnTo>
                  <a:pt x="79378" y="22471"/>
                </a:lnTo>
                <a:cubicBezTo>
                  <a:pt x="77627" y="17218"/>
                  <a:pt x="75876" y="13424"/>
                  <a:pt x="73541" y="11381"/>
                </a:cubicBezTo>
                <a:cubicBezTo>
                  <a:pt x="71207" y="9630"/>
                  <a:pt x="67413" y="8463"/>
                  <a:pt x="62160" y="8463"/>
                </a:cubicBezTo>
                <a:cubicBezTo>
                  <a:pt x="50195" y="8463"/>
                  <a:pt x="40564" y="13132"/>
                  <a:pt x="33269" y="22471"/>
                </a:cubicBezTo>
                <a:cubicBezTo>
                  <a:pt x="25973" y="31810"/>
                  <a:pt x="22471" y="44066"/>
                  <a:pt x="22471" y="59242"/>
                </a:cubicBezTo>
                <a:cubicBezTo>
                  <a:pt x="22471" y="76168"/>
                  <a:pt x="26557" y="89884"/>
                  <a:pt x="35020" y="100390"/>
                </a:cubicBezTo>
                <a:cubicBezTo>
                  <a:pt x="43191" y="110896"/>
                  <a:pt x="54281" y="116149"/>
                  <a:pt x="67705" y="116149"/>
                </a:cubicBezTo>
                <a:cubicBezTo>
                  <a:pt x="75876" y="116149"/>
                  <a:pt x="83172" y="114398"/>
                  <a:pt x="89300" y="110312"/>
                </a:cubicBezTo>
                <a:cubicBezTo>
                  <a:pt x="95137" y="106226"/>
                  <a:pt x="101849" y="99222"/>
                  <a:pt x="108853" y="88717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AFFAC-617C-4069-BAFA-F3FE5741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201" y="748139"/>
            <a:ext cx="139495" cy="199320"/>
          </a:xfrm>
          <a:custGeom xmlns:a="http://schemas.openxmlformats.org/drawingml/2006/main">
            <a:pathLst>
              <a:path w="139495" h="199320">
                <a:moveTo>
                  <a:pt x="139495" y="199320"/>
                </a:moveTo>
                <a:lnTo>
                  <a:pt x="77627" y="199320"/>
                </a:lnTo>
                <a:lnTo>
                  <a:pt x="77627" y="194943"/>
                </a:lnTo>
                <a:cubicBezTo>
                  <a:pt x="86090" y="194067"/>
                  <a:pt x="91635" y="192025"/>
                  <a:pt x="93970" y="189106"/>
                </a:cubicBezTo>
                <a:cubicBezTo>
                  <a:pt x="96304" y="186188"/>
                  <a:pt x="97471" y="179768"/>
                  <a:pt x="97471" y="169554"/>
                </a:cubicBezTo>
                <a:lnTo>
                  <a:pt x="97471" y="111771"/>
                </a:lnTo>
                <a:cubicBezTo>
                  <a:pt x="97471" y="91343"/>
                  <a:pt x="90176" y="80837"/>
                  <a:pt x="75876" y="80837"/>
                </a:cubicBezTo>
                <a:cubicBezTo>
                  <a:pt x="70039" y="80837"/>
                  <a:pt x="64495" y="82296"/>
                  <a:pt x="59825" y="84923"/>
                </a:cubicBezTo>
                <a:cubicBezTo>
                  <a:pt x="54864" y="87841"/>
                  <a:pt x="49319" y="92510"/>
                  <a:pt x="43191" y="99222"/>
                </a:cubicBezTo>
                <a:lnTo>
                  <a:pt x="43191" y="169554"/>
                </a:lnTo>
                <a:cubicBezTo>
                  <a:pt x="43191" y="179768"/>
                  <a:pt x="44358" y="186188"/>
                  <a:pt x="46693" y="189106"/>
                </a:cubicBezTo>
                <a:cubicBezTo>
                  <a:pt x="49028" y="192025"/>
                  <a:pt x="54281" y="194067"/>
                  <a:pt x="63035" y="194943"/>
                </a:cubicBezTo>
                <a:lnTo>
                  <a:pt x="63035" y="199320"/>
                </a:lnTo>
                <a:lnTo>
                  <a:pt x="0" y="199320"/>
                </a:lnTo>
                <a:lnTo>
                  <a:pt x="0" y="194943"/>
                </a:lnTo>
                <a:cubicBezTo>
                  <a:pt x="8171" y="193776"/>
                  <a:pt x="13424" y="192025"/>
                  <a:pt x="15467" y="189106"/>
                </a:cubicBezTo>
                <a:cubicBezTo>
                  <a:pt x="17510" y="186480"/>
                  <a:pt x="18677" y="180060"/>
                  <a:pt x="18677" y="169554"/>
                </a:cubicBezTo>
                <a:lnTo>
                  <a:pt x="18677" y="32101"/>
                </a:lnTo>
                <a:cubicBezTo>
                  <a:pt x="18677" y="25973"/>
                  <a:pt x="17510" y="21887"/>
                  <a:pt x="15759" y="20136"/>
                </a:cubicBezTo>
                <a:cubicBezTo>
                  <a:pt x="14008" y="18385"/>
                  <a:pt x="9922" y="17218"/>
                  <a:pt x="3794" y="17218"/>
                </a:cubicBezTo>
                <a:cubicBezTo>
                  <a:pt x="2043" y="17218"/>
                  <a:pt x="875" y="17510"/>
                  <a:pt x="292" y="17510"/>
                </a:cubicBezTo>
                <a:lnTo>
                  <a:pt x="292" y="12841"/>
                </a:lnTo>
                <a:lnTo>
                  <a:pt x="8171" y="10506"/>
                </a:lnTo>
                <a:cubicBezTo>
                  <a:pt x="23055" y="6128"/>
                  <a:pt x="34144" y="2626"/>
                  <a:pt x="41732" y="0"/>
                </a:cubicBezTo>
                <a:lnTo>
                  <a:pt x="43191" y="875"/>
                </a:lnTo>
                <a:lnTo>
                  <a:pt x="43191" y="89592"/>
                </a:lnTo>
                <a:cubicBezTo>
                  <a:pt x="49903" y="80837"/>
                  <a:pt x="56615" y="74709"/>
                  <a:pt x="63327" y="70915"/>
                </a:cubicBezTo>
                <a:cubicBezTo>
                  <a:pt x="69748" y="67121"/>
                  <a:pt x="77335" y="65078"/>
                  <a:pt x="86090" y="65078"/>
                </a:cubicBezTo>
                <a:cubicBezTo>
                  <a:pt x="110020" y="65078"/>
                  <a:pt x="121985" y="80545"/>
                  <a:pt x="121985" y="111479"/>
                </a:cubicBezTo>
                <a:lnTo>
                  <a:pt x="121985" y="169554"/>
                </a:lnTo>
                <a:cubicBezTo>
                  <a:pt x="121985" y="179768"/>
                  <a:pt x="122861" y="186188"/>
                  <a:pt x="124612" y="188815"/>
                </a:cubicBezTo>
                <a:cubicBezTo>
                  <a:pt x="126363" y="191441"/>
                  <a:pt x="131324" y="193484"/>
                  <a:pt x="139495" y="194943"/>
                </a:cubicBezTo>
                <a:lnTo>
                  <a:pt x="139495" y="19932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9F387-307A-4751-A072-F698C721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159" y="748139"/>
            <a:ext cx="69164" cy="199320"/>
          </a:xfrm>
          <a:custGeom xmlns:a="http://schemas.openxmlformats.org/drawingml/2006/main">
            <a:pathLst>
              <a:path w="69164" h="199320">
                <a:moveTo>
                  <a:pt x="47860" y="14883"/>
                </a:moveTo>
                <a:cubicBezTo>
                  <a:pt x="47860" y="19261"/>
                  <a:pt x="46401" y="22763"/>
                  <a:pt x="43483" y="25681"/>
                </a:cubicBezTo>
                <a:cubicBezTo>
                  <a:pt x="40564" y="28599"/>
                  <a:pt x="36771" y="29767"/>
                  <a:pt x="32685" y="29767"/>
                </a:cubicBezTo>
                <a:cubicBezTo>
                  <a:pt x="28599" y="29767"/>
                  <a:pt x="25097" y="28599"/>
                  <a:pt x="22179" y="25681"/>
                </a:cubicBezTo>
                <a:cubicBezTo>
                  <a:pt x="19261" y="22763"/>
                  <a:pt x="18094" y="19261"/>
                  <a:pt x="18094" y="14883"/>
                </a:cubicBezTo>
                <a:cubicBezTo>
                  <a:pt x="18094" y="10798"/>
                  <a:pt x="19553" y="7296"/>
                  <a:pt x="22471" y="4377"/>
                </a:cubicBezTo>
                <a:cubicBezTo>
                  <a:pt x="25389" y="1459"/>
                  <a:pt x="28891" y="0"/>
                  <a:pt x="32977" y="0"/>
                </a:cubicBezTo>
                <a:cubicBezTo>
                  <a:pt x="37063" y="0"/>
                  <a:pt x="40564" y="1459"/>
                  <a:pt x="43483" y="4377"/>
                </a:cubicBezTo>
                <a:cubicBezTo>
                  <a:pt x="46401" y="7296"/>
                  <a:pt x="47860" y="10798"/>
                  <a:pt x="47860" y="14883"/>
                </a:cubicBezTo>
                <a:close/>
                <a:moveTo>
                  <a:pt x="69164" y="199320"/>
                </a:moveTo>
                <a:lnTo>
                  <a:pt x="0" y="199320"/>
                </a:lnTo>
                <a:lnTo>
                  <a:pt x="0" y="194943"/>
                </a:lnTo>
                <a:cubicBezTo>
                  <a:pt x="9922" y="194359"/>
                  <a:pt x="16343" y="192608"/>
                  <a:pt x="18969" y="189690"/>
                </a:cubicBezTo>
                <a:cubicBezTo>
                  <a:pt x="21595" y="186772"/>
                  <a:pt x="23055" y="180060"/>
                  <a:pt x="23055" y="168970"/>
                </a:cubicBezTo>
                <a:lnTo>
                  <a:pt x="23055" y="102724"/>
                </a:lnTo>
                <a:cubicBezTo>
                  <a:pt x="23055" y="96012"/>
                  <a:pt x="22179" y="91343"/>
                  <a:pt x="21012" y="88425"/>
                </a:cubicBezTo>
                <a:cubicBezTo>
                  <a:pt x="19553" y="85798"/>
                  <a:pt x="16926" y="84339"/>
                  <a:pt x="13424" y="84339"/>
                </a:cubicBezTo>
                <a:cubicBezTo>
                  <a:pt x="8755" y="84339"/>
                  <a:pt x="4669" y="84923"/>
                  <a:pt x="1167" y="85798"/>
                </a:cubicBezTo>
                <a:lnTo>
                  <a:pt x="1167" y="81129"/>
                </a:lnTo>
                <a:lnTo>
                  <a:pt x="46401" y="65078"/>
                </a:lnTo>
                <a:lnTo>
                  <a:pt x="47568" y="66246"/>
                </a:lnTo>
                <a:lnTo>
                  <a:pt x="47568" y="168678"/>
                </a:lnTo>
                <a:cubicBezTo>
                  <a:pt x="47568" y="179768"/>
                  <a:pt x="48736" y="186480"/>
                  <a:pt x="51070" y="189398"/>
                </a:cubicBezTo>
                <a:cubicBezTo>
                  <a:pt x="53405" y="192316"/>
                  <a:pt x="59533" y="194359"/>
                  <a:pt x="69164" y="194943"/>
                </a:cubicBezTo>
                <a:lnTo>
                  <a:pt x="69164" y="19932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909D8-129B-40F9-8B4F-2A079633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12" y="778489"/>
            <a:ext cx="77627" cy="171597"/>
          </a:xfrm>
          <a:custGeom xmlns:a="http://schemas.openxmlformats.org/drawingml/2006/main">
            <a:pathLst>
              <a:path w="77627" h="171597">
                <a:moveTo>
                  <a:pt x="73833" y="146499"/>
                </a:moveTo>
                <a:lnTo>
                  <a:pt x="77627" y="149709"/>
                </a:lnTo>
                <a:cubicBezTo>
                  <a:pt x="68288" y="164301"/>
                  <a:pt x="56323" y="171597"/>
                  <a:pt x="42315" y="171597"/>
                </a:cubicBezTo>
                <a:cubicBezTo>
                  <a:pt x="25097" y="171597"/>
                  <a:pt x="16634" y="159340"/>
                  <a:pt x="16634" y="134826"/>
                </a:cubicBezTo>
                <a:lnTo>
                  <a:pt x="16634" y="46985"/>
                </a:lnTo>
                <a:lnTo>
                  <a:pt x="1167" y="46985"/>
                </a:lnTo>
                <a:cubicBezTo>
                  <a:pt x="292" y="46401"/>
                  <a:pt x="0" y="45817"/>
                  <a:pt x="0" y="44942"/>
                </a:cubicBezTo>
                <a:cubicBezTo>
                  <a:pt x="0" y="43483"/>
                  <a:pt x="1459" y="41732"/>
                  <a:pt x="4961" y="39397"/>
                </a:cubicBezTo>
                <a:cubicBezTo>
                  <a:pt x="12257" y="35312"/>
                  <a:pt x="21595" y="24806"/>
                  <a:pt x="33269" y="8171"/>
                </a:cubicBezTo>
                <a:cubicBezTo>
                  <a:pt x="33561" y="7588"/>
                  <a:pt x="34436" y="6420"/>
                  <a:pt x="35895" y="4669"/>
                </a:cubicBezTo>
                <a:cubicBezTo>
                  <a:pt x="37354" y="2918"/>
                  <a:pt x="38522" y="1167"/>
                  <a:pt x="39105" y="0"/>
                </a:cubicBezTo>
                <a:cubicBezTo>
                  <a:pt x="40273" y="0"/>
                  <a:pt x="41148" y="1459"/>
                  <a:pt x="41148" y="3794"/>
                </a:cubicBezTo>
                <a:lnTo>
                  <a:pt x="41148" y="37646"/>
                </a:lnTo>
                <a:lnTo>
                  <a:pt x="70623" y="37646"/>
                </a:lnTo>
                <a:lnTo>
                  <a:pt x="70623" y="46985"/>
                </a:lnTo>
                <a:lnTo>
                  <a:pt x="41148" y="46985"/>
                </a:lnTo>
                <a:lnTo>
                  <a:pt x="41148" y="130448"/>
                </a:lnTo>
                <a:cubicBezTo>
                  <a:pt x="41148" y="139787"/>
                  <a:pt x="42315" y="146499"/>
                  <a:pt x="44650" y="150585"/>
                </a:cubicBezTo>
                <a:cubicBezTo>
                  <a:pt x="46985" y="154670"/>
                  <a:pt x="50779" y="156713"/>
                  <a:pt x="56323" y="156713"/>
                </a:cubicBezTo>
                <a:cubicBezTo>
                  <a:pt x="62160" y="156713"/>
                  <a:pt x="67997" y="153503"/>
                  <a:pt x="73833" y="146499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FC7F5-43D5-4BFF-AFD9-7AA5BA5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044" y="813217"/>
            <a:ext cx="116440" cy="136869"/>
          </a:xfrm>
          <a:custGeom xmlns:a="http://schemas.openxmlformats.org/drawingml/2006/main">
            <a:pathLst>
              <a:path w="116440" h="136869">
                <a:moveTo>
                  <a:pt x="111771" y="86382"/>
                </a:moveTo>
                <a:lnTo>
                  <a:pt x="116440" y="88425"/>
                </a:lnTo>
                <a:cubicBezTo>
                  <a:pt x="104767" y="120818"/>
                  <a:pt x="84339" y="136869"/>
                  <a:pt x="55448" y="136869"/>
                </a:cubicBezTo>
                <a:cubicBezTo>
                  <a:pt x="38230" y="136869"/>
                  <a:pt x="24806" y="131032"/>
                  <a:pt x="14883" y="119067"/>
                </a:cubicBezTo>
                <a:cubicBezTo>
                  <a:pt x="4961" y="107394"/>
                  <a:pt x="0" y="91343"/>
                  <a:pt x="0" y="70915"/>
                </a:cubicBezTo>
                <a:cubicBezTo>
                  <a:pt x="0" y="50195"/>
                  <a:pt x="5545" y="33269"/>
                  <a:pt x="16634" y="19844"/>
                </a:cubicBezTo>
                <a:cubicBezTo>
                  <a:pt x="27724" y="6712"/>
                  <a:pt x="42315" y="0"/>
                  <a:pt x="60409" y="0"/>
                </a:cubicBezTo>
                <a:cubicBezTo>
                  <a:pt x="77919" y="0"/>
                  <a:pt x="91343" y="6712"/>
                  <a:pt x="100973" y="20136"/>
                </a:cubicBezTo>
                <a:cubicBezTo>
                  <a:pt x="106518" y="28016"/>
                  <a:pt x="109728" y="39105"/>
                  <a:pt x="110896" y="53405"/>
                </a:cubicBezTo>
                <a:lnTo>
                  <a:pt x="21012" y="53405"/>
                </a:lnTo>
                <a:cubicBezTo>
                  <a:pt x="21595" y="65662"/>
                  <a:pt x="22763" y="75001"/>
                  <a:pt x="24514" y="81421"/>
                </a:cubicBezTo>
                <a:cubicBezTo>
                  <a:pt x="26265" y="87841"/>
                  <a:pt x="29475" y="94553"/>
                  <a:pt x="34436" y="100973"/>
                </a:cubicBezTo>
                <a:cubicBezTo>
                  <a:pt x="42607" y="111771"/>
                  <a:pt x="53405" y="117024"/>
                  <a:pt x="66829" y="117024"/>
                </a:cubicBezTo>
                <a:cubicBezTo>
                  <a:pt x="76168" y="117024"/>
                  <a:pt x="84339" y="114689"/>
                  <a:pt x="90759" y="110020"/>
                </a:cubicBezTo>
                <a:cubicBezTo>
                  <a:pt x="97180" y="105351"/>
                  <a:pt x="104184" y="97471"/>
                  <a:pt x="111771" y="86382"/>
                </a:cubicBezTo>
                <a:close/>
                <a:moveTo>
                  <a:pt x="21595" y="44066"/>
                </a:moveTo>
                <a:lnTo>
                  <a:pt x="81129" y="44066"/>
                </a:lnTo>
                <a:cubicBezTo>
                  <a:pt x="79378" y="31810"/>
                  <a:pt x="76460" y="23346"/>
                  <a:pt x="72374" y="18094"/>
                </a:cubicBezTo>
                <a:cubicBezTo>
                  <a:pt x="68288" y="13132"/>
                  <a:pt x="61868" y="10506"/>
                  <a:pt x="52530" y="10506"/>
                </a:cubicBezTo>
                <a:cubicBezTo>
                  <a:pt x="44358" y="10506"/>
                  <a:pt x="37354" y="13424"/>
                  <a:pt x="32101" y="19261"/>
                </a:cubicBezTo>
                <a:cubicBezTo>
                  <a:pt x="26557" y="25097"/>
                  <a:pt x="23055" y="33269"/>
                  <a:pt x="21595" y="44066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0CDBD-5702-476D-998F-B20B552D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616" y="813217"/>
            <a:ext cx="112939" cy="136869"/>
          </a:xfrm>
          <a:custGeom xmlns:a="http://schemas.openxmlformats.org/drawingml/2006/main">
            <a:pathLst>
              <a:path w="112939" h="136869">
                <a:moveTo>
                  <a:pt x="108853" y="88717"/>
                </a:moveTo>
                <a:lnTo>
                  <a:pt x="112939" y="91343"/>
                </a:lnTo>
                <a:cubicBezTo>
                  <a:pt x="104475" y="107686"/>
                  <a:pt x="96596" y="119067"/>
                  <a:pt x="89008" y="124904"/>
                </a:cubicBezTo>
                <a:cubicBezTo>
                  <a:pt x="79086" y="133075"/>
                  <a:pt x="67705" y="136869"/>
                  <a:pt x="55448" y="136869"/>
                </a:cubicBezTo>
                <a:cubicBezTo>
                  <a:pt x="39105" y="136869"/>
                  <a:pt x="25973" y="131032"/>
                  <a:pt x="15467" y="118775"/>
                </a:cubicBezTo>
                <a:cubicBezTo>
                  <a:pt x="4961" y="106810"/>
                  <a:pt x="0" y="91343"/>
                  <a:pt x="0" y="72374"/>
                </a:cubicBezTo>
                <a:cubicBezTo>
                  <a:pt x="0" y="47860"/>
                  <a:pt x="8171" y="28599"/>
                  <a:pt x="24514" y="14883"/>
                </a:cubicBezTo>
                <a:cubicBezTo>
                  <a:pt x="36479" y="4961"/>
                  <a:pt x="49611" y="0"/>
                  <a:pt x="63911" y="0"/>
                </a:cubicBezTo>
                <a:cubicBezTo>
                  <a:pt x="76168" y="0"/>
                  <a:pt x="86674" y="3210"/>
                  <a:pt x="95429" y="9047"/>
                </a:cubicBezTo>
                <a:cubicBezTo>
                  <a:pt x="104184" y="14883"/>
                  <a:pt x="108853" y="21887"/>
                  <a:pt x="108853" y="30059"/>
                </a:cubicBezTo>
                <a:cubicBezTo>
                  <a:pt x="108853" y="33561"/>
                  <a:pt x="107394" y="36479"/>
                  <a:pt x="104767" y="38813"/>
                </a:cubicBezTo>
                <a:cubicBezTo>
                  <a:pt x="101849" y="41148"/>
                  <a:pt x="98639" y="42315"/>
                  <a:pt x="95137" y="42315"/>
                </a:cubicBezTo>
                <a:cubicBezTo>
                  <a:pt x="88133" y="42315"/>
                  <a:pt x="83464" y="37938"/>
                  <a:pt x="81129" y="28891"/>
                </a:cubicBezTo>
                <a:lnTo>
                  <a:pt x="79378" y="22471"/>
                </a:lnTo>
                <a:cubicBezTo>
                  <a:pt x="77627" y="17218"/>
                  <a:pt x="75876" y="13424"/>
                  <a:pt x="73541" y="11381"/>
                </a:cubicBezTo>
                <a:cubicBezTo>
                  <a:pt x="71207" y="9630"/>
                  <a:pt x="67413" y="8463"/>
                  <a:pt x="62160" y="8463"/>
                </a:cubicBezTo>
                <a:cubicBezTo>
                  <a:pt x="50195" y="8463"/>
                  <a:pt x="40564" y="13132"/>
                  <a:pt x="33269" y="22471"/>
                </a:cubicBezTo>
                <a:cubicBezTo>
                  <a:pt x="25973" y="31810"/>
                  <a:pt x="22471" y="44066"/>
                  <a:pt x="22471" y="59242"/>
                </a:cubicBezTo>
                <a:cubicBezTo>
                  <a:pt x="22471" y="76168"/>
                  <a:pt x="26557" y="89884"/>
                  <a:pt x="35020" y="100390"/>
                </a:cubicBezTo>
                <a:cubicBezTo>
                  <a:pt x="43191" y="110896"/>
                  <a:pt x="54281" y="116149"/>
                  <a:pt x="67705" y="116149"/>
                </a:cubicBezTo>
                <a:cubicBezTo>
                  <a:pt x="75876" y="116149"/>
                  <a:pt x="83172" y="114398"/>
                  <a:pt x="89300" y="110312"/>
                </a:cubicBezTo>
                <a:cubicBezTo>
                  <a:pt x="95137" y="106226"/>
                  <a:pt x="101849" y="99222"/>
                  <a:pt x="108853" y="88717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7B5CD-E01D-42AA-B7DB-49F9283F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688" y="778489"/>
            <a:ext cx="77627" cy="171597"/>
          </a:xfrm>
          <a:custGeom xmlns:a="http://schemas.openxmlformats.org/drawingml/2006/main">
            <a:pathLst>
              <a:path w="77627" h="171597">
                <a:moveTo>
                  <a:pt x="73833" y="146499"/>
                </a:moveTo>
                <a:lnTo>
                  <a:pt x="77627" y="149709"/>
                </a:lnTo>
                <a:cubicBezTo>
                  <a:pt x="68288" y="164301"/>
                  <a:pt x="56323" y="171597"/>
                  <a:pt x="42315" y="171597"/>
                </a:cubicBezTo>
                <a:cubicBezTo>
                  <a:pt x="25097" y="171597"/>
                  <a:pt x="16634" y="159340"/>
                  <a:pt x="16634" y="134826"/>
                </a:cubicBezTo>
                <a:lnTo>
                  <a:pt x="16634" y="46985"/>
                </a:lnTo>
                <a:lnTo>
                  <a:pt x="1167" y="46985"/>
                </a:lnTo>
                <a:cubicBezTo>
                  <a:pt x="292" y="46401"/>
                  <a:pt x="0" y="45817"/>
                  <a:pt x="0" y="44942"/>
                </a:cubicBezTo>
                <a:cubicBezTo>
                  <a:pt x="0" y="43483"/>
                  <a:pt x="1459" y="41732"/>
                  <a:pt x="4961" y="39397"/>
                </a:cubicBezTo>
                <a:cubicBezTo>
                  <a:pt x="12257" y="35312"/>
                  <a:pt x="21595" y="24806"/>
                  <a:pt x="33269" y="8171"/>
                </a:cubicBezTo>
                <a:cubicBezTo>
                  <a:pt x="33561" y="7588"/>
                  <a:pt x="34436" y="6420"/>
                  <a:pt x="35895" y="4669"/>
                </a:cubicBezTo>
                <a:cubicBezTo>
                  <a:pt x="37354" y="2918"/>
                  <a:pt x="38522" y="1167"/>
                  <a:pt x="39105" y="0"/>
                </a:cubicBezTo>
                <a:cubicBezTo>
                  <a:pt x="40273" y="0"/>
                  <a:pt x="41148" y="1459"/>
                  <a:pt x="41148" y="3794"/>
                </a:cubicBezTo>
                <a:lnTo>
                  <a:pt x="41148" y="37646"/>
                </a:lnTo>
                <a:lnTo>
                  <a:pt x="70623" y="37646"/>
                </a:lnTo>
                <a:lnTo>
                  <a:pt x="70623" y="46985"/>
                </a:lnTo>
                <a:lnTo>
                  <a:pt x="41148" y="46985"/>
                </a:lnTo>
                <a:lnTo>
                  <a:pt x="41148" y="130448"/>
                </a:lnTo>
                <a:cubicBezTo>
                  <a:pt x="41148" y="139787"/>
                  <a:pt x="42315" y="146499"/>
                  <a:pt x="44650" y="150585"/>
                </a:cubicBezTo>
                <a:cubicBezTo>
                  <a:pt x="46985" y="154670"/>
                  <a:pt x="50779" y="156713"/>
                  <a:pt x="56323" y="156713"/>
                </a:cubicBezTo>
                <a:cubicBezTo>
                  <a:pt x="62160" y="156713"/>
                  <a:pt x="67997" y="153503"/>
                  <a:pt x="73833" y="146499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C3E64-AED5-4C20-B5FA-137EA2FF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650" y="816136"/>
            <a:ext cx="137452" cy="133950"/>
          </a:xfrm>
          <a:custGeom xmlns:a="http://schemas.openxmlformats.org/drawingml/2006/main">
            <a:pathLst>
              <a:path w="137452" h="133950">
                <a:moveTo>
                  <a:pt x="137452" y="116732"/>
                </a:moveTo>
                <a:lnTo>
                  <a:pt x="137452" y="120818"/>
                </a:lnTo>
                <a:cubicBezTo>
                  <a:pt x="122277" y="124904"/>
                  <a:pt x="108853" y="129281"/>
                  <a:pt x="97471" y="133659"/>
                </a:cubicBezTo>
                <a:lnTo>
                  <a:pt x="96012" y="132783"/>
                </a:lnTo>
                <a:lnTo>
                  <a:pt x="96012" y="109145"/>
                </a:lnTo>
                <a:lnTo>
                  <a:pt x="95429" y="109145"/>
                </a:lnTo>
                <a:cubicBezTo>
                  <a:pt x="83172" y="125779"/>
                  <a:pt x="69164" y="133950"/>
                  <a:pt x="53697" y="133950"/>
                </a:cubicBezTo>
                <a:cubicBezTo>
                  <a:pt x="42607" y="133950"/>
                  <a:pt x="33852" y="130740"/>
                  <a:pt x="27432" y="124028"/>
                </a:cubicBezTo>
                <a:cubicBezTo>
                  <a:pt x="21012" y="117316"/>
                  <a:pt x="18094" y="108269"/>
                  <a:pt x="18094" y="96888"/>
                </a:cubicBezTo>
                <a:lnTo>
                  <a:pt x="18094" y="23638"/>
                </a:lnTo>
                <a:cubicBezTo>
                  <a:pt x="18094" y="16634"/>
                  <a:pt x="16634" y="11673"/>
                  <a:pt x="14300" y="8755"/>
                </a:cubicBezTo>
                <a:cubicBezTo>
                  <a:pt x="11673" y="6128"/>
                  <a:pt x="7004" y="4669"/>
                  <a:pt x="0" y="4086"/>
                </a:cubicBezTo>
                <a:lnTo>
                  <a:pt x="0" y="0"/>
                </a:lnTo>
                <a:lnTo>
                  <a:pt x="42607" y="0"/>
                </a:lnTo>
                <a:lnTo>
                  <a:pt x="42607" y="94261"/>
                </a:lnTo>
                <a:cubicBezTo>
                  <a:pt x="42607" y="100973"/>
                  <a:pt x="44358" y="106518"/>
                  <a:pt x="48444" y="110896"/>
                </a:cubicBezTo>
                <a:cubicBezTo>
                  <a:pt x="52530" y="115273"/>
                  <a:pt x="57491" y="117316"/>
                  <a:pt x="63327" y="117316"/>
                </a:cubicBezTo>
                <a:cubicBezTo>
                  <a:pt x="72666" y="117316"/>
                  <a:pt x="80837" y="114398"/>
                  <a:pt x="87841" y="108269"/>
                </a:cubicBezTo>
                <a:cubicBezTo>
                  <a:pt x="90176" y="105935"/>
                  <a:pt x="91927" y="103892"/>
                  <a:pt x="93094" y="101849"/>
                </a:cubicBezTo>
                <a:cubicBezTo>
                  <a:pt x="93970" y="99806"/>
                  <a:pt x="94553" y="96304"/>
                  <a:pt x="94553" y="91343"/>
                </a:cubicBezTo>
                <a:lnTo>
                  <a:pt x="94553" y="23930"/>
                </a:lnTo>
                <a:cubicBezTo>
                  <a:pt x="94553" y="16343"/>
                  <a:pt x="93094" y="11673"/>
                  <a:pt x="90468" y="9339"/>
                </a:cubicBezTo>
                <a:cubicBezTo>
                  <a:pt x="87549" y="7004"/>
                  <a:pt x="81713" y="5545"/>
                  <a:pt x="72958" y="4961"/>
                </a:cubicBezTo>
                <a:lnTo>
                  <a:pt x="72958" y="0"/>
                </a:lnTo>
                <a:lnTo>
                  <a:pt x="119067" y="0"/>
                </a:lnTo>
                <a:lnTo>
                  <a:pt x="119067" y="100098"/>
                </a:lnTo>
                <a:cubicBezTo>
                  <a:pt x="119067" y="107102"/>
                  <a:pt x="119942" y="111479"/>
                  <a:pt x="122277" y="113522"/>
                </a:cubicBezTo>
                <a:cubicBezTo>
                  <a:pt x="124612" y="115857"/>
                  <a:pt x="128989" y="116732"/>
                  <a:pt x="135701" y="116732"/>
                </a:cubicBezTo>
                <a:lnTo>
                  <a:pt x="137452" y="116732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0CBA4-26EE-45C3-ACE5-AAB2DCEE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397" y="813217"/>
            <a:ext cx="96304" cy="134242"/>
          </a:xfrm>
          <a:custGeom xmlns:a="http://schemas.openxmlformats.org/drawingml/2006/main">
            <a:pathLst>
              <a:path w="96304" h="134242">
                <a:moveTo>
                  <a:pt x="45234" y="584"/>
                </a:moveTo>
                <a:lnTo>
                  <a:pt x="45234" y="27432"/>
                </a:lnTo>
                <a:cubicBezTo>
                  <a:pt x="52530" y="16926"/>
                  <a:pt x="58658" y="9922"/>
                  <a:pt x="63619" y="5837"/>
                </a:cubicBezTo>
                <a:cubicBezTo>
                  <a:pt x="68580" y="2043"/>
                  <a:pt x="74125" y="0"/>
                  <a:pt x="80253" y="0"/>
                </a:cubicBezTo>
                <a:cubicBezTo>
                  <a:pt x="85215" y="0"/>
                  <a:pt x="89008" y="1459"/>
                  <a:pt x="91927" y="4086"/>
                </a:cubicBezTo>
                <a:cubicBezTo>
                  <a:pt x="94845" y="7004"/>
                  <a:pt x="96304" y="10798"/>
                  <a:pt x="96304" y="15467"/>
                </a:cubicBezTo>
                <a:cubicBezTo>
                  <a:pt x="96304" y="19553"/>
                  <a:pt x="95137" y="22763"/>
                  <a:pt x="93094" y="25097"/>
                </a:cubicBezTo>
                <a:cubicBezTo>
                  <a:pt x="91051" y="27432"/>
                  <a:pt x="88425" y="28599"/>
                  <a:pt x="84923" y="28599"/>
                </a:cubicBezTo>
                <a:cubicBezTo>
                  <a:pt x="81129" y="28599"/>
                  <a:pt x="77335" y="26848"/>
                  <a:pt x="73250" y="22763"/>
                </a:cubicBezTo>
                <a:cubicBezTo>
                  <a:pt x="70039" y="19844"/>
                  <a:pt x="67413" y="18385"/>
                  <a:pt x="65662" y="18385"/>
                </a:cubicBezTo>
                <a:cubicBezTo>
                  <a:pt x="61576" y="18385"/>
                  <a:pt x="56907" y="21304"/>
                  <a:pt x="52238" y="26848"/>
                </a:cubicBezTo>
                <a:cubicBezTo>
                  <a:pt x="47568" y="32685"/>
                  <a:pt x="45234" y="37646"/>
                  <a:pt x="45234" y="42315"/>
                </a:cubicBezTo>
                <a:lnTo>
                  <a:pt x="45234" y="107977"/>
                </a:lnTo>
                <a:cubicBezTo>
                  <a:pt x="45234" y="116440"/>
                  <a:pt x="46693" y="121985"/>
                  <a:pt x="50195" y="124904"/>
                </a:cubicBezTo>
                <a:cubicBezTo>
                  <a:pt x="53405" y="127822"/>
                  <a:pt x="60117" y="129573"/>
                  <a:pt x="70039" y="129865"/>
                </a:cubicBezTo>
                <a:lnTo>
                  <a:pt x="70039" y="134242"/>
                </a:lnTo>
                <a:lnTo>
                  <a:pt x="0" y="134242"/>
                </a:lnTo>
                <a:lnTo>
                  <a:pt x="0" y="129865"/>
                </a:lnTo>
                <a:cubicBezTo>
                  <a:pt x="9339" y="128114"/>
                  <a:pt x="14883" y="126363"/>
                  <a:pt x="17218" y="124028"/>
                </a:cubicBezTo>
                <a:cubicBezTo>
                  <a:pt x="19553" y="121985"/>
                  <a:pt x="20720" y="117316"/>
                  <a:pt x="20720" y="109728"/>
                </a:cubicBezTo>
                <a:lnTo>
                  <a:pt x="20720" y="36771"/>
                </a:lnTo>
                <a:cubicBezTo>
                  <a:pt x="20720" y="30350"/>
                  <a:pt x="19844" y="25973"/>
                  <a:pt x="18385" y="23346"/>
                </a:cubicBezTo>
                <a:cubicBezTo>
                  <a:pt x="16926" y="20720"/>
                  <a:pt x="14300" y="19261"/>
                  <a:pt x="10798" y="19261"/>
                </a:cubicBezTo>
                <a:cubicBezTo>
                  <a:pt x="7588" y="19261"/>
                  <a:pt x="4086" y="19844"/>
                  <a:pt x="584" y="20428"/>
                </a:cubicBezTo>
                <a:lnTo>
                  <a:pt x="584" y="15759"/>
                </a:lnTo>
                <a:cubicBezTo>
                  <a:pt x="12841" y="11965"/>
                  <a:pt x="27140" y="6712"/>
                  <a:pt x="43775" y="0"/>
                </a:cubicBezTo>
                <a:lnTo>
                  <a:pt x="45234" y="584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B92C1-23A0-49B0-87A4-8FCB81A2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15" y="813217"/>
            <a:ext cx="118191" cy="136869"/>
          </a:xfrm>
          <a:custGeom xmlns:a="http://schemas.openxmlformats.org/drawingml/2006/main">
            <a:pathLst>
              <a:path w="118191" h="136869">
                <a:moveTo>
                  <a:pt x="118191" y="114981"/>
                </a:moveTo>
                <a:lnTo>
                  <a:pt x="118191" y="123153"/>
                </a:lnTo>
                <a:cubicBezTo>
                  <a:pt x="110604" y="132491"/>
                  <a:pt x="101849" y="136869"/>
                  <a:pt x="91927" y="136869"/>
                </a:cubicBezTo>
                <a:cubicBezTo>
                  <a:pt x="80837" y="136869"/>
                  <a:pt x="74417" y="129865"/>
                  <a:pt x="73250" y="115857"/>
                </a:cubicBezTo>
                <a:lnTo>
                  <a:pt x="72958" y="115857"/>
                </a:lnTo>
                <a:cubicBezTo>
                  <a:pt x="60409" y="129865"/>
                  <a:pt x="46401" y="136869"/>
                  <a:pt x="30642" y="136869"/>
                </a:cubicBezTo>
                <a:cubicBezTo>
                  <a:pt x="21304" y="136869"/>
                  <a:pt x="14008" y="134242"/>
                  <a:pt x="8463" y="128989"/>
                </a:cubicBezTo>
                <a:cubicBezTo>
                  <a:pt x="2626" y="123736"/>
                  <a:pt x="0" y="116440"/>
                  <a:pt x="0" y="106810"/>
                </a:cubicBezTo>
                <a:cubicBezTo>
                  <a:pt x="0" y="93386"/>
                  <a:pt x="6712" y="82004"/>
                  <a:pt x="20428" y="72666"/>
                </a:cubicBezTo>
                <a:cubicBezTo>
                  <a:pt x="29767" y="66537"/>
                  <a:pt x="47277" y="58658"/>
                  <a:pt x="72958" y="49028"/>
                </a:cubicBezTo>
                <a:lnTo>
                  <a:pt x="72958" y="33269"/>
                </a:lnTo>
                <a:cubicBezTo>
                  <a:pt x="72958" y="24514"/>
                  <a:pt x="70623" y="18094"/>
                  <a:pt x="66537" y="13716"/>
                </a:cubicBezTo>
                <a:cubicBezTo>
                  <a:pt x="62452" y="9339"/>
                  <a:pt x="56907" y="7004"/>
                  <a:pt x="50195" y="7004"/>
                </a:cubicBezTo>
                <a:cubicBezTo>
                  <a:pt x="44358" y="7004"/>
                  <a:pt x="39397" y="8463"/>
                  <a:pt x="35603" y="11381"/>
                </a:cubicBezTo>
                <a:cubicBezTo>
                  <a:pt x="31518" y="14300"/>
                  <a:pt x="29767" y="17510"/>
                  <a:pt x="29767" y="21304"/>
                </a:cubicBezTo>
                <a:cubicBezTo>
                  <a:pt x="29767" y="23055"/>
                  <a:pt x="30059" y="25097"/>
                  <a:pt x="30642" y="27140"/>
                </a:cubicBezTo>
                <a:cubicBezTo>
                  <a:pt x="31226" y="29475"/>
                  <a:pt x="31518" y="31518"/>
                  <a:pt x="31518" y="33561"/>
                </a:cubicBezTo>
                <a:cubicBezTo>
                  <a:pt x="31518" y="36479"/>
                  <a:pt x="30059" y="39397"/>
                  <a:pt x="27432" y="41732"/>
                </a:cubicBezTo>
                <a:cubicBezTo>
                  <a:pt x="24806" y="44358"/>
                  <a:pt x="21595" y="45526"/>
                  <a:pt x="18094" y="45526"/>
                </a:cubicBezTo>
                <a:cubicBezTo>
                  <a:pt x="14592" y="45526"/>
                  <a:pt x="11673" y="44358"/>
                  <a:pt x="9339" y="41732"/>
                </a:cubicBezTo>
                <a:cubicBezTo>
                  <a:pt x="6712" y="39397"/>
                  <a:pt x="5545" y="36187"/>
                  <a:pt x="5545" y="32101"/>
                </a:cubicBezTo>
                <a:cubicBezTo>
                  <a:pt x="5545" y="22763"/>
                  <a:pt x="10506" y="15175"/>
                  <a:pt x="20428" y="8755"/>
                </a:cubicBezTo>
                <a:cubicBezTo>
                  <a:pt x="29475" y="2918"/>
                  <a:pt x="40564" y="0"/>
                  <a:pt x="53989" y="0"/>
                </a:cubicBezTo>
                <a:cubicBezTo>
                  <a:pt x="69748" y="0"/>
                  <a:pt x="81129" y="4377"/>
                  <a:pt x="88425" y="13132"/>
                </a:cubicBezTo>
                <a:cubicBezTo>
                  <a:pt x="91927" y="17218"/>
                  <a:pt x="93970" y="21595"/>
                  <a:pt x="95137" y="25681"/>
                </a:cubicBezTo>
                <a:cubicBezTo>
                  <a:pt x="96012" y="29767"/>
                  <a:pt x="96596" y="36479"/>
                  <a:pt x="96596" y="45526"/>
                </a:cubicBezTo>
                <a:lnTo>
                  <a:pt x="96596" y="101265"/>
                </a:lnTo>
                <a:cubicBezTo>
                  <a:pt x="96596" y="114106"/>
                  <a:pt x="99514" y="120526"/>
                  <a:pt x="105643" y="120526"/>
                </a:cubicBezTo>
                <a:cubicBezTo>
                  <a:pt x="109437" y="120526"/>
                  <a:pt x="113522" y="118775"/>
                  <a:pt x="118191" y="114981"/>
                </a:cubicBezTo>
                <a:close/>
                <a:moveTo>
                  <a:pt x="72958" y="97180"/>
                </a:moveTo>
                <a:lnTo>
                  <a:pt x="72958" y="56032"/>
                </a:lnTo>
                <a:cubicBezTo>
                  <a:pt x="54864" y="62452"/>
                  <a:pt x="42607" y="68872"/>
                  <a:pt x="35603" y="75292"/>
                </a:cubicBezTo>
                <a:cubicBezTo>
                  <a:pt x="28891" y="81421"/>
                  <a:pt x="25681" y="89008"/>
                  <a:pt x="25681" y="97763"/>
                </a:cubicBezTo>
                <a:cubicBezTo>
                  <a:pt x="25681" y="105351"/>
                  <a:pt x="27432" y="110896"/>
                  <a:pt x="31226" y="114689"/>
                </a:cubicBezTo>
                <a:cubicBezTo>
                  <a:pt x="34728" y="118483"/>
                  <a:pt x="39689" y="120234"/>
                  <a:pt x="45817" y="120234"/>
                </a:cubicBezTo>
                <a:cubicBezTo>
                  <a:pt x="52238" y="120234"/>
                  <a:pt x="57782" y="118775"/>
                  <a:pt x="62744" y="115565"/>
                </a:cubicBezTo>
                <a:cubicBezTo>
                  <a:pt x="66829" y="112647"/>
                  <a:pt x="69456" y="110020"/>
                  <a:pt x="70915" y="107394"/>
                </a:cubicBezTo>
                <a:cubicBezTo>
                  <a:pt x="72082" y="105059"/>
                  <a:pt x="72958" y="101557"/>
                  <a:pt x="72958" y="97180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5BDA6-06C7-441E-8024-D865B69E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234" y="748139"/>
            <a:ext cx="69456" cy="199320"/>
          </a:xfrm>
          <a:custGeom xmlns:a="http://schemas.openxmlformats.org/drawingml/2006/main">
            <a:pathLst>
              <a:path w="69456" h="199320">
                <a:moveTo>
                  <a:pt x="69456" y="199320"/>
                </a:moveTo>
                <a:lnTo>
                  <a:pt x="584" y="199320"/>
                </a:lnTo>
                <a:lnTo>
                  <a:pt x="584" y="194943"/>
                </a:lnTo>
                <a:cubicBezTo>
                  <a:pt x="9630" y="194359"/>
                  <a:pt x="15759" y="192316"/>
                  <a:pt x="18677" y="189398"/>
                </a:cubicBezTo>
                <a:cubicBezTo>
                  <a:pt x="21595" y="186480"/>
                  <a:pt x="23055" y="180643"/>
                  <a:pt x="23055" y="172472"/>
                </a:cubicBezTo>
                <a:lnTo>
                  <a:pt x="23055" y="35603"/>
                </a:lnTo>
                <a:cubicBezTo>
                  <a:pt x="23055" y="28599"/>
                  <a:pt x="22179" y="23930"/>
                  <a:pt x="20428" y="21012"/>
                </a:cubicBezTo>
                <a:cubicBezTo>
                  <a:pt x="18677" y="18385"/>
                  <a:pt x="15467" y="16926"/>
                  <a:pt x="10798" y="16926"/>
                </a:cubicBezTo>
                <a:cubicBezTo>
                  <a:pt x="6712" y="16926"/>
                  <a:pt x="2918" y="17218"/>
                  <a:pt x="0" y="17510"/>
                </a:cubicBezTo>
                <a:lnTo>
                  <a:pt x="0" y="12841"/>
                </a:lnTo>
                <a:cubicBezTo>
                  <a:pt x="18385" y="8463"/>
                  <a:pt x="33852" y="4086"/>
                  <a:pt x="46109" y="0"/>
                </a:cubicBezTo>
                <a:lnTo>
                  <a:pt x="47568" y="1167"/>
                </a:lnTo>
                <a:lnTo>
                  <a:pt x="47568" y="173931"/>
                </a:lnTo>
                <a:cubicBezTo>
                  <a:pt x="47568" y="182102"/>
                  <a:pt x="48736" y="187647"/>
                  <a:pt x="51654" y="190274"/>
                </a:cubicBezTo>
                <a:cubicBezTo>
                  <a:pt x="54281" y="192900"/>
                  <a:pt x="60117" y="194359"/>
                  <a:pt x="69456" y="194943"/>
                </a:cubicBezTo>
                <a:lnTo>
                  <a:pt x="69456" y="19932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053AB-3180-4680-A059-957CFF47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708" y="1056768"/>
            <a:ext cx="187647" cy="193192"/>
          </a:xfrm>
          <a:custGeom xmlns:a="http://schemas.openxmlformats.org/drawingml/2006/main">
            <a:pathLst>
              <a:path w="187647" h="193192">
                <a:moveTo>
                  <a:pt x="187647" y="193192"/>
                </a:moveTo>
                <a:lnTo>
                  <a:pt x="140371" y="193192"/>
                </a:lnTo>
                <a:lnTo>
                  <a:pt x="70915" y="103308"/>
                </a:lnTo>
                <a:lnTo>
                  <a:pt x="54572" y="103892"/>
                </a:lnTo>
                <a:lnTo>
                  <a:pt x="54572" y="160507"/>
                </a:lnTo>
                <a:cubicBezTo>
                  <a:pt x="54572" y="171597"/>
                  <a:pt x="56032" y="178892"/>
                  <a:pt x="58950" y="181811"/>
                </a:cubicBezTo>
                <a:cubicBezTo>
                  <a:pt x="61868" y="185021"/>
                  <a:pt x="69164" y="187064"/>
                  <a:pt x="80545" y="187647"/>
                </a:cubicBezTo>
                <a:lnTo>
                  <a:pt x="80545" y="193192"/>
                </a:lnTo>
                <a:lnTo>
                  <a:pt x="0" y="193192"/>
                </a:lnTo>
                <a:lnTo>
                  <a:pt x="0" y="187647"/>
                </a:lnTo>
                <a:cubicBezTo>
                  <a:pt x="11090" y="186772"/>
                  <a:pt x="17802" y="184729"/>
                  <a:pt x="20720" y="181227"/>
                </a:cubicBezTo>
                <a:cubicBezTo>
                  <a:pt x="23346" y="178017"/>
                  <a:pt x="24806" y="169846"/>
                  <a:pt x="24806" y="157005"/>
                </a:cubicBezTo>
                <a:lnTo>
                  <a:pt x="24806" y="32393"/>
                </a:lnTo>
                <a:cubicBezTo>
                  <a:pt x="24806" y="21595"/>
                  <a:pt x="23346" y="14592"/>
                  <a:pt x="20720" y="11381"/>
                </a:cubicBezTo>
                <a:cubicBezTo>
                  <a:pt x="17802" y="8463"/>
                  <a:pt x="11090" y="6420"/>
                  <a:pt x="0" y="5545"/>
                </a:cubicBezTo>
                <a:lnTo>
                  <a:pt x="0" y="0"/>
                </a:lnTo>
                <a:lnTo>
                  <a:pt x="79378" y="0"/>
                </a:lnTo>
                <a:cubicBezTo>
                  <a:pt x="105935" y="0"/>
                  <a:pt x="126363" y="5837"/>
                  <a:pt x="140371" y="17218"/>
                </a:cubicBezTo>
                <a:cubicBezTo>
                  <a:pt x="149709" y="25097"/>
                  <a:pt x="154670" y="36771"/>
                  <a:pt x="154670" y="52238"/>
                </a:cubicBezTo>
                <a:cubicBezTo>
                  <a:pt x="154670" y="78794"/>
                  <a:pt x="136869" y="94845"/>
                  <a:pt x="101849" y="100098"/>
                </a:cubicBezTo>
                <a:lnTo>
                  <a:pt x="160215" y="173931"/>
                </a:lnTo>
                <a:cubicBezTo>
                  <a:pt x="164301" y="179184"/>
                  <a:pt x="168095" y="182394"/>
                  <a:pt x="171888" y="184145"/>
                </a:cubicBezTo>
                <a:cubicBezTo>
                  <a:pt x="175390" y="185896"/>
                  <a:pt x="180643" y="187064"/>
                  <a:pt x="187647" y="187647"/>
                </a:cubicBezTo>
                <a:lnTo>
                  <a:pt x="187647" y="193192"/>
                </a:lnTo>
                <a:close/>
                <a:moveTo>
                  <a:pt x="54572" y="23055"/>
                </a:moveTo>
                <a:lnTo>
                  <a:pt x="54572" y="93094"/>
                </a:lnTo>
                <a:cubicBezTo>
                  <a:pt x="68580" y="93094"/>
                  <a:pt x="78794" y="92219"/>
                  <a:pt x="85798" y="90759"/>
                </a:cubicBezTo>
                <a:cubicBezTo>
                  <a:pt x="92510" y="89592"/>
                  <a:pt x="99222" y="86966"/>
                  <a:pt x="106226" y="83172"/>
                </a:cubicBezTo>
                <a:cubicBezTo>
                  <a:pt x="117316" y="77043"/>
                  <a:pt x="122861" y="65954"/>
                  <a:pt x="122861" y="49903"/>
                </a:cubicBezTo>
                <a:cubicBezTo>
                  <a:pt x="122861" y="23930"/>
                  <a:pt x="105059" y="10798"/>
                  <a:pt x="69456" y="10798"/>
                </a:cubicBezTo>
                <a:cubicBezTo>
                  <a:pt x="64203" y="10798"/>
                  <a:pt x="60409" y="11673"/>
                  <a:pt x="58074" y="13424"/>
                </a:cubicBezTo>
                <a:cubicBezTo>
                  <a:pt x="55740" y="15175"/>
                  <a:pt x="54572" y="18385"/>
                  <a:pt x="54572" y="23055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2CD6E-8BE1-4425-AC95-431790FD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694" y="1115718"/>
            <a:ext cx="116440" cy="136869"/>
          </a:xfrm>
          <a:custGeom xmlns:a="http://schemas.openxmlformats.org/drawingml/2006/main">
            <a:pathLst>
              <a:path w="116440" h="136869">
                <a:moveTo>
                  <a:pt x="111771" y="86382"/>
                </a:moveTo>
                <a:lnTo>
                  <a:pt x="116440" y="88425"/>
                </a:lnTo>
                <a:cubicBezTo>
                  <a:pt x="104767" y="120818"/>
                  <a:pt x="84339" y="136869"/>
                  <a:pt x="55448" y="136869"/>
                </a:cubicBezTo>
                <a:cubicBezTo>
                  <a:pt x="38230" y="136869"/>
                  <a:pt x="24806" y="131032"/>
                  <a:pt x="14883" y="119067"/>
                </a:cubicBezTo>
                <a:cubicBezTo>
                  <a:pt x="4961" y="107394"/>
                  <a:pt x="0" y="91343"/>
                  <a:pt x="0" y="70915"/>
                </a:cubicBezTo>
                <a:cubicBezTo>
                  <a:pt x="0" y="50195"/>
                  <a:pt x="5545" y="33269"/>
                  <a:pt x="16634" y="19844"/>
                </a:cubicBezTo>
                <a:cubicBezTo>
                  <a:pt x="27724" y="6712"/>
                  <a:pt x="42315" y="0"/>
                  <a:pt x="60409" y="0"/>
                </a:cubicBezTo>
                <a:cubicBezTo>
                  <a:pt x="77919" y="0"/>
                  <a:pt x="91343" y="6712"/>
                  <a:pt x="100973" y="20136"/>
                </a:cubicBezTo>
                <a:cubicBezTo>
                  <a:pt x="106518" y="28016"/>
                  <a:pt x="109728" y="39105"/>
                  <a:pt x="110896" y="53405"/>
                </a:cubicBezTo>
                <a:lnTo>
                  <a:pt x="21012" y="53405"/>
                </a:lnTo>
                <a:cubicBezTo>
                  <a:pt x="21595" y="65662"/>
                  <a:pt x="22763" y="75001"/>
                  <a:pt x="24514" y="81421"/>
                </a:cubicBezTo>
                <a:cubicBezTo>
                  <a:pt x="26265" y="87841"/>
                  <a:pt x="29475" y="94553"/>
                  <a:pt x="34436" y="100973"/>
                </a:cubicBezTo>
                <a:cubicBezTo>
                  <a:pt x="42607" y="111771"/>
                  <a:pt x="53405" y="117024"/>
                  <a:pt x="66829" y="117024"/>
                </a:cubicBezTo>
                <a:cubicBezTo>
                  <a:pt x="76168" y="117024"/>
                  <a:pt x="84339" y="114689"/>
                  <a:pt x="90759" y="110020"/>
                </a:cubicBezTo>
                <a:cubicBezTo>
                  <a:pt x="97180" y="105351"/>
                  <a:pt x="104184" y="97471"/>
                  <a:pt x="111771" y="86382"/>
                </a:cubicBezTo>
                <a:close/>
                <a:moveTo>
                  <a:pt x="21595" y="44066"/>
                </a:moveTo>
                <a:lnTo>
                  <a:pt x="81129" y="44066"/>
                </a:lnTo>
                <a:cubicBezTo>
                  <a:pt x="79378" y="31810"/>
                  <a:pt x="76460" y="23346"/>
                  <a:pt x="72374" y="18094"/>
                </a:cubicBezTo>
                <a:cubicBezTo>
                  <a:pt x="68288" y="13132"/>
                  <a:pt x="61868" y="10506"/>
                  <a:pt x="52530" y="10506"/>
                </a:cubicBezTo>
                <a:cubicBezTo>
                  <a:pt x="44358" y="10506"/>
                  <a:pt x="37354" y="13424"/>
                  <a:pt x="32101" y="19261"/>
                </a:cubicBezTo>
                <a:cubicBezTo>
                  <a:pt x="26557" y="25097"/>
                  <a:pt x="23055" y="33269"/>
                  <a:pt x="21595" y="44066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0013C-9D5A-4F2E-983D-6CBF86C2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142" y="1115718"/>
            <a:ext cx="128989" cy="197569"/>
          </a:xfrm>
          <a:custGeom xmlns:a="http://schemas.openxmlformats.org/drawingml/2006/main">
            <a:pathLst>
              <a:path w="128989" h="197569">
                <a:moveTo>
                  <a:pt x="128989" y="21012"/>
                </a:moveTo>
                <a:lnTo>
                  <a:pt x="104767" y="21012"/>
                </a:lnTo>
                <a:cubicBezTo>
                  <a:pt x="108269" y="29475"/>
                  <a:pt x="110312" y="37646"/>
                  <a:pt x="110312" y="45526"/>
                </a:cubicBezTo>
                <a:cubicBezTo>
                  <a:pt x="110312" y="60701"/>
                  <a:pt x="105059" y="71790"/>
                  <a:pt x="95137" y="79378"/>
                </a:cubicBezTo>
                <a:cubicBezTo>
                  <a:pt x="84923" y="86966"/>
                  <a:pt x="74709" y="90759"/>
                  <a:pt x="64786" y="90759"/>
                </a:cubicBezTo>
                <a:cubicBezTo>
                  <a:pt x="62452" y="90759"/>
                  <a:pt x="58950" y="90468"/>
                  <a:pt x="53697" y="89884"/>
                </a:cubicBezTo>
                <a:lnTo>
                  <a:pt x="48152" y="89300"/>
                </a:lnTo>
                <a:cubicBezTo>
                  <a:pt x="44066" y="90468"/>
                  <a:pt x="40273" y="93094"/>
                  <a:pt x="36479" y="97180"/>
                </a:cubicBezTo>
                <a:cubicBezTo>
                  <a:pt x="32393" y="101265"/>
                  <a:pt x="30642" y="104767"/>
                  <a:pt x="30642" y="107686"/>
                </a:cubicBezTo>
                <a:cubicBezTo>
                  <a:pt x="30642" y="112355"/>
                  <a:pt x="38230" y="114981"/>
                  <a:pt x="53405" y="115565"/>
                </a:cubicBezTo>
                <a:lnTo>
                  <a:pt x="91051" y="117316"/>
                </a:lnTo>
                <a:cubicBezTo>
                  <a:pt x="101557" y="117900"/>
                  <a:pt x="110312" y="120818"/>
                  <a:pt x="116732" y="126363"/>
                </a:cubicBezTo>
                <a:cubicBezTo>
                  <a:pt x="123153" y="131908"/>
                  <a:pt x="126363" y="138911"/>
                  <a:pt x="126363" y="148250"/>
                </a:cubicBezTo>
                <a:cubicBezTo>
                  <a:pt x="126363" y="159340"/>
                  <a:pt x="120526" y="169554"/>
                  <a:pt x="108853" y="178892"/>
                </a:cubicBezTo>
                <a:cubicBezTo>
                  <a:pt x="92510" y="191149"/>
                  <a:pt x="73250" y="197569"/>
                  <a:pt x="50487" y="197569"/>
                </a:cubicBezTo>
                <a:cubicBezTo>
                  <a:pt x="36479" y="197569"/>
                  <a:pt x="24514" y="194651"/>
                  <a:pt x="14592" y="189106"/>
                </a:cubicBezTo>
                <a:cubicBezTo>
                  <a:pt x="4669" y="183562"/>
                  <a:pt x="0" y="176849"/>
                  <a:pt x="0" y="169262"/>
                </a:cubicBezTo>
                <a:cubicBezTo>
                  <a:pt x="0" y="163717"/>
                  <a:pt x="2043" y="158172"/>
                  <a:pt x="6420" y="152919"/>
                </a:cubicBezTo>
                <a:cubicBezTo>
                  <a:pt x="10506" y="147666"/>
                  <a:pt x="18094" y="141246"/>
                  <a:pt x="28599" y="133950"/>
                </a:cubicBezTo>
                <a:cubicBezTo>
                  <a:pt x="22179" y="131032"/>
                  <a:pt x="18094" y="128697"/>
                  <a:pt x="16051" y="126363"/>
                </a:cubicBezTo>
                <a:cubicBezTo>
                  <a:pt x="14008" y="124320"/>
                  <a:pt x="13132" y="121693"/>
                  <a:pt x="13132" y="118483"/>
                </a:cubicBezTo>
                <a:cubicBezTo>
                  <a:pt x="13132" y="112939"/>
                  <a:pt x="17510" y="106226"/>
                  <a:pt x="26557" y="98347"/>
                </a:cubicBezTo>
                <a:cubicBezTo>
                  <a:pt x="30934" y="94553"/>
                  <a:pt x="35020" y="90759"/>
                  <a:pt x="39105" y="86674"/>
                </a:cubicBezTo>
                <a:cubicBezTo>
                  <a:pt x="29183" y="82004"/>
                  <a:pt x="22179" y="76460"/>
                  <a:pt x="18094" y="70331"/>
                </a:cubicBezTo>
                <a:cubicBezTo>
                  <a:pt x="14008" y="64495"/>
                  <a:pt x="11965" y="56907"/>
                  <a:pt x="11965" y="47568"/>
                </a:cubicBezTo>
                <a:cubicBezTo>
                  <a:pt x="11965" y="34436"/>
                  <a:pt x="16634" y="23346"/>
                  <a:pt x="25973" y="14008"/>
                </a:cubicBezTo>
                <a:cubicBezTo>
                  <a:pt x="35312" y="4669"/>
                  <a:pt x="46985" y="0"/>
                  <a:pt x="60701" y="0"/>
                </a:cubicBezTo>
                <a:cubicBezTo>
                  <a:pt x="68288" y="0"/>
                  <a:pt x="76168" y="1459"/>
                  <a:pt x="84047" y="4377"/>
                </a:cubicBezTo>
                <a:lnTo>
                  <a:pt x="90468" y="6712"/>
                </a:lnTo>
                <a:cubicBezTo>
                  <a:pt x="96012" y="8755"/>
                  <a:pt x="101265" y="9630"/>
                  <a:pt x="106518" y="9630"/>
                </a:cubicBezTo>
                <a:lnTo>
                  <a:pt x="128989" y="9630"/>
                </a:lnTo>
                <a:lnTo>
                  <a:pt x="128989" y="21012"/>
                </a:lnTo>
                <a:close/>
                <a:moveTo>
                  <a:pt x="36187" y="35603"/>
                </a:moveTo>
                <a:lnTo>
                  <a:pt x="36187" y="36479"/>
                </a:lnTo>
                <a:cubicBezTo>
                  <a:pt x="36187" y="50487"/>
                  <a:pt x="38813" y="61868"/>
                  <a:pt x="44358" y="70623"/>
                </a:cubicBezTo>
                <a:cubicBezTo>
                  <a:pt x="49903" y="79378"/>
                  <a:pt x="57199" y="83464"/>
                  <a:pt x="66246" y="83464"/>
                </a:cubicBezTo>
                <a:cubicBezTo>
                  <a:pt x="72666" y="83464"/>
                  <a:pt x="77919" y="81129"/>
                  <a:pt x="82004" y="76460"/>
                </a:cubicBezTo>
                <a:cubicBezTo>
                  <a:pt x="85798" y="71790"/>
                  <a:pt x="87841" y="65370"/>
                  <a:pt x="87841" y="57199"/>
                </a:cubicBezTo>
                <a:cubicBezTo>
                  <a:pt x="87841" y="44358"/>
                  <a:pt x="84923" y="32685"/>
                  <a:pt x="79086" y="21887"/>
                </a:cubicBezTo>
                <a:cubicBezTo>
                  <a:pt x="74125" y="12841"/>
                  <a:pt x="67121" y="8171"/>
                  <a:pt x="57782" y="8171"/>
                </a:cubicBezTo>
                <a:cubicBezTo>
                  <a:pt x="50779" y="8171"/>
                  <a:pt x="45526" y="10798"/>
                  <a:pt x="41732" y="15467"/>
                </a:cubicBezTo>
                <a:cubicBezTo>
                  <a:pt x="37938" y="20428"/>
                  <a:pt x="36187" y="27140"/>
                  <a:pt x="36187" y="35603"/>
                </a:cubicBezTo>
                <a:close/>
                <a:moveTo>
                  <a:pt x="118191" y="152628"/>
                </a:moveTo>
                <a:cubicBezTo>
                  <a:pt x="118191" y="147083"/>
                  <a:pt x="115273" y="143289"/>
                  <a:pt x="110020" y="141246"/>
                </a:cubicBezTo>
                <a:cubicBezTo>
                  <a:pt x="104767" y="139203"/>
                  <a:pt x="95429" y="138328"/>
                  <a:pt x="82004" y="138328"/>
                </a:cubicBezTo>
                <a:cubicBezTo>
                  <a:pt x="62744" y="138328"/>
                  <a:pt x="46985" y="136869"/>
                  <a:pt x="34728" y="134534"/>
                </a:cubicBezTo>
                <a:cubicBezTo>
                  <a:pt x="28891" y="141538"/>
                  <a:pt x="24806" y="146499"/>
                  <a:pt x="23055" y="149709"/>
                </a:cubicBezTo>
                <a:cubicBezTo>
                  <a:pt x="21304" y="152919"/>
                  <a:pt x="20428" y="156129"/>
                  <a:pt x="20428" y="159631"/>
                </a:cubicBezTo>
                <a:cubicBezTo>
                  <a:pt x="20428" y="166052"/>
                  <a:pt x="24222" y="171013"/>
                  <a:pt x="31810" y="175098"/>
                </a:cubicBezTo>
                <a:cubicBezTo>
                  <a:pt x="39397" y="178892"/>
                  <a:pt x="49903" y="180935"/>
                  <a:pt x="62744" y="180935"/>
                </a:cubicBezTo>
                <a:cubicBezTo>
                  <a:pt x="79086" y="180935"/>
                  <a:pt x="92510" y="178309"/>
                  <a:pt x="102724" y="173056"/>
                </a:cubicBezTo>
                <a:cubicBezTo>
                  <a:pt x="112939" y="167803"/>
                  <a:pt x="118191" y="161091"/>
                  <a:pt x="118191" y="152628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D9721-F6EB-49A0-B9D2-388994B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513" y="1118636"/>
            <a:ext cx="137452" cy="133950"/>
          </a:xfrm>
          <a:custGeom xmlns:a="http://schemas.openxmlformats.org/drawingml/2006/main">
            <a:pathLst>
              <a:path w="137452" h="133950">
                <a:moveTo>
                  <a:pt x="137452" y="116732"/>
                </a:moveTo>
                <a:lnTo>
                  <a:pt x="137452" y="120818"/>
                </a:lnTo>
                <a:cubicBezTo>
                  <a:pt x="122277" y="124904"/>
                  <a:pt x="108853" y="129281"/>
                  <a:pt x="97471" y="133659"/>
                </a:cubicBezTo>
                <a:lnTo>
                  <a:pt x="96012" y="132783"/>
                </a:lnTo>
                <a:lnTo>
                  <a:pt x="96012" y="109145"/>
                </a:lnTo>
                <a:lnTo>
                  <a:pt x="95429" y="109145"/>
                </a:lnTo>
                <a:cubicBezTo>
                  <a:pt x="83172" y="125779"/>
                  <a:pt x="69164" y="133950"/>
                  <a:pt x="53697" y="133950"/>
                </a:cubicBezTo>
                <a:cubicBezTo>
                  <a:pt x="42607" y="133950"/>
                  <a:pt x="33852" y="130740"/>
                  <a:pt x="27432" y="124028"/>
                </a:cubicBezTo>
                <a:cubicBezTo>
                  <a:pt x="21012" y="117316"/>
                  <a:pt x="18094" y="108269"/>
                  <a:pt x="18094" y="96888"/>
                </a:cubicBezTo>
                <a:lnTo>
                  <a:pt x="18094" y="23638"/>
                </a:lnTo>
                <a:cubicBezTo>
                  <a:pt x="18094" y="16634"/>
                  <a:pt x="16634" y="11673"/>
                  <a:pt x="14300" y="8755"/>
                </a:cubicBezTo>
                <a:cubicBezTo>
                  <a:pt x="11673" y="6128"/>
                  <a:pt x="7004" y="4669"/>
                  <a:pt x="0" y="4086"/>
                </a:cubicBezTo>
                <a:lnTo>
                  <a:pt x="0" y="0"/>
                </a:lnTo>
                <a:lnTo>
                  <a:pt x="42607" y="0"/>
                </a:lnTo>
                <a:lnTo>
                  <a:pt x="42607" y="94261"/>
                </a:lnTo>
                <a:cubicBezTo>
                  <a:pt x="42607" y="100973"/>
                  <a:pt x="44358" y="106518"/>
                  <a:pt x="48444" y="110896"/>
                </a:cubicBezTo>
                <a:cubicBezTo>
                  <a:pt x="52530" y="115273"/>
                  <a:pt x="57491" y="117316"/>
                  <a:pt x="63327" y="117316"/>
                </a:cubicBezTo>
                <a:cubicBezTo>
                  <a:pt x="72666" y="117316"/>
                  <a:pt x="80837" y="114398"/>
                  <a:pt x="87841" y="108269"/>
                </a:cubicBezTo>
                <a:cubicBezTo>
                  <a:pt x="90176" y="105935"/>
                  <a:pt x="91927" y="103892"/>
                  <a:pt x="93094" y="101849"/>
                </a:cubicBezTo>
                <a:cubicBezTo>
                  <a:pt x="93970" y="99806"/>
                  <a:pt x="94553" y="96304"/>
                  <a:pt x="94553" y="91343"/>
                </a:cubicBezTo>
                <a:lnTo>
                  <a:pt x="94553" y="23930"/>
                </a:lnTo>
                <a:cubicBezTo>
                  <a:pt x="94553" y="16343"/>
                  <a:pt x="93094" y="11673"/>
                  <a:pt x="90468" y="9339"/>
                </a:cubicBezTo>
                <a:cubicBezTo>
                  <a:pt x="87549" y="7004"/>
                  <a:pt x="81713" y="5545"/>
                  <a:pt x="72958" y="4961"/>
                </a:cubicBezTo>
                <a:lnTo>
                  <a:pt x="72958" y="0"/>
                </a:lnTo>
                <a:lnTo>
                  <a:pt x="119067" y="0"/>
                </a:lnTo>
                <a:lnTo>
                  <a:pt x="119067" y="100098"/>
                </a:lnTo>
                <a:cubicBezTo>
                  <a:pt x="119067" y="107102"/>
                  <a:pt x="119942" y="111479"/>
                  <a:pt x="122277" y="113522"/>
                </a:cubicBezTo>
                <a:cubicBezTo>
                  <a:pt x="124612" y="115857"/>
                  <a:pt x="128989" y="116732"/>
                  <a:pt x="135701" y="116732"/>
                </a:cubicBezTo>
                <a:lnTo>
                  <a:pt x="137452" y="116732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128BE-563F-462C-800F-342A7927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346" y="1050640"/>
            <a:ext cx="69456" cy="199320"/>
          </a:xfrm>
          <a:custGeom xmlns:a="http://schemas.openxmlformats.org/drawingml/2006/main">
            <a:pathLst>
              <a:path w="69456" h="199320">
                <a:moveTo>
                  <a:pt x="69456" y="199320"/>
                </a:moveTo>
                <a:lnTo>
                  <a:pt x="584" y="199320"/>
                </a:lnTo>
                <a:lnTo>
                  <a:pt x="584" y="194943"/>
                </a:lnTo>
                <a:cubicBezTo>
                  <a:pt x="9630" y="194359"/>
                  <a:pt x="15759" y="192316"/>
                  <a:pt x="18677" y="189398"/>
                </a:cubicBezTo>
                <a:cubicBezTo>
                  <a:pt x="21595" y="186480"/>
                  <a:pt x="23055" y="180643"/>
                  <a:pt x="23055" y="172472"/>
                </a:cubicBezTo>
                <a:lnTo>
                  <a:pt x="23055" y="35603"/>
                </a:lnTo>
                <a:cubicBezTo>
                  <a:pt x="23055" y="28599"/>
                  <a:pt x="22179" y="23930"/>
                  <a:pt x="20428" y="21012"/>
                </a:cubicBezTo>
                <a:cubicBezTo>
                  <a:pt x="18677" y="18385"/>
                  <a:pt x="15467" y="16926"/>
                  <a:pt x="10798" y="16926"/>
                </a:cubicBezTo>
                <a:cubicBezTo>
                  <a:pt x="6712" y="16926"/>
                  <a:pt x="2918" y="17218"/>
                  <a:pt x="0" y="17510"/>
                </a:cubicBezTo>
                <a:lnTo>
                  <a:pt x="0" y="12841"/>
                </a:lnTo>
                <a:cubicBezTo>
                  <a:pt x="18385" y="8463"/>
                  <a:pt x="33852" y="4086"/>
                  <a:pt x="46109" y="0"/>
                </a:cubicBezTo>
                <a:lnTo>
                  <a:pt x="47568" y="1167"/>
                </a:lnTo>
                <a:lnTo>
                  <a:pt x="47568" y="173931"/>
                </a:lnTo>
                <a:cubicBezTo>
                  <a:pt x="47568" y="182102"/>
                  <a:pt x="48736" y="187647"/>
                  <a:pt x="51654" y="190274"/>
                </a:cubicBezTo>
                <a:cubicBezTo>
                  <a:pt x="54281" y="192900"/>
                  <a:pt x="60117" y="194359"/>
                  <a:pt x="69456" y="194943"/>
                </a:cubicBezTo>
                <a:lnTo>
                  <a:pt x="69456" y="19932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92085-4814-4657-A79D-71D70215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728" y="1115718"/>
            <a:ext cx="118191" cy="136869"/>
          </a:xfrm>
          <a:custGeom xmlns:a="http://schemas.openxmlformats.org/drawingml/2006/main">
            <a:pathLst>
              <a:path w="118191" h="136869">
                <a:moveTo>
                  <a:pt x="118191" y="114981"/>
                </a:moveTo>
                <a:lnTo>
                  <a:pt x="118191" y="123153"/>
                </a:lnTo>
                <a:cubicBezTo>
                  <a:pt x="110604" y="132491"/>
                  <a:pt x="101849" y="136869"/>
                  <a:pt x="91927" y="136869"/>
                </a:cubicBezTo>
                <a:cubicBezTo>
                  <a:pt x="80837" y="136869"/>
                  <a:pt x="74417" y="129865"/>
                  <a:pt x="73250" y="115857"/>
                </a:cubicBezTo>
                <a:lnTo>
                  <a:pt x="72958" y="115857"/>
                </a:lnTo>
                <a:cubicBezTo>
                  <a:pt x="60409" y="129865"/>
                  <a:pt x="46401" y="136869"/>
                  <a:pt x="30642" y="136869"/>
                </a:cubicBezTo>
                <a:cubicBezTo>
                  <a:pt x="21304" y="136869"/>
                  <a:pt x="14008" y="134242"/>
                  <a:pt x="8463" y="128989"/>
                </a:cubicBezTo>
                <a:cubicBezTo>
                  <a:pt x="2626" y="123736"/>
                  <a:pt x="0" y="116440"/>
                  <a:pt x="0" y="106810"/>
                </a:cubicBezTo>
                <a:cubicBezTo>
                  <a:pt x="0" y="93386"/>
                  <a:pt x="6712" y="82004"/>
                  <a:pt x="20428" y="72666"/>
                </a:cubicBezTo>
                <a:cubicBezTo>
                  <a:pt x="29767" y="66537"/>
                  <a:pt x="47277" y="58658"/>
                  <a:pt x="72958" y="49028"/>
                </a:cubicBezTo>
                <a:lnTo>
                  <a:pt x="72958" y="33269"/>
                </a:lnTo>
                <a:cubicBezTo>
                  <a:pt x="72958" y="24514"/>
                  <a:pt x="70623" y="18094"/>
                  <a:pt x="66537" y="13716"/>
                </a:cubicBezTo>
                <a:cubicBezTo>
                  <a:pt x="62452" y="9339"/>
                  <a:pt x="56907" y="7004"/>
                  <a:pt x="50195" y="7004"/>
                </a:cubicBezTo>
                <a:cubicBezTo>
                  <a:pt x="44358" y="7004"/>
                  <a:pt x="39397" y="8463"/>
                  <a:pt x="35603" y="11381"/>
                </a:cubicBezTo>
                <a:cubicBezTo>
                  <a:pt x="31518" y="14300"/>
                  <a:pt x="29767" y="17510"/>
                  <a:pt x="29767" y="21304"/>
                </a:cubicBezTo>
                <a:cubicBezTo>
                  <a:pt x="29767" y="23055"/>
                  <a:pt x="30059" y="25097"/>
                  <a:pt x="30642" y="27140"/>
                </a:cubicBezTo>
                <a:cubicBezTo>
                  <a:pt x="31226" y="29475"/>
                  <a:pt x="31518" y="31518"/>
                  <a:pt x="31518" y="33561"/>
                </a:cubicBezTo>
                <a:cubicBezTo>
                  <a:pt x="31518" y="36479"/>
                  <a:pt x="30059" y="39397"/>
                  <a:pt x="27432" y="41732"/>
                </a:cubicBezTo>
                <a:cubicBezTo>
                  <a:pt x="24806" y="44358"/>
                  <a:pt x="21595" y="45526"/>
                  <a:pt x="18094" y="45526"/>
                </a:cubicBezTo>
                <a:cubicBezTo>
                  <a:pt x="14592" y="45526"/>
                  <a:pt x="11673" y="44358"/>
                  <a:pt x="9339" y="41732"/>
                </a:cubicBezTo>
                <a:cubicBezTo>
                  <a:pt x="6712" y="39397"/>
                  <a:pt x="5545" y="36187"/>
                  <a:pt x="5545" y="32101"/>
                </a:cubicBezTo>
                <a:cubicBezTo>
                  <a:pt x="5545" y="22763"/>
                  <a:pt x="10506" y="15175"/>
                  <a:pt x="20428" y="8755"/>
                </a:cubicBezTo>
                <a:cubicBezTo>
                  <a:pt x="29475" y="2918"/>
                  <a:pt x="40564" y="0"/>
                  <a:pt x="53989" y="0"/>
                </a:cubicBezTo>
                <a:cubicBezTo>
                  <a:pt x="69748" y="0"/>
                  <a:pt x="81129" y="4377"/>
                  <a:pt x="88425" y="13132"/>
                </a:cubicBezTo>
                <a:cubicBezTo>
                  <a:pt x="91927" y="17218"/>
                  <a:pt x="93970" y="21595"/>
                  <a:pt x="95137" y="25681"/>
                </a:cubicBezTo>
                <a:cubicBezTo>
                  <a:pt x="96012" y="29767"/>
                  <a:pt x="96596" y="36479"/>
                  <a:pt x="96596" y="45526"/>
                </a:cubicBezTo>
                <a:lnTo>
                  <a:pt x="96596" y="101265"/>
                </a:lnTo>
                <a:cubicBezTo>
                  <a:pt x="96596" y="114106"/>
                  <a:pt x="99514" y="120526"/>
                  <a:pt x="105643" y="120526"/>
                </a:cubicBezTo>
                <a:cubicBezTo>
                  <a:pt x="109437" y="120526"/>
                  <a:pt x="113522" y="118775"/>
                  <a:pt x="118191" y="114981"/>
                </a:cubicBezTo>
                <a:close/>
                <a:moveTo>
                  <a:pt x="72958" y="97180"/>
                </a:moveTo>
                <a:lnTo>
                  <a:pt x="72958" y="56032"/>
                </a:lnTo>
                <a:cubicBezTo>
                  <a:pt x="54864" y="62452"/>
                  <a:pt x="42607" y="68872"/>
                  <a:pt x="35603" y="75292"/>
                </a:cubicBezTo>
                <a:cubicBezTo>
                  <a:pt x="28891" y="81421"/>
                  <a:pt x="25681" y="89008"/>
                  <a:pt x="25681" y="97763"/>
                </a:cubicBezTo>
                <a:cubicBezTo>
                  <a:pt x="25681" y="105351"/>
                  <a:pt x="27432" y="110896"/>
                  <a:pt x="31226" y="114689"/>
                </a:cubicBezTo>
                <a:cubicBezTo>
                  <a:pt x="34728" y="118483"/>
                  <a:pt x="39689" y="120234"/>
                  <a:pt x="45817" y="120234"/>
                </a:cubicBezTo>
                <a:cubicBezTo>
                  <a:pt x="52238" y="120234"/>
                  <a:pt x="57782" y="118775"/>
                  <a:pt x="62744" y="115565"/>
                </a:cubicBezTo>
                <a:cubicBezTo>
                  <a:pt x="66829" y="112647"/>
                  <a:pt x="69456" y="110020"/>
                  <a:pt x="70915" y="107394"/>
                </a:cubicBezTo>
                <a:cubicBezTo>
                  <a:pt x="72082" y="105059"/>
                  <a:pt x="72958" y="101557"/>
                  <a:pt x="72958" y="97180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E68F8-8B43-409C-9E2B-CF5EA1A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963" y="1115718"/>
            <a:ext cx="96304" cy="134242"/>
          </a:xfrm>
          <a:custGeom xmlns:a="http://schemas.openxmlformats.org/drawingml/2006/main">
            <a:pathLst>
              <a:path w="96304" h="134242">
                <a:moveTo>
                  <a:pt x="45234" y="584"/>
                </a:moveTo>
                <a:lnTo>
                  <a:pt x="45234" y="27432"/>
                </a:lnTo>
                <a:cubicBezTo>
                  <a:pt x="52530" y="16926"/>
                  <a:pt x="58658" y="9922"/>
                  <a:pt x="63619" y="5837"/>
                </a:cubicBezTo>
                <a:cubicBezTo>
                  <a:pt x="68580" y="2043"/>
                  <a:pt x="74125" y="0"/>
                  <a:pt x="80253" y="0"/>
                </a:cubicBezTo>
                <a:cubicBezTo>
                  <a:pt x="85215" y="0"/>
                  <a:pt x="89008" y="1459"/>
                  <a:pt x="91927" y="4086"/>
                </a:cubicBezTo>
                <a:cubicBezTo>
                  <a:pt x="94845" y="7004"/>
                  <a:pt x="96304" y="10798"/>
                  <a:pt x="96304" y="15467"/>
                </a:cubicBezTo>
                <a:cubicBezTo>
                  <a:pt x="96304" y="19553"/>
                  <a:pt x="95137" y="22763"/>
                  <a:pt x="93094" y="25097"/>
                </a:cubicBezTo>
                <a:cubicBezTo>
                  <a:pt x="91051" y="27432"/>
                  <a:pt x="88425" y="28599"/>
                  <a:pt x="84923" y="28599"/>
                </a:cubicBezTo>
                <a:cubicBezTo>
                  <a:pt x="81129" y="28599"/>
                  <a:pt x="77335" y="26848"/>
                  <a:pt x="73250" y="22763"/>
                </a:cubicBezTo>
                <a:cubicBezTo>
                  <a:pt x="70039" y="19844"/>
                  <a:pt x="67413" y="18385"/>
                  <a:pt x="65662" y="18385"/>
                </a:cubicBezTo>
                <a:cubicBezTo>
                  <a:pt x="61576" y="18385"/>
                  <a:pt x="56907" y="21304"/>
                  <a:pt x="52238" y="26848"/>
                </a:cubicBezTo>
                <a:cubicBezTo>
                  <a:pt x="47568" y="32685"/>
                  <a:pt x="45234" y="37646"/>
                  <a:pt x="45234" y="42315"/>
                </a:cubicBezTo>
                <a:lnTo>
                  <a:pt x="45234" y="107977"/>
                </a:lnTo>
                <a:cubicBezTo>
                  <a:pt x="45234" y="116440"/>
                  <a:pt x="46693" y="121985"/>
                  <a:pt x="50195" y="124904"/>
                </a:cubicBezTo>
                <a:cubicBezTo>
                  <a:pt x="53405" y="127822"/>
                  <a:pt x="60117" y="129573"/>
                  <a:pt x="70039" y="129865"/>
                </a:cubicBezTo>
                <a:lnTo>
                  <a:pt x="70039" y="134242"/>
                </a:lnTo>
                <a:lnTo>
                  <a:pt x="0" y="134242"/>
                </a:lnTo>
                <a:lnTo>
                  <a:pt x="0" y="129865"/>
                </a:lnTo>
                <a:cubicBezTo>
                  <a:pt x="9339" y="128114"/>
                  <a:pt x="14883" y="126363"/>
                  <a:pt x="17218" y="124028"/>
                </a:cubicBezTo>
                <a:cubicBezTo>
                  <a:pt x="19553" y="121985"/>
                  <a:pt x="20720" y="117316"/>
                  <a:pt x="20720" y="109728"/>
                </a:cubicBezTo>
                <a:lnTo>
                  <a:pt x="20720" y="36771"/>
                </a:lnTo>
                <a:cubicBezTo>
                  <a:pt x="20720" y="30350"/>
                  <a:pt x="19844" y="25973"/>
                  <a:pt x="18385" y="23346"/>
                </a:cubicBezTo>
                <a:cubicBezTo>
                  <a:pt x="16926" y="20720"/>
                  <a:pt x="14300" y="19261"/>
                  <a:pt x="10798" y="19261"/>
                </a:cubicBezTo>
                <a:cubicBezTo>
                  <a:pt x="7588" y="19261"/>
                  <a:pt x="4086" y="19844"/>
                  <a:pt x="584" y="20428"/>
                </a:cubicBezTo>
                <a:lnTo>
                  <a:pt x="584" y="15759"/>
                </a:lnTo>
                <a:cubicBezTo>
                  <a:pt x="12841" y="11965"/>
                  <a:pt x="27140" y="6712"/>
                  <a:pt x="43775" y="0"/>
                </a:cubicBezTo>
                <a:lnTo>
                  <a:pt x="45234" y="584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75357-45DE-4A5E-BA50-AC37C8FF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352" y="1050640"/>
            <a:ext cx="69164" cy="199320"/>
          </a:xfrm>
          <a:custGeom xmlns:a="http://schemas.openxmlformats.org/drawingml/2006/main">
            <a:pathLst>
              <a:path w="69164" h="199320">
                <a:moveTo>
                  <a:pt x="47860" y="14883"/>
                </a:moveTo>
                <a:cubicBezTo>
                  <a:pt x="47860" y="19261"/>
                  <a:pt x="46401" y="22763"/>
                  <a:pt x="43483" y="25681"/>
                </a:cubicBezTo>
                <a:cubicBezTo>
                  <a:pt x="40564" y="28599"/>
                  <a:pt x="36771" y="29767"/>
                  <a:pt x="32685" y="29767"/>
                </a:cubicBezTo>
                <a:cubicBezTo>
                  <a:pt x="28599" y="29767"/>
                  <a:pt x="25097" y="28599"/>
                  <a:pt x="22179" y="25681"/>
                </a:cubicBezTo>
                <a:cubicBezTo>
                  <a:pt x="19261" y="22763"/>
                  <a:pt x="18094" y="19261"/>
                  <a:pt x="18094" y="14883"/>
                </a:cubicBezTo>
                <a:cubicBezTo>
                  <a:pt x="18094" y="10798"/>
                  <a:pt x="19553" y="7296"/>
                  <a:pt x="22471" y="4377"/>
                </a:cubicBezTo>
                <a:cubicBezTo>
                  <a:pt x="25389" y="1459"/>
                  <a:pt x="28891" y="0"/>
                  <a:pt x="32977" y="0"/>
                </a:cubicBezTo>
                <a:cubicBezTo>
                  <a:pt x="37063" y="0"/>
                  <a:pt x="40564" y="1459"/>
                  <a:pt x="43483" y="4377"/>
                </a:cubicBezTo>
                <a:cubicBezTo>
                  <a:pt x="46401" y="7296"/>
                  <a:pt x="47860" y="10798"/>
                  <a:pt x="47860" y="14883"/>
                </a:cubicBezTo>
                <a:close/>
                <a:moveTo>
                  <a:pt x="69164" y="199320"/>
                </a:moveTo>
                <a:lnTo>
                  <a:pt x="0" y="199320"/>
                </a:lnTo>
                <a:lnTo>
                  <a:pt x="0" y="194943"/>
                </a:lnTo>
                <a:cubicBezTo>
                  <a:pt x="9922" y="194359"/>
                  <a:pt x="16343" y="192608"/>
                  <a:pt x="18969" y="189690"/>
                </a:cubicBezTo>
                <a:cubicBezTo>
                  <a:pt x="21595" y="186772"/>
                  <a:pt x="23055" y="180060"/>
                  <a:pt x="23055" y="168970"/>
                </a:cubicBezTo>
                <a:lnTo>
                  <a:pt x="23055" y="102724"/>
                </a:lnTo>
                <a:cubicBezTo>
                  <a:pt x="23055" y="96012"/>
                  <a:pt x="22179" y="91343"/>
                  <a:pt x="21012" y="88425"/>
                </a:cubicBezTo>
                <a:cubicBezTo>
                  <a:pt x="19553" y="85798"/>
                  <a:pt x="16926" y="84339"/>
                  <a:pt x="13424" y="84339"/>
                </a:cubicBezTo>
                <a:cubicBezTo>
                  <a:pt x="8755" y="84339"/>
                  <a:pt x="4669" y="84923"/>
                  <a:pt x="1167" y="85798"/>
                </a:cubicBezTo>
                <a:lnTo>
                  <a:pt x="1167" y="81129"/>
                </a:lnTo>
                <a:lnTo>
                  <a:pt x="46401" y="65078"/>
                </a:lnTo>
                <a:lnTo>
                  <a:pt x="47568" y="66246"/>
                </a:lnTo>
                <a:lnTo>
                  <a:pt x="47568" y="168678"/>
                </a:lnTo>
                <a:cubicBezTo>
                  <a:pt x="47568" y="179768"/>
                  <a:pt x="48736" y="186480"/>
                  <a:pt x="51070" y="189398"/>
                </a:cubicBezTo>
                <a:cubicBezTo>
                  <a:pt x="53405" y="192316"/>
                  <a:pt x="59533" y="194359"/>
                  <a:pt x="69164" y="194943"/>
                </a:cubicBezTo>
                <a:lnTo>
                  <a:pt x="69164" y="19932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9176C-284C-4264-9D37-A289EBBF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692" y="1118636"/>
            <a:ext cx="114106" cy="131324"/>
          </a:xfrm>
          <a:custGeom xmlns:a="http://schemas.openxmlformats.org/drawingml/2006/main">
            <a:pathLst>
              <a:path w="114106" h="131324">
                <a:moveTo>
                  <a:pt x="114106" y="91635"/>
                </a:moveTo>
                <a:lnTo>
                  <a:pt x="109728" y="131324"/>
                </a:lnTo>
                <a:lnTo>
                  <a:pt x="0" y="131324"/>
                </a:lnTo>
                <a:lnTo>
                  <a:pt x="0" y="126946"/>
                </a:lnTo>
                <a:lnTo>
                  <a:pt x="77627" y="8755"/>
                </a:lnTo>
                <a:lnTo>
                  <a:pt x="38230" y="8755"/>
                </a:lnTo>
                <a:cubicBezTo>
                  <a:pt x="28891" y="8755"/>
                  <a:pt x="22763" y="10506"/>
                  <a:pt x="19553" y="13716"/>
                </a:cubicBezTo>
                <a:cubicBezTo>
                  <a:pt x="16343" y="16926"/>
                  <a:pt x="14008" y="23930"/>
                  <a:pt x="12841" y="34436"/>
                </a:cubicBezTo>
                <a:lnTo>
                  <a:pt x="7588" y="34436"/>
                </a:lnTo>
                <a:lnTo>
                  <a:pt x="8755" y="0"/>
                </a:lnTo>
                <a:lnTo>
                  <a:pt x="109728" y="0"/>
                </a:lnTo>
                <a:lnTo>
                  <a:pt x="109728" y="4377"/>
                </a:lnTo>
                <a:lnTo>
                  <a:pt x="31226" y="122569"/>
                </a:lnTo>
                <a:lnTo>
                  <a:pt x="70039" y="122569"/>
                </a:lnTo>
                <a:cubicBezTo>
                  <a:pt x="86382" y="122569"/>
                  <a:pt x="96596" y="119942"/>
                  <a:pt x="100973" y="114689"/>
                </a:cubicBezTo>
                <a:cubicBezTo>
                  <a:pt x="103600" y="111479"/>
                  <a:pt x="106226" y="103308"/>
                  <a:pt x="108853" y="90468"/>
                </a:cubicBezTo>
                <a:lnTo>
                  <a:pt x="114106" y="91635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0B897-CF90-4374-B7E4-48438FB2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83" y="1115718"/>
            <a:ext cx="118191" cy="136869"/>
          </a:xfrm>
          <a:custGeom xmlns:a="http://schemas.openxmlformats.org/drawingml/2006/main">
            <a:pathLst>
              <a:path w="118191" h="136869">
                <a:moveTo>
                  <a:pt x="118191" y="114981"/>
                </a:moveTo>
                <a:lnTo>
                  <a:pt x="118191" y="123153"/>
                </a:lnTo>
                <a:cubicBezTo>
                  <a:pt x="110604" y="132491"/>
                  <a:pt x="101849" y="136869"/>
                  <a:pt x="91927" y="136869"/>
                </a:cubicBezTo>
                <a:cubicBezTo>
                  <a:pt x="80837" y="136869"/>
                  <a:pt x="74417" y="129865"/>
                  <a:pt x="73250" y="115857"/>
                </a:cubicBezTo>
                <a:lnTo>
                  <a:pt x="72958" y="115857"/>
                </a:lnTo>
                <a:cubicBezTo>
                  <a:pt x="60409" y="129865"/>
                  <a:pt x="46401" y="136869"/>
                  <a:pt x="30642" y="136869"/>
                </a:cubicBezTo>
                <a:cubicBezTo>
                  <a:pt x="21304" y="136869"/>
                  <a:pt x="14008" y="134242"/>
                  <a:pt x="8463" y="128989"/>
                </a:cubicBezTo>
                <a:cubicBezTo>
                  <a:pt x="2626" y="123736"/>
                  <a:pt x="0" y="116440"/>
                  <a:pt x="0" y="106810"/>
                </a:cubicBezTo>
                <a:cubicBezTo>
                  <a:pt x="0" y="93386"/>
                  <a:pt x="6712" y="82004"/>
                  <a:pt x="20428" y="72666"/>
                </a:cubicBezTo>
                <a:cubicBezTo>
                  <a:pt x="29767" y="66537"/>
                  <a:pt x="47277" y="58658"/>
                  <a:pt x="72958" y="49028"/>
                </a:cubicBezTo>
                <a:lnTo>
                  <a:pt x="72958" y="33269"/>
                </a:lnTo>
                <a:cubicBezTo>
                  <a:pt x="72958" y="24514"/>
                  <a:pt x="70623" y="18094"/>
                  <a:pt x="66537" y="13716"/>
                </a:cubicBezTo>
                <a:cubicBezTo>
                  <a:pt x="62452" y="9339"/>
                  <a:pt x="56907" y="7004"/>
                  <a:pt x="50195" y="7004"/>
                </a:cubicBezTo>
                <a:cubicBezTo>
                  <a:pt x="44358" y="7004"/>
                  <a:pt x="39397" y="8463"/>
                  <a:pt x="35603" y="11381"/>
                </a:cubicBezTo>
                <a:cubicBezTo>
                  <a:pt x="31518" y="14300"/>
                  <a:pt x="29767" y="17510"/>
                  <a:pt x="29767" y="21304"/>
                </a:cubicBezTo>
                <a:cubicBezTo>
                  <a:pt x="29767" y="23055"/>
                  <a:pt x="30059" y="25097"/>
                  <a:pt x="30642" y="27140"/>
                </a:cubicBezTo>
                <a:cubicBezTo>
                  <a:pt x="31226" y="29475"/>
                  <a:pt x="31518" y="31518"/>
                  <a:pt x="31518" y="33561"/>
                </a:cubicBezTo>
                <a:cubicBezTo>
                  <a:pt x="31518" y="36479"/>
                  <a:pt x="30059" y="39397"/>
                  <a:pt x="27432" y="41732"/>
                </a:cubicBezTo>
                <a:cubicBezTo>
                  <a:pt x="24806" y="44358"/>
                  <a:pt x="21595" y="45526"/>
                  <a:pt x="18094" y="45526"/>
                </a:cubicBezTo>
                <a:cubicBezTo>
                  <a:pt x="14592" y="45526"/>
                  <a:pt x="11673" y="44358"/>
                  <a:pt x="9339" y="41732"/>
                </a:cubicBezTo>
                <a:cubicBezTo>
                  <a:pt x="6712" y="39397"/>
                  <a:pt x="5545" y="36187"/>
                  <a:pt x="5545" y="32101"/>
                </a:cubicBezTo>
                <a:cubicBezTo>
                  <a:pt x="5545" y="22763"/>
                  <a:pt x="10506" y="15175"/>
                  <a:pt x="20428" y="8755"/>
                </a:cubicBezTo>
                <a:cubicBezTo>
                  <a:pt x="29475" y="2918"/>
                  <a:pt x="40564" y="0"/>
                  <a:pt x="53989" y="0"/>
                </a:cubicBezTo>
                <a:cubicBezTo>
                  <a:pt x="69748" y="0"/>
                  <a:pt x="81129" y="4377"/>
                  <a:pt x="88425" y="13132"/>
                </a:cubicBezTo>
                <a:cubicBezTo>
                  <a:pt x="91927" y="17218"/>
                  <a:pt x="93970" y="21595"/>
                  <a:pt x="95137" y="25681"/>
                </a:cubicBezTo>
                <a:cubicBezTo>
                  <a:pt x="96012" y="29767"/>
                  <a:pt x="96596" y="36479"/>
                  <a:pt x="96596" y="45526"/>
                </a:cubicBezTo>
                <a:lnTo>
                  <a:pt x="96596" y="101265"/>
                </a:lnTo>
                <a:cubicBezTo>
                  <a:pt x="96596" y="114106"/>
                  <a:pt x="99514" y="120526"/>
                  <a:pt x="105643" y="120526"/>
                </a:cubicBezTo>
                <a:cubicBezTo>
                  <a:pt x="109437" y="120526"/>
                  <a:pt x="113522" y="118775"/>
                  <a:pt x="118191" y="114981"/>
                </a:cubicBezTo>
                <a:close/>
                <a:moveTo>
                  <a:pt x="72958" y="97180"/>
                </a:moveTo>
                <a:lnTo>
                  <a:pt x="72958" y="56032"/>
                </a:lnTo>
                <a:cubicBezTo>
                  <a:pt x="54864" y="62452"/>
                  <a:pt x="42607" y="68872"/>
                  <a:pt x="35603" y="75292"/>
                </a:cubicBezTo>
                <a:cubicBezTo>
                  <a:pt x="28891" y="81421"/>
                  <a:pt x="25681" y="89008"/>
                  <a:pt x="25681" y="97763"/>
                </a:cubicBezTo>
                <a:cubicBezTo>
                  <a:pt x="25681" y="105351"/>
                  <a:pt x="27432" y="110896"/>
                  <a:pt x="31226" y="114689"/>
                </a:cubicBezTo>
                <a:cubicBezTo>
                  <a:pt x="34728" y="118483"/>
                  <a:pt x="39689" y="120234"/>
                  <a:pt x="45817" y="120234"/>
                </a:cubicBezTo>
                <a:cubicBezTo>
                  <a:pt x="52238" y="120234"/>
                  <a:pt x="57782" y="118775"/>
                  <a:pt x="62744" y="115565"/>
                </a:cubicBezTo>
                <a:cubicBezTo>
                  <a:pt x="66829" y="112647"/>
                  <a:pt x="69456" y="110020"/>
                  <a:pt x="70915" y="107394"/>
                </a:cubicBezTo>
                <a:cubicBezTo>
                  <a:pt x="72082" y="105059"/>
                  <a:pt x="72958" y="101557"/>
                  <a:pt x="72958" y="97180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29567-17A6-4000-8D10-09BFCC72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752" y="1080990"/>
            <a:ext cx="77627" cy="171597"/>
          </a:xfrm>
          <a:custGeom xmlns:a="http://schemas.openxmlformats.org/drawingml/2006/main">
            <a:pathLst>
              <a:path w="77627" h="171597">
                <a:moveTo>
                  <a:pt x="73833" y="146499"/>
                </a:moveTo>
                <a:lnTo>
                  <a:pt x="77627" y="149709"/>
                </a:lnTo>
                <a:cubicBezTo>
                  <a:pt x="68288" y="164301"/>
                  <a:pt x="56323" y="171597"/>
                  <a:pt x="42315" y="171597"/>
                </a:cubicBezTo>
                <a:cubicBezTo>
                  <a:pt x="25097" y="171597"/>
                  <a:pt x="16634" y="159340"/>
                  <a:pt x="16634" y="134826"/>
                </a:cubicBezTo>
                <a:lnTo>
                  <a:pt x="16634" y="46985"/>
                </a:lnTo>
                <a:lnTo>
                  <a:pt x="1167" y="46985"/>
                </a:lnTo>
                <a:cubicBezTo>
                  <a:pt x="292" y="46401"/>
                  <a:pt x="0" y="45817"/>
                  <a:pt x="0" y="44942"/>
                </a:cubicBezTo>
                <a:cubicBezTo>
                  <a:pt x="0" y="43483"/>
                  <a:pt x="1459" y="41732"/>
                  <a:pt x="4961" y="39397"/>
                </a:cubicBezTo>
                <a:cubicBezTo>
                  <a:pt x="12257" y="35312"/>
                  <a:pt x="21595" y="24806"/>
                  <a:pt x="33269" y="8171"/>
                </a:cubicBezTo>
                <a:cubicBezTo>
                  <a:pt x="33561" y="7588"/>
                  <a:pt x="34436" y="6420"/>
                  <a:pt x="35895" y="4669"/>
                </a:cubicBezTo>
                <a:cubicBezTo>
                  <a:pt x="37354" y="2918"/>
                  <a:pt x="38522" y="1167"/>
                  <a:pt x="39105" y="0"/>
                </a:cubicBezTo>
                <a:cubicBezTo>
                  <a:pt x="40273" y="0"/>
                  <a:pt x="41148" y="1459"/>
                  <a:pt x="41148" y="3794"/>
                </a:cubicBezTo>
                <a:lnTo>
                  <a:pt x="41148" y="37646"/>
                </a:lnTo>
                <a:lnTo>
                  <a:pt x="70623" y="37646"/>
                </a:lnTo>
                <a:lnTo>
                  <a:pt x="70623" y="46985"/>
                </a:lnTo>
                <a:lnTo>
                  <a:pt x="41148" y="46985"/>
                </a:lnTo>
                <a:lnTo>
                  <a:pt x="41148" y="130448"/>
                </a:lnTo>
                <a:cubicBezTo>
                  <a:pt x="41148" y="139787"/>
                  <a:pt x="42315" y="146499"/>
                  <a:pt x="44650" y="150585"/>
                </a:cubicBezTo>
                <a:cubicBezTo>
                  <a:pt x="46985" y="154670"/>
                  <a:pt x="50779" y="156713"/>
                  <a:pt x="56323" y="156713"/>
                </a:cubicBezTo>
                <a:cubicBezTo>
                  <a:pt x="62160" y="156713"/>
                  <a:pt x="67997" y="153503"/>
                  <a:pt x="73833" y="146499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3187D-9695-4F5E-BA9F-AE73F42E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756" y="1050640"/>
            <a:ext cx="69164" cy="199320"/>
          </a:xfrm>
          <a:custGeom xmlns:a="http://schemas.openxmlformats.org/drawingml/2006/main">
            <a:pathLst>
              <a:path w="69164" h="199320">
                <a:moveTo>
                  <a:pt x="47860" y="14883"/>
                </a:moveTo>
                <a:cubicBezTo>
                  <a:pt x="47860" y="19261"/>
                  <a:pt x="46401" y="22763"/>
                  <a:pt x="43483" y="25681"/>
                </a:cubicBezTo>
                <a:cubicBezTo>
                  <a:pt x="40564" y="28599"/>
                  <a:pt x="36771" y="29767"/>
                  <a:pt x="32685" y="29767"/>
                </a:cubicBezTo>
                <a:cubicBezTo>
                  <a:pt x="28599" y="29767"/>
                  <a:pt x="25097" y="28599"/>
                  <a:pt x="22179" y="25681"/>
                </a:cubicBezTo>
                <a:cubicBezTo>
                  <a:pt x="19261" y="22763"/>
                  <a:pt x="18094" y="19261"/>
                  <a:pt x="18094" y="14883"/>
                </a:cubicBezTo>
                <a:cubicBezTo>
                  <a:pt x="18094" y="10798"/>
                  <a:pt x="19553" y="7296"/>
                  <a:pt x="22471" y="4377"/>
                </a:cubicBezTo>
                <a:cubicBezTo>
                  <a:pt x="25389" y="1459"/>
                  <a:pt x="28891" y="0"/>
                  <a:pt x="32977" y="0"/>
                </a:cubicBezTo>
                <a:cubicBezTo>
                  <a:pt x="37063" y="0"/>
                  <a:pt x="40564" y="1459"/>
                  <a:pt x="43483" y="4377"/>
                </a:cubicBezTo>
                <a:cubicBezTo>
                  <a:pt x="46401" y="7296"/>
                  <a:pt x="47860" y="10798"/>
                  <a:pt x="47860" y="14883"/>
                </a:cubicBezTo>
                <a:close/>
                <a:moveTo>
                  <a:pt x="69164" y="199320"/>
                </a:moveTo>
                <a:lnTo>
                  <a:pt x="0" y="199320"/>
                </a:lnTo>
                <a:lnTo>
                  <a:pt x="0" y="194943"/>
                </a:lnTo>
                <a:cubicBezTo>
                  <a:pt x="9922" y="194359"/>
                  <a:pt x="16343" y="192608"/>
                  <a:pt x="18969" y="189690"/>
                </a:cubicBezTo>
                <a:cubicBezTo>
                  <a:pt x="21595" y="186772"/>
                  <a:pt x="23055" y="180060"/>
                  <a:pt x="23055" y="168970"/>
                </a:cubicBezTo>
                <a:lnTo>
                  <a:pt x="23055" y="102724"/>
                </a:lnTo>
                <a:cubicBezTo>
                  <a:pt x="23055" y="96012"/>
                  <a:pt x="22179" y="91343"/>
                  <a:pt x="21012" y="88425"/>
                </a:cubicBezTo>
                <a:cubicBezTo>
                  <a:pt x="19553" y="85798"/>
                  <a:pt x="16926" y="84339"/>
                  <a:pt x="13424" y="84339"/>
                </a:cubicBezTo>
                <a:cubicBezTo>
                  <a:pt x="8755" y="84339"/>
                  <a:pt x="4669" y="84923"/>
                  <a:pt x="1167" y="85798"/>
                </a:cubicBezTo>
                <a:lnTo>
                  <a:pt x="1167" y="81129"/>
                </a:lnTo>
                <a:lnTo>
                  <a:pt x="46401" y="65078"/>
                </a:lnTo>
                <a:lnTo>
                  <a:pt x="47568" y="66246"/>
                </a:lnTo>
                <a:lnTo>
                  <a:pt x="47568" y="168678"/>
                </a:lnTo>
                <a:cubicBezTo>
                  <a:pt x="47568" y="179768"/>
                  <a:pt x="48736" y="186480"/>
                  <a:pt x="51070" y="189398"/>
                </a:cubicBezTo>
                <a:cubicBezTo>
                  <a:pt x="53405" y="192316"/>
                  <a:pt x="59533" y="194359"/>
                  <a:pt x="69164" y="194943"/>
                </a:cubicBezTo>
                <a:lnTo>
                  <a:pt x="69164" y="199320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E047E-AC11-48DA-B358-4797491F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679" y="1115718"/>
            <a:ext cx="128697" cy="136869"/>
          </a:xfrm>
          <a:custGeom xmlns:a="http://schemas.openxmlformats.org/drawingml/2006/main">
            <a:pathLst>
              <a:path w="128697" h="136869">
                <a:moveTo>
                  <a:pt x="128697" y="66829"/>
                </a:moveTo>
                <a:cubicBezTo>
                  <a:pt x="128697" y="87257"/>
                  <a:pt x="122569" y="104184"/>
                  <a:pt x="110312" y="117316"/>
                </a:cubicBezTo>
                <a:cubicBezTo>
                  <a:pt x="98055" y="130448"/>
                  <a:pt x="82296" y="136869"/>
                  <a:pt x="63035" y="136869"/>
                </a:cubicBezTo>
                <a:cubicBezTo>
                  <a:pt x="44942" y="136869"/>
                  <a:pt x="30059" y="130448"/>
                  <a:pt x="18094" y="117316"/>
                </a:cubicBezTo>
                <a:cubicBezTo>
                  <a:pt x="5837" y="104475"/>
                  <a:pt x="0" y="87841"/>
                  <a:pt x="0" y="67705"/>
                </a:cubicBezTo>
                <a:cubicBezTo>
                  <a:pt x="0" y="47568"/>
                  <a:pt x="5837" y="31226"/>
                  <a:pt x="18094" y="18677"/>
                </a:cubicBezTo>
                <a:cubicBezTo>
                  <a:pt x="30059" y="6420"/>
                  <a:pt x="45817" y="0"/>
                  <a:pt x="65662" y="0"/>
                </a:cubicBezTo>
                <a:cubicBezTo>
                  <a:pt x="83755" y="0"/>
                  <a:pt x="98639" y="6420"/>
                  <a:pt x="110604" y="18677"/>
                </a:cubicBezTo>
                <a:cubicBezTo>
                  <a:pt x="122569" y="30934"/>
                  <a:pt x="128697" y="46985"/>
                  <a:pt x="128697" y="66829"/>
                </a:cubicBezTo>
                <a:close/>
                <a:moveTo>
                  <a:pt x="102433" y="74709"/>
                </a:moveTo>
                <a:cubicBezTo>
                  <a:pt x="102433" y="52530"/>
                  <a:pt x="97471" y="35312"/>
                  <a:pt x="87841" y="22763"/>
                </a:cubicBezTo>
                <a:cubicBezTo>
                  <a:pt x="79962" y="13132"/>
                  <a:pt x="70623" y="8171"/>
                  <a:pt x="60117" y="8171"/>
                </a:cubicBezTo>
                <a:cubicBezTo>
                  <a:pt x="49903" y="8171"/>
                  <a:pt x="41732" y="12549"/>
                  <a:pt x="35603" y="20720"/>
                </a:cubicBezTo>
                <a:cubicBezTo>
                  <a:pt x="29183" y="28891"/>
                  <a:pt x="26265" y="40273"/>
                  <a:pt x="26265" y="54572"/>
                </a:cubicBezTo>
                <a:cubicBezTo>
                  <a:pt x="26265" y="79670"/>
                  <a:pt x="31226" y="99514"/>
                  <a:pt x="41732" y="114398"/>
                </a:cubicBezTo>
                <a:cubicBezTo>
                  <a:pt x="48152" y="124320"/>
                  <a:pt x="56907" y="128989"/>
                  <a:pt x="67997" y="128989"/>
                </a:cubicBezTo>
                <a:cubicBezTo>
                  <a:pt x="78502" y="128989"/>
                  <a:pt x="86966" y="124320"/>
                  <a:pt x="93094" y="114689"/>
                </a:cubicBezTo>
                <a:cubicBezTo>
                  <a:pt x="99222" y="105059"/>
                  <a:pt x="102433" y="91635"/>
                  <a:pt x="102433" y="74709"/>
                </a:cubicBez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75F09-33BE-47FD-92BC-4363E01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01" y="1115718"/>
            <a:ext cx="136869" cy="134242"/>
          </a:xfrm>
          <a:custGeom xmlns:a="http://schemas.openxmlformats.org/drawingml/2006/main">
            <a:pathLst>
              <a:path w="136869" h="134242">
                <a:moveTo>
                  <a:pt x="136869" y="134242"/>
                </a:moveTo>
                <a:lnTo>
                  <a:pt x="76168" y="134242"/>
                </a:lnTo>
                <a:lnTo>
                  <a:pt x="76460" y="129865"/>
                </a:lnTo>
                <a:cubicBezTo>
                  <a:pt x="83464" y="129281"/>
                  <a:pt x="88425" y="127238"/>
                  <a:pt x="90759" y="123736"/>
                </a:cubicBezTo>
                <a:cubicBezTo>
                  <a:pt x="93094" y="120234"/>
                  <a:pt x="94553" y="113522"/>
                  <a:pt x="94553" y="103600"/>
                </a:cubicBezTo>
                <a:lnTo>
                  <a:pt x="94553" y="45526"/>
                </a:lnTo>
                <a:cubicBezTo>
                  <a:pt x="94553" y="25973"/>
                  <a:pt x="87257" y="16051"/>
                  <a:pt x="73250" y="16051"/>
                </a:cubicBezTo>
                <a:cubicBezTo>
                  <a:pt x="68288" y="16051"/>
                  <a:pt x="63619" y="17218"/>
                  <a:pt x="59533" y="19553"/>
                </a:cubicBezTo>
                <a:cubicBezTo>
                  <a:pt x="55156" y="21887"/>
                  <a:pt x="49611" y="26265"/>
                  <a:pt x="43191" y="32685"/>
                </a:cubicBezTo>
                <a:lnTo>
                  <a:pt x="43191" y="113230"/>
                </a:lnTo>
                <a:cubicBezTo>
                  <a:pt x="43191" y="119067"/>
                  <a:pt x="44358" y="123153"/>
                  <a:pt x="46985" y="125487"/>
                </a:cubicBezTo>
                <a:cubicBezTo>
                  <a:pt x="49611" y="127822"/>
                  <a:pt x="54572" y="129281"/>
                  <a:pt x="62160" y="129865"/>
                </a:cubicBezTo>
                <a:lnTo>
                  <a:pt x="62160" y="134242"/>
                </a:lnTo>
                <a:lnTo>
                  <a:pt x="584" y="134242"/>
                </a:lnTo>
                <a:lnTo>
                  <a:pt x="584" y="129865"/>
                </a:lnTo>
                <a:cubicBezTo>
                  <a:pt x="7879" y="129281"/>
                  <a:pt x="12841" y="127530"/>
                  <a:pt x="15175" y="124612"/>
                </a:cubicBezTo>
                <a:cubicBezTo>
                  <a:pt x="17510" y="121693"/>
                  <a:pt x="18677" y="115565"/>
                  <a:pt x="18677" y="106810"/>
                </a:cubicBezTo>
                <a:lnTo>
                  <a:pt x="18677" y="35895"/>
                </a:lnTo>
                <a:cubicBezTo>
                  <a:pt x="18677" y="28891"/>
                  <a:pt x="17802" y="23930"/>
                  <a:pt x="16634" y="21012"/>
                </a:cubicBezTo>
                <a:cubicBezTo>
                  <a:pt x="15175" y="18385"/>
                  <a:pt x="12549" y="16926"/>
                  <a:pt x="8463" y="16926"/>
                </a:cubicBezTo>
                <a:cubicBezTo>
                  <a:pt x="4377" y="16926"/>
                  <a:pt x="1751" y="17510"/>
                  <a:pt x="0" y="18094"/>
                </a:cubicBezTo>
                <a:lnTo>
                  <a:pt x="0" y="13132"/>
                </a:lnTo>
                <a:cubicBezTo>
                  <a:pt x="13424" y="9339"/>
                  <a:pt x="26848" y="4961"/>
                  <a:pt x="39981" y="0"/>
                </a:cubicBezTo>
                <a:lnTo>
                  <a:pt x="42315" y="875"/>
                </a:lnTo>
                <a:lnTo>
                  <a:pt x="42315" y="23638"/>
                </a:lnTo>
                <a:lnTo>
                  <a:pt x="42607" y="23638"/>
                </a:lnTo>
                <a:cubicBezTo>
                  <a:pt x="56323" y="7879"/>
                  <a:pt x="70331" y="0"/>
                  <a:pt x="84631" y="0"/>
                </a:cubicBezTo>
                <a:cubicBezTo>
                  <a:pt x="95720" y="0"/>
                  <a:pt x="104184" y="4086"/>
                  <a:pt x="110020" y="11673"/>
                </a:cubicBezTo>
                <a:cubicBezTo>
                  <a:pt x="115857" y="19553"/>
                  <a:pt x="119067" y="30642"/>
                  <a:pt x="119067" y="44942"/>
                </a:cubicBezTo>
                <a:lnTo>
                  <a:pt x="119067" y="109437"/>
                </a:lnTo>
                <a:cubicBezTo>
                  <a:pt x="119067" y="117316"/>
                  <a:pt x="120234" y="122569"/>
                  <a:pt x="122569" y="124904"/>
                </a:cubicBezTo>
                <a:cubicBezTo>
                  <a:pt x="124904" y="127530"/>
                  <a:pt x="129573" y="129281"/>
                  <a:pt x="136869" y="129865"/>
                </a:cubicBezTo>
                <a:lnTo>
                  <a:pt x="136869" y="134242"/>
                </a:lnTo>
                <a:close/>
              </a:path>
            </a:pathLst>
          </a:custGeom>
          <a:solidFill xmlns:a="http://schemas.openxmlformats.org/drawingml/2006/main">
            <a:srgbClr val="0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D45A9-180E-4F0A-ADCA-F7E203BE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359" y="2454545"/>
            <a:ext cx="195235" cy="193192"/>
          </a:xfrm>
          <a:custGeom xmlns:a="http://schemas.openxmlformats.org/drawingml/2006/main">
            <a:pathLst>
              <a:path w="195235" h="193192">
                <a:moveTo>
                  <a:pt x="0" y="0"/>
                </a:moveTo>
                <a:lnTo>
                  <a:pt x="78794" y="0"/>
                </a:lnTo>
                <a:cubicBezTo>
                  <a:pt x="116732" y="0"/>
                  <a:pt x="145915" y="9047"/>
                  <a:pt x="166344" y="26557"/>
                </a:cubicBezTo>
                <a:cubicBezTo>
                  <a:pt x="185604" y="43191"/>
                  <a:pt x="195235" y="66246"/>
                  <a:pt x="195235" y="95720"/>
                </a:cubicBezTo>
                <a:cubicBezTo>
                  <a:pt x="195235" y="131324"/>
                  <a:pt x="181811" y="157589"/>
                  <a:pt x="155546" y="174515"/>
                </a:cubicBezTo>
                <a:cubicBezTo>
                  <a:pt x="136285" y="187064"/>
                  <a:pt x="111771" y="193192"/>
                  <a:pt x="82004" y="193192"/>
                </a:cubicBezTo>
                <a:lnTo>
                  <a:pt x="0" y="193192"/>
                </a:lnTo>
                <a:lnTo>
                  <a:pt x="0" y="187647"/>
                </a:lnTo>
                <a:cubicBezTo>
                  <a:pt x="11090" y="187064"/>
                  <a:pt x="18385" y="185021"/>
                  <a:pt x="21304" y="181811"/>
                </a:cubicBezTo>
                <a:cubicBezTo>
                  <a:pt x="24222" y="178600"/>
                  <a:pt x="25681" y="171305"/>
                  <a:pt x="25681" y="159631"/>
                </a:cubicBezTo>
                <a:lnTo>
                  <a:pt x="25681" y="32685"/>
                </a:lnTo>
                <a:cubicBezTo>
                  <a:pt x="25681" y="21595"/>
                  <a:pt x="24222" y="14300"/>
                  <a:pt x="21304" y="11381"/>
                </a:cubicBezTo>
                <a:cubicBezTo>
                  <a:pt x="18385" y="8463"/>
                  <a:pt x="11090" y="6420"/>
                  <a:pt x="0" y="5545"/>
                </a:cubicBezTo>
                <a:lnTo>
                  <a:pt x="0" y="0"/>
                </a:lnTo>
                <a:close/>
                <a:moveTo>
                  <a:pt x="55448" y="23055"/>
                </a:moveTo>
                <a:lnTo>
                  <a:pt x="55448" y="168678"/>
                </a:lnTo>
                <a:cubicBezTo>
                  <a:pt x="55448" y="173931"/>
                  <a:pt x="56323" y="177725"/>
                  <a:pt x="58074" y="179476"/>
                </a:cubicBezTo>
                <a:cubicBezTo>
                  <a:pt x="59825" y="181519"/>
                  <a:pt x="63619" y="182394"/>
                  <a:pt x="69456" y="182394"/>
                </a:cubicBezTo>
                <a:cubicBezTo>
                  <a:pt x="84631" y="182394"/>
                  <a:pt x="96888" y="181519"/>
                  <a:pt x="106226" y="179184"/>
                </a:cubicBezTo>
                <a:cubicBezTo>
                  <a:pt x="115565" y="177141"/>
                  <a:pt x="124320" y="173056"/>
                  <a:pt x="133075" y="167219"/>
                </a:cubicBezTo>
                <a:cubicBezTo>
                  <a:pt x="153211" y="153795"/>
                  <a:pt x="163425" y="130448"/>
                  <a:pt x="163425" y="97471"/>
                </a:cubicBezTo>
                <a:cubicBezTo>
                  <a:pt x="163425" y="69456"/>
                  <a:pt x="154087" y="47277"/>
                  <a:pt x="135701" y="30934"/>
                </a:cubicBezTo>
                <a:cubicBezTo>
                  <a:pt x="127238" y="23638"/>
                  <a:pt x="118191" y="18385"/>
                  <a:pt x="108269" y="15467"/>
                </a:cubicBezTo>
                <a:cubicBezTo>
                  <a:pt x="98347" y="12549"/>
                  <a:pt x="85798" y="10798"/>
                  <a:pt x="70915" y="10798"/>
                </a:cubicBezTo>
                <a:cubicBezTo>
                  <a:pt x="65078" y="10798"/>
                  <a:pt x="61284" y="11673"/>
                  <a:pt x="58950" y="13424"/>
                </a:cubicBezTo>
                <a:cubicBezTo>
                  <a:pt x="56615" y="15175"/>
                  <a:pt x="55448" y="18385"/>
                  <a:pt x="55448" y="23055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E8116-1666-433C-9D11-7BB7170F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477" y="2516414"/>
            <a:ext cx="134534" cy="194651"/>
          </a:xfrm>
          <a:custGeom xmlns:a="http://schemas.openxmlformats.org/drawingml/2006/main">
            <a:pathLst>
              <a:path w="134534" h="194651">
                <a:moveTo>
                  <a:pt x="134534" y="0"/>
                </a:moveTo>
                <a:lnTo>
                  <a:pt x="134534" y="4377"/>
                </a:lnTo>
                <a:cubicBezTo>
                  <a:pt x="131032" y="4961"/>
                  <a:pt x="128114" y="6128"/>
                  <a:pt x="126071" y="8171"/>
                </a:cubicBezTo>
                <a:cubicBezTo>
                  <a:pt x="123736" y="10506"/>
                  <a:pt x="121693" y="14008"/>
                  <a:pt x="119942" y="19261"/>
                </a:cubicBezTo>
                <a:lnTo>
                  <a:pt x="76168" y="138328"/>
                </a:lnTo>
                <a:cubicBezTo>
                  <a:pt x="68580" y="158756"/>
                  <a:pt x="60701" y="173347"/>
                  <a:pt x="53113" y="181811"/>
                </a:cubicBezTo>
                <a:cubicBezTo>
                  <a:pt x="45526" y="190274"/>
                  <a:pt x="36187" y="194651"/>
                  <a:pt x="25097" y="194651"/>
                </a:cubicBezTo>
                <a:cubicBezTo>
                  <a:pt x="18677" y="194651"/>
                  <a:pt x="13716" y="192900"/>
                  <a:pt x="10214" y="189690"/>
                </a:cubicBezTo>
                <a:cubicBezTo>
                  <a:pt x="6420" y="186480"/>
                  <a:pt x="4669" y="182394"/>
                  <a:pt x="4669" y="177725"/>
                </a:cubicBezTo>
                <a:cubicBezTo>
                  <a:pt x="4669" y="173931"/>
                  <a:pt x="5837" y="170721"/>
                  <a:pt x="8171" y="168095"/>
                </a:cubicBezTo>
                <a:cubicBezTo>
                  <a:pt x="10506" y="165468"/>
                  <a:pt x="13716" y="164301"/>
                  <a:pt x="17218" y="164301"/>
                </a:cubicBezTo>
                <a:cubicBezTo>
                  <a:pt x="22763" y="164301"/>
                  <a:pt x="27724" y="165468"/>
                  <a:pt x="32393" y="168095"/>
                </a:cubicBezTo>
                <a:cubicBezTo>
                  <a:pt x="34728" y="169262"/>
                  <a:pt x="37354" y="170137"/>
                  <a:pt x="39981" y="170137"/>
                </a:cubicBezTo>
                <a:cubicBezTo>
                  <a:pt x="44066" y="170137"/>
                  <a:pt x="48736" y="165760"/>
                  <a:pt x="54572" y="157297"/>
                </a:cubicBezTo>
                <a:cubicBezTo>
                  <a:pt x="57199" y="153211"/>
                  <a:pt x="59825" y="147666"/>
                  <a:pt x="62452" y="140662"/>
                </a:cubicBezTo>
                <a:cubicBezTo>
                  <a:pt x="64786" y="133659"/>
                  <a:pt x="66246" y="128989"/>
                  <a:pt x="66246" y="126071"/>
                </a:cubicBezTo>
                <a:cubicBezTo>
                  <a:pt x="66246" y="123736"/>
                  <a:pt x="62160" y="113814"/>
                  <a:pt x="53989" y="96596"/>
                </a:cubicBezTo>
                <a:lnTo>
                  <a:pt x="15467" y="14300"/>
                </a:lnTo>
                <a:cubicBezTo>
                  <a:pt x="12841" y="8755"/>
                  <a:pt x="7588" y="5253"/>
                  <a:pt x="0" y="4086"/>
                </a:cubicBezTo>
                <a:lnTo>
                  <a:pt x="0" y="0"/>
                </a:lnTo>
                <a:lnTo>
                  <a:pt x="59825" y="0"/>
                </a:lnTo>
                <a:lnTo>
                  <a:pt x="59825" y="4377"/>
                </a:lnTo>
                <a:cubicBezTo>
                  <a:pt x="53405" y="4669"/>
                  <a:pt x="49028" y="5253"/>
                  <a:pt x="46693" y="6420"/>
                </a:cubicBezTo>
                <a:cubicBezTo>
                  <a:pt x="44358" y="7588"/>
                  <a:pt x="43191" y="9630"/>
                  <a:pt x="43191" y="12257"/>
                </a:cubicBezTo>
                <a:cubicBezTo>
                  <a:pt x="43191" y="14592"/>
                  <a:pt x="44358" y="18385"/>
                  <a:pt x="46985" y="24222"/>
                </a:cubicBezTo>
                <a:lnTo>
                  <a:pt x="79670" y="97180"/>
                </a:lnTo>
                <a:lnTo>
                  <a:pt x="107977" y="16634"/>
                </a:lnTo>
                <a:cubicBezTo>
                  <a:pt x="108561" y="14883"/>
                  <a:pt x="109145" y="13132"/>
                  <a:pt x="109145" y="11381"/>
                </a:cubicBezTo>
                <a:cubicBezTo>
                  <a:pt x="109145" y="6712"/>
                  <a:pt x="104475" y="4377"/>
                  <a:pt x="95720" y="4377"/>
                </a:cubicBezTo>
                <a:lnTo>
                  <a:pt x="95720" y="0"/>
                </a:lnTo>
                <a:lnTo>
                  <a:pt x="134534" y="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6C814-BC2F-4A24-9D91-6D177DBE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976" y="2513495"/>
            <a:ext cx="136869" cy="134242"/>
          </a:xfrm>
          <a:custGeom xmlns:a="http://schemas.openxmlformats.org/drawingml/2006/main">
            <a:pathLst>
              <a:path w="136869" h="134242">
                <a:moveTo>
                  <a:pt x="136869" y="134242"/>
                </a:moveTo>
                <a:lnTo>
                  <a:pt x="76168" y="134242"/>
                </a:lnTo>
                <a:lnTo>
                  <a:pt x="76460" y="129865"/>
                </a:lnTo>
                <a:cubicBezTo>
                  <a:pt x="83464" y="129281"/>
                  <a:pt x="88425" y="127238"/>
                  <a:pt x="90759" y="123736"/>
                </a:cubicBezTo>
                <a:cubicBezTo>
                  <a:pt x="93094" y="120234"/>
                  <a:pt x="94553" y="113522"/>
                  <a:pt x="94553" y="103600"/>
                </a:cubicBezTo>
                <a:lnTo>
                  <a:pt x="94553" y="45526"/>
                </a:lnTo>
                <a:cubicBezTo>
                  <a:pt x="94553" y="25973"/>
                  <a:pt x="87257" y="16051"/>
                  <a:pt x="73250" y="16051"/>
                </a:cubicBezTo>
                <a:cubicBezTo>
                  <a:pt x="68288" y="16051"/>
                  <a:pt x="63619" y="17218"/>
                  <a:pt x="59533" y="19553"/>
                </a:cubicBezTo>
                <a:cubicBezTo>
                  <a:pt x="55156" y="21887"/>
                  <a:pt x="49611" y="26265"/>
                  <a:pt x="43191" y="32685"/>
                </a:cubicBezTo>
                <a:lnTo>
                  <a:pt x="43191" y="113230"/>
                </a:lnTo>
                <a:cubicBezTo>
                  <a:pt x="43191" y="119067"/>
                  <a:pt x="44358" y="123153"/>
                  <a:pt x="46985" y="125487"/>
                </a:cubicBezTo>
                <a:cubicBezTo>
                  <a:pt x="49611" y="127822"/>
                  <a:pt x="54572" y="129281"/>
                  <a:pt x="62160" y="129865"/>
                </a:cubicBezTo>
                <a:lnTo>
                  <a:pt x="62160" y="134242"/>
                </a:lnTo>
                <a:lnTo>
                  <a:pt x="584" y="134242"/>
                </a:lnTo>
                <a:lnTo>
                  <a:pt x="584" y="129865"/>
                </a:lnTo>
                <a:cubicBezTo>
                  <a:pt x="7879" y="129281"/>
                  <a:pt x="12841" y="127530"/>
                  <a:pt x="15175" y="124612"/>
                </a:cubicBezTo>
                <a:cubicBezTo>
                  <a:pt x="17510" y="121693"/>
                  <a:pt x="18677" y="115565"/>
                  <a:pt x="18677" y="106810"/>
                </a:cubicBezTo>
                <a:lnTo>
                  <a:pt x="18677" y="35895"/>
                </a:lnTo>
                <a:cubicBezTo>
                  <a:pt x="18677" y="28891"/>
                  <a:pt x="17802" y="23930"/>
                  <a:pt x="16634" y="21012"/>
                </a:cubicBezTo>
                <a:cubicBezTo>
                  <a:pt x="15175" y="18385"/>
                  <a:pt x="12549" y="16926"/>
                  <a:pt x="8463" y="16926"/>
                </a:cubicBezTo>
                <a:cubicBezTo>
                  <a:pt x="4377" y="16926"/>
                  <a:pt x="1751" y="17510"/>
                  <a:pt x="0" y="18094"/>
                </a:cubicBezTo>
                <a:lnTo>
                  <a:pt x="0" y="13132"/>
                </a:lnTo>
                <a:cubicBezTo>
                  <a:pt x="13424" y="9339"/>
                  <a:pt x="26848" y="4961"/>
                  <a:pt x="39981" y="0"/>
                </a:cubicBezTo>
                <a:lnTo>
                  <a:pt x="42315" y="875"/>
                </a:lnTo>
                <a:lnTo>
                  <a:pt x="42315" y="23638"/>
                </a:lnTo>
                <a:lnTo>
                  <a:pt x="42607" y="23638"/>
                </a:lnTo>
                <a:cubicBezTo>
                  <a:pt x="56323" y="7879"/>
                  <a:pt x="70331" y="0"/>
                  <a:pt x="84631" y="0"/>
                </a:cubicBezTo>
                <a:cubicBezTo>
                  <a:pt x="95720" y="0"/>
                  <a:pt x="104184" y="4086"/>
                  <a:pt x="110020" y="11673"/>
                </a:cubicBezTo>
                <a:cubicBezTo>
                  <a:pt x="115857" y="19553"/>
                  <a:pt x="119067" y="30642"/>
                  <a:pt x="119067" y="44942"/>
                </a:cubicBezTo>
                <a:lnTo>
                  <a:pt x="119067" y="109437"/>
                </a:lnTo>
                <a:cubicBezTo>
                  <a:pt x="119067" y="117316"/>
                  <a:pt x="120234" y="122569"/>
                  <a:pt x="122569" y="124904"/>
                </a:cubicBezTo>
                <a:cubicBezTo>
                  <a:pt x="124904" y="127530"/>
                  <a:pt x="129573" y="129281"/>
                  <a:pt x="136869" y="129865"/>
                </a:cubicBezTo>
                <a:lnTo>
                  <a:pt x="136869" y="134242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AFC2F-45F2-4FC8-A1A0-85484E36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20" y="2513495"/>
            <a:ext cx="118191" cy="136869"/>
          </a:xfrm>
          <a:custGeom xmlns:a="http://schemas.openxmlformats.org/drawingml/2006/main">
            <a:pathLst>
              <a:path w="118191" h="136869">
                <a:moveTo>
                  <a:pt x="118191" y="114981"/>
                </a:moveTo>
                <a:lnTo>
                  <a:pt x="118191" y="123153"/>
                </a:lnTo>
                <a:cubicBezTo>
                  <a:pt x="110604" y="132491"/>
                  <a:pt x="101849" y="136869"/>
                  <a:pt x="91927" y="136869"/>
                </a:cubicBezTo>
                <a:cubicBezTo>
                  <a:pt x="80837" y="136869"/>
                  <a:pt x="74417" y="129865"/>
                  <a:pt x="73250" y="115857"/>
                </a:cubicBezTo>
                <a:lnTo>
                  <a:pt x="72958" y="115857"/>
                </a:lnTo>
                <a:cubicBezTo>
                  <a:pt x="60409" y="129865"/>
                  <a:pt x="46401" y="136869"/>
                  <a:pt x="30642" y="136869"/>
                </a:cubicBezTo>
                <a:cubicBezTo>
                  <a:pt x="21304" y="136869"/>
                  <a:pt x="14008" y="134242"/>
                  <a:pt x="8463" y="128989"/>
                </a:cubicBezTo>
                <a:cubicBezTo>
                  <a:pt x="2626" y="123736"/>
                  <a:pt x="0" y="116440"/>
                  <a:pt x="0" y="106810"/>
                </a:cubicBezTo>
                <a:cubicBezTo>
                  <a:pt x="0" y="93386"/>
                  <a:pt x="6712" y="82004"/>
                  <a:pt x="20428" y="72666"/>
                </a:cubicBezTo>
                <a:cubicBezTo>
                  <a:pt x="29767" y="66537"/>
                  <a:pt x="47277" y="58658"/>
                  <a:pt x="72958" y="49028"/>
                </a:cubicBezTo>
                <a:lnTo>
                  <a:pt x="72958" y="33269"/>
                </a:lnTo>
                <a:cubicBezTo>
                  <a:pt x="72958" y="24514"/>
                  <a:pt x="70623" y="18094"/>
                  <a:pt x="66537" y="13716"/>
                </a:cubicBezTo>
                <a:cubicBezTo>
                  <a:pt x="62452" y="9339"/>
                  <a:pt x="56907" y="7004"/>
                  <a:pt x="50195" y="7004"/>
                </a:cubicBezTo>
                <a:cubicBezTo>
                  <a:pt x="44358" y="7004"/>
                  <a:pt x="39397" y="8463"/>
                  <a:pt x="35603" y="11381"/>
                </a:cubicBezTo>
                <a:cubicBezTo>
                  <a:pt x="31518" y="14300"/>
                  <a:pt x="29767" y="17510"/>
                  <a:pt x="29767" y="21304"/>
                </a:cubicBezTo>
                <a:cubicBezTo>
                  <a:pt x="29767" y="23055"/>
                  <a:pt x="30059" y="25097"/>
                  <a:pt x="30642" y="27140"/>
                </a:cubicBezTo>
                <a:cubicBezTo>
                  <a:pt x="31226" y="29475"/>
                  <a:pt x="31518" y="31518"/>
                  <a:pt x="31518" y="33561"/>
                </a:cubicBezTo>
                <a:cubicBezTo>
                  <a:pt x="31518" y="36479"/>
                  <a:pt x="30059" y="39397"/>
                  <a:pt x="27432" y="41732"/>
                </a:cubicBezTo>
                <a:cubicBezTo>
                  <a:pt x="24806" y="44358"/>
                  <a:pt x="21595" y="45526"/>
                  <a:pt x="18094" y="45526"/>
                </a:cubicBezTo>
                <a:cubicBezTo>
                  <a:pt x="14592" y="45526"/>
                  <a:pt x="11673" y="44358"/>
                  <a:pt x="9339" y="41732"/>
                </a:cubicBezTo>
                <a:cubicBezTo>
                  <a:pt x="6712" y="39397"/>
                  <a:pt x="5545" y="36187"/>
                  <a:pt x="5545" y="32101"/>
                </a:cubicBezTo>
                <a:cubicBezTo>
                  <a:pt x="5545" y="22763"/>
                  <a:pt x="10506" y="15175"/>
                  <a:pt x="20428" y="8755"/>
                </a:cubicBezTo>
                <a:cubicBezTo>
                  <a:pt x="29475" y="2918"/>
                  <a:pt x="40564" y="0"/>
                  <a:pt x="53989" y="0"/>
                </a:cubicBezTo>
                <a:cubicBezTo>
                  <a:pt x="69748" y="0"/>
                  <a:pt x="81129" y="4377"/>
                  <a:pt x="88425" y="13132"/>
                </a:cubicBezTo>
                <a:cubicBezTo>
                  <a:pt x="91927" y="17218"/>
                  <a:pt x="93970" y="21595"/>
                  <a:pt x="95137" y="25681"/>
                </a:cubicBezTo>
                <a:cubicBezTo>
                  <a:pt x="96012" y="29767"/>
                  <a:pt x="96596" y="36479"/>
                  <a:pt x="96596" y="45526"/>
                </a:cubicBezTo>
                <a:lnTo>
                  <a:pt x="96596" y="101265"/>
                </a:lnTo>
                <a:cubicBezTo>
                  <a:pt x="96596" y="114106"/>
                  <a:pt x="99514" y="120526"/>
                  <a:pt x="105643" y="120526"/>
                </a:cubicBezTo>
                <a:cubicBezTo>
                  <a:pt x="109437" y="120526"/>
                  <a:pt x="113522" y="118775"/>
                  <a:pt x="118191" y="114981"/>
                </a:cubicBezTo>
                <a:close/>
                <a:moveTo>
                  <a:pt x="72958" y="97180"/>
                </a:moveTo>
                <a:lnTo>
                  <a:pt x="72958" y="56032"/>
                </a:lnTo>
                <a:cubicBezTo>
                  <a:pt x="54864" y="62452"/>
                  <a:pt x="42607" y="68872"/>
                  <a:pt x="35603" y="75292"/>
                </a:cubicBezTo>
                <a:cubicBezTo>
                  <a:pt x="28891" y="81421"/>
                  <a:pt x="25681" y="89008"/>
                  <a:pt x="25681" y="97763"/>
                </a:cubicBezTo>
                <a:cubicBezTo>
                  <a:pt x="25681" y="105351"/>
                  <a:pt x="27432" y="110896"/>
                  <a:pt x="31226" y="114689"/>
                </a:cubicBezTo>
                <a:cubicBezTo>
                  <a:pt x="34728" y="118483"/>
                  <a:pt x="39689" y="120234"/>
                  <a:pt x="45817" y="120234"/>
                </a:cubicBezTo>
                <a:cubicBezTo>
                  <a:pt x="52238" y="120234"/>
                  <a:pt x="57782" y="118775"/>
                  <a:pt x="62744" y="115565"/>
                </a:cubicBezTo>
                <a:cubicBezTo>
                  <a:pt x="66829" y="112647"/>
                  <a:pt x="69456" y="110020"/>
                  <a:pt x="70915" y="107394"/>
                </a:cubicBezTo>
                <a:cubicBezTo>
                  <a:pt x="72082" y="105059"/>
                  <a:pt x="72958" y="101557"/>
                  <a:pt x="72958" y="9718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5EDCE-D5C9-4EEB-A190-50B33ABC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465" y="2513495"/>
            <a:ext cx="221500" cy="134242"/>
          </a:xfrm>
          <a:custGeom xmlns:a="http://schemas.openxmlformats.org/drawingml/2006/main">
            <a:pathLst>
              <a:path w="221500" h="134242">
                <a:moveTo>
                  <a:pt x="221500" y="134242"/>
                </a:moveTo>
                <a:lnTo>
                  <a:pt x="157880" y="134242"/>
                </a:lnTo>
                <a:lnTo>
                  <a:pt x="157880" y="129865"/>
                </a:lnTo>
                <a:cubicBezTo>
                  <a:pt x="166052" y="129281"/>
                  <a:pt x="171013" y="127530"/>
                  <a:pt x="173347" y="124904"/>
                </a:cubicBezTo>
                <a:cubicBezTo>
                  <a:pt x="175682" y="122277"/>
                  <a:pt x="176849" y="116732"/>
                  <a:pt x="176849" y="107977"/>
                </a:cubicBezTo>
                <a:lnTo>
                  <a:pt x="176849" y="47860"/>
                </a:lnTo>
                <a:cubicBezTo>
                  <a:pt x="176849" y="36187"/>
                  <a:pt x="175098" y="28016"/>
                  <a:pt x="171597" y="22763"/>
                </a:cubicBezTo>
                <a:cubicBezTo>
                  <a:pt x="168095" y="17802"/>
                  <a:pt x="162550" y="15175"/>
                  <a:pt x="154378" y="15175"/>
                </a:cubicBezTo>
                <a:cubicBezTo>
                  <a:pt x="147375" y="15175"/>
                  <a:pt x="141538" y="16634"/>
                  <a:pt x="136869" y="19261"/>
                </a:cubicBezTo>
                <a:cubicBezTo>
                  <a:pt x="132199" y="22179"/>
                  <a:pt x="127530" y="26557"/>
                  <a:pt x="123153" y="32977"/>
                </a:cubicBezTo>
                <a:lnTo>
                  <a:pt x="123153" y="106518"/>
                </a:lnTo>
                <a:cubicBezTo>
                  <a:pt x="123153" y="115857"/>
                  <a:pt x="124320" y="122277"/>
                  <a:pt x="127238" y="125195"/>
                </a:cubicBezTo>
                <a:cubicBezTo>
                  <a:pt x="130157" y="128114"/>
                  <a:pt x="135701" y="129865"/>
                  <a:pt x="144164" y="129865"/>
                </a:cubicBezTo>
                <a:lnTo>
                  <a:pt x="144164" y="134242"/>
                </a:lnTo>
                <a:lnTo>
                  <a:pt x="78794" y="134242"/>
                </a:lnTo>
                <a:lnTo>
                  <a:pt x="78794" y="129865"/>
                </a:lnTo>
                <a:cubicBezTo>
                  <a:pt x="87257" y="129281"/>
                  <a:pt x="92802" y="128114"/>
                  <a:pt x="95137" y="125779"/>
                </a:cubicBezTo>
                <a:cubicBezTo>
                  <a:pt x="97471" y="123444"/>
                  <a:pt x="98639" y="117900"/>
                  <a:pt x="98639" y="109145"/>
                </a:cubicBezTo>
                <a:lnTo>
                  <a:pt x="98639" y="47568"/>
                </a:lnTo>
                <a:cubicBezTo>
                  <a:pt x="98639" y="25973"/>
                  <a:pt x="92219" y="15175"/>
                  <a:pt x="79670" y="15175"/>
                </a:cubicBezTo>
                <a:cubicBezTo>
                  <a:pt x="74125" y="15175"/>
                  <a:pt x="68288" y="16634"/>
                  <a:pt x="62160" y="18969"/>
                </a:cubicBezTo>
                <a:cubicBezTo>
                  <a:pt x="56032" y="21304"/>
                  <a:pt x="51654" y="24222"/>
                  <a:pt x="48736" y="27724"/>
                </a:cubicBezTo>
                <a:cubicBezTo>
                  <a:pt x="46109" y="30642"/>
                  <a:pt x="44942" y="32393"/>
                  <a:pt x="44942" y="32685"/>
                </a:cubicBezTo>
                <a:lnTo>
                  <a:pt x="44942" y="113814"/>
                </a:lnTo>
                <a:cubicBezTo>
                  <a:pt x="44942" y="120234"/>
                  <a:pt x="46109" y="124320"/>
                  <a:pt x="49028" y="126363"/>
                </a:cubicBezTo>
                <a:cubicBezTo>
                  <a:pt x="51654" y="128406"/>
                  <a:pt x="56907" y="129573"/>
                  <a:pt x="64786" y="129865"/>
                </a:cubicBezTo>
                <a:lnTo>
                  <a:pt x="64786" y="134242"/>
                </a:lnTo>
                <a:lnTo>
                  <a:pt x="0" y="134242"/>
                </a:lnTo>
                <a:lnTo>
                  <a:pt x="0" y="129865"/>
                </a:lnTo>
                <a:cubicBezTo>
                  <a:pt x="8171" y="129865"/>
                  <a:pt x="13424" y="128406"/>
                  <a:pt x="16343" y="125487"/>
                </a:cubicBezTo>
                <a:cubicBezTo>
                  <a:pt x="18969" y="122569"/>
                  <a:pt x="20428" y="117024"/>
                  <a:pt x="20428" y="108561"/>
                </a:cubicBezTo>
                <a:lnTo>
                  <a:pt x="20428" y="36187"/>
                </a:lnTo>
                <a:cubicBezTo>
                  <a:pt x="20428" y="29183"/>
                  <a:pt x="19553" y="24222"/>
                  <a:pt x="18094" y="21304"/>
                </a:cubicBezTo>
                <a:cubicBezTo>
                  <a:pt x="16343" y="18385"/>
                  <a:pt x="13716" y="16926"/>
                  <a:pt x="10214" y="16926"/>
                </a:cubicBezTo>
                <a:cubicBezTo>
                  <a:pt x="7296" y="16926"/>
                  <a:pt x="4086" y="17510"/>
                  <a:pt x="875" y="18094"/>
                </a:cubicBezTo>
                <a:lnTo>
                  <a:pt x="875" y="13132"/>
                </a:lnTo>
                <a:cubicBezTo>
                  <a:pt x="14008" y="9630"/>
                  <a:pt x="27432" y="5253"/>
                  <a:pt x="41440" y="0"/>
                </a:cubicBezTo>
                <a:lnTo>
                  <a:pt x="43775" y="875"/>
                </a:lnTo>
                <a:lnTo>
                  <a:pt x="43775" y="22471"/>
                </a:lnTo>
                <a:lnTo>
                  <a:pt x="44358" y="22471"/>
                </a:lnTo>
                <a:cubicBezTo>
                  <a:pt x="53113" y="13424"/>
                  <a:pt x="60701" y="7296"/>
                  <a:pt x="67413" y="4377"/>
                </a:cubicBezTo>
                <a:cubicBezTo>
                  <a:pt x="74125" y="1459"/>
                  <a:pt x="81421" y="0"/>
                  <a:pt x="89008" y="0"/>
                </a:cubicBezTo>
                <a:cubicBezTo>
                  <a:pt x="104184" y="0"/>
                  <a:pt x="114689" y="8171"/>
                  <a:pt x="119942" y="24514"/>
                </a:cubicBezTo>
                <a:cubicBezTo>
                  <a:pt x="135118" y="8171"/>
                  <a:pt x="150877" y="0"/>
                  <a:pt x="167511" y="0"/>
                </a:cubicBezTo>
                <a:cubicBezTo>
                  <a:pt x="189982" y="0"/>
                  <a:pt x="201363" y="17510"/>
                  <a:pt x="201363" y="52530"/>
                </a:cubicBezTo>
                <a:lnTo>
                  <a:pt x="201363" y="111771"/>
                </a:lnTo>
                <a:cubicBezTo>
                  <a:pt x="201363" y="118191"/>
                  <a:pt x="202239" y="122861"/>
                  <a:pt x="204282" y="125195"/>
                </a:cubicBezTo>
                <a:cubicBezTo>
                  <a:pt x="206033" y="127530"/>
                  <a:pt x="209243" y="128989"/>
                  <a:pt x="213912" y="129281"/>
                </a:cubicBezTo>
                <a:lnTo>
                  <a:pt x="221500" y="129865"/>
                </a:lnTo>
                <a:lnTo>
                  <a:pt x="221500" y="134242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D557E-A57A-4A74-A11F-BAB3CBCB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509" y="2448417"/>
            <a:ext cx="69164" cy="199320"/>
          </a:xfrm>
          <a:custGeom xmlns:a="http://schemas.openxmlformats.org/drawingml/2006/main">
            <a:pathLst>
              <a:path w="69164" h="199320">
                <a:moveTo>
                  <a:pt x="47860" y="14883"/>
                </a:moveTo>
                <a:cubicBezTo>
                  <a:pt x="47860" y="19261"/>
                  <a:pt x="46401" y="22763"/>
                  <a:pt x="43483" y="25681"/>
                </a:cubicBezTo>
                <a:cubicBezTo>
                  <a:pt x="40564" y="28599"/>
                  <a:pt x="36771" y="29767"/>
                  <a:pt x="32685" y="29767"/>
                </a:cubicBezTo>
                <a:cubicBezTo>
                  <a:pt x="28599" y="29767"/>
                  <a:pt x="25097" y="28599"/>
                  <a:pt x="22179" y="25681"/>
                </a:cubicBezTo>
                <a:cubicBezTo>
                  <a:pt x="19261" y="22763"/>
                  <a:pt x="18094" y="19261"/>
                  <a:pt x="18094" y="14883"/>
                </a:cubicBezTo>
                <a:cubicBezTo>
                  <a:pt x="18094" y="10798"/>
                  <a:pt x="19553" y="7296"/>
                  <a:pt x="22471" y="4377"/>
                </a:cubicBezTo>
                <a:cubicBezTo>
                  <a:pt x="25389" y="1459"/>
                  <a:pt x="28891" y="0"/>
                  <a:pt x="32977" y="0"/>
                </a:cubicBezTo>
                <a:cubicBezTo>
                  <a:pt x="37063" y="0"/>
                  <a:pt x="40564" y="1459"/>
                  <a:pt x="43483" y="4377"/>
                </a:cubicBezTo>
                <a:cubicBezTo>
                  <a:pt x="46401" y="7296"/>
                  <a:pt x="47860" y="10798"/>
                  <a:pt x="47860" y="14883"/>
                </a:cubicBezTo>
                <a:close/>
                <a:moveTo>
                  <a:pt x="69164" y="199320"/>
                </a:moveTo>
                <a:lnTo>
                  <a:pt x="0" y="199320"/>
                </a:lnTo>
                <a:lnTo>
                  <a:pt x="0" y="194943"/>
                </a:lnTo>
                <a:cubicBezTo>
                  <a:pt x="9922" y="194359"/>
                  <a:pt x="16343" y="192608"/>
                  <a:pt x="18969" y="189690"/>
                </a:cubicBezTo>
                <a:cubicBezTo>
                  <a:pt x="21595" y="186772"/>
                  <a:pt x="23055" y="180060"/>
                  <a:pt x="23055" y="168970"/>
                </a:cubicBezTo>
                <a:lnTo>
                  <a:pt x="23055" y="102724"/>
                </a:lnTo>
                <a:cubicBezTo>
                  <a:pt x="23055" y="96012"/>
                  <a:pt x="22179" y="91343"/>
                  <a:pt x="21012" y="88425"/>
                </a:cubicBezTo>
                <a:cubicBezTo>
                  <a:pt x="19553" y="85798"/>
                  <a:pt x="16926" y="84339"/>
                  <a:pt x="13424" y="84339"/>
                </a:cubicBezTo>
                <a:cubicBezTo>
                  <a:pt x="8755" y="84339"/>
                  <a:pt x="4669" y="84923"/>
                  <a:pt x="1167" y="85798"/>
                </a:cubicBezTo>
                <a:lnTo>
                  <a:pt x="1167" y="81129"/>
                </a:lnTo>
                <a:lnTo>
                  <a:pt x="46401" y="65078"/>
                </a:lnTo>
                <a:lnTo>
                  <a:pt x="47568" y="66246"/>
                </a:lnTo>
                <a:lnTo>
                  <a:pt x="47568" y="168678"/>
                </a:lnTo>
                <a:cubicBezTo>
                  <a:pt x="47568" y="179768"/>
                  <a:pt x="48736" y="186480"/>
                  <a:pt x="51070" y="189398"/>
                </a:cubicBezTo>
                <a:cubicBezTo>
                  <a:pt x="53405" y="192316"/>
                  <a:pt x="59533" y="194359"/>
                  <a:pt x="69164" y="194943"/>
                </a:cubicBezTo>
                <a:lnTo>
                  <a:pt x="69164" y="19932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43C0D-9398-4CB5-928B-509E3A90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264" y="2513495"/>
            <a:ext cx="112939" cy="136869"/>
          </a:xfrm>
          <a:custGeom xmlns:a="http://schemas.openxmlformats.org/drawingml/2006/main">
            <a:pathLst>
              <a:path w="112939" h="136869">
                <a:moveTo>
                  <a:pt x="108853" y="88717"/>
                </a:moveTo>
                <a:lnTo>
                  <a:pt x="112939" y="91343"/>
                </a:lnTo>
                <a:cubicBezTo>
                  <a:pt x="104475" y="107686"/>
                  <a:pt x="96596" y="119067"/>
                  <a:pt x="89008" y="124904"/>
                </a:cubicBezTo>
                <a:cubicBezTo>
                  <a:pt x="79086" y="133075"/>
                  <a:pt x="67705" y="136869"/>
                  <a:pt x="55448" y="136869"/>
                </a:cubicBezTo>
                <a:cubicBezTo>
                  <a:pt x="39105" y="136869"/>
                  <a:pt x="25973" y="131032"/>
                  <a:pt x="15467" y="118775"/>
                </a:cubicBezTo>
                <a:cubicBezTo>
                  <a:pt x="4961" y="106810"/>
                  <a:pt x="0" y="91343"/>
                  <a:pt x="0" y="72374"/>
                </a:cubicBezTo>
                <a:cubicBezTo>
                  <a:pt x="0" y="47860"/>
                  <a:pt x="8171" y="28599"/>
                  <a:pt x="24514" y="14883"/>
                </a:cubicBezTo>
                <a:cubicBezTo>
                  <a:pt x="36479" y="4961"/>
                  <a:pt x="49611" y="0"/>
                  <a:pt x="63911" y="0"/>
                </a:cubicBezTo>
                <a:cubicBezTo>
                  <a:pt x="76168" y="0"/>
                  <a:pt x="86674" y="3210"/>
                  <a:pt x="95429" y="9047"/>
                </a:cubicBezTo>
                <a:cubicBezTo>
                  <a:pt x="104184" y="14883"/>
                  <a:pt x="108853" y="21887"/>
                  <a:pt x="108853" y="30059"/>
                </a:cubicBezTo>
                <a:cubicBezTo>
                  <a:pt x="108853" y="33561"/>
                  <a:pt x="107394" y="36479"/>
                  <a:pt x="104767" y="38813"/>
                </a:cubicBezTo>
                <a:cubicBezTo>
                  <a:pt x="101849" y="41148"/>
                  <a:pt x="98639" y="42315"/>
                  <a:pt x="95137" y="42315"/>
                </a:cubicBezTo>
                <a:cubicBezTo>
                  <a:pt x="88133" y="42315"/>
                  <a:pt x="83464" y="37938"/>
                  <a:pt x="81129" y="28891"/>
                </a:cubicBezTo>
                <a:lnTo>
                  <a:pt x="79378" y="22471"/>
                </a:lnTo>
                <a:cubicBezTo>
                  <a:pt x="77627" y="17218"/>
                  <a:pt x="75876" y="13424"/>
                  <a:pt x="73541" y="11381"/>
                </a:cubicBezTo>
                <a:cubicBezTo>
                  <a:pt x="71207" y="9630"/>
                  <a:pt x="67413" y="8463"/>
                  <a:pt x="62160" y="8463"/>
                </a:cubicBezTo>
                <a:cubicBezTo>
                  <a:pt x="50195" y="8463"/>
                  <a:pt x="40564" y="13132"/>
                  <a:pt x="33269" y="22471"/>
                </a:cubicBezTo>
                <a:cubicBezTo>
                  <a:pt x="25973" y="31810"/>
                  <a:pt x="22471" y="44066"/>
                  <a:pt x="22471" y="59242"/>
                </a:cubicBezTo>
                <a:cubicBezTo>
                  <a:pt x="22471" y="76168"/>
                  <a:pt x="26557" y="89884"/>
                  <a:pt x="35020" y="100390"/>
                </a:cubicBezTo>
                <a:cubicBezTo>
                  <a:pt x="43191" y="110896"/>
                  <a:pt x="54281" y="116149"/>
                  <a:pt x="67705" y="116149"/>
                </a:cubicBezTo>
                <a:cubicBezTo>
                  <a:pt x="75876" y="116149"/>
                  <a:pt x="83172" y="114398"/>
                  <a:pt x="89300" y="110312"/>
                </a:cubicBezTo>
                <a:cubicBezTo>
                  <a:pt x="95137" y="106226"/>
                  <a:pt x="101849" y="99222"/>
                  <a:pt x="108853" y="88717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641F2-7EE4-4419-999C-DE196931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339" y="2513495"/>
            <a:ext cx="118191" cy="136869"/>
          </a:xfrm>
          <a:custGeom xmlns:a="http://schemas.openxmlformats.org/drawingml/2006/main">
            <a:pathLst>
              <a:path w="118191" h="136869">
                <a:moveTo>
                  <a:pt x="118191" y="114981"/>
                </a:moveTo>
                <a:lnTo>
                  <a:pt x="118191" y="123153"/>
                </a:lnTo>
                <a:cubicBezTo>
                  <a:pt x="110604" y="132491"/>
                  <a:pt x="101849" y="136869"/>
                  <a:pt x="91927" y="136869"/>
                </a:cubicBezTo>
                <a:cubicBezTo>
                  <a:pt x="80837" y="136869"/>
                  <a:pt x="74417" y="129865"/>
                  <a:pt x="73250" y="115857"/>
                </a:cubicBezTo>
                <a:lnTo>
                  <a:pt x="72958" y="115857"/>
                </a:lnTo>
                <a:cubicBezTo>
                  <a:pt x="60409" y="129865"/>
                  <a:pt x="46401" y="136869"/>
                  <a:pt x="30642" y="136869"/>
                </a:cubicBezTo>
                <a:cubicBezTo>
                  <a:pt x="21304" y="136869"/>
                  <a:pt x="14008" y="134242"/>
                  <a:pt x="8463" y="128989"/>
                </a:cubicBezTo>
                <a:cubicBezTo>
                  <a:pt x="2626" y="123736"/>
                  <a:pt x="0" y="116440"/>
                  <a:pt x="0" y="106810"/>
                </a:cubicBezTo>
                <a:cubicBezTo>
                  <a:pt x="0" y="93386"/>
                  <a:pt x="6712" y="82004"/>
                  <a:pt x="20428" y="72666"/>
                </a:cubicBezTo>
                <a:cubicBezTo>
                  <a:pt x="29767" y="66537"/>
                  <a:pt x="47277" y="58658"/>
                  <a:pt x="72958" y="49028"/>
                </a:cubicBezTo>
                <a:lnTo>
                  <a:pt x="72958" y="33269"/>
                </a:lnTo>
                <a:cubicBezTo>
                  <a:pt x="72958" y="24514"/>
                  <a:pt x="70623" y="18094"/>
                  <a:pt x="66537" y="13716"/>
                </a:cubicBezTo>
                <a:cubicBezTo>
                  <a:pt x="62452" y="9339"/>
                  <a:pt x="56907" y="7004"/>
                  <a:pt x="50195" y="7004"/>
                </a:cubicBezTo>
                <a:cubicBezTo>
                  <a:pt x="44358" y="7004"/>
                  <a:pt x="39397" y="8463"/>
                  <a:pt x="35603" y="11381"/>
                </a:cubicBezTo>
                <a:cubicBezTo>
                  <a:pt x="31518" y="14300"/>
                  <a:pt x="29767" y="17510"/>
                  <a:pt x="29767" y="21304"/>
                </a:cubicBezTo>
                <a:cubicBezTo>
                  <a:pt x="29767" y="23055"/>
                  <a:pt x="30059" y="25097"/>
                  <a:pt x="30642" y="27140"/>
                </a:cubicBezTo>
                <a:cubicBezTo>
                  <a:pt x="31226" y="29475"/>
                  <a:pt x="31518" y="31518"/>
                  <a:pt x="31518" y="33561"/>
                </a:cubicBezTo>
                <a:cubicBezTo>
                  <a:pt x="31518" y="36479"/>
                  <a:pt x="30059" y="39397"/>
                  <a:pt x="27432" y="41732"/>
                </a:cubicBezTo>
                <a:cubicBezTo>
                  <a:pt x="24806" y="44358"/>
                  <a:pt x="21595" y="45526"/>
                  <a:pt x="18094" y="45526"/>
                </a:cubicBezTo>
                <a:cubicBezTo>
                  <a:pt x="14592" y="45526"/>
                  <a:pt x="11673" y="44358"/>
                  <a:pt x="9339" y="41732"/>
                </a:cubicBezTo>
                <a:cubicBezTo>
                  <a:pt x="6712" y="39397"/>
                  <a:pt x="5545" y="36187"/>
                  <a:pt x="5545" y="32101"/>
                </a:cubicBezTo>
                <a:cubicBezTo>
                  <a:pt x="5545" y="22763"/>
                  <a:pt x="10506" y="15175"/>
                  <a:pt x="20428" y="8755"/>
                </a:cubicBezTo>
                <a:cubicBezTo>
                  <a:pt x="29475" y="2918"/>
                  <a:pt x="40564" y="0"/>
                  <a:pt x="53989" y="0"/>
                </a:cubicBezTo>
                <a:cubicBezTo>
                  <a:pt x="69748" y="0"/>
                  <a:pt x="81129" y="4377"/>
                  <a:pt x="88425" y="13132"/>
                </a:cubicBezTo>
                <a:cubicBezTo>
                  <a:pt x="91927" y="17218"/>
                  <a:pt x="93970" y="21595"/>
                  <a:pt x="95137" y="25681"/>
                </a:cubicBezTo>
                <a:cubicBezTo>
                  <a:pt x="96012" y="29767"/>
                  <a:pt x="96596" y="36479"/>
                  <a:pt x="96596" y="45526"/>
                </a:cubicBezTo>
                <a:lnTo>
                  <a:pt x="96596" y="101265"/>
                </a:lnTo>
                <a:cubicBezTo>
                  <a:pt x="96596" y="114106"/>
                  <a:pt x="99514" y="120526"/>
                  <a:pt x="105643" y="120526"/>
                </a:cubicBezTo>
                <a:cubicBezTo>
                  <a:pt x="109437" y="120526"/>
                  <a:pt x="113522" y="118775"/>
                  <a:pt x="118191" y="114981"/>
                </a:cubicBezTo>
                <a:close/>
                <a:moveTo>
                  <a:pt x="72958" y="97180"/>
                </a:moveTo>
                <a:lnTo>
                  <a:pt x="72958" y="56032"/>
                </a:lnTo>
                <a:cubicBezTo>
                  <a:pt x="54864" y="62452"/>
                  <a:pt x="42607" y="68872"/>
                  <a:pt x="35603" y="75292"/>
                </a:cubicBezTo>
                <a:cubicBezTo>
                  <a:pt x="28891" y="81421"/>
                  <a:pt x="25681" y="89008"/>
                  <a:pt x="25681" y="97763"/>
                </a:cubicBezTo>
                <a:cubicBezTo>
                  <a:pt x="25681" y="105351"/>
                  <a:pt x="27432" y="110896"/>
                  <a:pt x="31226" y="114689"/>
                </a:cubicBezTo>
                <a:cubicBezTo>
                  <a:pt x="34728" y="118483"/>
                  <a:pt x="39689" y="120234"/>
                  <a:pt x="45817" y="120234"/>
                </a:cubicBezTo>
                <a:cubicBezTo>
                  <a:pt x="52238" y="120234"/>
                  <a:pt x="57782" y="118775"/>
                  <a:pt x="62744" y="115565"/>
                </a:cubicBezTo>
                <a:cubicBezTo>
                  <a:pt x="66829" y="112647"/>
                  <a:pt x="69456" y="110020"/>
                  <a:pt x="70915" y="107394"/>
                </a:cubicBezTo>
                <a:cubicBezTo>
                  <a:pt x="72082" y="105059"/>
                  <a:pt x="72958" y="101557"/>
                  <a:pt x="72958" y="9718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E4BA1-C7BF-459D-83A5-2DA52B99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659" y="2448417"/>
            <a:ext cx="69456" cy="199320"/>
          </a:xfrm>
          <a:custGeom xmlns:a="http://schemas.openxmlformats.org/drawingml/2006/main">
            <a:pathLst>
              <a:path w="69456" h="199320">
                <a:moveTo>
                  <a:pt x="69456" y="199320"/>
                </a:moveTo>
                <a:lnTo>
                  <a:pt x="584" y="199320"/>
                </a:lnTo>
                <a:lnTo>
                  <a:pt x="584" y="194943"/>
                </a:lnTo>
                <a:cubicBezTo>
                  <a:pt x="9630" y="194359"/>
                  <a:pt x="15759" y="192316"/>
                  <a:pt x="18677" y="189398"/>
                </a:cubicBezTo>
                <a:cubicBezTo>
                  <a:pt x="21595" y="186480"/>
                  <a:pt x="23055" y="180643"/>
                  <a:pt x="23055" y="172472"/>
                </a:cubicBezTo>
                <a:lnTo>
                  <a:pt x="23055" y="35603"/>
                </a:lnTo>
                <a:cubicBezTo>
                  <a:pt x="23055" y="28599"/>
                  <a:pt x="22179" y="23930"/>
                  <a:pt x="20428" y="21012"/>
                </a:cubicBezTo>
                <a:cubicBezTo>
                  <a:pt x="18677" y="18385"/>
                  <a:pt x="15467" y="16926"/>
                  <a:pt x="10798" y="16926"/>
                </a:cubicBezTo>
                <a:cubicBezTo>
                  <a:pt x="6712" y="16926"/>
                  <a:pt x="2918" y="17218"/>
                  <a:pt x="0" y="17510"/>
                </a:cubicBezTo>
                <a:lnTo>
                  <a:pt x="0" y="12841"/>
                </a:lnTo>
                <a:cubicBezTo>
                  <a:pt x="18385" y="8463"/>
                  <a:pt x="33852" y="4086"/>
                  <a:pt x="46109" y="0"/>
                </a:cubicBezTo>
                <a:lnTo>
                  <a:pt x="47568" y="1167"/>
                </a:lnTo>
                <a:lnTo>
                  <a:pt x="47568" y="173931"/>
                </a:lnTo>
                <a:cubicBezTo>
                  <a:pt x="47568" y="182102"/>
                  <a:pt x="48736" y="187647"/>
                  <a:pt x="51654" y="190274"/>
                </a:cubicBezTo>
                <a:cubicBezTo>
                  <a:pt x="54281" y="192900"/>
                  <a:pt x="60117" y="194359"/>
                  <a:pt x="69456" y="194943"/>
                </a:cubicBezTo>
                <a:lnTo>
                  <a:pt x="69456" y="19932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70145-5974-4207-8DA7-EFEC7237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778" y="2757274"/>
            <a:ext cx="187647" cy="193192"/>
          </a:xfrm>
          <a:custGeom xmlns:a="http://schemas.openxmlformats.org/drawingml/2006/main">
            <a:pathLst>
              <a:path w="187647" h="193192">
                <a:moveTo>
                  <a:pt x="187647" y="193192"/>
                </a:moveTo>
                <a:lnTo>
                  <a:pt x="140371" y="193192"/>
                </a:lnTo>
                <a:lnTo>
                  <a:pt x="70915" y="103308"/>
                </a:lnTo>
                <a:lnTo>
                  <a:pt x="54572" y="103892"/>
                </a:lnTo>
                <a:lnTo>
                  <a:pt x="54572" y="160507"/>
                </a:lnTo>
                <a:cubicBezTo>
                  <a:pt x="54572" y="171597"/>
                  <a:pt x="56032" y="178892"/>
                  <a:pt x="58950" y="181811"/>
                </a:cubicBezTo>
                <a:cubicBezTo>
                  <a:pt x="61868" y="185021"/>
                  <a:pt x="69164" y="187064"/>
                  <a:pt x="80545" y="187647"/>
                </a:cubicBezTo>
                <a:lnTo>
                  <a:pt x="80545" y="193192"/>
                </a:lnTo>
                <a:lnTo>
                  <a:pt x="0" y="193192"/>
                </a:lnTo>
                <a:lnTo>
                  <a:pt x="0" y="187647"/>
                </a:lnTo>
                <a:cubicBezTo>
                  <a:pt x="11090" y="186772"/>
                  <a:pt x="17802" y="184729"/>
                  <a:pt x="20720" y="181227"/>
                </a:cubicBezTo>
                <a:cubicBezTo>
                  <a:pt x="23346" y="178017"/>
                  <a:pt x="24806" y="169846"/>
                  <a:pt x="24806" y="157005"/>
                </a:cubicBezTo>
                <a:lnTo>
                  <a:pt x="24806" y="32393"/>
                </a:lnTo>
                <a:cubicBezTo>
                  <a:pt x="24806" y="21595"/>
                  <a:pt x="23346" y="14592"/>
                  <a:pt x="20720" y="11381"/>
                </a:cubicBezTo>
                <a:cubicBezTo>
                  <a:pt x="17802" y="8463"/>
                  <a:pt x="11090" y="6420"/>
                  <a:pt x="0" y="5545"/>
                </a:cubicBezTo>
                <a:lnTo>
                  <a:pt x="0" y="0"/>
                </a:lnTo>
                <a:lnTo>
                  <a:pt x="79378" y="0"/>
                </a:lnTo>
                <a:cubicBezTo>
                  <a:pt x="105935" y="0"/>
                  <a:pt x="126363" y="5837"/>
                  <a:pt x="140371" y="17218"/>
                </a:cubicBezTo>
                <a:cubicBezTo>
                  <a:pt x="149709" y="25097"/>
                  <a:pt x="154670" y="36771"/>
                  <a:pt x="154670" y="52238"/>
                </a:cubicBezTo>
                <a:cubicBezTo>
                  <a:pt x="154670" y="78794"/>
                  <a:pt x="136869" y="94845"/>
                  <a:pt x="101849" y="100098"/>
                </a:cubicBezTo>
                <a:lnTo>
                  <a:pt x="160215" y="173931"/>
                </a:lnTo>
                <a:cubicBezTo>
                  <a:pt x="164301" y="179184"/>
                  <a:pt x="168095" y="182394"/>
                  <a:pt x="171888" y="184145"/>
                </a:cubicBezTo>
                <a:cubicBezTo>
                  <a:pt x="175390" y="185896"/>
                  <a:pt x="180643" y="187064"/>
                  <a:pt x="187647" y="187647"/>
                </a:cubicBezTo>
                <a:lnTo>
                  <a:pt x="187647" y="193192"/>
                </a:lnTo>
                <a:close/>
                <a:moveTo>
                  <a:pt x="54572" y="23055"/>
                </a:moveTo>
                <a:lnTo>
                  <a:pt x="54572" y="93094"/>
                </a:lnTo>
                <a:cubicBezTo>
                  <a:pt x="68580" y="93094"/>
                  <a:pt x="78794" y="92219"/>
                  <a:pt x="85798" y="90759"/>
                </a:cubicBezTo>
                <a:cubicBezTo>
                  <a:pt x="92510" y="89592"/>
                  <a:pt x="99222" y="86966"/>
                  <a:pt x="106226" y="83172"/>
                </a:cubicBezTo>
                <a:cubicBezTo>
                  <a:pt x="117316" y="77043"/>
                  <a:pt x="122861" y="65954"/>
                  <a:pt x="122861" y="49903"/>
                </a:cubicBezTo>
                <a:cubicBezTo>
                  <a:pt x="122861" y="23930"/>
                  <a:pt x="105059" y="10798"/>
                  <a:pt x="69456" y="10798"/>
                </a:cubicBezTo>
                <a:cubicBezTo>
                  <a:pt x="64203" y="10798"/>
                  <a:pt x="60409" y="11673"/>
                  <a:pt x="58074" y="13424"/>
                </a:cubicBezTo>
                <a:cubicBezTo>
                  <a:pt x="55740" y="15175"/>
                  <a:pt x="54572" y="18385"/>
                  <a:pt x="54572" y="23055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046AF-D079-4460-AD2F-CC02C709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764" y="2816224"/>
            <a:ext cx="116440" cy="136869"/>
          </a:xfrm>
          <a:custGeom xmlns:a="http://schemas.openxmlformats.org/drawingml/2006/main">
            <a:pathLst>
              <a:path w="116440" h="136869">
                <a:moveTo>
                  <a:pt x="111771" y="86382"/>
                </a:moveTo>
                <a:lnTo>
                  <a:pt x="116440" y="88425"/>
                </a:lnTo>
                <a:cubicBezTo>
                  <a:pt x="104767" y="120818"/>
                  <a:pt x="84339" y="136869"/>
                  <a:pt x="55448" y="136869"/>
                </a:cubicBezTo>
                <a:cubicBezTo>
                  <a:pt x="38230" y="136869"/>
                  <a:pt x="24806" y="131032"/>
                  <a:pt x="14883" y="119067"/>
                </a:cubicBezTo>
                <a:cubicBezTo>
                  <a:pt x="4961" y="107394"/>
                  <a:pt x="0" y="91343"/>
                  <a:pt x="0" y="70915"/>
                </a:cubicBezTo>
                <a:cubicBezTo>
                  <a:pt x="0" y="50195"/>
                  <a:pt x="5545" y="33269"/>
                  <a:pt x="16634" y="19844"/>
                </a:cubicBezTo>
                <a:cubicBezTo>
                  <a:pt x="27724" y="6712"/>
                  <a:pt x="42315" y="0"/>
                  <a:pt x="60409" y="0"/>
                </a:cubicBezTo>
                <a:cubicBezTo>
                  <a:pt x="77919" y="0"/>
                  <a:pt x="91343" y="6712"/>
                  <a:pt x="100973" y="20136"/>
                </a:cubicBezTo>
                <a:cubicBezTo>
                  <a:pt x="106518" y="28016"/>
                  <a:pt x="109728" y="39105"/>
                  <a:pt x="110896" y="53405"/>
                </a:cubicBezTo>
                <a:lnTo>
                  <a:pt x="21012" y="53405"/>
                </a:lnTo>
                <a:cubicBezTo>
                  <a:pt x="21595" y="65662"/>
                  <a:pt x="22763" y="75001"/>
                  <a:pt x="24514" y="81421"/>
                </a:cubicBezTo>
                <a:cubicBezTo>
                  <a:pt x="26265" y="87841"/>
                  <a:pt x="29475" y="94553"/>
                  <a:pt x="34436" y="100973"/>
                </a:cubicBezTo>
                <a:cubicBezTo>
                  <a:pt x="42607" y="111771"/>
                  <a:pt x="53405" y="117024"/>
                  <a:pt x="66829" y="117024"/>
                </a:cubicBezTo>
                <a:cubicBezTo>
                  <a:pt x="76168" y="117024"/>
                  <a:pt x="84339" y="114689"/>
                  <a:pt x="90759" y="110020"/>
                </a:cubicBezTo>
                <a:cubicBezTo>
                  <a:pt x="97180" y="105351"/>
                  <a:pt x="104184" y="97471"/>
                  <a:pt x="111771" y="86382"/>
                </a:cubicBezTo>
                <a:close/>
                <a:moveTo>
                  <a:pt x="21595" y="44066"/>
                </a:moveTo>
                <a:lnTo>
                  <a:pt x="81129" y="44066"/>
                </a:lnTo>
                <a:cubicBezTo>
                  <a:pt x="79378" y="31810"/>
                  <a:pt x="76460" y="23346"/>
                  <a:pt x="72374" y="18094"/>
                </a:cubicBezTo>
                <a:cubicBezTo>
                  <a:pt x="68288" y="13132"/>
                  <a:pt x="61868" y="10506"/>
                  <a:pt x="52530" y="10506"/>
                </a:cubicBezTo>
                <a:cubicBezTo>
                  <a:pt x="44358" y="10506"/>
                  <a:pt x="37354" y="13424"/>
                  <a:pt x="32101" y="19261"/>
                </a:cubicBezTo>
                <a:cubicBezTo>
                  <a:pt x="26557" y="25097"/>
                  <a:pt x="23055" y="33269"/>
                  <a:pt x="21595" y="44066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1A596-DEBA-44CD-96E5-FB353B09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213" y="2816224"/>
            <a:ext cx="128989" cy="197569"/>
          </a:xfrm>
          <a:custGeom xmlns:a="http://schemas.openxmlformats.org/drawingml/2006/main">
            <a:pathLst>
              <a:path w="128989" h="197569">
                <a:moveTo>
                  <a:pt x="128989" y="21012"/>
                </a:moveTo>
                <a:lnTo>
                  <a:pt x="104767" y="21012"/>
                </a:lnTo>
                <a:cubicBezTo>
                  <a:pt x="108269" y="29475"/>
                  <a:pt x="110312" y="37646"/>
                  <a:pt x="110312" y="45526"/>
                </a:cubicBezTo>
                <a:cubicBezTo>
                  <a:pt x="110312" y="60701"/>
                  <a:pt x="105059" y="71790"/>
                  <a:pt x="95137" y="79378"/>
                </a:cubicBezTo>
                <a:cubicBezTo>
                  <a:pt x="84923" y="86966"/>
                  <a:pt x="74709" y="90759"/>
                  <a:pt x="64786" y="90759"/>
                </a:cubicBezTo>
                <a:cubicBezTo>
                  <a:pt x="62452" y="90759"/>
                  <a:pt x="58950" y="90468"/>
                  <a:pt x="53697" y="89884"/>
                </a:cubicBezTo>
                <a:lnTo>
                  <a:pt x="48152" y="89300"/>
                </a:lnTo>
                <a:cubicBezTo>
                  <a:pt x="44066" y="90468"/>
                  <a:pt x="40273" y="93094"/>
                  <a:pt x="36479" y="97180"/>
                </a:cubicBezTo>
                <a:cubicBezTo>
                  <a:pt x="32393" y="101265"/>
                  <a:pt x="30642" y="104767"/>
                  <a:pt x="30642" y="107686"/>
                </a:cubicBezTo>
                <a:cubicBezTo>
                  <a:pt x="30642" y="112355"/>
                  <a:pt x="38230" y="114981"/>
                  <a:pt x="53405" y="115565"/>
                </a:cubicBezTo>
                <a:lnTo>
                  <a:pt x="91051" y="117316"/>
                </a:lnTo>
                <a:cubicBezTo>
                  <a:pt x="101557" y="117900"/>
                  <a:pt x="110312" y="120818"/>
                  <a:pt x="116732" y="126363"/>
                </a:cubicBezTo>
                <a:cubicBezTo>
                  <a:pt x="123153" y="131908"/>
                  <a:pt x="126363" y="138911"/>
                  <a:pt x="126363" y="148250"/>
                </a:cubicBezTo>
                <a:cubicBezTo>
                  <a:pt x="126363" y="159340"/>
                  <a:pt x="120526" y="169554"/>
                  <a:pt x="108853" y="178892"/>
                </a:cubicBezTo>
                <a:cubicBezTo>
                  <a:pt x="92510" y="191149"/>
                  <a:pt x="73250" y="197569"/>
                  <a:pt x="50487" y="197569"/>
                </a:cubicBezTo>
                <a:cubicBezTo>
                  <a:pt x="36479" y="197569"/>
                  <a:pt x="24514" y="194651"/>
                  <a:pt x="14592" y="189106"/>
                </a:cubicBezTo>
                <a:cubicBezTo>
                  <a:pt x="4669" y="183562"/>
                  <a:pt x="0" y="176849"/>
                  <a:pt x="0" y="169262"/>
                </a:cubicBezTo>
                <a:cubicBezTo>
                  <a:pt x="0" y="163717"/>
                  <a:pt x="2043" y="158172"/>
                  <a:pt x="6420" y="152919"/>
                </a:cubicBezTo>
                <a:cubicBezTo>
                  <a:pt x="10506" y="147666"/>
                  <a:pt x="18094" y="141246"/>
                  <a:pt x="28599" y="133950"/>
                </a:cubicBezTo>
                <a:cubicBezTo>
                  <a:pt x="22179" y="131032"/>
                  <a:pt x="18094" y="128697"/>
                  <a:pt x="16051" y="126363"/>
                </a:cubicBezTo>
                <a:cubicBezTo>
                  <a:pt x="14008" y="124320"/>
                  <a:pt x="13132" y="121693"/>
                  <a:pt x="13132" y="118483"/>
                </a:cubicBezTo>
                <a:cubicBezTo>
                  <a:pt x="13132" y="112939"/>
                  <a:pt x="17510" y="106226"/>
                  <a:pt x="26557" y="98347"/>
                </a:cubicBezTo>
                <a:cubicBezTo>
                  <a:pt x="30934" y="94553"/>
                  <a:pt x="35020" y="90759"/>
                  <a:pt x="39105" y="86674"/>
                </a:cubicBezTo>
                <a:cubicBezTo>
                  <a:pt x="29183" y="82004"/>
                  <a:pt x="22179" y="76460"/>
                  <a:pt x="18094" y="70331"/>
                </a:cubicBezTo>
                <a:cubicBezTo>
                  <a:pt x="14008" y="64495"/>
                  <a:pt x="11965" y="56907"/>
                  <a:pt x="11965" y="47568"/>
                </a:cubicBezTo>
                <a:cubicBezTo>
                  <a:pt x="11965" y="34436"/>
                  <a:pt x="16634" y="23346"/>
                  <a:pt x="25973" y="14008"/>
                </a:cubicBezTo>
                <a:cubicBezTo>
                  <a:pt x="35312" y="4669"/>
                  <a:pt x="46985" y="0"/>
                  <a:pt x="60701" y="0"/>
                </a:cubicBezTo>
                <a:cubicBezTo>
                  <a:pt x="68288" y="0"/>
                  <a:pt x="76168" y="1459"/>
                  <a:pt x="84047" y="4377"/>
                </a:cubicBezTo>
                <a:lnTo>
                  <a:pt x="90468" y="6712"/>
                </a:lnTo>
                <a:cubicBezTo>
                  <a:pt x="96012" y="8755"/>
                  <a:pt x="101265" y="9630"/>
                  <a:pt x="106518" y="9630"/>
                </a:cubicBezTo>
                <a:lnTo>
                  <a:pt x="128989" y="9630"/>
                </a:lnTo>
                <a:lnTo>
                  <a:pt x="128989" y="21012"/>
                </a:lnTo>
                <a:close/>
                <a:moveTo>
                  <a:pt x="36187" y="35603"/>
                </a:moveTo>
                <a:lnTo>
                  <a:pt x="36187" y="36479"/>
                </a:lnTo>
                <a:cubicBezTo>
                  <a:pt x="36187" y="50487"/>
                  <a:pt x="38813" y="61868"/>
                  <a:pt x="44358" y="70623"/>
                </a:cubicBezTo>
                <a:cubicBezTo>
                  <a:pt x="49903" y="79378"/>
                  <a:pt x="57199" y="83464"/>
                  <a:pt x="66246" y="83464"/>
                </a:cubicBezTo>
                <a:cubicBezTo>
                  <a:pt x="72666" y="83464"/>
                  <a:pt x="77919" y="81129"/>
                  <a:pt x="82004" y="76460"/>
                </a:cubicBezTo>
                <a:cubicBezTo>
                  <a:pt x="85798" y="71790"/>
                  <a:pt x="87841" y="65370"/>
                  <a:pt x="87841" y="57199"/>
                </a:cubicBezTo>
                <a:cubicBezTo>
                  <a:pt x="87841" y="44358"/>
                  <a:pt x="84923" y="32685"/>
                  <a:pt x="79086" y="21887"/>
                </a:cubicBezTo>
                <a:cubicBezTo>
                  <a:pt x="74125" y="12841"/>
                  <a:pt x="67121" y="8171"/>
                  <a:pt x="57782" y="8171"/>
                </a:cubicBezTo>
                <a:cubicBezTo>
                  <a:pt x="50779" y="8171"/>
                  <a:pt x="45526" y="10798"/>
                  <a:pt x="41732" y="15467"/>
                </a:cubicBezTo>
                <a:cubicBezTo>
                  <a:pt x="37938" y="20428"/>
                  <a:pt x="36187" y="27140"/>
                  <a:pt x="36187" y="35603"/>
                </a:cubicBezTo>
                <a:close/>
                <a:moveTo>
                  <a:pt x="118191" y="152628"/>
                </a:moveTo>
                <a:cubicBezTo>
                  <a:pt x="118191" y="147083"/>
                  <a:pt x="115273" y="143289"/>
                  <a:pt x="110020" y="141246"/>
                </a:cubicBezTo>
                <a:cubicBezTo>
                  <a:pt x="104767" y="139203"/>
                  <a:pt x="95429" y="138328"/>
                  <a:pt x="82004" y="138328"/>
                </a:cubicBezTo>
                <a:cubicBezTo>
                  <a:pt x="62744" y="138328"/>
                  <a:pt x="46985" y="136869"/>
                  <a:pt x="34728" y="134534"/>
                </a:cubicBezTo>
                <a:cubicBezTo>
                  <a:pt x="28891" y="141538"/>
                  <a:pt x="24806" y="146499"/>
                  <a:pt x="23055" y="149709"/>
                </a:cubicBezTo>
                <a:cubicBezTo>
                  <a:pt x="21304" y="152919"/>
                  <a:pt x="20428" y="156129"/>
                  <a:pt x="20428" y="159631"/>
                </a:cubicBezTo>
                <a:cubicBezTo>
                  <a:pt x="20428" y="166052"/>
                  <a:pt x="24222" y="171013"/>
                  <a:pt x="31810" y="175098"/>
                </a:cubicBezTo>
                <a:cubicBezTo>
                  <a:pt x="39397" y="178892"/>
                  <a:pt x="49903" y="180935"/>
                  <a:pt x="62744" y="180935"/>
                </a:cubicBezTo>
                <a:cubicBezTo>
                  <a:pt x="79086" y="180935"/>
                  <a:pt x="92510" y="178309"/>
                  <a:pt x="102724" y="173056"/>
                </a:cubicBezTo>
                <a:cubicBezTo>
                  <a:pt x="112939" y="167803"/>
                  <a:pt x="118191" y="161091"/>
                  <a:pt x="118191" y="152628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941D7-DB75-49FE-8CE0-96FDD63B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83" y="2819142"/>
            <a:ext cx="137452" cy="133950"/>
          </a:xfrm>
          <a:custGeom xmlns:a="http://schemas.openxmlformats.org/drawingml/2006/main">
            <a:pathLst>
              <a:path w="137452" h="133950">
                <a:moveTo>
                  <a:pt x="137452" y="116732"/>
                </a:moveTo>
                <a:lnTo>
                  <a:pt x="137452" y="120818"/>
                </a:lnTo>
                <a:cubicBezTo>
                  <a:pt x="122277" y="124904"/>
                  <a:pt x="108853" y="129281"/>
                  <a:pt x="97471" y="133659"/>
                </a:cubicBezTo>
                <a:lnTo>
                  <a:pt x="96012" y="132783"/>
                </a:lnTo>
                <a:lnTo>
                  <a:pt x="96012" y="109145"/>
                </a:lnTo>
                <a:lnTo>
                  <a:pt x="95429" y="109145"/>
                </a:lnTo>
                <a:cubicBezTo>
                  <a:pt x="83172" y="125779"/>
                  <a:pt x="69164" y="133950"/>
                  <a:pt x="53697" y="133950"/>
                </a:cubicBezTo>
                <a:cubicBezTo>
                  <a:pt x="42607" y="133950"/>
                  <a:pt x="33852" y="130740"/>
                  <a:pt x="27432" y="124028"/>
                </a:cubicBezTo>
                <a:cubicBezTo>
                  <a:pt x="21012" y="117316"/>
                  <a:pt x="18094" y="108269"/>
                  <a:pt x="18094" y="96888"/>
                </a:cubicBezTo>
                <a:lnTo>
                  <a:pt x="18094" y="23638"/>
                </a:lnTo>
                <a:cubicBezTo>
                  <a:pt x="18094" y="16634"/>
                  <a:pt x="16634" y="11673"/>
                  <a:pt x="14300" y="8755"/>
                </a:cubicBezTo>
                <a:cubicBezTo>
                  <a:pt x="11673" y="6128"/>
                  <a:pt x="7004" y="4669"/>
                  <a:pt x="0" y="4086"/>
                </a:cubicBezTo>
                <a:lnTo>
                  <a:pt x="0" y="0"/>
                </a:lnTo>
                <a:lnTo>
                  <a:pt x="42607" y="0"/>
                </a:lnTo>
                <a:lnTo>
                  <a:pt x="42607" y="94261"/>
                </a:lnTo>
                <a:cubicBezTo>
                  <a:pt x="42607" y="100973"/>
                  <a:pt x="44358" y="106518"/>
                  <a:pt x="48444" y="110896"/>
                </a:cubicBezTo>
                <a:cubicBezTo>
                  <a:pt x="52530" y="115273"/>
                  <a:pt x="57491" y="117316"/>
                  <a:pt x="63327" y="117316"/>
                </a:cubicBezTo>
                <a:cubicBezTo>
                  <a:pt x="72666" y="117316"/>
                  <a:pt x="80837" y="114398"/>
                  <a:pt x="87841" y="108269"/>
                </a:cubicBezTo>
                <a:cubicBezTo>
                  <a:pt x="90176" y="105935"/>
                  <a:pt x="91927" y="103892"/>
                  <a:pt x="93094" y="101849"/>
                </a:cubicBezTo>
                <a:cubicBezTo>
                  <a:pt x="93970" y="99806"/>
                  <a:pt x="94553" y="96304"/>
                  <a:pt x="94553" y="91343"/>
                </a:cubicBezTo>
                <a:lnTo>
                  <a:pt x="94553" y="23930"/>
                </a:lnTo>
                <a:cubicBezTo>
                  <a:pt x="94553" y="16343"/>
                  <a:pt x="93094" y="11673"/>
                  <a:pt x="90468" y="9339"/>
                </a:cubicBezTo>
                <a:cubicBezTo>
                  <a:pt x="87549" y="7004"/>
                  <a:pt x="81713" y="5545"/>
                  <a:pt x="72958" y="4961"/>
                </a:cubicBezTo>
                <a:lnTo>
                  <a:pt x="72958" y="0"/>
                </a:lnTo>
                <a:lnTo>
                  <a:pt x="119067" y="0"/>
                </a:lnTo>
                <a:lnTo>
                  <a:pt x="119067" y="100098"/>
                </a:lnTo>
                <a:cubicBezTo>
                  <a:pt x="119067" y="107102"/>
                  <a:pt x="119942" y="111479"/>
                  <a:pt x="122277" y="113522"/>
                </a:cubicBezTo>
                <a:cubicBezTo>
                  <a:pt x="124612" y="115857"/>
                  <a:pt x="128989" y="116732"/>
                  <a:pt x="135701" y="116732"/>
                </a:cubicBezTo>
                <a:lnTo>
                  <a:pt x="137452" y="116732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F71A8-61B0-49E7-9F5C-8CB3B4DD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417" y="2751145"/>
            <a:ext cx="69456" cy="199320"/>
          </a:xfrm>
          <a:custGeom xmlns:a="http://schemas.openxmlformats.org/drawingml/2006/main">
            <a:pathLst>
              <a:path w="69456" h="199320">
                <a:moveTo>
                  <a:pt x="69456" y="199320"/>
                </a:moveTo>
                <a:lnTo>
                  <a:pt x="584" y="199320"/>
                </a:lnTo>
                <a:lnTo>
                  <a:pt x="584" y="194943"/>
                </a:lnTo>
                <a:cubicBezTo>
                  <a:pt x="9630" y="194359"/>
                  <a:pt x="15759" y="192316"/>
                  <a:pt x="18677" y="189398"/>
                </a:cubicBezTo>
                <a:cubicBezTo>
                  <a:pt x="21595" y="186480"/>
                  <a:pt x="23055" y="180643"/>
                  <a:pt x="23055" y="172472"/>
                </a:cubicBezTo>
                <a:lnTo>
                  <a:pt x="23055" y="35603"/>
                </a:lnTo>
                <a:cubicBezTo>
                  <a:pt x="23055" y="28599"/>
                  <a:pt x="22179" y="23930"/>
                  <a:pt x="20428" y="21012"/>
                </a:cubicBezTo>
                <a:cubicBezTo>
                  <a:pt x="18677" y="18385"/>
                  <a:pt x="15467" y="16926"/>
                  <a:pt x="10798" y="16926"/>
                </a:cubicBezTo>
                <a:cubicBezTo>
                  <a:pt x="6712" y="16926"/>
                  <a:pt x="2918" y="17218"/>
                  <a:pt x="0" y="17510"/>
                </a:cubicBezTo>
                <a:lnTo>
                  <a:pt x="0" y="12841"/>
                </a:lnTo>
                <a:cubicBezTo>
                  <a:pt x="18385" y="8463"/>
                  <a:pt x="33852" y="4086"/>
                  <a:pt x="46109" y="0"/>
                </a:cubicBezTo>
                <a:lnTo>
                  <a:pt x="47568" y="1167"/>
                </a:lnTo>
                <a:lnTo>
                  <a:pt x="47568" y="173931"/>
                </a:lnTo>
                <a:cubicBezTo>
                  <a:pt x="47568" y="182102"/>
                  <a:pt x="48736" y="187647"/>
                  <a:pt x="51654" y="190274"/>
                </a:cubicBezTo>
                <a:cubicBezTo>
                  <a:pt x="54281" y="192900"/>
                  <a:pt x="60117" y="194359"/>
                  <a:pt x="69456" y="194943"/>
                </a:cubicBezTo>
                <a:lnTo>
                  <a:pt x="69456" y="19932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31CEA-0D90-451F-8BA4-1E112C55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798" y="2816224"/>
            <a:ext cx="118191" cy="136869"/>
          </a:xfrm>
          <a:custGeom xmlns:a="http://schemas.openxmlformats.org/drawingml/2006/main">
            <a:pathLst>
              <a:path w="118191" h="136869">
                <a:moveTo>
                  <a:pt x="118191" y="114981"/>
                </a:moveTo>
                <a:lnTo>
                  <a:pt x="118191" y="123153"/>
                </a:lnTo>
                <a:cubicBezTo>
                  <a:pt x="110604" y="132491"/>
                  <a:pt x="101849" y="136869"/>
                  <a:pt x="91927" y="136869"/>
                </a:cubicBezTo>
                <a:cubicBezTo>
                  <a:pt x="80837" y="136869"/>
                  <a:pt x="74417" y="129865"/>
                  <a:pt x="73250" y="115857"/>
                </a:cubicBezTo>
                <a:lnTo>
                  <a:pt x="72958" y="115857"/>
                </a:lnTo>
                <a:cubicBezTo>
                  <a:pt x="60409" y="129865"/>
                  <a:pt x="46401" y="136869"/>
                  <a:pt x="30642" y="136869"/>
                </a:cubicBezTo>
                <a:cubicBezTo>
                  <a:pt x="21304" y="136869"/>
                  <a:pt x="14008" y="134242"/>
                  <a:pt x="8463" y="128989"/>
                </a:cubicBezTo>
                <a:cubicBezTo>
                  <a:pt x="2626" y="123736"/>
                  <a:pt x="0" y="116440"/>
                  <a:pt x="0" y="106810"/>
                </a:cubicBezTo>
                <a:cubicBezTo>
                  <a:pt x="0" y="93386"/>
                  <a:pt x="6712" y="82004"/>
                  <a:pt x="20428" y="72666"/>
                </a:cubicBezTo>
                <a:cubicBezTo>
                  <a:pt x="29767" y="66537"/>
                  <a:pt x="47277" y="58658"/>
                  <a:pt x="72958" y="49028"/>
                </a:cubicBezTo>
                <a:lnTo>
                  <a:pt x="72958" y="33269"/>
                </a:lnTo>
                <a:cubicBezTo>
                  <a:pt x="72958" y="24514"/>
                  <a:pt x="70623" y="18094"/>
                  <a:pt x="66537" y="13716"/>
                </a:cubicBezTo>
                <a:cubicBezTo>
                  <a:pt x="62452" y="9339"/>
                  <a:pt x="56907" y="7004"/>
                  <a:pt x="50195" y="7004"/>
                </a:cubicBezTo>
                <a:cubicBezTo>
                  <a:pt x="44358" y="7004"/>
                  <a:pt x="39397" y="8463"/>
                  <a:pt x="35603" y="11381"/>
                </a:cubicBezTo>
                <a:cubicBezTo>
                  <a:pt x="31518" y="14300"/>
                  <a:pt x="29767" y="17510"/>
                  <a:pt x="29767" y="21304"/>
                </a:cubicBezTo>
                <a:cubicBezTo>
                  <a:pt x="29767" y="23055"/>
                  <a:pt x="30059" y="25097"/>
                  <a:pt x="30642" y="27140"/>
                </a:cubicBezTo>
                <a:cubicBezTo>
                  <a:pt x="31226" y="29475"/>
                  <a:pt x="31518" y="31518"/>
                  <a:pt x="31518" y="33561"/>
                </a:cubicBezTo>
                <a:cubicBezTo>
                  <a:pt x="31518" y="36479"/>
                  <a:pt x="30059" y="39397"/>
                  <a:pt x="27432" y="41732"/>
                </a:cubicBezTo>
                <a:cubicBezTo>
                  <a:pt x="24806" y="44358"/>
                  <a:pt x="21595" y="45526"/>
                  <a:pt x="18094" y="45526"/>
                </a:cubicBezTo>
                <a:cubicBezTo>
                  <a:pt x="14592" y="45526"/>
                  <a:pt x="11673" y="44358"/>
                  <a:pt x="9339" y="41732"/>
                </a:cubicBezTo>
                <a:cubicBezTo>
                  <a:pt x="6712" y="39397"/>
                  <a:pt x="5545" y="36187"/>
                  <a:pt x="5545" y="32101"/>
                </a:cubicBezTo>
                <a:cubicBezTo>
                  <a:pt x="5545" y="22763"/>
                  <a:pt x="10506" y="15175"/>
                  <a:pt x="20428" y="8755"/>
                </a:cubicBezTo>
                <a:cubicBezTo>
                  <a:pt x="29475" y="2918"/>
                  <a:pt x="40564" y="0"/>
                  <a:pt x="53989" y="0"/>
                </a:cubicBezTo>
                <a:cubicBezTo>
                  <a:pt x="69748" y="0"/>
                  <a:pt x="81129" y="4377"/>
                  <a:pt x="88425" y="13132"/>
                </a:cubicBezTo>
                <a:cubicBezTo>
                  <a:pt x="91927" y="17218"/>
                  <a:pt x="93970" y="21595"/>
                  <a:pt x="95137" y="25681"/>
                </a:cubicBezTo>
                <a:cubicBezTo>
                  <a:pt x="96012" y="29767"/>
                  <a:pt x="96596" y="36479"/>
                  <a:pt x="96596" y="45526"/>
                </a:cubicBezTo>
                <a:lnTo>
                  <a:pt x="96596" y="101265"/>
                </a:lnTo>
                <a:cubicBezTo>
                  <a:pt x="96596" y="114106"/>
                  <a:pt x="99514" y="120526"/>
                  <a:pt x="105643" y="120526"/>
                </a:cubicBezTo>
                <a:cubicBezTo>
                  <a:pt x="109437" y="120526"/>
                  <a:pt x="113522" y="118775"/>
                  <a:pt x="118191" y="114981"/>
                </a:cubicBezTo>
                <a:close/>
                <a:moveTo>
                  <a:pt x="72958" y="97180"/>
                </a:moveTo>
                <a:lnTo>
                  <a:pt x="72958" y="56032"/>
                </a:lnTo>
                <a:cubicBezTo>
                  <a:pt x="54864" y="62452"/>
                  <a:pt x="42607" y="68872"/>
                  <a:pt x="35603" y="75292"/>
                </a:cubicBezTo>
                <a:cubicBezTo>
                  <a:pt x="28891" y="81421"/>
                  <a:pt x="25681" y="89008"/>
                  <a:pt x="25681" y="97763"/>
                </a:cubicBezTo>
                <a:cubicBezTo>
                  <a:pt x="25681" y="105351"/>
                  <a:pt x="27432" y="110896"/>
                  <a:pt x="31226" y="114689"/>
                </a:cubicBezTo>
                <a:cubicBezTo>
                  <a:pt x="34728" y="118483"/>
                  <a:pt x="39689" y="120234"/>
                  <a:pt x="45817" y="120234"/>
                </a:cubicBezTo>
                <a:cubicBezTo>
                  <a:pt x="52238" y="120234"/>
                  <a:pt x="57782" y="118775"/>
                  <a:pt x="62744" y="115565"/>
                </a:cubicBezTo>
                <a:cubicBezTo>
                  <a:pt x="66829" y="112647"/>
                  <a:pt x="69456" y="110020"/>
                  <a:pt x="70915" y="107394"/>
                </a:cubicBezTo>
                <a:cubicBezTo>
                  <a:pt x="72082" y="105059"/>
                  <a:pt x="72958" y="101557"/>
                  <a:pt x="72958" y="9718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D2D6F-1923-451F-BFE2-6F0D861E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32" y="2816224"/>
            <a:ext cx="96304" cy="134242"/>
          </a:xfrm>
          <a:custGeom xmlns:a="http://schemas.openxmlformats.org/drawingml/2006/main">
            <a:pathLst>
              <a:path w="96304" h="134242">
                <a:moveTo>
                  <a:pt x="45234" y="584"/>
                </a:moveTo>
                <a:lnTo>
                  <a:pt x="45234" y="27432"/>
                </a:lnTo>
                <a:cubicBezTo>
                  <a:pt x="52530" y="16926"/>
                  <a:pt x="58658" y="9922"/>
                  <a:pt x="63619" y="5837"/>
                </a:cubicBezTo>
                <a:cubicBezTo>
                  <a:pt x="68580" y="2043"/>
                  <a:pt x="74125" y="0"/>
                  <a:pt x="80253" y="0"/>
                </a:cubicBezTo>
                <a:cubicBezTo>
                  <a:pt x="85215" y="0"/>
                  <a:pt x="89008" y="1459"/>
                  <a:pt x="91927" y="4086"/>
                </a:cubicBezTo>
                <a:cubicBezTo>
                  <a:pt x="94845" y="7004"/>
                  <a:pt x="96304" y="10798"/>
                  <a:pt x="96304" y="15467"/>
                </a:cubicBezTo>
                <a:cubicBezTo>
                  <a:pt x="96304" y="19553"/>
                  <a:pt x="95137" y="22763"/>
                  <a:pt x="93094" y="25097"/>
                </a:cubicBezTo>
                <a:cubicBezTo>
                  <a:pt x="91051" y="27432"/>
                  <a:pt x="88425" y="28599"/>
                  <a:pt x="84923" y="28599"/>
                </a:cubicBezTo>
                <a:cubicBezTo>
                  <a:pt x="81129" y="28599"/>
                  <a:pt x="77335" y="26848"/>
                  <a:pt x="73250" y="22763"/>
                </a:cubicBezTo>
                <a:cubicBezTo>
                  <a:pt x="70039" y="19844"/>
                  <a:pt x="67413" y="18385"/>
                  <a:pt x="65662" y="18385"/>
                </a:cubicBezTo>
                <a:cubicBezTo>
                  <a:pt x="61576" y="18385"/>
                  <a:pt x="56907" y="21304"/>
                  <a:pt x="52238" y="26848"/>
                </a:cubicBezTo>
                <a:cubicBezTo>
                  <a:pt x="47568" y="32685"/>
                  <a:pt x="45234" y="37646"/>
                  <a:pt x="45234" y="42315"/>
                </a:cubicBezTo>
                <a:lnTo>
                  <a:pt x="45234" y="107977"/>
                </a:lnTo>
                <a:cubicBezTo>
                  <a:pt x="45234" y="116440"/>
                  <a:pt x="46693" y="121985"/>
                  <a:pt x="50195" y="124904"/>
                </a:cubicBezTo>
                <a:cubicBezTo>
                  <a:pt x="53405" y="127822"/>
                  <a:pt x="60117" y="129573"/>
                  <a:pt x="70039" y="129865"/>
                </a:cubicBezTo>
                <a:lnTo>
                  <a:pt x="70039" y="134242"/>
                </a:lnTo>
                <a:lnTo>
                  <a:pt x="0" y="134242"/>
                </a:lnTo>
                <a:lnTo>
                  <a:pt x="0" y="129865"/>
                </a:lnTo>
                <a:cubicBezTo>
                  <a:pt x="9339" y="128114"/>
                  <a:pt x="14883" y="126363"/>
                  <a:pt x="17218" y="124028"/>
                </a:cubicBezTo>
                <a:cubicBezTo>
                  <a:pt x="19553" y="121985"/>
                  <a:pt x="20720" y="117316"/>
                  <a:pt x="20720" y="109728"/>
                </a:cubicBezTo>
                <a:lnTo>
                  <a:pt x="20720" y="36771"/>
                </a:lnTo>
                <a:cubicBezTo>
                  <a:pt x="20720" y="30350"/>
                  <a:pt x="19844" y="25973"/>
                  <a:pt x="18385" y="23346"/>
                </a:cubicBezTo>
                <a:cubicBezTo>
                  <a:pt x="16926" y="20720"/>
                  <a:pt x="14300" y="19261"/>
                  <a:pt x="10798" y="19261"/>
                </a:cubicBezTo>
                <a:cubicBezTo>
                  <a:pt x="7588" y="19261"/>
                  <a:pt x="4086" y="19844"/>
                  <a:pt x="584" y="20428"/>
                </a:cubicBezTo>
                <a:lnTo>
                  <a:pt x="584" y="15759"/>
                </a:lnTo>
                <a:cubicBezTo>
                  <a:pt x="12841" y="11965"/>
                  <a:pt x="27140" y="6712"/>
                  <a:pt x="43775" y="0"/>
                </a:cubicBezTo>
                <a:lnTo>
                  <a:pt x="45234" y="584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2A809-CCBF-4F5C-96F8-FD8B692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423" y="2751145"/>
            <a:ext cx="69164" cy="199320"/>
          </a:xfrm>
          <a:custGeom xmlns:a="http://schemas.openxmlformats.org/drawingml/2006/main">
            <a:pathLst>
              <a:path w="69164" h="199320">
                <a:moveTo>
                  <a:pt x="47860" y="14883"/>
                </a:moveTo>
                <a:cubicBezTo>
                  <a:pt x="47860" y="19261"/>
                  <a:pt x="46401" y="22763"/>
                  <a:pt x="43483" y="25681"/>
                </a:cubicBezTo>
                <a:cubicBezTo>
                  <a:pt x="40564" y="28599"/>
                  <a:pt x="36771" y="29767"/>
                  <a:pt x="32685" y="29767"/>
                </a:cubicBezTo>
                <a:cubicBezTo>
                  <a:pt x="28599" y="29767"/>
                  <a:pt x="25097" y="28599"/>
                  <a:pt x="22179" y="25681"/>
                </a:cubicBezTo>
                <a:cubicBezTo>
                  <a:pt x="19261" y="22763"/>
                  <a:pt x="18094" y="19261"/>
                  <a:pt x="18094" y="14883"/>
                </a:cubicBezTo>
                <a:cubicBezTo>
                  <a:pt x="18094" y="10798"/>
                  <a:pt x="19553" y="7296"/>
                  <a:pt x="22471" y="4377"/>
                </a:cubicBezTo>
                <a:cubicBezTo>
                  <a:pt x="25389" y="1459"/>
                  <a:pt x="28891" y="0"/>
                  <a:pt x="32977" y="0"/>
                </a:cubicBezTo>
                <a:cubicBezTo>
                  <a:pt x="37063" y="0"/>
                  <a:pt x="40564" y="1459"/>
                  <a:pt x="43483" y="4377"/>
                </a:cubicBezTo>
                <a:cubicBezTo>
                  <a:pt x="46401" y="7296"/>
                  <a:pt x="47860" y="10798"/>
                  <a:pt x="47860" y="14883"/>
                </a:cubicBezTo>
                <a:close/>
                <a:moveTo>
                  <a:pt x="69164" y="199320"/>
                </a:moveTo>
                <a:lnTo>
                  <a:pt x="0" y="199320"/>
                </a:lnTo>
                <a:lnTo>
                  <a:pt x="0" y="194943"/>
                </a:lnTo>
                <a:cubicBezTo>
                  <a:pt x="9922" y="194359"/>
                  <a:pt x="16343" y="192608"/>
                  <a:pt x="18969" y="189690"/>
                </a:cubicBezTo>
                <a:cubicBezTo>
                  <a:pt x="21595" y="186772"/>
                  <a:pt x="23055" y="180060"/>
                  <a:pt x="23055" y="168970"/>
                </a:cubicBezTo>
                <a:lnTo>
                  <a:pt x="23055" y="102724"/>
                </a:lnTo>
                <a:cubicBezTo>
                  <a:pt x="23055" y="96012"/>
                  <a:pt x="22179" y="91343"/>
                  <a:pt x="21012" y="88425"/>
                </a:cubicBezTo>
                <a:cubicBezTo>
                  <a:pt x="19553" y="85798"/>
                  <a:pt x="16926" y="84339"/>
                  <a:pt x="13424" y="84339"/>
                </a:cubicBezTo>
                <a:cubicBezTo>
                  <a:pt x="8755" y="84339"/>
                  <a:pt x="4669" y="84923"/>
                  <a:pt x="1167" y="85798"/>
                </a:cubicBezTo>
                <a:lnTo>
                  <a:pt x="1167" y="81129"/>
                </a:lnTo>
                <a:lnTo>
                  <a:pt x="46401" y="65078"/>
                </a:lnTo>
                <a:lnTo>
                  <a:pt x="47568" y="66246"/>
                </a:lnTo>
                <a:lnTo>
                  <a:pt x="47568" y="168678"/>
                </a:lnTo>
                <a:cubicBezTo>
                  <a:pt x="47568" y="179768"/>
                  <a:pt x="48736" y="186480"/>
                  <a:pt x="51070" y="189398"/>
                </a:cubicBezTo>
                <a:cubicBezTo>
                  <a:pt x="53405" y="192316"/>
                  <a:pt x="59533" y="194359"/>
                  <a:pt x="69164" y="194943"/>
                </a:cubicBezTo>
                <a:lnTo>
                  <a:pt x="69164" y="19932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A1F44-E755-497D-9E40-0C13BF47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762" y="2819142"/>
            <a:ext cx="114106" cy="131324"/>
          </a:xfrm>
          <a:custGeom xmlns:a="http://schemas.openxmlformats.org/drawingml/2006/main">
            <a:pathLst>
              <a:path w="114106" h="131324">
                <a:moveTo>
                  <a:pt x="114106" y="91635"/>
                </a:moveTo>
                <a:lnTo>
                  <a:pt x="109728" y="131324"/>
                </a:lnTo>
                <a:lnTo>
                  <a:pt x="0" y="131324"/>
                </a:lnTo>
                <a:lnTo>
                  <a:pt x="0" y="126946"/>
                </a:lnTo>
                <a:lnTo>
                  <a:pt x="77627" y="8755"/>
                </a:lnTo>
                <a:lnTo>
                  <a:pt x="38230" y="8755"/>
                </a:lnTo>
                <a:cubicBezTo>
                  <a:pt x="28891" y="8755"/>
                  <a:pt x="22763" y="10506"/>
                  <a:pt x="19553" y="13716"/>
                </a:cubicBezTo>
                <a:cubicBezTo>
                  <a:pt x="16343" y="16926"/>
                  <a:pt x="14008" y="23930"/>
                  <a:pt x="12841" y="34436"/>
                </a:cubicBezTo>
                <a:lnTo>
                  <a:pt x="7588" y="34436"/>
                </a:lnTo>
                <a:lnTo>
                  <a:pt x="8755" y="0"/>
                </a:lnTo>
                <a:lnTo>
                  <a:pt x="109728" y="0"/>
                </a:lnTo>
                <a:lnTo>
                  <a:pt x="109728" y="4377"/>
                </a:lnTo>
                <a:lnTo>
                  <a:pt x="31226" y="122569"/>
                </a:lnTo>
                <a:lnTo>
                  <a:pt x="70039" y="122569"/>
                </a:lnTo>
                <a:cubicBezTo>
                  <a:pt x="86382" y="122569"/>
                  <a:pt x="96596" y="119942"/>
                  <a:pt x="100973" y="114689"/>
                </a:cubicBezTo>
                <a:cubicBezTo>
                  <a:pt x="103600" y="111479"/>
                  <a:pt x="106226" y="103308"/>
                  <a:pt x="108853" y="90468"/>
                </a:cubicBezTo>
                <a:lnTo>
                  <a:pt x="114106" y="91635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7BF50-A90F-4792-BAF5-A0B466AD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252" y="2816224"/>
            <a:ext cx="118191" cy="136869"/>
          </a:xfrm>
          <a:custGeom xmlns:a="http://schemas.openxmlformats.org/drawingml/2006/main">
            <a:pathLst>
              <a:path w="118191" h="136869">
                <a:moveTo>
                  <a:pt x="118191" y="114981"/>
                </a:moveTo>
                <a:lnTo>
                  <a:pt x="118191" y="123153"/>
                </a:lnTo>
                <a:cubicBezTo>
                  <a:pt x="110604" y="132491"/>
                  <a:pt x="101849" y="136869"/>
                  <a:pt x="91927" y="136869"/>
                </a:cubicBezTo>
                <a:cubicBezTo>
                  <a:pt x="80837" y="136869"/>
                  <a:pt x="74417" y="129865"/>
                  <a:pt x="73250" y="115857"/>
                </a:cubicBezTo>
                <a:lnTo>
                  <a:pt x="72958" y="115857"/>
                </a:lnTo>
                <a:cubicBezTo>
                  <a:pt x="60409" y="129865"/>
                  <a:pt x="46401" y="136869"/>
                  <a:pt x="30642" y="136869"/>
                </a:cubicBezTo>
                <a:cubicBezTo>
                  <a:pt x="21304" y="136869"/>
                  <a:pt x="14008" y="134242"/>
                  <a:pt x="8463" y="128989"/>
                </a:cubicBezTo>
                <a:cubicBezTo>
                  <a:pt x="2626" y="123736"/>
                  <a:pt x="0" y="116440"/>
                  <a:pt x="0" y="106810"/>
                </a:cubicBezTo>
                <a:cubicBezTo>
                  <a:pt x="0" y="93386"/>
                  <a:pt x="6712" y="82004"/>
                  <a:pt x="20428" y="72666"/>
                </a:cubicBezTo>
                <a:cubicBezTo>
                  <a:pt x="29767" y="66537"/>
                  <a:pt x="47277" y="58658"/>
                  <a:pt x="72958" y="49028"/>
                </a:cubicBezTo>
                <a:lnTo>
                  <a:pt x="72958" y="33269"/>
                </a:lnTo>
                <a:cubicBezTo>
                  <a:pt x="72958" y="24514"/>
                  <a:pt x="70623" y="18094"/>
                  <a:pt x="66537" y="13716"/>
                </a:cubicBezTo>
                <a:cubicBezTo>
                  <a:pt x="62452" y="9339"/>
                  <a:pt x="56907" y="7004"/>
                  <a:pt x="50195" y="7004"/>
                </a:cubicBezTo>
                <a:cubicBezTo>
                  <a:pt x="44358" y="7004"/>
                  <a:pt x="39397" y="8463"/>
                  <a:pt x="35603" y="11381"/>
                </a:cubicBezTo>
                <a:cubicBezTo>
                  <a:pt x="31518" y="14300"/>
                  <a:pt x="29767" y="17510"/>
                  <a:pt x="29767" y="21304"/>
                </a:cubicBezTo>
                <a:cubicBezTo>
                  <a:pt x="29767" y="23055"/>
                  <a:pt x="30059" y="25097"/>
                  <a:pt x="30642" y="27140"/>
                </a:cubicBezTo>
                <a:cubicBezTo>
                  <a:pt x="31226" y="29475"/>
                  <a:pt x="31518" y="31518"/>
                  <a:pt x="31518" y="33561"/>
                </a:cubicBezTo>
                <a:cubicBezTo>
                  <a:pt x="31518" y="36479"/>
                  <a:pt x="30059" y="39397"/>
                  <a:pt x="27432" y="41732"/>
                </a:cubicBezTo>
                <a:cubicBezTo>
                  <a:pt x="24806" y="44358"/>
                  <a:pt x="21595" y="45526"/>
                  <a:pt x="18094" y="45526"/>
                </a:cubicBezTo>
                <a:cubicBezTo>
                  <a:pt x="14592" y="45526"/>
                  <a:pt x="11673" y="44358"/>
                  <a:pt x="9339" y="41732"/>
                </a:cubicBezTo>
                <a:cubicBezTo>
                  <a:pt x="6712" y="39397"/>
                  <a:pt x="5545" y="36187"/>
                  <a:pt x="5545" y="32101"/>
                </a:cubicBezTo>
                <a:cubicBezTo>
                  <a:pt x="5545" y="22763"/>
                  <a:pt x="10506" y="15175"/>
                  <a:pt x="20428" y="8755"/>
                </a:cubicBezTo>
                <a:cubicBezTo>
                  <a:pt x="29475" y="2918"/>
                  <a:pt x="40564" y="0"/>
                  <a:pt x="53989" y="0"/>
                </a:cubicBezTo>
                <a:cubicBezTo>
                  <a:pt x="69748" y="0"/>
                  <a:pt x="81129" y="4377"/>
                  <a:pt x="88425" y="13132"/>
                </a:cubicBezTo>
                <a:cubicBezTo>
                  <a:pt x="91927" y="17218"/>
                  <a:pt x="93970" y="21595"/>
                  <a:pt x="95137" y="25681"/>
                </a:cubicBezTo>
                <a:cubicBezTo>
                  <a:pt x="96012" y="29767"/>
                  <a:pt x="96596" y="36479"/>
                  <a:pt x="96596" y="45526"/>
                </a:cubicBezTo>
                <a:lnTo>
                  <a:pt x="96596" y="101265"/>
                </a:lnTo>
                <a:cubicBezTo>
                  <a:pt x="96596" y="114106"/>
                  <a:pt x="99514" y="120526"/>
                  <a:pt x="105643" y="120526"/>
                </a:cubicBezTo>
                <a:cubicBezTo>
                  <a:pt x="109437" y="120526"/>
                  <a:pt x="113522" y="118775"/>
                  <a:pt x="118191" y="114981"/>
                </a:cubicBezTo>
                <a:close/>
                <a:moveTo>
                  <a:pt x="72958" y="97180"/>
                </a:moveTo>
                <a:lnTo>
                  <a:pt x="72958" y="56032"/>
                </a:lnTo>
                <a:cubicBezTo>
                  <a:pt x="54864" y="62452"/>
                  <a:pt x="42607" y="68872"/>
                  <a:pt x="35603" y="75292"/>
                </a:cubicBezTo>
                <a:cubicBezTo>
                  <a:pt x="28891" y="81421"/>
                  <a:pt x="25681" y="89008"/>
                  <a:pt x="25681" y="97763"/>
                </a:cubicBezTo>
                <a:cubicBezTo>
                  <a:pt x="25681" y="105351"/>
                  <a:pt x="27432" y="110896"/>
                  <a:pt x="31226" y="114689"/>
                </a:cubicBezTo>
                <a:cubicBezTo>
                  <a:pt x="34728" y="118483"/>
                  <a:pt x="39689" y="120234"/>
                  <a:pt x="45817" y="120234"/>
                </a:cubicBezTo>
                <a:cubicBezTo>
                  <a:pt x="52238" y="120234"/>
                  <a:pt x="57782" y="118775"/>
                  <a:pt x="62744" y="115565"/>
                </a:cubicBezTo>
                <a:cubicBezTo>
                  <a:pt x="66829" y="112647"/>
                  <a:pt x="69456" y="110020"/>
                  <a:pt x="70915" y="107394"/>
                </a:cubicBezTo>
                <a:cubicBezTo>
                  <a:pt x="72082" y="105059"/>
                  <a:pt x="72958" y="101557"/>
                  <a:pt x="72958" y="97180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89754-376F-49E0-B9BE-B41952D4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822" y="2781496"/>
            <a:ext cx="77627" cy="171597"/>
          </a:xfrm>
          <a:custGeom xmlns:a="http://schemas.openxmlformats.org/drawingml/2006/main">
            <a:pathLst>
              <a:path w="77627" h="171597">
                <a:moveTo>
                  <a:pt x="73833" y="146499"/>
                </a:moveTo>
                <a:lnTo>
                  <a:pt x="77627" y="149709"/>
                </a:lnTo>
                <a:cubicBezTo>
                  <a:pt x="68288" y="164301"/>
                  <a:pt x="56323" y="171597"/>
                  <a:pt x="42315" y="171597"/>
                </a:cubicBezTo>
                <a:cubicBezTo>
                  <a:pt x="25097" y="171597"/>
                  <a:pt x="16634" y="159340"/>
                  <a:pt x="16634" y="134826"/>
                </a:cubicBezTo>
                <a:lnTo>
                  <a:pt x="16634" y="46985"/>
                </a:lnTo>
                <a:lnTo>
                  <a:pt x="1167" y="46985"/>
                </a:lnTo>
                <a:cubicBezTo>
                  <a:pt x="292" y="46401"/>
                  <a:pt x="0" y="45817"/>
                  <a:pt x="0" y="44942"/>
                </a:cubicBezTo>
                <a:cubicBezTo>
                  <a:pt x="0" y="43483"/>
                  <a:pt x="1459" y="41732"/>
                  <a:pt x="4961" y="39397"/>
                </a:cubicBezTo>
                <a:cubicBezTo>
                  <a:pt x="12257" y="35312"/>
                  <a:pt x="21595" y="24806"/>
                  <a:pt x="33269" y="8171"/>
                </a:cubicBezTo>
                <a:cubicBezTo>
                  <a:pt x="33561" y="7588"/>
                  <a:pt x="34436" y="6420"/>
                  <a:pt x="35895" y="4669"/>
                </a:cubicBezTo>
                <a:cubicBezTo>
                  <a:pt x="37354" y="2918"/>
                  <a:pt x="38522" y="1167"/>
                  <a:pt x="39105" y="0"/>
                </a:cubicBezTo>
                <a:cubicBezTo>
                  <a:pt x="40273" y="0"/>
                  <a:pt x="41148" y="1459"/>
                  <a:pt x="41148" y="3794"/>
                </a:cubicBezTo>
                <a:lnTo>
                  <a:pt x="41148" y="37646"/>
                </a:lnTo>
                <a:lnTo>
                  <a:pt x="70623" y="37646"/>
                </a:lnTo>
                <a:lnTo>
                  <a:pt x="70623" y="46985"/>
                </a:lnTo>
                <a:lnTo>
                  <a:pt x="41148" y="46985"/>
                </a:lnTo>
                <a:lnTo>
                  <a:pt x="41148" y="130448"/>
                </a:lnTo>
                <a:cubicBezTo>
                  <a:pt x="41148" y="139787"/>
                  <a:pt x="42315" y="146499"/>
                  <a:pt x="44650" y="150585"/>
                </a:cubicBezTo>
                <a:cubicBezTo>
                  <a:pt x="46985" y="154670"/>
                  <a:pt x="50779" y="156713"/>
                  <a:pt x="56323" y="156713"/>
                </a:cubicBezTo>
                <a:cubicBezTo>
                  <a:pt x="62160" y="156713"/>
                  <a:pt x="67997" y="153503"/>
                  <a:pt x="73833" y="146499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7800D-B18B-4CEC-ADC3-B824BC88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827" y="2751145"/>
            <a:ext cx="69164" cy="199320"/>
          </a:xfrm>
          <a:custGeom xmlns:a="http://schemas.openxmlformats.org/drawingml/2006/main">
            <a:pathLst>
              <a:path w="69164" h="199320">
                <a:moveTo>
                  <a:pt x="47860" y="14883"/>
                </a:moveTo>
                <a:cubicBezTo>
                  <a:pt x="47860" y="19261"/>
                  <a:pt x="46401" y="22763"/>
                  <a:pt x="43483" y="25681"/>
                </a:cubicBezTo>
                <a:cubicBezTo>
                  <a:pt x="40564" y="28599"/>
                  <a:pt x="36771" y="29767"/>
                  <a:pt x="32685" y="29767"/>
                </a:cubicBezTo>
                <a:cubicBezTo>
                  <a:pt x="28599" y="29767"/>
                  <a:pt x="25097" y="28599"/>
                  <a:pt x="22179" y="25681"/>
                </a:cubicBezTo>
                <a:cubicBezTo>
                  <a:pt x="19261" y="22763"/>
                  <a:pt x="18094" y="19261"/>
                  <a:pt x="18094" y="14883"/>
                </a:cubicBezTo>
                <a:cubicBezTo>
                  <a:pt x="18094" y="10798"/>
                  <a:pt x="19553" y="7296"/>
                  <a:pt x="22471" y="4377"/>
                </a:cubicBezTo>
                <a:cubicBezTo>
                  <a:pt x="25389" y="1459"/>
                  <a:pt x="28891" y="0"/>
                  <a:pt x="32977" y="0"/>
                </a:cubicBezTo>
                <a:cubicBezTo>
                  <a:pt x="37063" y="0"/>
                  <a:pt x="40564" y="1459"/>
                  <a:pt x="43483" y="4377"/>
                </a:cubicBezTo>
                <a:cubicBezTo>
                  <a:pt x="46401" y="7296"/>
                  <a:pt x="47860" y="10798"/>
                  <a:pt x="47860" y="14883"/>
                </a:cubicBezTo>
                <a:close/>
                <a:moveTo>
                  <a:pt x="69164" y="199320"/>
                </a:moveTo>
                <a:lnTo>
                  <a:pt x="0" y="199320"/>
                </a:lnTo>
                <a:lnTo>
                  <a:pt x="0" y="194943"/>
                </a:lnTo>
                <a:cubicBezTo>
                  <a:pt x="9922" y="194359"/>
                  <a:pt x="16343" y="192608"/>
                  <a:pt x="18969" y="189690"/>
                </a:cubicBezTo>
                <a:cubicBezTo>
                  <a:pt x="21595" y="186772"/>
                  <a:pt x="23055" y="180060"/>
                  <a:pt x="23055" y="168970"/>
                </a:cubicBezTo>
                <a:lnTo>
                  <a:pt x="23055" y="102724"/>
                </a:lnTo>
                <a:cubicBezTo>
                  <a:pt x="23055" y="96012"/>
                  <a:pt x="22179" y="91343"/>
                  <a:pt x="21012" y="88425"/>
                </a:cubicBezTo>
                <a:cubicBezTo>
                  <a:pt x="19553" y="85798"/>
                  <a:pt x="16926" y="84339"/>
                  <a:pt x="13424" y="84339"/>
                </a:cubicBezTo>
                <a:cubicBezTo>
                  <a:pt x="8755" y="84339"/>
                  <a:pt x="4669" y="84923"/>
                  <a:pt x="1167" y="85798"/>
                </a:cubicBezTo>
                <a:lnTo>
                  <a:pt x="1167" y="81129"/>
                </a:lnTo>
                <a:lnTo>
                  <a:pt x="46401" y="65078"/>
                </a:lnTo>
                <a:lnTo>
                  <a:pt x="47568" y="66246"/>
                </a:lnTo>
                <a:lnTo>
                  <a:pt x="47568" y="168678"/>
                </a:lnTo>
                <a:cubicBezTo>
                  <a:pt x="47568" y="179768"/>
                  <a:pt x="48736" y="186480"/>
                  <a:pt x="51070" y="189398"/>
                </a:cubicBezTo>
                <a:cubicBezTo>
                  <a:pt x="53405" y="192316"/>
                  <a:pt x="59533" y="194359"/>
                  <a:pt x="69164" y="194943"/>
                </a:cubicBezTo>
                <a:lnTo>
                  <a:pt x="69164" y="199320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49926-028A-4A36-AC87-5CE8BA25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48" y="2816224"/>
            <a:ext cx="128697" cy="136869"/>
          </a:xfrm>
          <a:custGeom xmlns:a="http://schemas.openxmlformats.org/drawingml/2006/main">
            <a:pathLst>
              <a:path w="128697" h="136869">
                <a:moveTo>
                  <a:pt x="128697" y="66829"/>
                </a:moveTo>
                <a:cubicBezTo>
                  <a:pt x="128697" y="87257"/>
                  <a:pt x="122569" y="104184"/>
                  <a:pt x="110312" y="117316"/>
                </a:cubicBezTo>
                <a:cubicBezTo>
                  <a:pt x="98055" y="130448"/>
                  <a:pt x="82296" y="136869"/>
                  <a:pt x="63035" y="136869"/>
                </a:cubicBezTo>
                <a:cubicBezTo>
                  <a:pt x="44942" y="136869"/>
                  <a:pt x="30059" y="130448"/>
                  <a:pt x="18094" y="117316"/>
                </a:cubicBezTo>
                <a:cubicBezTo>
                  <a:pt x="5837" y="104475"/>
                  <a:pt x="0" y="87841"/>
                  <a:pt x="0" y="67705"/>
                </a:cubicBezTo>
                <a:cubicBezTo>
                  <a:pt x="0" y="47568"/>
                  <a:pt x="5837" y="31226"/>
                  <a:pt x="18094" y="18677"/>
                </a:cubicBezTo>
                <a:cubicBezTo>
                  <a:pt x="30059" y="6420"/>
                  <a:pt x="45817" y="0"/>
                  <a:pt x="65662" y="0"/>
                </a:cubicBezTo>
                <a:cubicBezTo>
                  <a:pt x="83755" y="0"/>
                  <a:pt x="98639" y="6420"/>
                  <a:pt x="110604" y="18677"/>
                </a:cubicBezTo>
                <a:cubicBezTo>
                  <a:pt x="122569" y="30934"/>
                  <a:pt x="128697" y="46985"/>
                  <a:pt x="128697" y="66829"/>
                </a:cubicBezTo>
                <a:close/>
                <a:moveTo>
                  <a:pt x="102433" y="74709"/>
                </a:moveTo>
                <a:cubicBezTo>
                  <a:pt x="102433" y="52530"/>
                  <a:pt x="97471" y="35312"/>
                  <a:pt x="87841" y="22763"/>
                </a:cubicBezTo>
                <a:cubicBezTo>
                  <a:pt x="79962" y="13132"/>
                  <a:pt x="70623" y="8171"/>
                  <a:pt x="60117" y="8171"/>
                </a:cubicBezTo>
                <a:cubicBezTo>
                  <a:pt x="49903" y="8171"/>
                  <a:pt x="41732" y="12549"/>
                  <a:pt x="35603" y="20720"/>
                </a:cubicBezTo>
                <a:cubicBezTo>
                  <a:pt x="29183" y="28891"/>
                  <a:pt x="26265" y="40273"/>
                  <a:pt x="26265" y="54572"/>
                </a:cubicBezTo>
                <a:cubicBezTo>
                  <a:pt x="26265" y="79670"/>
                  <a:pt x="31226" y="99514"/>
                  <a:pt x="41732" y="114398"/>
                </a:cubicBezTo>
                <a:cubicBezTo>
                  <a:pt x="48152" y="124320"/>
                  <a:pt x="56907" y="128989"/>
                  <a:pt x="67997" y="128989"/>
                </a:cubicBezTo>
                <a:cubicBezTo>
                  <a:pt x="78502" y="128989"/>
                  <a:pt x="86966" y="124320"/>
                  <a:pt x="93094" y="114689"/>
                </a:cubicBezTo>
                <a:cubicBezTo>
                  <a:pt x="99222" y="105059"/>
                  <a:pt x="102433" y="91635"/>
                  <a:pt x="102433" y="74709"/>
                </a:cubicBez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AE232-68B0-42DF-85B1-FA0BC2C4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871" y="2816224"/>
            <a:ext cx="136869" cy="134242"/>
          </a:xfrm>
          <a:custGeom xmlns:a="http://schemas.openxmlformats.org/drawingml/2006/main">
            <a:pathLst>
              <a:path w="136869" h="134242">
                <a:moveTo>
                  <a:pt x="136869" y="134242"/>
                </a:moveTo>
                <a:lnTo>
                  <a:pt x="76168" y="134242"/>
                </a:lnTo>
                <a:lnTo>
                  <a:pt x="76460" y="129865"/>
                </a:lnTo>
                <a:cubicBezTo>
                  <a:pt x="83464" y="129281"/>
                  <a:pt x="88425" y="127238"/>
                  <a:pt x="90759" y="123736"/>
                </a:cubicBezTo>
                <a:cubicBezTo>
                  <a:pt x="93094" y="120234"/>
                  <a:pt x="94553" y="113522"/>
                  <a:pt x="94553" y="103600"/>
                </a:cubicBezTo>
                <a:lnTo>
                  <a:pt x="94553" y="45526"/>
                </a:lnTo>
                <a:cubicBezTo>
                  <a:pt x="94553" y="25973"/>
                  <a:pt x="87257" y="16051"/>
                  <a:pt x="73250" y="16051"/>
                </a:cubicBezTo>
                <a:cubicBezTo>
                  <a:pt x="68288" y="16051"/>
                  <a:pt x="63619" y="17218"/>
                  <a:pt x="59533" y="19553"/>
                </a:cubicBezTo>
                <a:cubicBezTo>
                  <a:pt x="55156" y="21887"/>
                  <a:pt x="49611" y="26265"/>
                  <a:pt x="43191" y="32685"/>
                </a:cubicBezTo>
                <a:lnTo>
                  <a:pt x="43191" y="113230"/>
                </a:lnTo>
                <a:cubicBezTo>
                  <a:pt x="43191" y="119067"/>
                  <a:pt x="44358" y="123153"/>
                  <a:pt x="46985" y="125487"/>
                </a:cubicBezTo>
                <a:cubicBezTo>
                  <a:pt x="49611" y="127822"/>
                  <a:pt x="54572" y="129281"/>
                  <a:pt x="62160" y="129865"/>
                </a:cubicBezTo>
                <a:lnTo>
                  <a:pt x="62160" y="134242"/>
                </a:lnTo>
                <a:lnTo>
                  <a:pt x="584" y="134242"/>
                </a:lnTo>
                <a:lnTo>
                  <a:pt x="584" y="129865"/>
                </a:lnTo>
                <a:cubicBezTo>
                  <a:pt x="7879" y="129281"/>
                  <a:pt x="12841" y="127530"/>
                  <a:pt x="15175" y="124612"/>
                </a:cubicBezTo>
                <a:cubicBezTo>
                  <a:pt x="17510" y="121693"/>
                  <a:pt x="18677" y="115565"/>
                  <a:pt x="18677" y="106810"/>
                </a:cubicBezTo>
                <a:lnTo>
                  <a:pt x="18677" y="35895"/>
                </a:lnTo>
                <a:cubicBezTo>
                  <a:pt x="18677" y="28891"/>
                  <a:pt x="17802" y="23930"/>
                  <a:pt x="16634" y="21012"/>
                </a:cubicBezTo>
                <a:cubicBezTo>
                  <a:pt x="15175" y="18385"/>
                  <a:pt x="12549" y="16926"/>
                  <a:pt x="8463" y="16926"/>
                </a:cubicBezTo>
                <a:cubicBezTo>
                  <a:pt x="4377" y="16926"/>
                  <a:pt x="1751" y="17510"/>
                  <a:pt x="0" y="18094"/>
                </a:cubicBezTo>
                <a:lnTo>
                  <a:pt x="0" y="13132"/>
                </a:lnTo>
                <a:cubicBezTo>
                  <a:pt x="13424" y="9339"/>
                  <a:pt x="26848" y="4961"/>
                  <a:pt x="39981" y="0"/>
                </a:cubicBezTo>
                <a:lnTo>
                  <a:pt x="42315" y="875"/>
                </a:lnTo>
                <a:lnTo>
                  <a:pt x="42315" y="23638"/>
                </a:lnTo>
                <a:lnTo>
                  <a:pt x="42607" y="23638"/>
                </a:lnTo>
                <a:cubicBezTo>
                  <a:pt x="56323" y="7879"/>
                  <a:pt x="70331" y="0"/>
                  <a:pt x="84631" y="0"/>
                </a:cubicBezTo>
                <a:cubicBezTo>
                  <a:pt x="95720" y="0"/>
                  <a:pt x="104184" y="4086"/>
                  <a:pt x="110020" y="11673"/>
                </a:cubicBezTo>
                <a:cubicBezTo>
                  <a:pt x="115857" y="19553"/>
                  <a:pt x="119067" y="30642"/>
                  <a:pt x="119067" y="44942"/>
                </a:cubicBezTo>
                <a:lnTo>
                  <a:pt x="119067" y="109437"/>
                </a:lnTo>
                <a:cubicBezTo>
                  <a:pt x="119067" y="117316"/>
                  <a:pt x="120234" y="122569"/>
                  <a:pt x="122569" y="124904"/>
                </a:cubicBezTo>
                <a:cubicBezTo>
                  <a:pt x="124904" y="127530"/>
                  <a:pt x="129573" y="129281"/>
                  <a:pt x="136869" y="129865"/>
                </a:cubicBezTo>
                <a:lnTo>
                  <a:pt x="136869" y="134242"/>
                </a:lnTo>
                <a:close/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C5EE4-BF58-48F2-BDE8-ADB721C3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177" y="4360836"/>
            <a:ext cx="248640" cy="193192"/>
          </a:xfrm>
          <a:custGeom xmlns:a="http://schemas.openxmlformats.org/drawingml/2006/main">
            <a:pathLst>
              <a:path w="248640" h="193192">
                <a:moveTo>
                  <a:pt x="248640" y="193192"/>
                </a:moveTo>
                <a:lnTo>
                  <a:pt x="166927" y="193192"/>
                </a:lnTo>
                <a:lnTo>
                  <a:pt x="166927" y="187647"/>
                </a:lnTo>
                <a:cubicBezTo>
                  <a:pt x="178309" y="187064"/>
                  <a:pt x="185604" y="184729"/>
                  <a:pt x="188523" y="181227"/>
                </a:cubicBezTo>
                <a:cubicBezTo>
                  <a:pt x="191441" y="177725"/>
                  <a:pt x="193192" y="169554"/>
                  <a:pt x="193192" y="157297"/>
                </a:cubicBezTo>
                <a:lnTo>
                  <a:pt x="193192" y="26265"/>
                </a:lnTo>
                <a:lnTo>
                  <a:pt x="118775" y="193192"/>
                </a:lnTo>
                <a:lnTo>
                  <a:pt x="114689" y="193192"/>
                </a:lnTo>
                <a:lnTo>
                  <a:pt x="41148" y="32977"/>
                </a:lnTo>
                <a:lnTo>
                  <a:pt x="41148" y="149126"/>
                </a:lnTo>
                <a:cubicBezTo>
                  <a:pt x="41148" y="164884"/>
                  <a:pt x="42607" y="175098"/>
                  <a:pt x="46109" y="179768"/>
                </a:cubicBezTo>
                <a:cubicBezTo>
                  <a:pt x="49319" y="184437"/>
                  <a:pt x="56615" y="187064"/>
                  <a:pt x="68288" y="187647"/>
                </a:cubicBezTo>
                <a:lnTo>
                  <a:pt x="68288" y="193192"/>
                </a:lnTo>
                <a:lnTo>
                  <a:pt x="0" y="193192"/>
                </a:lnTo>
                <a:lnTo>
                  <a:pt x="0" y="187647"/>
                </a:lnTo>
                <a:cubicBezTo>
                  <a:pt x="8463" y="187064"/>
                  <a:pt x="14592" y="185896"/>
                  <a:pt x="18385" y="183853"/>
                </a:cubicBezTo>
                <a:cubicBezTo>
                  <a:pt x="21887" y="182102"/>
                  <a:pt x="24514" y="178600"/>
                  <a:pt x="25973" y="173639"/>
                </a:cubicBezTo>
                <a:cubicBezTo>
                  <a:pt x="27432" y="168678"/>
                  <a:pt x="28308" y="160507"/>
                  <a:pt x="28308" y="149126"/>
                </a:cubicBezTo>
                <a:lnTo>
                  <a:pt x="28308" y="32977"/>
                </a:lnTo>
                <a:cubicBezTo>
                  <a:pt x="28308" y="21887"/>
                  <a:pt x="26557" y="14883"/>
                  <a:pt x="23346" y="11673"/>
                </a:cubicBezTo>
                <a:cubicBezTo>
                  <a:pt x="19844" y="8463"/>
                  <a:pt x="12257" y="6420"/>
                  <a:pt x="584" y="5545"/>
                </a:cubicBezTo>
                <a:lnTo>
                  <a:pt x="584" y="0"/>
                </a:lnTo>
                <a:lnTo>
                  <a:pt x="58366" y="0"/>
                </a:lnTo>
                <a:lnTo>
                  <a:pt x="125779" y="146499"/>
                </a:lnTo>
                <a:lnTo>
                  <a:pt x="190274" y="0"/>
                </a:lnTo>
                <a:lnTo>
                  <a:pt x="248348" y="0"/>
                </a:lnTo>
                <a:lnTo>
                  <a:pt x="248348" y="5545"/>
                </a:lnTo>
                <a:cubicBezTo>
                  <a:pt x="237842" y="5837"/>
                  <a:pt x="230838" y="7588"/>
                  <a:pt x="227628" y="11090"/>
                </a:cubicBezTo>
                <a:cubicBezTo>
                  <a:pt x="224418" y="14592"/>
                  <a:pt x="222959" y="21887"/>
                  <a:pt x="222959" y="32685"/>
                </a:cubicBezTo>
                <a:lnTo>
                  <a:pt x="222959" y="160507"/>
                </a:lnTo>
                <a:cubicBezTo>
                  <a:pt x="222959" y="171013"/>
                  <a:pt x="224418" y="177725"/>
                  <a:pt x="227628" y="181227"/>
                </a:cubicBezTo>
                <a:cubicBezTo>
                  <a:pt x="230838" y="184729"/>
                  <a:pt x="237842" y="187064"/>
                  <a:pt x="248640" y="187647"/>
                </a:cubicBezTo>
                <a:lnTo>
                  <a:pt x="248640" y="19319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EFAC9-047B-4244-AD0B-5430EA39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408" y="4419786"/>
            <a:ext cx="116440" cy="136869"/>
          </a:xfrm>
          <a:custGeom xmlns:a="http://schemas.openxmlformats.org/drawingml/2006/main">
            <a:pathLst>
              <a:path w="116440" h="136869">
                <a:moveTo>
                  <a:pt x="111771" y="86382"/>
                </a:moveTo>
                <a:lnTo>
                  <a:pt x="116440" y="88425"/>
                </a:lnTo>
                <a:cubicBezTo>
                  <a:pt x="104767" y="120818"/>
                  <a:pt x="84339" y="136869"/>
                  <a:pt x="55448" y="136869"/>
                </a:cubicBezTo>
                <a:cubicBezTo>
                  <a:pt x="38230" y="136869"/>
                  <a:pt x="24806" y="131032"/>
                  <a:pt x="14883" y="119067"/>
                </a:cubicBezTo>
                <a:cubicBezTo>
                  <a:pt x="4961" y="107394"/>
                  <a:pt x="0" y="91343"/>
                  <a:pt x="0" y="70915"/>
                </a:cubicBezTo>
                <a:cubicBezTo>
                  <a:pt x="0" y="50195"/>
                  <a:pt x="5545" y="33269"/>
                  <a:pt x="16634" y="19844"/>
                </a:cubicBezTo>
                <a:cubicBezTo>
                  <a:pt x="27724" y="6712"/>
                  <a:pt x="42315" y="0"/>
                  <a:pt x="60409" y="0"/>
                </a:cubicBezTo>
                <a:cubicBezTo>
                  <a:pt x="77919" y="0"/>
                  <a:pt x="91343" y="6712"/>
                  <a:pt x="100973" y="20136"/>
                </a:cubicBezTo>
                <a:cubicBezTo>
                  <a:pt x="106518" y="28016"/>
                  <a:pt x="109728" y="39105"/>
                  <a:pt x="110896" y="53405"/>
                </a:cubicBezTo>
                <a:lnTo>
                  <a:pt x="21012" y="53405"/>
                </a:lnTo>
                <a:cubicBezTo>
                  <a:pt x="21595" y="65662"/>
                  <a:pt x="22763" y="75001"/>
                  <a:pt x="24514" y="81421"/>
                </a:cubicBezTo>
                <a:cubicBezTo>
                  <a:pt x="26265" y="87841"/>
                  <a:pt x="29475" y="94553"/>
                  <a:pt x="34436" y="100973"/>
                </a:cubicBezTo>
                <a:cubicBezTo>
                  <a:pt x="42607" y="111771"/>
                  <a:pt x="53405" y="117024"/>
                  <a:pt x="66829" y="117024"/>
                </a:cubicBezTo>
                <a:cubicBezTo>
                  <a:pt x="76168" y="117024"/>
                  <a:pt x="84339" y="114689"/>
                  <a:pt x="90759" y="110020"/>
                </a:cubicBezTo>
                <a:cubicBezTo>
                  <a:pt x="97180" y="105351"/>
                  <a:pt x="104184" y="97471"/>
                  <a:pt x="111771" y="86382"/>
                </a:cubicBezTo>
                <a:close/>
                <a:moveTo>
                  <a:pt x="21595" y="44066"/>
                </a:moveTo>
                <a:lnTo>
                  <a:pt x="81129" y="44066"/>
                </a:lnTo>
                <a:cubicBezTo>
                  <a:pt x="79378" y="31810"/>
                  <a:pt x="76460" y="23346"/>
                  <a:pt x="72374" y="18094"/>
                </a:cubicBezTo>
                <a:cubicBezTo>
                  <a:pt x="68288" y="13132"/>
                  <a:pt x="61868" y="10506"/>
                  <a:pt x="52530" y="10506"/>
                </a:cubicBezTo>
                <a:cubicBezTo>
                  <a:pt x="44358" y="10506"/>
                  <a:pt x="37354" y="13424"/>
                  <a:pt x="32101" y="19261"/>
                </a:cubicBezTo>
                <a:cubicBezTo>
                  <a:pt x="26557" y="25097"/>
                  <a:pt x="23055" y="33269"/>
                  <a:pt x="21595" y="44066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BD7E1-20F9-40D1-91D5-9DF3F945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355" y="4419786"/>
            <a:ext cx="221500" cy="134242"/>
          </a:xfrm>
          <a:custGeom xmlns:a="http://schemas.openxmlformats.org/drawingml/2006/main">
            <a:pathLst>
              <a:path w="221500" h="134242">
                <a:moveTo>
                  <a:pt x="221500" y="134242"/>
                </a:moveTo>
                <a:lnTo>
                  <a:pt x="157880" y="134242"/>
                </a:lnTo>
                <a:lnTo>
                  <a:pt x="157880" y="129865"/>
                </a:lnTo>
                <a:cubicBezTo>
                  <a:pt x="166052" y="129281"/>
                  <a:pt x="171013" y="127530"/>
                  <a:pt x="173347" y="124904"/>
                </a:cubicBezTo>
                <a:cubicBezTo>
                  <a:pt x="175682" y="122277"/>
                  <a:pt x="176849" y="116732"/>
                  <a:pt x="176849" y="107977"/>
                </a:cubicBezTo>
                <a:lnTo>
                  <a:pt x="176849" y="47860"/>
                </a:lnTo>
                <a:cubicBezTo>
                  <a:pt x="176849" y="36187"/>
                  <a:pt x="175098" y="28016"/>
                  <a:pt x="171597" y="22763"/>
                </a:cubicBezTo>
                <a:cubicBezTo>
                  <a:pt x="168095" y="17802"/>
                  <a:pt x="162550" y="15175"/>
                  <a:pt x="154378" y="15175"/>
                </a:cubicBezTo>
                <a:cubicBezTo>
                  <a:pt x="147375" y="15175"/>
                  <a:pt x="141538" y="16634"/>
                  <a:pt x="136869" y="19261"/>
                </a:cubicBezTo>
                <a:cubicBezTo>
                  <a:pt x="132199" y="22179"/>
                  <a:pt x="127530" y="26557"/>
                  <a:pt x="123153" y="32977"/>
                </a:cubicBezTo>
                <a:lnTo>
                  <a:pt x="123153" y="106518"/>
                </a:lnTo>
                <a:cubicBezTo>
                  <a:pt x="123153" y="115857"/>
                  <a:pt x="124320" y="122277"/>
                  <a:pt x="127238" y="125195"/>
                </a:cubicBezTo>
                <a:cubicBezTo>
                  <a:pt x="130157" y="128114"/>
                  <a:pt x="135701" y="129865"/>
                  <a:pt x="144164" y="129865"/>
                </a:cubicBezTo>
                <a:lnTo>
                  <a:pt x="144164" y="134242"/>
                </a:lnTo>
                <a:lnTo>
                  <a:pt x="78794" y="134242"/>
                </a:lnTo>
                <a:lnTo>
                  <a:pt x="78794" y="129865"/>
                </a:lnTo>
                <a:cubicBezTo>
                  <a:pt x="87257" y="129281"/>
                  <a:pt x="92802" y="128114"/>
                  <a:pt x="95137" y="125779"/>
                </a:cubicBezTo>
                <a:cubicBezTo>
                  <a:pt x="97471" y="123444"/>
                  <a:pt x="98639" y="117900"/>
                  <a:pt x="98639" y="109145"/>
                </a:cubicBezTo>
                <a:lnTo>
                  <a:pt x="98639" y="47568"/>
                </a:lnTo>
                <a:cubicBezTo>
                  <a:pt x="98639" y="25973"/>
                  <a:pt x="92219" y="15175"/>
                  <a:pt x="79670" y="15175"/>
                </a:cubicBezTo>
                <a:cubicBezTo>
                  <a:pt x="74125" y="15175"/>
                  <a:pt x="68288" y="16634"/>
                  <a:pt x="62160" y="18969"/>
                </a:cubicBezTo>
                <a:cubicBezTo>
                  <a:pt x="56032" y="21304"/>
                  <a:pt x="51654" y="24222"/>
                  <a:pt x="48736" y="27724"/>
                </a:cubicBezTo>
                <a:cubicBezTo>
                  <a:pt x="46109" y="30642"/>
                  <a:pt x="44942" y="32393"/>
                  <a:pt x="44942" y="32685"/>
                </a:cubicBezTo>
                <a:lnTo>
                  <a:pt x="44942" y="113814"/>
                </a:lnTo>
                <a:cubicBezTo>
                  <a:pt x="44942" y="120234"/>
                  <a:pt x="46109" y="124320"/>
                  <a:pt x="49028" y="126363"/>
                </a:cubicBezTo>
                <a:cubicBezTo>
                  <a:pt x="51654" y="128406"/>
                  <a:pt x="56907" y="129573"/>
                  <a:pt x="64786" y="129865"/>
                </a:cubicBezTo>
                <a:lnTo>
                  <a:pt x="64786" y="134242"/>
                </a:lnTo>
                <a:lnTo>
                  <a:pt x="0" y="134242"/>
                </a:lnTo>
                <a:lnTo>
                  <a:pt x="0" y="129865"/>
                </a:lnTo>
                <a:cubicBezTo>
                  <a:pt x="8171" y="129865"/>
                  <a:pt x="13424" y="128406"/>
                  <a:pt x="16343" y="125487"/>
                </a:cubicBezTo>
                <a:cubicBezTo>
                  <a:pt x="18969" y="122569"/>
                  <a:pt x="20428" y="117024"/>
                  <a:pt x="20428" y="108561"/>
                </a:cubicBezTo>
                <a:lnTo>
                  <a:pt x="20428" y="36187"/>
                </a:lnTo>
                <a:cubicBezTo>
                  <a:pt x="20428" y="29183"/>
                  <a:pt x="19553" y="24222"/>
                  <a:pt x="18094" y="21304"/>
                </a:cubicBezTo>
                <a:cubicBezTo>
                  <a:pt x="16343" y="18385"/>
                  <a:pt x="13716" y="16926"/>
                  <a:pt x="10214" y="16926"/>
                </a:cubicBezTo>
                <a:cubicBezTo>
                  <a:pt x="7296" y="16926"/>
                  <a:pt x="4086" y="17510"/>
                  <a:pt x="875" y="18094"/>
                </a:cubicBezTo>
                <a:lnTo>
                  <a:pt x="875" y="13132"/>
                </a:lnTo>
                <a:cubicBezTo>
                  <a:pt x="14008" y="9630"/>
                  <a:pt x="27432" y="5253"/>
                  <a:pt x="41440" y="0"/>
                </a:cubicBezTo>
                <a:lnTo>
                  <a:pt x="43775" y="875"/>
                </a:lnTo>
                <a:lnTo>
                  <a:pt x="43775" y="22471"/>
                </a:lnTo>
                <a:lnTo>
                  <a:pt x="44358" y="22471"/>
                </a:lnTo>
                <a:cubicBezTo>
                  <a:pt x="53113" y="13424"/>
                  <a:pt x="60701" y="7296"/>
                  <a:pt x="67413" y="4377"/>
                </a:cubicBezTo>
                <a:cubicBezTo>
                  <a:pt x="74125" y="1459"/>
                  <a:pt x="81421" y="0"/>
                  <a:pt x="89008" y="0"/>
                </a:cubicBezTo>
                <a:cubicBezTo>
                  <a:pt x="104184" y="0"/>
                  <a:pt x="114689" y="8171"/>
                  <a:pt x="119942" y="24514"/>
                </a:cubicBezTo>
                <a:cubicBezTo>
                  <a:pt x="135118" y="8171"/>
                  <a:pt x="150877" y="0"/>
                  <a:pt x="167511" y="0"/>
                </a:cubicBezTo>
                <a:cubicBezTo>
                  <a:pt x="189982" y="0"/>
                  <a:pt x="201363" y="17510"/>
                  <a:pt x="201363" y="52530"/>
                </a:cubicBezTo>
                <a:lnTo>
                  <a:pt x="201363" y="111771"/>
                </a:lnTo>
                <a:cubicBezTo>
                  <a:pt x="201363" y="118191"/>
                  <a:pt x="202239" y="122861"/>
                  <a:pt x="204282" y="125195"/>
                </a:cubicBezTo>
                <a:cubicBezTo>
                  <a:pt x="206033" y="127530"/>
                  <a:pt x="209243" y="128989"/>
                  <a:pt x="213912" y="129281"/>
                </a:cubicBezTo>
                <a:lnTo>
                  <a:pt x="221500" y="129865"/>
                </a:lnTo>
                <a:lnTo>
                  <a:pt x="221500" y="1342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43B4E-EC47-4BC5-A22D-0D5315A8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193" y="4419786"/>
            <a:ext cx="128697" cy="136869"/>
          </a:xfrm>
          <a:custGeom xmlns:a="http://schemas.openxmlformats.org/drawingml/2006/main">
            <a:pathLst>
              <a:path w="128697" h="136869">
                <a:moveTo>
                  <a:pt x="128697" y="66829"/>
                </a:moveTo>
                <a:cubicBezTo>
                  <a:pt x="128697" y="87257"/>
                  <a:pt x="122569" y="104184"/>
                  <a:pt x="110312" y="117316"/>
                </a:cubicBezTo>
                <a:cubicBezTo>
                  <a:pt x="98055" y="130448"/>
                  <a:pt x="82296" y="136869"/>
                  <a:pt x="63035" y="136869"/>
                </a:cubicBezTo>
                <a:cubicBezTo>
                  <a:pt x="44942" y="136869"/>
                  <a:pt x="30059" y="130448"/>
                  <a:pt x="18094" y="117316"/>
                </a:cubicBezTo>
                <a:cubicBezTo>
                  <a:pt x="5837" y="104475"/>
                  <a:pt x="0" y="87841"/>
                  <a:pt x="0" y="67705"/>
                </a:cubicBezTo>
                <a:cubicBezTo>
                  <a:pt x="0" y="47568"/>
                  <a:pt x="5837" y="31226"/>
                  <a:pt x="18094" y="18677"/>
                </a:cubicBezTo>
                <a:cubicBezTo>
                  <a:pt x="30059" y="6420"/>
                  <a:pt x="45817" y="0"/>
                  <a:pt x="65662" y="0"/>
                </a:cubicBezTo>
                <a:cubicBezTo>
                  <a:pt x="83755" y="0"/>
                  <a:pt x="98639" y="6420"/>
                  <a:pt x="110604" y="18677"/>
                </a:cubicBezTo>
                <a:cubicBezTo>
                  <a:pt x="122569" y="30934"/>
                  <a:pt x="128697" y="46985"/>
                  <a:pt x="128697" y="66829"/>
                </a:cubicBezTo>
                <a:close/>
                <a:moveTo>
                  <a:pt x="102433" y="74709"/>
                </a:moveTo>
                <a:cubicBezTo>
                  <a:pt x="102433" y="52530"/>
                  <a:pt x="97471" y="35312"/>
                  <a:pt x="87841" y="22763"/>
                </a:cubicBezTo>
                <a:cubicBezTo>
                  <a:pt x="79962" y="13132"/>
                  <a:pt x="70623" y="8171"/>
                  <a:pt x="60117" y="8171"/>
                </a:cubicBezTo>
                <a:cubicBezTo>
                  <a:pt x="49903" y="8171"/>
                  <a:pt x="41732" y="12549"/>
                  <a:pt x="35603" y="20720"/>
                </a:cubicBezTo>
                <a:cubicBezTo>
                  <a:pt x="29183" y="28891"/>
                  <a:pt x="26265" y="40273"/>
                  <a:pt x="26265" y="54572"/>
                </a:cubicBezTo>
                <a:cubicBezTo>
                  <a:pt x="26265" y="79670"/>
                  <a:pt x="31226" y="99514"/>
                  <a:pt x="41732" y="114398"/>
                </a:cubicBezTo>
                <a:cubicBezTo>
                  <a:pt x="48152" y="124320"/>
                  <a:pt x="56907" y="128989"/>
                  <a:pt x="67997" y="128989"/>
                </a:cubicBezTo>
                <a:cubicBezTo>
                  <a:pt x="78502" y="128989"/>
                  <a:pt x="86966" y="124320"/>
                  <a:pt x="93094" y="114689"/>
                </a:cubicBezTo>
                <a:cubicBezTo>
                  <a:pt x="99222" y="105059"/>
                  <a:pt x="102433" y="91635"/>
                  <a:pt x="102433" y="74709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8A797-18F0-4318-A441-1DE53382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104" y="4419786"/>
            <a:ext cx="96304" cy="134242"/>
          </a:xfrm>
          <a:custGeom xmlns:a="http://schemas.openxmlformats.org/drawingml/2006/main">
            <a:pathLst>
              <a:path w="96304" h="134242">
                <a:moveTo>
                  <a:pt x="45234" y="584"/>
                </a:moveTo>
                <a:lnTo>
                  <a:pt x="45234" y="27432"/>
                </a:lnTo>
                <a:cubicBezTo>
                  <a:pt x="52530" y="16926"/>
                  <a:pt x="58658" y="9922"/>
                  <a:pt x="63619" y="5837"/>
                </a:cubicBezTo>
                <a:cubicBezTo>
                  <a:pt x="68580" y="2043"/>
                  <a:pt x="74125" y="0"/>
                  <a:pt x="80253" y="0"/>
                </a:cubicBezTo>
                <a:cubicBezTo>
                  <a:pt x="85215" y="0"/>
                  <a:pt x="89008" y="1459"/>
                  <a:pt x="91927" y="4086"/>
                </a:cubicBezTo>
                <a:cubicBezTo>
                  <a:pt x="94845" y="7004"/>
                  <a:pt x="96304" y="10798"/>
                  <a:pt x="96304" y="15467"/>
                </a:cubicBezTo>
                <a:cubicBezTo>
                  <a:pt x="96304" y="19553"/>
                  <a:pt x="95137" y="22763"/>
                  <a:pt x="93094" y="25097"/>
                </a:cubicBezTo>
                <a:cubicBezTo>
                  <a:pt x="91051" y="27432"/>
                  <a:pt x="88425" y="28599"/>
                  <a:pt x="84923" y="28599"/>
                </a:cubicBezTo>
                <a:cubicBezTo>
                  <a:pt x="81129" y="28599"/>
                  <a:pt x="77335" y="26848"/>
                  <a:pt x="73250" y="22763"/>
                </a:cubicBezTo>
                <a:cubicBezTo>
                  <a:pt x="70039" y="19844"/>
                  <a:pt x="67413" y="18385"/>
                  <a:pt x="65662" y="18385"/>
                </a:cubicBezTo>
                <a:cubicBezTo>
                  <a:pt x="61576" y="18385"/>
                  <a:pt x="56907" y="21304"/>
                  <a:pt x="52238" y="26848"/>
                </a:cubicBezTo>
                <a:cubicBezTo>
                  <a:pt x="47568" y="32685"/>
                  <a:pt x="45234" y="37646"/>
                  <a:pt x="45234" y="42315"/>
                </a:cubicBezTo>
                <a:lnTo>
                  <a:pt x="45234" y="107977"/>
                </a:lnTo>
                <a:cubicBezTo>
                  <a:pt x="45234" y="116440"/>
                  <a:pt x="46693" y="121985"/>
                  <a:pt x="50195" y="124904"/>
                </a:cubicBezTo>
                <a:cubicBezTo>
                  <a:pt x="53405" y="127822"/>
                  <a:pt x="60117" y="129573"/>
                  <a:pt x="70039" y="129865"/>
                </a:cubicBezTo>
                <a:lnTo>
                  <a:pt x="70039" y="134242"/>
                </a:lnTo>
                <a:lnTo>
                  <a:pt x="0" y="134242"/>
                </a:lnTo>
                <a:lnTo>
                  <a:pt x="0" y="129865"/>
                </a:lnTo>
                <a:cubicBezTo>
                  <a:pt x="9339" y="128114"/>
                  <a:pt x="14883" y="126363"/>
                  <a:pt x="17218" y="124028"/>
                </a:cubicBezTo>
                <a:cubicBezTo>
                  <a:pt x="19553" y="121985"/>
                  <a:pt x="20720" y="117316"/>
                  <a:pt x="20720" y="109728"/>
                </a:cubicBezTo>
                <a:lnTo>
                  <a:pt x="20720" y="36771"/>
                </a:lnTo>
                <a:cubicBezTo>
                  <a:pt x="20720" y="30350"/>
                  <a:pt x="19844" y="25973"/>
                  <a:pt x="18385" y="23346"/>
                </a:cubicBezTo>
                <a:cubicBezTo>
                  <a:pt x="16926" y="20720"/>
                  <a:pt x="14300" y="19261"/>
                  <a:pt x="10798" y="19261"/>
                </a:cubicBezTo>
                <a:cubicBezTo>
                  <a:pt x="7588" y="19261"/>
                  <a:pt x="4086" y="19844"/>
                  <a:pt x="584" y="20428"/>
                </a:cubicBezTo>
                <a:lnTo>
                  <a:pt x="584" y="15759"/>
                </a:lnTo>
                <a:cubicBezTo>
                  <a:pt x="12841" y="11965"/>
                  <a:pt x="27140" y="6712"/>
                  <a:pt x="43775" y="0"/>
                </a:cubicBezTo>
                <a:lnTo>
                  <a:pt x="45234" y="58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42371-72B8-41C7-AD6B-3CF22151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494" y="4354708"/>
            <a:ext cx="69164" cy="199320"/>
          </a:xfrm>
          <a:custGeom xmlns:a="http://schemas.openxmlformats.org/drawingml/2006/main">
            <a:pathLst>
              <a:path w="69164" h="199320">
                <a:moveTo>
                  <a:pt x="47860" y="14883"/>
                </a:moveTo>
                <a:cubicBezTo>
                  <a:pt x="47860" y="19261"/>
                  <a:pt x="46401" y="22763"/>
                  <a:pt x="43483" y="25681"/>
                </a:cubicBezTo>
                <a:cubicBezTo>
                  <a:pt x="40564" y="28599"/>
                  <a:pt x="36771" y="29767"/>
                  <a:pt x="32685" y="29767"/>
                </a:cubicBezTo>
                <a:cubicBezTo>
                  <a:pt x="28599" y="29767"/>
                  <a:pt x="25097" y="28599"/>
                  <a:pt x="22179" y="25681"/>
                </a:cubicBezTo>
                <a:cubicBezTo>
                  <a:pt x="19261" y="22763"/>
                  <a:pt x="18094" y="19261"/>
                  <a:pt x="18094" y="14883"/>
                </a:cubicBezTo>
                <a:cubicBezTo>
                  <a:pt x="18094" y="10798"/>
                  <a:pt x="19553" y="7296"/>
                  <a:pt x="22471" y="4377"/>
                </a:cubicBezTo>
                <a:cubicBezTo>
                  <a:pt x="25389" y="1459"/>
                  <a:pt x="28891" y="0"/>
                  <a:pt x="32977" y="0"/>
                </a:cubicBezTo>
                <a:cubicBezTo>
                  <a:pt x="37063" y="0"/>
                  <a:pt x="40564" y="1459"/>
                  <a:pt x="43483" y="4377"/>
                </a:cubicBezTo>
                <a:cubicBezTo>
                  <a:pt x="46401" y="7296"/>
                  <a:pt x="47860" y="10798"/>
                  <a:pt x="47860" y="14883"/>
                </a:cubicBezTo>
                <a:close/>
                <a:moveTo>
                  <a:pt x="69164" y="199320"/>
                </a:moveTo>
                <a:lnTo>
                  <a:pt x="0" y="199320"/>
                </a:lnTo>
                <a:lnTo>
                  <a:pt x="0" y="194943"/>
                </a:lnTo>
                <a:cubicBezTo>
                  <a:pt x="9922" y="194359"/>
                  <a:pt x="16343" y="192608"/>
                  <a:pt x="18969" y="189690"/>
                </a:cubicBezTo>
                <a:cubicBezTo>
                  <a:pt x="21595" y="186772"/>
                  <a:pt x="23055" y="180060"/>
                  <a:pt x="23055" y="168970"/>
                </a:cubicBezTo>
                <a:lnTo>
                  <a:pt x="23055" y="102724"/>
                </a:lnTo>
                <a:cubicBezTo>
                  <a:pt x="23055" y="96012"/>
                  <a:pt x="22179" y="91343"/>
                  <a:pt x="21012" y="88425"/>
                </a:cubicBezTo>
                <a:cubicBezTo>
                  <a:pt x="19553" y="85798"/>
                  <a:pt x="16926" y="84339"/>
                  <a:pt x="13424" y="84339"/>
                </a:cubicBezTo>
                <a:cubicBezTo>
                  <a:pt x="8755" y="84339"/>
                  <a:pt x="4669" y="84923"/>
                  <a:pt x="1167" y="85798"/>
                </a:cubicBezTo>
                <a:lnTo>
                  <a:pt x="1167" y="81129"/>
                </a:lnTo>
                <a:lnTo>
                  <a:pt x="46401" y="65078"/>
                </a:lnTo>
                <a:lnTo>
                  <a:pt x="47568" y="66246"/>
                </a:lnTo>
                <a:lnTo>
                  <a:pt x="47568" y="168678"/>
                </a:lnTo>
                <a:cubicBezTo>
                  <a:pt x="47568" y="179768"/>
                  <a:pt x="48736" y="186480"/>
                  <a:pt x="51070" y="189398"/>
                </a:cubicBezTo>
                <a:cubicBezTo>
                  <a:pt x="53405" y="192316"/>
                  <a:pt x="59533" y="194359"/>
                  <a:pt x="69164" y="194943"/>
                </a:cubicBezTo>
                <a:lnTo>
                  <a:pt x="69164" y="19932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792A2-645C-4D3E-BDF7-396EA8A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832" y="4422704"/>
            <a:ext cx="114106" cy="131324"/>
          </a:xfrm>
          <a:custGeom xmlns:a="http://schemas.openxmlformats.org/drawingml/2006/main">
            <a:pathLst>
              <a:path w="114106" h="131324">
                <a:moveTo>
                  <a:pt x="114106" y="91635"/>
                </a:moveTo>
                <a:lnTo>
                  <a:pt x="109728" y="131324"/>
                </a:lnTo>
                <a:lnTo>
                  <a:pt x="0" y="131324"/>
                </a:lnTo>
                <a:lnTo>
                  <a:pt x="0" y="126946"/>
                </a:lnTo>
                <a:lnTo>
                  <a:pt x="77627" y="8755"/>
                </a:lnTo>
                <a:lnTo>
                  <a:pt x="38230" y="8755"/>
                </a:lnTo>
                <a:cubicBezTo>
                  <a:pt x="28891" y="8755"/>
                  <a:pt x="22763" y="10506"/>
                  <a:pt x="19553" y="13716"/>
                </a:cubicBezTo>
                <a:cubicBezTo>
                  <a:pt x="16343" y="16926"/>
                  <a:pt x="14008" y="23930"/>
                  <a:pt x="12841" y="34436"/>
                </a:cubicBezTo>
                <a:lnTo>
                  <a:pt x="7588" y="34436"/>
                </a:lnTo>
                <a:lnTo>
                  <a:pt x="8755" y="0"/>
                </a:lnTo>
                <a:lnTo>
                  <a:pt x="109728" y="0"/>
                </a:lnTo>
                <a:lnTo>
                  <a:pt x="109728" y="4377"/>
                </a:lnTo>
                <a:lnTo>
                  <a:pt x="31226" y="122569"/>
                </a:lnTo>
                <a:lnTo>
                  <a:pt x="70039" y="122569"/>
                </a:lnTo>
                <a:cubicBezTo>
                  <a:pt x="86382" y="122569"/>
                  <a:pt x="96596" y="119942"/>
                  <a:pt x="100973" y="114689"/>
                </a:cubicBezTo>
                <a:cubicBezTo>
                  <a:pt x="103600" y="111479"/>
                  <a:pt x="106226" y="103308"/>
                  <a:pt x="108853" y="90468"/>
                </a:cubicBezTo>
                <a:lnTo>
                  <a:pt x="114106" y="916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85FBE-388E-4507-BC6D-728DCA5E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324" y="4419786"/>
            <a:ext cx="118191" cy="136869"/>
          </a:xfrm>
          <a:custGeom xmlns:a="http://schemas.openxmlformats.org/drawingml/2006/main">
            <a:pathLst>
              <a:path w="118191" h="136869">
                <a:moveTo>
                  <a:pt x="118191" y="114981"/>
                </a:moveTo>
                <a:lnTo>
                  <a:pt x="118191" y="123153"/>
                </a:lnTo>
                <a:cubicBezTo>
                  <a:pt x="110604" y="132491"/>
                  <a:pt x="101849" y="136869"/>
                  <a:pt x="91927" y="136869"/>
                </a:cubicBezTo>
                <a:cubicBezTo>
                  <a:pt x="80837" y="136869"/>
                  <a:pt x="74417" y="129865"/>
                  <a:pt x="73250" y="115857"/>
                </a:cubicBezTo>
                <a:lnTo>
                  <a:pt x="72958" y="115857"/>
                </a:lnTo>
                <a:cubicBezTo>
                  <a:pt x="60409" y="129865"/>
                  <a:pt x="46401" y="136869"/>
                  <a:pt x="30642" y="136869"/>
                </a:cubicBezTo>
                <a:cubicBezTo>
                  <a:pt x="21304" y="136869"/>
                  <a:pt x="14008" y="134242"/>
                  <a:pt x="8463" y="128989"/>
                </a:cubicBezTo>
                <a:cubicBezTo>
                  <a:pt x="2626" y="123736"/>
                  <a:pt x="0" y="116440"/>
                  <a:pt x="0" y="106810"/>
                </a:cubicBezTo>
                <a:cubicBezTo>
                  <a:pt x="0" y="93386"/>
                  <a:pt x="6712" y="82004"/>
                  <a:pt x="20428" y="72666"/>
                </a:cubicBezTo>
                <a:cubicBezTo>
                  <a:pt x="29767" y="66537"/>
                  <a:pt x="47277" y="58658"/>
                  <a:pt x="72958" y="49028"/>
                </a:cubicBezTo>
                <a:lnTo>
                  <a:pt x="72958" y="33269"/>
                </a:lnTo>
                <a:cubicBezTo>
                  <a:pt x="72958" y="24514"/>
                  <a:pt x="70623" y="18094"/>
                  <a:pt x="66537" y="13716"/>
                </a:cubicBezTo>
                <a:cubicBezTo>
                  <a:pt x="62452" y="9339"/>
                  <a:pt x="56907" y="7004"/>
                  <a:pt x="50195" y="7004"/>
                </a:cubicBezTo>
                <a:cubicBezTo>
                  <a:pt x="44358" y="7004"/>
                  <a:pt x="39397" y="8463"/>
                  <a:pt x="35603" y="11381"/>
                </a:cubicBezTo>
                <a:cubicBezTo>
                  <a:pt x="31518" y="14300"/>
                  <a:pt x="29767" y="17510"/>
                  <a:pt x="29767" y="21304"/>
                </a:cubicBezTo>
                <a:cubicBezTo>
                  <a:pt x="29767" y="23055"/>
                  <a:pt x="30059" y="25097"/>
                  <a:pt x="30642" y="27140"/>
                </a:cubicBezTo>
                <a:cubicBezTo>
                  <a:pt x="31226" y="29475"/>
                  <a:pt x="31518" y="31518"/>
                  <a:pt x="31518" y="33561"/>
                </a:cubicBezTo>
                <a:cubicBezTo>
                  <a:pt x="31518" y="36479"/>
                  <a:pt x="30059" y="39397"/>
                  <a:pt x="27432" y="41732"/>
                </a:cubicBezTo>
                <a:cubicBezTo>
                  <a:pt x="24806" y="44358"/>
                  <a:pt x="21595" y="45526"/>
                  <a:pt x="18094" y="45526"/>
                </a:cubicBezTo>
                <a:cubicBezTo>
                  <a:pt x="14592" y="45526"/>
                  <a:pt x="11673" y="44358"/>
                  <a:pt x="9339" y="41732"/>
                </a:cubicBezTo>
                <a:cubicBezTo>
                  <a:pt x="6712" y="39397"/>
                  <a:pt x="5545" y="36187"/>
                  <a:pt x="5545" y="32101"/>
                </a:cubicBezTo>
                <a:cubicBezTo>
                  <a:pt x="5545" y="22763"/>
                  <a:pt x="10506" y="15175"/>
                  <a:pt x="20428" y="8755"/>
                </a:cubicBezTo>
                <a:cubicBezTo>
                  <a:pt x="29475" y="2918"/>
                  <a:pt x="40564" y="0"/>
                  <a:pt x="53989" y="0"/>
                </a:cubicBezTo>
                <a:cubicBezTo>
                  <a:pt x="69748" y="0"/>
                  <a:pt x="81129" y="4377"/>
                  <a:pt x="88425" y="13132"/>
                </a:cubicBezTo>
                <a:cubicBezTo>
                  <a:pt x="91927" y="17218"/>
                  <a:pt x="93970" y="21595"/>
                  <a:pt x="95137" y="25681"/>
                </a:cubicBezTo>
                <a:cubicBezTo>
                  <a:pt x="96012" y="29767"/>
                  <a:pt x="96596" y="36479"/>
                  <a:pt x="96596" y="45526"/>
                </a:cubicBezTo>
                <a:lnTo>
                  <a:pt x="96596" y="101265"/>
                </a:lnTo>
                <a:cubicBezTo>
                  <a:pt x="96596" y="114106"/>
                  <a:pt x="99514" y="120526"/>
                  <a:pt x="105643" y="120526"/>
                </a:cubicBezTo>
                <a:cubicBezTo>
                  <a:pt x="109437" y="120526"/>
                  <a:pt x="113522" y="118775"/>
                  <a:pt x="118191" y="114981"/>
                </a:cubicBezTo>
                <a:close/>
                <a:moveTo>
                  <a:pt x="72958" y="97180"/>
                </a:moveTo>
                <a:lnTo>
                  <a:pt x="72958" y="56032"/>
                </a:lnTo>
                <a:cubicBezTo>
                  <a:pt x="54864" y="62452"/>
                  <a:pt x="42607" y="68872"/>
                  <a:pt x="35603" y="75292"/>
                </a:cubicBezTo>
                <a:cubicBezTo>
                  <a:pt x="28891" y="81421"/>
                  <a:pt x="25681" y="89008"/>
                  <a:pt x="25681" y="97763"/>
                </a:cubicBezTo>
                <a:cubicBezTo>
                  <a:pt x="25681" y="105351"/>
                  <a:pt x="27432" y="110896"/>
                  <a:pt x="31226" y="114689"/>
                </a:cubicBezTo>
                <a:cubicBezTo>
                  <a:pt x="34728" y="118483"/>
                  <a:pt x="39689" y="120234"/>
                  <a:pt x="45817" y="120234"/>
                </a:cubicBezTo>
                <a:cubicBezTo>
                  <a:pt x="52238" y="120234"/>
                  <a:pt x="57782" y="118775"/>
                  <a:pt x="62744" y="115565"/>
                </a:cubicBezTo>
                <a:cubicBezTo>
                  <a:pt x="66829" y="112647"/>
                  <a:pt x="69456" y="110020"/>
                  <a:pt x="70915" y="107394"/>
                </a:cubicBezTo>
                <a:cubicBezTo>
                  <a:pt x="72082" y="105059"/>
                  <a:pt x="72958" y="101557"/>
                  <a:pt x="72958" y="9718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12E08-7C6D-4FCF-B126-D1314BED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893" y="4385058"/>
            <a:ext cx="77627" cy="171597"/>
          </a:xfrm>
          <a:custGeom xmlns:a="http://schemas.openxmlformats.org/drawingml/2006/main">
            <a:pathLst>
              <a:path w="77627" h="171597">
                <a:moveTo>
                  <a:pt x="73833" y="146499"/>
                </a:moveTo>
                <a:lnTo>
                  <a:pt x="77627" y="149709"/>
                </a:lnTo>
                <a:cubicBezTo>
                  <a:pt x="68288" y="164301"/>
                  <a:pt x="56323" y="171597"/>
                  <a:pt x="42315" y="171597"/>
                </a:cubicBezTo>
                <a:cubicBezTo>
                  <a:pt x="25097" y="171597"/>
                  <a:pt x="16634" y="159340"/>
                  <a:pt x="16634" y="134826"/>
                </a:cubicBezTo>
                <a:lnTo>
                  <a:pt x="16634" y="46985"/>
                </a:lnTo>
                <a:lnTo>
                  <a:pt x="1167" y="46985"/>
                </a:lnTo>
                <a:cubicBezTo>
                  <a:pt x="292" y="46401"/>
                  <a:pt x="0" y="45817"/>
                  <a:pt x="0" y="44942"/>
                </a:cubicBezTo>
                <a:cubicBezTo>
                  <a:pt x="0" y="43483"/>
                  <a:pt x="1459" y="41732"/>
                  <a:pt x="4961" y="39397"/>
                </a:cubicBezTo>
                <a:cubicBezTo>
                  <a:pt x="12257" y="35312"/>
                  <a:pt x="21595" y="24806"/>
                  <a:pt x="33269" y="8171"/>
                </a:cubicBezTo>
                <a:cubicBezTo>
                  <a:pt x="33561" y="7588"/>
                  <a:pt x="34436" y="6420"/>
                  <a:pt x="35895" y="4669"/>
                </a:cubicBezTo>
                <a:cubicBezTo>
                  <a:pt x="37354" y="2918"/>
                  <a:pt x="38522" y="1167"/>
                  <a:pt x="39105" y="0"/>
                </a:cubicBezTo>
                <a:cubicBezTo>
                  <a:pt x="40273" y="0"/>
                  <a:pt x="41148" y="1459"/>
                  <a:pt x="41148" y="3794"/>
                </a:cubicBezTo>
                <a:lnTo>
                  <a:pt x="41148" y="37646"/>
                </a:lnTo>
                <a:lnTo>
                  <a:pt x="70623" y="37646"/>
                </a:lnTo>
                <a:lnTo>
                  <a:pt x="70623" y="46985"/>
                </a:lnTo>
                <a:lnTo>
                  <a:pt x="41148" y="46985"/>
                </a:lnTo>
                <a:lnTo>
                  <a:pt x="41148" y="130448"/>
                </a:lnTo>
                <a:cubicBezTo>
                  <a:pt x="41148" y="139787"/>
                  <a:pt x="42315" y="146499"/>
                  <a:pt x="44650" y="150585"/>
                </a:cubicBezTo>
                <a:cubicBezTo>
                  <a:pt x="46985" y="154670"/>
                  <a:pt x="50779" y="156713"/>
                  <a:pt x="56323" y="156713"/>
                </a:cubicBezTo>
                <a:cubicBezTo>
                  <a:pt x="62160" y="156713"/>
                  <a:pt x="67997" y="153503"/>
                  <a:pt x="73833" y="146499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FB165-9FF9-4FEE-9ED0-4312C13A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898" y="4354708"/>
            <a:ext cx="69164" cy="199320"/>
          </a:xfrm>
          <a:custGeom xmlns:a="http://schemas.openxmlformats.org/drawingml/2006/main">
            <a:pathLst>
              <a:path w="69164" h="199320">
                <a:moveTo>
                  <a:pt x="47860" y="14883"/>
                </a:moveTo>
                <a:cubicBezTo>
                  <a:pt x="47860" y="19261"/>
                  <a:pt x="46401" y="22763"/>
                  <a:pt x="43483" y="25681"/>
                </a:cubicBezTo>
                <a:cubicBezTo>
                  <a:pt x="40564" y="28599"/>
                  <a:pt x="36771" y="29767"/>
                  <a:pt x="32685" y="29767"/>
                </a:cubicBezTo>
                <a:cubicBezTo>
                  <a:pt x="28599" y="29767"/>
                  <a:pt x="25097" y="28599"/>
                  <a:pt x="22179" y="25681"/>
                </a:cubicBezTo>
                <a:cubicBezTo>
                  <a:pt x="19261" y="22763"/>
                  <a:pt x="18094" y="19261"/>
                  <a:pt x="18094" y="14883"/>
                </a:cubicBezTo>
                <a:cubicBezTo>
                  <a:pt x="18094" y="10798"/>
                  <a:pt x="19553" y="7296"/>
                  <a:pt x="22471" y="4377"/>
                </a:cubicBezTo>
                <a:cubicBezTo>
                  <a:pt x="25389" y="1459"/>
                  <a:pt x="28891" y="0"/>
                  <a:pt x="32977" y="0"/>
                </a:cubicBezTo>
                <a:cubicBezTo>
                  <a:pt x="37063" y="0"/>
                  <a:pt x="40564" y="1459"/>
                  <a:pt x="43483" y="4377"/>
                </a:cubicBezTo>
                <a:cubicBezTo>
                  <a:pt x="46401" y="7296"/>
                  <a:pt x="47860" y="10798"/>
                  <a:pt x="47860" y="14883"/>
                </a:cubicBezTo>
                <a:close/>
                <a:moveTo>
                  <a:pt x="69164" y="199320"/>
                </a:moveTo>
                <a:lnTo>
                  <a:pt x="0" y="199320"/>
                </a:lnTo>
                <a:lnTo>
                  <a:pt x="0" y="194943"/>
                </a:lnTo>
                <a:cubicBezTo>
                  <a:pt x="9922" y="194359"/>
                  <a:pt x="16343" y="192608"/>
                  <a:pt x="18969" y="189690"/>
                </a:cubicBezTo>
                <a:cubicBezTo>
                  <a:pt x="21595" y="186772"/>
                  <a:pt x="23055" y="180060"/>
                  <a:pt x="23055" y="168970"/>
                </a:cubicBezTo>
                <a:lnTo>
                  <a:pt x="23055" y="102724"/>
                </a:lnTo>
                <a:cubicBezTo>
                  <a:pt x="23055" y="96012"/>
                  <a:pt x="22179" y="91343"/>
                  <a:pt x="21012" y="88425"/>
                </a:cubicBezTo>
                <a:cubicBezTo>
                  <a:pt x="19553" y="85798"/>
                  <a:pt x="16926" y="84339"/>
                  <a:pt x="13424" y="84339"/>
                </a:cubicBezTo>
                <a:cubicBezTo>
                  <a:pt x="8755" y="84339"/>
                  <a:pt x="4669" y="84923"/>
                  <a:pt x="1167" y="85798"/>
                </a:cubicBezTo>
                <a:lnTo>
                  <a:pt x="1167" y="81129"/>
                </a:lnTo>
                <a:lnTo>
                  <a:pt x="46401" y="65078"/>
                </a:lnTo>
                <a:lnTo>
                  <a:pt x="47568" y="66246"/>
                </a:lnTo>
                <a:lnTo>
                  <a:pt x="47568" y="168678"/>
                </a:lnTo>
                <a:cubicBezTo>
                  <a:pt x="47568" y="179768"/>
                  <a:pt x="48736" y="186480"/>
                  <a:pt x="51070" y="189398"/>
                </a:cubicBezTo>
                <a:cubicBezTo>
                  <a:pt x="53405" y="192316"/>
                  <a:pt x="59533" y="194359"/>
                  <a:pt x="69164" y="194943"/>
                </a:cubicBezTo>
                <a:lnTo>
                  <a:pt x="69164" y="19932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97454-386A-46E2-9D01-F512B0F5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20" y="4419786"/>
            <a:ext cx="128697" cy="136869"/>
          </a:xfrm>
          <a:custGeom xmlns:a="http://schemas.openxmlformats.org/drawingml/2006/main">
            <a:pathLst>
              <a:path w="128697" h="136869">
                <a:moveTo>
                  <a:pt x="128697" y="66829"/>
                </a:moveTo>
                <a:cubicBezTo>
                  <a:pt x="128697" y="87257"/>
                  <a:pt x="122569" y="104184"/>
                  <a:pt x="110312" y="117316"/>
                </a:cubicBezTo>
                <a:cubicBezTo>
                  <a:pt x="98055" y="130448"/>
                  <a:pt x="82296" y="136869"/>
                  <a:pt x="63035" y="136869"/>
                </a:cubicBezTo>
                <a:cubicBezTo>
                  <a:pt x="44942" y="136869"/>
                  <a:pt x="30059" y="130448"/>
                  <a:pt x="18094" y="117316"/>
                </a:cubicBezTo>
                <a:cubicBezTo>
                  <a:pt x="5837" y="104475"/>
                  <a:pt x="0" y="87841"/>
                  <a:pt x="0" y="67705"/>
                </a:cubicBezTo>
                <a:cubicBezTo>
                  <a:pt x="0" y="47568"/>
                  <a:pt x="5837" y="31226"/>
                  <a:pt x="18094" y="18677"/>
                </a:cubicBezTo>
                <a:cubicBezTo>
                  <a:pt x="30059" y="6420"/>
                  <a:pt x="45817" y="0"/>
                  <a:pt x="65662" y="0"/>
                </a:cubicBezTo>
                <a:cubicBezTo>
                  <a:pt x="83755" y="0"/>
                  <a:pt x="98639" y="6420"/>
                  <a:pt x="110604" y="18677"/>
                </a:cubicBezTo>
                <a:cubicBezTo>
                  <a:pt x="122569" y="30934"/>
                  <a:pt x="128697" y="46985"/>
                  <a:pt x="128697" y="66829"/>
                </a:cubicBezTo>
                <a:close/>
                <a:moveTo>
                  <a:pt x="102433" y="74709"/>
                </a:moveTo>
                <a:cubicBezTo>
                  <a:pt x="102433" y="52530"/>
                  <a:pt x="97471" y="35312"/>
                  <a:pt x="87841" y="22763"/>
                </a:cubicBezTo>
                <a:cubicBezTo>
                  <a:pt x="79962" y="13132"/>
                  <a:pt x="70623" y="8171"/>
                  <a:pt x="60117" y="8171"/>
                </a:cubicBezTo>
                <a:cubicBezTo>
                  <a:pt x="49903" y="8171"/>
                  <a:pt x="41732" y="12549"/>
                  <a:pt x="35603" y="20720"/>
                </a:cubicBezTo>
                <a:cubicBezTo>
                  <a:pt x="29183" y="28891"/>
                  <a:pt x="26265" y="40273"/>
                  <a:pt x="26265" y="54572"/>
                </a:cubicBezTo>
                <a:cubicBezTo>
                  <a:pt x="26265" y="79670"/>
                  <a:pt x="31226" y="99514"/>
                  <a:pt x="41732" y="114398"/>
                </a:cubicBezTo>
                <a:cubicBezTo>
                  <a:pt x="48152" y="124320"/>
                  <a:pt x="56907" y="128989"/>
                  <a:pt x="67997" y="128989"/>
                </a:cubicBezTo>
                <a:cubicBezTo>
                  <a:pt x="78502" y="128989"/>
                  <a:pt x="86966" y="124320"/>
                  <a:pt x="93094" y="114689"/>
                </a:cubicBezTo>
                <a:cubicBezTo>
                  <a:pt x="99222" y="105059"/>
                  <a:pt x="102433" y="91635"/>
                  <a:pt x="102433" y="74709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3A2A8-F557-48EE-B101-3A407255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942" y="4419786"/>
            <a:ext cx="136869" cy="134242"/>
          </a:xfrm>
          <a:custGeom xmlns:a="http://schemas.openxmlformats.org/drawingml/2006/main">
            <a:pathLst>
              <a:path w="136869" h="134242">
                <a:moveTo>
                  <a:pt x="136869" y="134242"/>
                </a:moveTo>
                <a:lnTo>
                  <a:pt x="76168" y="134242"/>
                </a:lnTo>
                <a:lnTo>
                  <a:pt x="76460" y="129865"/>
                </a:lnTo>
                <a:cubicBezTo>
                  <a:pt x="83464" y="129281"/>
                  <a:pt x="88425" y="127238"/>
                  <a:pt x="90759" y="123736"/>
                </a:cubicBezTo>
                <a:cubicBezTo>
                  <a:pt x="93094" y="120234"/>
                  <a:pt x="94553" y="113522"/>
                  <a:pt x="94553" y="103600"/>
                </a:cubicBezTo>
                <a:lnTo>
                  <a:pt x="94553" y="45526"/>
                </a:lnTo>
                <a:cubicBezTo>
                  <a:pt x="94553" y="25973"/>
                  <a:pt x="87257" y="16051"/>
                  <a:pt x="73250" y="16051"/>
                </a:cubicBezTo>
                <a:cubicBezTo>
                  <a:pt x="68288" y="16051"/>
                  <a:pt x="63619" y="17218"/>
                  <a:pt x="59533" y="19553"/>
                </a:cubicBezTo>
                <a:cubicBezTo>
                  <a:pt x="55156" y="21887"/>
                  <a:pt x="49611" y="26265"/>
                  <a:pt x="43191" y="32685"/>
                </a:cubicBezTo>
                <a:lnTo>
                  <a:pt x="43191" y="113230"/>
                </a:lnTo>
                <a:cubicBezTo>
                  <a:pt x="43191" y="119067"/>
                  <a:pt x="44358" y="123153"/>
                  <a:pt x="46985" y="125487"/>
                </a:cubicBezTo>
                <a:cubicBezTo>
                  <a:pt x="49611" y="127822"/>
                  <a:pt x="54572" y="129281"/>
                  <a:pt x="62160" y="129865"/>
                </a:cubicBezTo>
                <a:lnTo>
                  <a:pt x="62160" y="134242"/>
                </a:lnTo>
                <a:lnTo>
                  <a:pt x="584" y="134242"/>
                </a:lnTo>
                <a:lnTo>
                  <a:pt x="584" y="129865"/>
                </a:lnTo>
                <a:cubicBezTo>
                  <a:pt x="7879" y="129281"/>
                  <a:pt x="12841" y="127530"/>
                  <a:pt x="15175" y="124612"/>
                </a:cubicBezTo>
                <a:cubicBezTo>
                  <a:pt x="17510" y="121693"/>
                  <a:pt x="18677" y="115565"/>
                  <a:pt x="18677" y="106810"/>
                </a:cubicBezTo>
                <a:lnTo>
                  <a:pt x="18677" y="35895"/>
                </a:lnTo>
                <a:cubicBezTo>
                  <a:pt x="18677" y="28891"/>
                  <a:pt x="17802" y="23930"/>
                  <a:pt x="16634" y="21012"/>
                </a:cubicBezTo>
                <a:cubicBezTo>
                  <a:pt x="15175" y="18385"/>
                  <a:pt x="12549" y="16926"/>
                  <a:pt x="8463" y="16926"/>
                </a:cubicBezTo>
                <a:cubicBezTo>
                  <a:pt x="4377" y="16926"/>
                  <a:pt x="1751" y="17510"/>
                  <a:pt x="0" y="18094"/>
                </a:cubicBezTo>
                <a:lnTo>
                  <a:pt x="0" y="13132"/>
                </a:lnTo>
                <a:cubicBezTo>
                  <a:pt x="13424" y="9339"/>
                  <a:pt x="26848" y="4961"/>
                  <a:pt x="39981" y="0"/>
                </a:cubicBezTo>
                <a:lnTo>
                  <a:pt x="42315" y="875"/>
                </a:lnTo>
                <a:lnTo>
                  <a:pt x="42315" y="23638"/>
                </a:lnTo>
                <a:lnTo>
                  <a:pt x="42607" y="23638"/>
                </a:lnTo>
                <a:cubicBezTo>
                  <a:pt x="56323" y="7879"/>
                  <a:pt x="70331" y="0"/>
                  <a:pt x="84631" y="0"/>
                </a:cubicBezTo>
                <a:cubicBezTo>
                  <a:pt x="95720" y="0"/>
                  <a:pt x="104184" y="4086"/>
                  <a:pt x="110020" y="11673"/>
                </a:cubicBezTo>
                <a:cubicBezTo>
                  <a:pt x="115857" y="19553"/>
                  <a:pt x="119067" y="30642"/>
                  <a:pt x="119067" y="44942"/>
                </a:cubicBezTo>
                <a:lnTo>
                  <a:pt x="119067" y="109437"/>
                </a:lnTo>
                <a:cubicBezTo>
                  <a:pt x="119067" y="117316"/>
                  <a:pt x="120234" y="122569"/>
                  <a:pt x="122569" y="124904"/>
                </a:cubicBezTo>
                <a:cubicBezTo>
                  <a:pt x="124904" y="127530"/>
                  <a:pt x="129573" y="129281"/>
                  <a:pt x="136869" y="129865"/>
                </a:cubicBezTo>
                <a:lnTo>
                  <a:pt x="136869" y="1342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2C7D5-A12B-456E-A9D9-2C3FF566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059" y="138222"/>
            <a:ext cx="1012676" cy="819911"/>
          </a:xfrm>
          <a:custGeom xmlns:a="http://schemas.openxmlformats.org/drawingml/2006/main">
            <a:pathLst>
              <a:path w="1012676" h="819911">
                <a:moveTo>
                  <a:pt x="232983" y="805943"/>
                </a:moveTo>
                <a:lnTo>
                  <a:pt x="984586" y="356965"/>
                </a:lnTo>
                <a:cubicBezTo>
                  <a:pt x="1007969" y="342997"/>
                  <a:pt x="1012676" y="324321"/>
                  <a:pt x="998708" y="300938"/>
                </a:cubicBezTo>
                <a:lnTo>
                  <a:pt x="835720" y="28091"/>
                </a:lnTo>
                <a:cubicBezTo>
                  <a:pt x="821752" y="4708"/>
                  <a:pt x="803076" y="0"/>
                  <a:pt x="779693" y="13968"/>
                </a:cubicBezTo>
                <a:lnTo>
                  <a:pt x="28091" y="462946"/>
                </a:lnTo>
                <a:cubicBezTo>
                  <a:pt x="4708" y="476914"/>
                  <a:pt x="0" y="495589"/>
                  <a:pt x="13968" y="518973"/>
                </a:cubicBezTo>
                <a:lnTo>
                  <a:pt x="176956" y="791820"/>
                </a:lnTo>
                <a:cubicBezTo>
                  <a:pt x="190925" y="815203"/>
                  <a:pt x="209600" y="819911"/>
                  <a:pt x="232983" y="8059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18FAF-AF42-4FEB-A31D-E8CE7DEF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059" y="138222"/>
            <a:ext cx="1012676" cy="819911"/>
          </a:xfrm>
          <a:custGeom xmlns:a="http://schemas.openxmlformats.org/drawingml/2006/main">
            <a:pathLst>
              <a:path w="1012676" h="819911" fill="none">
                <a:moveTo>
                  <a:pt x="232983" y="805943"/>
                </a:moveTo>
                <a:lnTo>
                  <a:pt x="984586" y="356965"/>
                </a:lnTo>
                <a:cubicBezTo>
                  <a:pt x="1007969" y="342997"/>
                  <a:pt x="1012676" y="324321"/>
                  <a:pt x="998708" y="300938"/>
                </a:cubicBezTo>
                <a:lnTo>
                  <a:pt x="835720" y="28091"/>
                </a:lnTo>
                <a:cubicBezTo>
                  <a:pt x="821752" y="4708"/>
                  <a:pt x="803076" y="0"/>
                  <a:pt x="779693" y="13968"/>
                </a:cubicBezTo>
                <a:lnTo>
                  <a:pt x="28091" y="462946"/>
                </a:lnTo>
                <a:cubicBezTo>
                  <a:pt x="4708" y="476914"/>
                  <a:pt x="0" y="495589"/>
                  <a:pt x="13968" y="518973"/>
                </a:cubicBezTo>
                <a:lnTo>
                  <a:pt x="176956" y="791820"/>
                </a:lnTo>
                <a:cubicBezTo>
                  <a:pt x="190925" y="815203"/>
                  <a:pt x="209600" y="819911"/>
                  <a:pt x="232983" y="8059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92" cap="flat">
            <a:solidFill>
              <a:srgbClr val="000000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0A9F4-C80D-475D-ABB5-0A0BB1C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8849" y="677095"/>
            <a:ext cx="119530" cy="113612"/>
          </a:xfrm>
          <a:custGeom xmlns:a="http://schemas.openxmlformats.org/drawingml/2006/main">
            <a:pathLst>
              <a:path w="119530" h="113612">
                <a:moveTo>
                  <a:pt x="42272" y="110975"/>
                </a:moveTo>
                <a:cubicBezTo>
                  <a:pt x="41852" y="110273"/>
                  <a:pt x="41538" y="109747"/>
                  <a:pt x="41504" y="109292"/>
                </a:cubicBezTo>
                <a:lnTo>
                  <a:pt x="23438" y="49173"/>
                </a:lnTo>
                <a:cubicBezTo>
                  <a:pt x="22254" y="45597"/>
                  <a:pt x="20999" y="42302"/>
                  <a:pt x="19532" y="39846"/>
                </a:cubicBezTo>
                <a:cubicBezTo>
                  <a:pt x="16599" y="34936"/>
                  <a:pt x="13274" y="33353"/>
                  <a:pt x="9942" y="35343"/>
                </a:cubicBezTo>
                <a:cubicBezTo>
                  <a:pt x="6259" y="37543"/>
                  <a:pt x="4815" y="41499"/>
                  <a:pt x="5680" y="46931"/>
                </a:cubicBezTo>
                <a:cubicBezTo>
                  <a:pt x="6546" y="52363"/>
                  <a:pt x="8039" y="58848"/>
                  <a:pt x="10442" y="66455"/>
                </a:cubicBezTo>
                <a:cubicBezTo>
                  <a:pt x="10652" y="66805"/>
                  <a:pt x="10686" y="67261"/>
                  <a:pt x="10440" y="67646"/>
                </a:cubicBezTo>
                <a:cubicBezTo>
                  <a:pt x="10194" y="68031"/>
                  <a:pt x="9843" y="68240"/>
                  <a:pt x="9668" y="68345"/>
                </a:cubicBezTo>
                <a:lnTo>
                  <a:pt x="7563" y="69602"/>
                </a:lnTo>
                <a:cubicBezTo>
                  <a:pt x="7212" y="69812"/>
                  <a:pt x="6757" y="69846"/>
                  <a:pt x="6197" y="69705"/>
                </a:cubicBezTo>
                <a:cubicBezTo>
                  <a:pt x="5636" y="69563"/>
                  <a:pt x="5322" y="69037"/>
                  <a:pt x="5112" y="68686"/>
                </a:cubicBezTo>
                <a:cubicBezTo>
                  <a:pt x="3302" y="62867"/>
                  <a:pt x="1911" y="57750"/>
                  <a:pt x="1043" y="53509"/>
                </a:cubicBezTo>
                <a:cubicBezTo>
                  <a:pt x="0" y="49373"/>
                  <a:pt x="43" y="45064"/>
                  <a:pt x="718" y="40616"/>
                </a:cubicBezTo>
                <a:cubicBezTo>
                  <a:pt x="1497" y="36343"/>
                  <a:pt x="3535" y="32984"/>
                  <a:pt x="7393" y="30679"/>
                </a:cubicBezTo>
                <a:cubicBezTo>
                  <a:pt x="11602" y="28165"/>
                  <a:pt x="16299" y="27263"/>
                  <a:pt x="21482" y="27974"/>
                </a:cubicBezTo>
                <a:cubicBezTo>
                  <a:pt x="26491" y="28789"/>
                  <a:pt x="30340" y="31249"/>
                  <a:pt x="32854" y="35458"/>
                </a:cubicBezTo>
                <a:cubicBezTo>
                  <a:pt x="33638" y="28803"/>
                  <a:pt x="35576" y="22886"/>
                  <a:pt x="38740" y="17427"/>
                </a:cubicBezTo>
                <a:cubicBezTo>
                  <a:pt x="41728" y="12072"/>
                  <a:pt x="45976" y="7631"/>
                  <a:pt x="51237" y="4489"/>
                </a:cubicBezTo>
                <a:cubicBezTo>
                  <a:pt x="55271" y="2079"/>
                  <a:pt x="59302" y="861"/>
                  <a:pt x="63297" y="378"/>
                </a:cubicBezTo>
                <a:cubicBezTo>
                  <a:pt x="67116" y="0"/>
                  <a:pt x="70758" y="918"/>
                  <a:pt x="74188" y="2676"/>
                </a:cubicBezTo>
                <a:cubicBezTo>
                  <a:pt x="77618" y="4435"/>
                  <a:pt x="80590" y="7418"/>
                  <a:pt x="82895" y="11277"/>
                </a:cubicBezTo>
                <a:cubicBezTo>
                  <a:pt x="85828" y="16187"/>
                  <a:pt x="88057" y="22708"/>
                  <a:pt x="89934" y="30629"/>
                </a:cubicBezTo>
                <a:cubicBezTo>
                  <a:pt x="91915" y="38726"/>
                  <a:pt x="93789" y="47838"/>
                  <a:pt x="95661" y="58142"/>
                </a:cubicBezTo>
                <a:cubicBezTo>
                  <a:pt x="96212" y="63048"/>
                  <a:pt x="97606" y="66974"/>
                  <a:pt x="99491" y="70131"/>
                </a:cubicBezTo>
                <a:cubicBezTo>
                  <a:pt x="101587" y="73639"/>
                  <a:pt x="103862" y="74659"/>
                  <a:pt x="106668" y="72983"/>
                </a:cubicBezTo>
                <a:cubicBezTo>
                  <a:pt x="111228" y="70259"/>
                  <a:pt x="113444" y="65604"/>
                  <a:pt x="113667" y="58808"/>
                </a:cubicBezTo>
                <a:cubicBezTo>
                  <a:pt x="113715" y="52116"/>
                  <a:pt x="112677" y="45598"/>
                  <a:pt x="110728" y="39148"/>
                </a:cubicBezTo>
                <a:cubicBezTo>
                  <a:pt x="110484" y="38341"/>
                  <a:pt x="110800" y="37676"/>
                  <a:pt x="111502" y="37257"/>
                </a:cubicBezTo>
                <a:lnTo>
                  <a:pt x="113606" y="36000"/>
                </a:lnTo>
                <a:cubicBezTo>
                  <a:pt x="113957" y="35791"/>
                  <a:pt x="114413" y="35757"/>
                  <a:pt x="114973" y="35898"/>
                </a:cubicBezTo>
                <a:cubicBezTo>
                  <a:pt x="115533" y="36039"/>
                  <a:pt x="115918" y="36285"/>
                  <a:pt x="116128" y="36636"/>
                </a:cubicBezTo>
                <a:cubicBezTo>
                  <a:pt x="116232" y="36811"/>
                  <a:pt x="116162" y="37091"/>
                  <a:pt x="116267" y="37267"/>
                </a:cubicBezTo>
                <a:cubicBezTo>
                  <a:pt x="118669" y="44874"/>
                  <a:pt x="119530" y="52688"/>
                  <a:pt x="118919" y="60429"/>
                </a:cubicBezTo>
                <a:cubicBezTo>
                  <a:pt x="118238" y="68451"/>
                  <a:pt x="114899" y="74015"/>
                  <a:pt x="108936" y="77577"/>
                </a:cubicBezTo>
                <a:cubicBezTo>
                  <a:pt x="104727" y="80091"/>
                  <a:pt x="100382" y="80783"/>
                  <a:pt x="96004" y="79829"/>
                </a:cubicBezTo>
                <a:cubicBezTo>
                  <a:pt x="91347" y="78804"/>
                  <a:pt x="87953" y="76310"/>
                  <a:pt x="85439" y="72101"/>
                </a:cubicBezTo>
                <a:cubicBezTo>
                  <a:pt x="84182" y="69996"/>
                  <a:pt x="83171" y="67507"/>
                  <a:pt x="82756" y="64423"/>
                </a:cubicBezTo>
                <a:cubicBezTo>
                  <a:pt x="81854" y="59727"/>
                  <a:pt x="80709" y="54224"/>
                  <a:pt x="79495" y="47811"/>
                </a:cubicBezTo>
                <a:cubicBezTo>
                  <a:pt x="78282" y="41397"/>
                  <a:pt x="76927" y="35544"/>
                  <a:pt x="75221" y="29900"/>
                </a:cubicBezTo>
                <a:cubicBezTo>
                  <a:pt x="73515" y="24256"/>
                  <a:pt x="71702" y="19628"/>
                  <a:pt x="69398" y="15770"/>
                </a:cubicBezTo>
                <a:cubicBezTo>
                  <a:pt x="67512" y="12613"/>
                  <a:pt x="65134" y="10226"/>
                  <a:pt x="62369" y="8784"/>
                </a:cubicBezTo>
                <a:cubicBezTo>
                  <a:pt x="59605" y="7343"/>
                  <a:pt x="56767" y="7372"/>
                  <a:pt x="53610" y="9258"/>
                </a:cubicBezTo>
                <a:cubicBezTo>
                  <a:pt x="49226" y="11877"/>
                  <a:pt x="45821" y="15339"/>
                  <a:pt x="43361" y="19188"/>
                </a:cubicBezTo>
                <a:cubicBezTo>
                  <a:pt x="41006" y="23212"/>
                  <a:pt x="39316" y="27553"/>
                  <a:pt x="38571" y="32281"/>
                </a:cubicBezTo>
                <a:cubicBezTo>
                  <a:pt x="37650" y="37114"/>
                  <a:pt x="37395" y="42263"/>
                  <a:pt x="37805" y="47730"/>
                </a:cubicBezTo>
                <a:lnTo>
                  <a:pt x="54375" y="102555"/>
                </a:lnTo>
                <a:cubicBezTo>
                  <a:pt x="55071" y="104518"/>
                  <a:pt x="54928" y="106270"/>
                  <a:pt x="54154" y="108160"/>
                </a:cubicBezTo>
                <a:cubicBezTo>
                  <a:pt x="53379" y="110050"/>
                  <a:pt x="52115" y="111519"/>
                  <a:pt x="50361" y="112567"/>
                </a:cubicBezTo>
                <a:cubicBezTo>
                  <a:pt x="48958" y="113405"/>
                  <a:pt x="47416" y="113612"/>
                  <a:pt x="45945" y="113539"/>
                </a:cubicBezTo>
                <a:cubicBezTo>
                  <a:pt x="44474" y="113466"/>
                  <a:pt x="43214" y="112553"/>
                  <a:pt x="42272" y="1109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75C2B-6B56-454A-AA1B-60CD8FC6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133" y="579428"/>
            <a:ext cx="138412" cy="107944"/>
          </a:xfrm>
          <a:custGeom xmlns:a="http://schemas.openxmlformats.org/drawingml/2006/main">
            <a:pathLst>
              <a:path w="138412" h="107944">
                <a:moveTo>
                  <a:pt x="26519" y="107247"/>
                </a:moveTo>
                <a:cubicBezTo>
                  <a:pt x="25466" y="107875"/>
                  <a:pt x="24555" y="107944"/>
                  <a:pt x="23435" y="107661"/>
                </a:cubicBezTo>
                <a:cubicBezTo>
                  <a:pt x="22314" y="107379"/>
                  <a:pt x="21615" y="106607"/>
                  <a:pt x="21091" y="105730"/>
                </a:cubicBezTo>
                <a:cubicBezTo>
                  <a:pt x="20567" y="104853"/>
                  <a:pt x="20219" y="103871"/>
                  <a:pt x="20501" y="102751"/>
                </a:cubicBezTo>
                <a:cubicBezTo>
                  <a:pt x="20784" y="101630"/>
                  <a:pt x="21276" y="100860"/>
                  <a:pt x="22328" y="100232"/>
                </a:cubicBezTo>
                <a:lnTo>
                  <a:pt x="132463" y="34442"/>
                </a:lnTo>
                <a:cubicBezTo>
                  <a:pt x="133164" y="34023"/>
                  <a:pt x="134075" y="33954"/>
                  <a:pt x="135196" y="34237"/>
                </a:cubicBezTo>
                <a:cubicBezTo>
                  <a:pt x="136316" y="34519"/>
                  <a:pt x="137191" y="35186"/>
                  <a:pt x="137715" y="36063"/>
                </a:cubicBezTo>
                <a:cubicBezTo>
                  <a:pt x="138239" y="36940"/>
                  <a:pt x="138412" y="38027"/>
                  <a:pt x="138129" y="39147"/>
                </a:cubicBezTo>
                <a:cubicBezTo>
                  <a:pt x="137847" y="40268"/>
                  <a:pt x="137355" y="41037"/>
                  <a:pt x="136653" y="41457"/>
                </a:cubicBezTo>
                <a:lnTo>
                  <a:pt x="26519" y="107247"/>
                </a:lnTo>
                <a:close/>
                <a:moveTo>
                  <a:pt x="6195" y="73224"/>
                </a:moveTo>
                <a:cubicBezTo>
                  <a:pt x="5143" y="73853"/>
                  <a:pt x="4232" y="73921"/>
                  <a:pt x="3111" y="73639"/>
                </a:cubicBezTo>
                <a:cubicBezTo>
                  <a:pt x="1990" y="73356"/>
                  <a:pt x="1396" y="72759"/>
                  <a:pt x="767" y="71707"/>
                </a:cubicBezTo>
                <a:cubicBezTo>
                  <a:pt x="348" y="71006"/>
                  <a:pt x="0" y="70024"/>
                  <a:pt x="282" y="68903"/>
                </a:cubicBezTo>
                <a:cubicBezTo>
                  <a:pt x="565" y="67783"/>
                  <a:pt x="952" y="66838"/>
                  <a:pt x="2004" y="66209"/>
                </a:cubicBezTo>
                <a:lnTo>
                  <a:pt x="112139" y="419"/>
                </a:lnTo>
                <a:cubicBezTo>
                  <a:pt x="112841" y="0"/>
                  <a:pt x="113856" y="107"/>
                  <a:pt x="114977" y="390"/>
                </a:cubicBezTo>
                <a:cubicBezTo>
                  <a:pt x="116098" y="672"/>
                  <a:pt x="116972" y="1339"/>
                  <a:pt x="117391" y="2041"/>
                </a:cubicBezTo>
                <a:cubicBezTo>
                  <a:pt x="118020" y="3093"/>
                  <a:pt x="118088" y="4004"/>
                  <a:pt x="117806" y="5125"/>
                </a:cubicBezTo>
                <a:cubicBezTo>
                  <a:pt x="117523" y="6245"/>
                  <a:pt x="117031" y="7015"/>
                  <a:pt x="116330" y="7434"/>
                </a:cubicBezTo>
                <a:lnTo>
                  <a:pt x="6195" y="73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562AF-8164-448F-9D92-8D4363E3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918" y="496054"/>
            <a:ext cx="119530" cy="113612"/>
          </a:xfrm>
          <a:custGeom xmlns:a="http://schemas.openxmlformats.org/drawingml/2006/main">
            <a:pathLst>
              <a:path w="119530" h="113612">
                <a:moveTo>
                  <a:pt x="42272" y="110975"/>
                </a:moveTo>
                <a:cubicBezTo>
                  <a:pt x="41852" y="110273"/>
                  <a:pt x="41538" y="109747"/>
                  <a:pt x="41504" y="109292"/>
                </a:cubicBezTo>
                <a:lnTo>
                  <a:pt x="23438" y="49173"/>
                </a:lnTo>
                <a:cubicBezTo>
                  <a:pt x="22254" y="45597"/>
                  <a:pt x="20999" y="42302"/>
                  <a:pt x="19532" y="39846"/>
                </a:cubicBezTo>
                <a:cubicBezTo>
                  <a:pt x="16599" y="34936"/>
                  <a:pt x="13274" y="33353"/>
                  <a:pt x="9942" y="35343"/>
                </a:cubicBezTo>
                <a:cubicBezTo>
                  <a:pt x="6259" y="37543"/>
                  <a:pt x="4815" y="41499"/>
                  <a:pt x="5680" y="46931"/>
                </a:cubicBezTo>
                <a:cubicBezTo>
                  <a:pt x="6546" y="52363"/>
                  <a:pt x="8039" y="58848"/>
                  <a:pt x="10442" y="66455"/>
                </a:cubicBezTo>
                <a:cubicBezTo>
                  <a:pt x="10652" y="66805"/>
                  <a:pt x="10686" y="67261"/>
                  <a:pt x="10440" y="67646"/>
                </a:cubicBezTo>
                <a:cubicBezTo>
                  <a:pt x="10194" y="68031"/>
                  <a:pt x="9843" y="68240"/>
                  <a:pt x="9668" y="68345"/>
                </a:cubicBezTo>
                <a:lnTo>
                  <a:pt x="7563" y="69602"/>
                </a:lnTo>
                <a:cubicBezTo>
                  <a:pt x="7212" y="69812"/>
                  <a:pt x="6757" y="69846"/>
                  <a:pt x="6197" y="69705"/>
                </a:cubicBezTo>
                <a:cubicBezTo>
                  <a:pt x="5636" y="69563"/>
                  <a:pt x="5322" y="69037"/>
                  <a:pt x="5112" y="68686"/>
                </a:cubicBezTo>
                <a:cubicBezTo>
                  <a:pt x="3302" y="62867"/>
                  <a:pt x="1911" y="57750"/>
                  <a:pt x="1043" y="53509"/>
                </a:cubicBezTo>
                <a:cubicBezTo>
                  <a:pt x="0" y="49373"/>
                  <a:pt x="43" y="45064"/>
                  <a:pt x="718" y="40616"/>
                </a:cubicBezTo>
                <a:cubicBezTo>
                  <a:pt x="1497" y="36343"/>
                  <a:pt x="3535" y="32984"/>
                  <a:pt x="7393" y="30679"/>
                </a:cubicBezTo>
                <a:cubicBezTo>
                  <a:pt x="11602" y="28165"/>
                  <a:pt x="16299" y="27263"/>
                  <a:pt x="21482" y="27974"/>
                </a:cubicBezTo>
                <a:cubicBezTo>
                  <a:pt x="26491" y="28789"/>
                  <a:pt x="30340" y="31249"/>
                  <a:pt x="32854" y="35458"/>
                </a:cubicBezTo>
                <a:cubicBezTo>
                  <a:pt x="33638" y="28803"/>
                  <a:pt x="35576" y="22886"/>
                  <a:pt x="38740" y="17427"/>
                </a:cubicBezTo>
                <a:cubicBezTo>
                  <a:pt x="41728" y="12072"/>
                  <a:pt x="45976" y="7631"/>
                  <a:pt x="51237" y="4489"/>
                </a:cubicBezTo>
                <a:cubicBezTo>
                  <a:pt x="55271" y="2079"/>
                  <a:pt x="59302" y="861"/>
                  <a:pt x="63297" y="378"/>
                </a:cubicBezTo>
                <a:cubicBezTo>
                  <a:pt x="67116" y="0"/>
                  <a:pt x="70758" y="918"/>
                  <a:pt x="74188" y="2676"/>
                </a:cubicBezTo>
                <a:cubicBezTo>
                  <a:pt x="77618" y="4435"/>
                  <a:pt x="80590" y="7418"/>
                  <a:pt x="82895" y="11277"/>
                </a:cubicBezTo>
                <a:cubicBezTo>
                  <a:pt x="85828" y="16187"/>
                  <a:pt x="88057" y="22708"/>
                  <a:pt x="89934" y="30629"/>
                </a:cubicBezTo>
                <a:cubicBezTo>
                  <a:pt x="91915" y="38726"/>
                  <a:pt x="93789" y="47838"/>
                  <a:pt x="95661" y="58142"/>
                </a:cubicBezTo>
                <a:cubicBezTo>
                  <a:pt x="96212" y="63048"/>
                  <a:pt x="97606" y="66974"/>
                  <a:pt x="99491" y="70131"/>
                </a:cubicBezTo>
                <a:cubicBezTo>
                  <a:pt x="101587" y="73639"/>
                  <a:pt x="103862" y="74659"/>
                  <a:pt x="106668" y="72983"/>
                </a:cubicBezTo>
                <a:cubicBezTo>
                  <a:pt x="111228" y="70259"/>
                  <a:pt x="113444" y="65604"/>
                  <a:pt x="113667" y="58808"/>
                </a:cubicBezTo>
                <a:cubicBezTo>
                  <a:pt x="113715" y="52116"/>
                  <a:pt x="112677" y="45598"/>
                  <a:pt x="110728" y="39148"/>
                </a:cubicBezTo>
                <a:cubicBezTo>
                  <a:pt x="110484" y="38341"/>
                  <a:pt x="110800" y="37676"/>
                  <a:pt x="111502" y="37257"/>
                </a:cubicBezTo>
                <a:lnTo>
                  <a:pt x="113606" y="36000"/>
                </a:lnTo>
                <a:cubicBezTo>
                  <a:pt x="113957" y="35791"/>
                  <a:pt x="114413" y="35757"/>
                  <a:pt x="114973" y="35898"/>
                </a:cubicBezTo>
                <a:cubicBezTo>
                  <a:pt x="115533" y="36039"/>
                  <a:pt x="115918" y="36285"/>
                  <a:pt x="116128" y="36636"/>
                </a:cubicBezTo>
                <a:cubicBezTo>
                  <a:pt x="116232" y="36811"/>
                  <a:pt x="116162" y="37091"/>
                  <a:pt x="116267" y="37267"/>
                </a:cubicBezTo>
                <a:cubicBezTo>
                  <a:pt x="118669" y="44874"/>
                  <a:pt x="119530" y="52688"/>
                  <a:pt x="118919" y="60429"/>
                </a:cubicBezTo>
                <a:cubicBezTo>
                  <a:pt x="118238" y="68451"/>
                  <a:pt x="114899" y="74015"/>
                  <a:pt x="108936" y="77577"/>
                </a:cubicBezTo>
                <a:cubicBezTo>
                  <a:pt x="104727" y="80091"/>
                  <a:pt x="100382" y="80783"/>
                  <a:pt x="96004" y="79829"/>
                </a:cubicBezTo>
                <a:cubicBezTo>
                  <a:pt x="91347" y="78804"/>
                  <a:pt x="87953" y="76310"/>
                  <a:pt x="85439" y="72101"/>
                </a:cubicBezTo>
                <a:cubicBezTo>
                  <a:pt x="84182" y="69996"/>
                  <a:pt x="83171" y="67507"/>
                  <a:pt x="82756" y="64423"/>
                </a:cubicBezTo>
                <a:cubicBezTo>
                  <a:pt x="81854" y="59727"/>
                  <a:pt x="80709" y="54224"/>
                  <a:pt x="79495" y="47811"/>
                </a:cubicBezTo>
                <a:cubicBezTo>
                  <a:pt x="78282" y="41397"/>
                  <a:pt x="76927" y="35544"/>
                  <a:pt x="75221" y="29900"/>
                </a:cubicBezTo>
                <a:cubicBezTo>
                  <a:pt x="73515" y="24256"/>
                  <a:pt x="71702" y="19628"/>
                  <a:pt x="69398" y="15770"/>
                </a:cubicBezTo>
                <a:cubicBezTo>
                  <a:pt x="67512" y="12613"/>
                  <a:pt x="65134" y="10226"/>
                  <a:pt x="62369" y="8784"/>
                </a:cubicBezTo>
                <a:cubicBezTo>
                  <a:pt x="59605" y="7343"/>
                  <a:pt x="56767" y="7372"/>
                  <a:pt x="53610" y="9258"/>
                </a:cubicBezTo>
                <a:cubicBezTo>
                  <a:pt x="49226" y="11877"/>
                  <a:pt x="45821" y="15339"/>
                  <a:pt x="43361" y="19188"/>
                </a:cubicBezTo>
                <a:cubicBezTo>
                  <a:pt x="41006" y="23212"/>
                  <a:pt x="39316" y="27553"/>
                  <a:pt x="38571" y="32281"/>
                </a:cubicBezTo>
                <a:cubicBezTo>
                  <a:pt x="37650" y="37114"/>
                  <a:pt x="37395" y="42263"/>
                  <a:pt x="37805" y="47730"/>
                </a:cubicBezTo>
                <a:lnTo>
                  <a:pt x="54375" y="102555"/>
                </a:lnTo>
                <a:cubicBezTo>
                  <a:pt x="55071" y="104518"/>
                  <a:pt x="54928" y="106270"/>
                  <a:pt x="54154" y="108160"/>
                </a:cubicBezTo>
                <a:cubicBezTo>
                  <a:pt x="53379" y="110050"/>
                  <a:pt x="52115" y="111519"/>
                  <a:pt x="50361" y="112567"/>
                </a:cubicBezTo>
                <a:cubicBezTo>
                  <a:pt x="48958" y="113405"/>
                  <a:pt x="47416" y="113612"/>
                  <a:pt x="45945" y="113539"/>
                </a:cubicBezTo>
                <a:cubicBezTo>
                  <a:pt x="44474" y="113466"/>
                  <a:pt x="43214" y="112553"/>
                  <a:pt x="42272" y="1109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BFB15-A519-4906-AFB6-ED15CD37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844" y="324908"/>
            <a:ext cx="114649" cy="176770"/>
          </a:xfrm>
          <a:custGeom xmlns:a="http://schemas.openxmlformats.org/drawingml/2006/main">
            <a:pathLst>
              <a:path w="114649" h="176770">
                <a:moveTo>
                  <a:pt x="111281" y="176524"/>
                </a:moveTo>
                <a:cubicBezTo>
                  <a:pt x="101474" y="175244"/>
                  <a:pt x="92405" y="172809"/>
                  <a:pt x="83864" y="168868"/>
                </a:cubicBezTo>
                <a:cubicBezTo>
                  <a:pt x="75148" y="165033"/>
                  <a:pt x="66995" y="160147"/>
                  <a:pt x="59613" y="154562"/>
                </a:cubicBezTo>
                <a:cubicBezTo>
                  <a:pt x="52232" y="148978"/>
                  <a:pt x="45238" y="142448"/>
                  <a:pt x="38911" y="135043"/>
                </a:cubicBezTo>
                <a:cubicBezTo>
                  <a:pt x="32514" y="127919"/>
                  <a:pt x="26888" y="120095"/>
                  <a:pt x="21860" y="111677"/>
                </a:cubicBezTo>
                <a:cubicBezTo>
                  <a:pt x="16831" y="103259"/>
                  <a:pt x="12609" y="94598"/>
                  <a:pt x="9264" y="85412"/>
                </a:cubicBezTo>
                <a:cubicBezTo>
                  <a:pt x="5848" y="76507"/>
                  <a:pt x="3413" y="67253"/>
                  <a:pt x="1960" y="57651"/>
                </a:cubicBezTo>
                <a:cubicBezTo>
                  <a:pt x="437" y="48329"/>
                  <a:pt x="0" y="38834"/>
                  <a:pt x="754" y="29341"/>
                </a:cubicBezTo>
                <a:cubicBezTo>
                  <a:pt x="1508" y="19849"/>
                  <a:pt x="3663" y="10709"/>
                  <a:pt x="7043" y="2027"/>
                </a:cubicBezTo>
                <a:cubicBezTo>
                  <a:pt x="6939" y="1852"/>
                  <a:pt x="7009" y="1571"/>
                  <a:pt x="7711" y="1152"/>
                </a:cubicBezTo>
                <a:lnTo>
                  <a:pt x="9289" y="210"/>
                </a:lnTo>
                <a:cubicBezTo>
                  <a:pt x="9640" y="0"/>
                  <a:pt x="9920" y="71"/>
                  <a:pt x="10480" y="212"/>
                </a:cubicBezTo>
                <a:cubicBezTo>
                  <a:pt x="11040" y="353"/>
                  <a:pt x="11425" y="599"/>
                  <a:pt x="11635" y="950"/>
                </a:cubicBezTo>
                <a:cubicBezTo>
                  <a:pt x="11949" y="1476"/>
                  <a:pt x="11983" y="1931"/>
                  <a:pt x="11913" y="2212"/>
                </a:cubicBezTo>
                <a:cubicBezTo>
                  <a:pt x="9478" y="11281"/>
                  <a:pt x="8409" y="20247"/>
                  <a:pt x="8322" y="28866"/>
                </a:cubicBezTo>
                <a:cubicBezTo>
                  <a:pt x="8236" y="37484"/>
                  <a:pt x="9340" y="46104"/>
                  <a:pt x="11355" y="54656"/>
                </a:cubicBezTo>
                <a:cubicBezTo>
                  <a:pt x="13475" y="63384"/>
                  <a:pt x="16297" y="71693"/>
                  <a:pt x="19854" y="80038"/>
                </a:cubicBezTo>
                <a:cubicBezTo>
                  <a:pt x="23412" y="88383"/>
                  <a:pt x="27704" y="96764"/>
                  <a:pt x="32733" y="105182"/>
                </a:cubicBezTo>
                <a:cubicBezTo>
                  <a:pt x="54942" y="142361"/>
                  <a:pt x="81525" y="164555"/>
                  <a:pt x="113042" y="171903"/>
                </a:cubicBezTo>
                <a:cubicBezTo>
                  <a:pt x="113602" y="172044"/>
                  <a:pt x="113987" y="172290"/>
                  <a:pt x="114406" y="172992"/>
                </a:cubicBezTo>
                <a:cubicBezTo>
                  <a:pt x="114615" y="173342"/>
                  <a:pt x="114649" y="173798"/>
                  <a:pt x="114508" y="174358"/>
                </a:cubicBezTo>
                <a:cubicBezTo>
                  <a:pt x="114367" y="174918"/>
                  <a:pt x="114296" y="175199"/>
                  <a:pt x="113946" y="175408"/>
                </a:cubicBezTo>
                <a:lnTo>
                  <a:pt x="112367" y="176351"/>
                </a:lnTo>
                <a:cubicBezTo>
                  <a:pt x="111666" y="176770"/>
                  <a:pt x="111386" y="176699"/>
                  <a:pt x="111281" y="1765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A64AF-900A-460A-9118-A1D78912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762" y="331069"/>
            <a:ext cx="95871" cy="155845"/>
          </a:xfrm>
          <a:custGeom xmlns:a="http://schemas.openxmlformats.org/drawingml/2006/main">
            <a:pathLst>
              <a:path w="95871" h="155845">
                <a:moveTo>
                  <a:pt x="46208" y="155216"/>
                </a:moveTo>
                <a:cubicBezTo>
                  <a:pt x="45156" y="155845"/>
                  <a:pt x="44106" y="155282"/>
                  <a:pt x="43268" y="153879"/>
                </a:cubicBezTo>
                <a:cubicBezTo>
                  <a:pt x="42047" y="151039"/>
                  <a:pt x="42190" y="149288"/>
                  <a:pt x="43243" y="148659"/>
                </a:cubicBezTo>
                <a:cubicBezTo>
                  <a:pt x="46750" y="146564"/>
                  <a:pt x="48996" y="144747"/>
                  <a:pt x="49980" y="143207"/>
                </a:cubicBezTo>
                <a:cubicBezTo>
                  <a:pt x="50964" y="141667"/>
                  <a:pt x="51249" y="139356"/>
                  <a:pt x="50554" y="136201"/>
                </a:cubicBezTo>
                <a:lnTo>
                  <a:pt x="23333" y="45620"/>
                </a:lnTo>
                <a:cubicBezTo>
                  <a:pt x="22778" y="43097"/>
                  <a:pt x="21628" y="39977"/>
                  <a:pt x="19532" y="36469"/>
                </a:cubicBezTo>
                <a:cubicBezTo>
                  <a:pt x="16599" y="31559"/>
                  <a:pt x="13274" y="29976"/>
                  <a:pt x="9942" y="31966"/>
                </a:cubicBezTo>
                <a:cubicBezTo>
                  <a:pt x="6259" y="34166"/>
                  <a:pt x="4815" y="38122"/>
                  <a:pt x="5680" y="43554"/>
                </a:cubicBezTo>
                <a:cubicBezTo>
                  <a:pt x="6546" y="48986"/>
                  <a:pt x="8039" y="55470"/>
                  <a:pt x="10442" y="63077"/>
                </a:cubicBezTo>
                <a:cubicBezTo>
                  <a:pt x="10861" y="63779"/>
                  <a:pt x="10544" y="64444"/>
                  <a:pt x="9668" y="64968"/>
                </a:cubicBezTo>
                <a:lnTo>
                  <a:pt x="7563" y="66225"/>
                </a:lnTo>
                <a:cubicBezTo>
                  <a:pt x="7212" y="66434"/>
                  <a:pt x="6932" y="66364"/>
                  <a:pt x="6372" y="66222"/>
                </a:cubicBezTo>
                <a:cubicBezTo>
                  <a:pt x="5812" y="66081"/>
                  <a:pt x="5322" y="65660"/>
                  <a:pt x="5112" y="65309"/>
                </a:cubicBezTo>
                <a:cubicBezTo>
                  <a:pt x="3302" y="59490"/>
                  <a:pt x="1911" y="54372"/>
                  <a:pt x="1043" y="50131"/>
                </a:cubicBezTo>
                <a:cubicBezTo>
                  <a:pt x="0" y="45995"/>
                  <a:pt x="43" y="41686"/>
                  <a:pt x="718" y="37238"/>
                </a:cubicBezTo>
                <a:cubicBezTo>
                  <a:pt x="1497" y="32966"/>
                  <a:pt x="3535" y="29606"/>
                  <a:pt x="7393" y="27302"/>
                </a:cubicBezTo>
                <a:cubicBezTo>
                  <a:pt x="11252" y="24997"/>
                  <a:pt x="15493" y="24129"/>
                  <a:pt x="20011" y="24523"/>
                </a:cubicBezTo>
                <a:cubicBezTo>
                  <a:pt x="24354" y="25022"/>
                  <a:pt x="28064" y="26851"/>
                  <a:pt x="31246" y="30186"/>
                </a:cubicBezTo>
                <a:cubicBezTo>
                  <a:pt x="32203" y="24617"/>
                  <a:pt x="33929" y="19541"/>
                  <a:pt x="36321" y="14781"/>
                </a:cubicBezTo>
                <a:cubicBezTo>
                  <a:pt x="38817" y="10196"/>
                  <a:pt x="42118" y="6559"/>
                  <a:pt x="46326" y="4045"/>
                </a:cubicBezTo>
                <a:cubicBezTo>
                  <a:pt x="51237" y="1111"/>
                  <a:pt x="56284" y="0"/>
                  <a:pt x="61538" y="431"/>
                </a:cubicBezTo>
                <a:cubicBezTo>
                  <a:pt x="66617" y="966"/>
                  <a:pt x="71518" y="2797"/>
                  <a:pt x="75786" y="5959"/>
                </a:cubicBezTo>
                <a:cubicBezTo>
                  <a:pt x="80054" y="9120"/>
                  <a:pt x="83830" y="13051"/>
                  <a:pt x="86764" y="17962"/>
                </a:cubicBezTo>
                <a:cubicBezTo>
                  <a:pt x="91269" y="25503"/>
                  <a:pt x="93949" y="34372"/>
                  <a:pt x="94910" y="44743"/>
                </a:cubicBezTo>
                <a:cubicBezTo>
                  <a:pt x="95871" y="55115"/>
                  <a:pt x="94590" y="64922"/>
                  <a:pt x="91244" y="74060"/>
                </a:cubicBezTo>
                <a:cubicBezTo>
                  <a:pt x="87723" y="83302"/>
                  <a:pt x="82279" y="90123"/>
                  <a:pt x="74738" y="94628"/>
                </a:cubicBezTo>
                <a:cubicBezTo>
                  <a:pt x="71231" y="96723"/>
                  <a:pt x="67621" y="97452"/>
                  <a:pt x="63767" y="97374"/>
                </a:cubicBezTo>
                <a:cubicBezTo>
                  <a:pt x="59914" y="97297"/>
                  <a:pt x="56062" y="96028"/>
                  <a:pt x="52774" y="93709"/>
                </a:cubicBezTo>
                <a:lnTo>
                  <a:pt x="63425" y="129465"/>
                </a:lnTo>
                <a:cubicBezTo>
                  <a:pt x="64121" y="131428"/>
                  <a:pt x="64470" y="132410"/>
                  <a:pt x="64679" y="132760"/>
                </a:cubicBezTo>
                <a:cubicBezTo>
                  <a:pt x="65518" y="134163"/>
                  <a:pt x="69900" y="132735"/>
                  <a:pt x="77616" y="128126"/>
                </a:cubicBezTo>
                <a:cubicBezTo>
                  <a:pt x="78668" y="127497"/>
                  <a:pt x="79789" y="127780"/>
                  <a:pt x="80732" y="129358"/>
                </a:cubicBezTo>
                <a:cubicBezTo>
                  <a:pt x="81219" y="130971"/>
                  <a:pt x="81497" y="132233"/>
                  <a:pt x="81460" y="132968"/>
                </a:cubicBezTo>
                <a:cubicBezTo>
                  <a:pt x="81424" y="133704"/>
                  <a:pt x="81107" y="134369"/>
                  <a:pt x="80055" y="134997"/>
                </a:cubicBezTo>
                <a:lnTo>
                  <a:pt x="46208" y="155216"/>
                </a:lnTo>
                <a:close/>
                <a:moveTo>
                  <a:pt x="72295" y="90139"/>
                </a:moveTo>
                <a:cubicBezTo>
                  <a:pt x="76328" y="87729"/>
                  <a:pt x="79068" y="83951"/>
                  <a:pt x="80585" y="78524"/>
                </a:cubicBezTo>
                <a:cubicBezTo>
                  <a:pt x="82102" y="73096"/>
                  <a:pt x="82603" y="67562"/>
                  <a:pt x="82369" y="61991"/>
                </a:cubicBezTo>
                <a:cubicBezTo>
                  <a:pt x="81886" y="57996"/>
                  <a:pt x="81265" y="53370"/>
                  <a:pt x="79944" y="47973"/>
                </a:cubicBezTo>
                <a:cubicBezTo>
                  <a:pt x="78623" y="42575"/>
                  <a:pt x="77022" y="37106"/>
                  <a:pt x="74932" y="31217"/>
                </a:cubicBezTo>
                <a:cubicBezTo>
                  <a:pt x="72946" y="25502"/>
                  <a:pt x="71062" y="21154"/>
                  <a:pt x="69177" y="17998"/>
                </a:cubicBezTo>
                <a:cubicBezTo>
                  <a:pt x="67605" y="15367"/>
                  <a:pt x="65788" y="13121"/>
                  <a:pt x="63620" y="11085"/>
                </a:cubicBezTo>
                <a:cubicBezTo>
                  <a:pt x="61556" y="9224"/>
                  <a:pt x="59176" y="8028"/>
                  <a:pt x="56655" y="7393"/>
                </a:cubicBezTo>
                <a:cubicBezTo>
                  <a:pt x="53958" y="6862"/>
                  <a:pt x="51330" y="7242"/>
                  <a:pt x="48700" y="8814"/>
                </a:cubicBezTo>
                <a:cubicBezTo>
                  <a:pt x="44315" y="11433"/>
                  <a:pt x="41224" y="15421"/>
                  <a:pt x="39147" y="20707"/>
                </a:cubicBezTo>
                <a:cubicBezTo>
                  <a:pt x="37175" y="26168"/>
                  <a:pt x="36043" y="31842"/>
                  <a:pt x="35785" y="38182"/>
                </a:cubicBezTo>
                <a:lnTo>
                  <a:pt x="36099" y="38708"/>
                </a:lnTo>
                <a:lnTo>
                  <a:pt x="49606" y="83228"/>
                </a:lnTo>
                <a:cubicBezTo>
                  <a:pt x="52822" y="87018"/>
                  <a:pt x="56600" y="89758"/>
                  <a:pt x="60556" y="91202"/>
                </a:cubicBezTo>
                <a:cubicBezTo>
                  <a:pt x="64617" y="92821"/>
                  <a:pt x="68436" y="92443"/>
                  <a:pt x="72295" y="901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E5771-4BBB-441F-AF40-4EAB6858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110" y="257744"/>
            <a:ext cx="114615" cy="176979"/>
          </a:xfrm>
          <a:custGeom xmlns:a="http://schemas.openxmlformats.org/drawingml/2006/main">
            <a:pathLst>
              <a:path w="114615" h="176979">
                <a:moveTo>
                  <a:pt x="105536" y="176351"/>
                </a:moveTo>
                <a:cubicBezTo>
                  <a:pt x="104484" y="176979"/>
                  <a:pt x="103643" y="176768"/>
                  <a:pt x="103015" y="175715"/>
                </a:cubicBezTo>
                <a:cubicBezTo>
                  <a:pt x="102700" y="175189"/>
                  <a:pt x="102491" y="174839"/>
                  <a:pt x="102737" y="174454"/>
                </a:cubicBezTo>
                <a:cubicBezTo>
                  <a:pt x="110996" y="142869"/>
                  <a:pt x="104231" y="108838"/>
                  <a:pt x="82021" y="71658"/>
                </a:cubicBezTo>
                <a:cubicBezTo>
                  <a:pt x="59812" y="34479"/>
                  <a:pt x="32949" y="12215"/>
                  <a:pt x="1783" y="4658"/>
                </a:cubicBezTo>
                <a:cubicBezTo>
                  <a:pt x="1152" y="4796"/>
                  <a:pt x="663" y="4375"/>
                  <a:pt x="244" y="3674"/>
                </a:cubicBezTo>
                <a:cubicBezTo>
                  <a:pt x="34" y="3323"/>
                  <a:pt x="0" y="2867"/>
                  <a:pt x="141" y="2307"/>
                </a:cubicBezTo>
                <a:cubicBezTo>
                  <a:pt x="282" y="1747"/>
                  <a:pt x="528" y="1362"/>
                  <a:pt x="879" y="1152"/>
                </a:cubicBezTo>
                <a:lnTo>
                  <a:pt x="2458" y="210"/>
                </a:lnTo>
                <a:cubicBezTo>
                  <a:pt x="2808" y="0"/>
                  <a:pt x="3088" y="71"/>
                  <a:pt x="3544" y="36"/>
                </a:cubicBezTo>
                <a:cubicBezTo>
                  <a:pt x="15943" y="1672"/>
                  <a:pt x="27777" y="5549"/>
                  <a:pt x="39046" y="11667"/>
                </a:cubicBezTo>
                <a:cubicBezTo>
                  <a:pt x="50315" y="17785"/>
                  <a:pt x="60425" y="25547"/>
                  <a:pt x="69446" y="34673"/>
                </a:cubicBezTo>
                <a:cubicBezTo>
                  <a:pt x="78291" y="43904"/>
                  <a:pt x="86190" y="53939"/>
                  <a:pt x="92894" y="65163"/>
                </a:cubicBezTo>
                <a:cubicBezTo>
                  <a:pt x="97923" y="73581"/>
                  <a:pt x="102040" y="82067"/>
                  <a:pt x="105456" y="90973"/>
                </a:cubicBezTo>
                <a:cubicBezTo>
                  <a:pt x="108873" y="99878"/>
                  <a:pt x="111202" y="108956"/>
                  <a:pt x="112830" y="118454"/>
                </a:cubicBezTo>
                <a:cubicBezTo>
                  <a:pt x="114283" y="128056"/>
                  <a:pt x="114615" y="137376"/>
                  <a:pt x="114037" y="146764"/>
                </a:cubicBezTo>
                <a:cubicBezTo>
                  <a:pt x="113282" y="156256"/>
                  <a:pt x="111128" y="165396"/>
                  <a:pt x="107782" y="174533"/>
                </a:cubicBezTo>
                <a:cubicBezTo>
                  <a:pt x="107536" y="174918"/>
                  <a:pt x="107465" y="175199"/>
                  <a:pt x="107114" y="175408"/>
                </a:cubicBezTo>
                <a:lnTo>
                  <a:pt x="105536" y="1763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0F703-ADD0-416C-8DB6-72FAD4B5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210" y="382544"/>
            <a:ext cx="90378" cy="89135"/>
          </a:xfrm>
          <a:custGeom xmlns:a="http://schemas.openxmlformats.org/drawingml/2006/main">
            <a:pathLst>
              <a:path w="90378" h="89135">
                <a:moveTo>
                  <a:pt x="77340" y="5381"/>
                </a:moveTo>
                <a:lnTo>
                  <a:pt x="59642" y="38772"/>
                </a:lnTo>
                <a:lnTo>
                  <a:pt x="90378" y="60389"/>
                </a:lnTo>
                <a:lnTo>
                  <a:pt x="53263" y="52910"/>
                </a:lnTo>
                <a:lnTo>
                  <a:pt x="42255" y="89135"/>
                </a:lnTo>
                <a:lnTo>
                  <a:pt x="37791" y="51826"/>
                </a:lnTo>
                <a:lnTo>
                  <a:pt x="0" y="51581"/>
                </a:lnTo>
                <a:lnTo>
                  <a:pt x="34364" y="36050"/>
                </a:lnTo>
                <a:lnTo>
                  <a:pt x="21657" y="0"/>
                </a:lnTo>
                <a:lnTo>
                  <a:pt x="47376" y="28277"/>
                </a:lnTo>
                <a:lnTo>
                  <a:pt x="77340" y="5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E15FC-B8D1-404B-879E-FC821936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249" y="3613885"/>
            <a:ext cx="1074580" cy="519298"/>
          </a:xfrm>
          <a:custGeom xmlns:a="http://schemas.openxmlformats.org/drawingml/2006/main">
            <a:pathLst>
              <a:path w="1074580" h="519298">
                <a:moveTo>
                  <a:pt x="75069" y="517096"/>
                </a:moveTo>
                <a:lnTo>
                  <a:pt x="1034958" y="439243"/>
                </a:lnTo>
                <a:cubicBezTo>
                  <a:pt x="1062107" y="437041"/>
                  <a:pt x="1074580" y="422365"/>
                  <a:pt x="1072378" y="395217"/>
                </a:cubicBezTo>
                <a:lnTo>
                  <a:pt x="1043537" y="39622"/>
                </a:lnTo>
                <a:cubicBezTo>
                  <a:pt x="1041335" y="12473"/>
                  <a:pt x="1026659" y="0"/>
                  <a:pt x="999511" y="2202"/>
                </a:cubicBezTo>
                <a:lnTo>
                  <a:pt x="39621" y="80055"/>
                </a:lnTo>
                <a:cubicBezTo>
                  <a:pt x="12473" y="82257"/>
                  <a:pt x="0" y="96933"/>
                  <a:pt x="2202" y="124081"/>
                </a:cubicBezTo>
                <a:lnTo>
                  <a:pt x="31043" y="479676"/>
                </a:lnTo>
                <a:cubicBezTo>
                  <a:pt x="33245" y="506825"/>
                  <a:pt x="47920" y="519298"/>
                  <a:pt x="75069" y="5170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206CD-914D-4C9E-AE5E-E8DDF8A7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249" y="3613885"/>
            <a:ext cx="1074580" cy="519298"/>
          </a:xfrm>
          <a:custGeom xmlns:a="http://schemas.openxmlformats.org/drawingml/2006/main">
            <a:pathLst>
              <a:path w="1074580" h="519298" fill="none">
                <a:moveTo>
                  <a:pt x="75069" y="517096"/>
                </a:moveTo>
                <a:lnTo>
                  <a:pt x="1034958" y="439243"/>
                </a:lnTo>
                <a:cubicBezTo>
                  <a:pt x="1062107" y="437041"/>
                  <a:pt x="1074580" y="422365"/>
                  <a:pt x="1072378" y="395217"/>
                </a:cubicBezTo>
                <a:lnTo>
                  <a:pt x="1043537" y="39622"/>
                </a:lnTo>
                <a:cubicBezTo>
                  <a:pt x="1041335" y="12473"/>
                  <a:pt x="1026659" y="0"/>
                  <a:pt x="999511" y="2202"/>
                </a:cubicBezTo>
                <a:lnTo>
                  <a:pt x="39621" y="80055"/>
                </a:lnTo>
                <a:cubicBezTo>
                  <a:pt x="12473" y="82257"/>
                  <a:pt x="0" y="96933"/>
                  <a:pt x="2202" y="124081"/>
                </a:cubicBezTo>
                <a:lnTo>
                  <a:pt x="31043" y="479676"/>
                </a:lnTo>
                <a:cubicBezTo>
                  <a:pt x="33245" y="506825"/>
                  <a:pt x="47920" y="519298"/>
                  <a:pt x="75069" y="51709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92" cap="flat">
            <a:solidFill>
              <a:srgbClr val="000000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22515-5B32-42B7-9FDA-1458707D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125" y="3835635"/>
            <a:ext cx="97728" cy="95436"/>
          </a:xfrm>
          <a:custGeom xmlns:a="http://schemas.openxmlformats.org/drawingml/2006/main">
            <a:pathLst>
              <a:path w="97728" h="95436">
                <a:moveTo>
                  <a:pt x="31534" y="90285"/>
                </a:moveTo>
                <a:cubicBezTo>
                  <a:pt x="31468" y="89470"/>
                  <a:pt x="31402" y="88656"/>
                  <a:pt x="31556" y="88029"/>
                </a:cubicBezTo>
                <a:lnTo>
                  <a:pt x="47271" y="16455"/>
                </a:lnTo>
                <a:lnTo>
                  <a:pt x="28946" y="17942"/>
                </a:lnTo>
                <a:cubicBezTo>
                  <a:pt x="23855" y="18354"/>
                  <a:pt x="19304" y="20363"/>
                  <a:pt x="15276" y="23764"/>
                </a:cubicBezTo>
                <a:cubicBezTo>
                  <a:pt x="11265" y="27369"/>
                  <a:pt x="8117" y="31518"/>
                  <a:pt x="5646" y="36433"/>
                </a:cubicBezTo>
                <a:cubicBezTo>
                  <a:pt x="5288" y="37076"/>
                  <a:pt x="4898" y="37313"/>
                  <a:pt x="4491" y="37346"/>
                </a:cubicBezTo>
                <a:lnTo>
                  <a:pt x="2047" y="37544"/>
                </a:lnTo>
                <a:cubicBezTo>
                  <a:pt x="826" y="37643"/>
                  <a:pt x="165" y="37082"/>
                  <a:pt x="50" y="35657"/>
                </a:cubicBezTo>
                <a:cubicBezTo>
                  <a:pt x="33" y="35453"/>
                  <a:pt x="0" y="35046"/>
                  <a:pt x="358" y="34402"/>
                </a:cubicBezTo>
                <a:cubicBezTo>
                  <a:pt x="4243" y="26709"/>
                  <a:pt x="8414" y="20017"/>
                  <a:pt x="13075" y="14310"/>
                </a:cubicBezTo>
                <a:cubicBezTo>
                  <a:pt x="17549" y="8823"/>
                  <a:pt x="23035" y="5714"/>
                  <a:pt x="29551" y="5186"/>
                </a:cubicBezTo>
                <a:lnTo>
                  <a:pt x="92060" y="116"/>
                </a:lnTo>
                <a:cubicBezTo>
                  <a:pt x="93485" y="0"/>
                  <a:pt x="94756" y="512"/>
                  <a:pt x="95840" y="1244"/>
                </a:cubicBezTo>
                <a:cubicBezTo>
                  <a:pt x="96738" y="2196"/>
                  <a:pt x="97447" y="3368"/>
                  <a:pt x="97563" y="4793"/>
                </a:cubicBezTo>
                <a:cubicBezTo>
                  <a:pt x="97728" y="6829"/>
                  <a:pt x="97062" y="8728"/>
                  <a:pt x="95753" y="10269"/>
                </a:cubicBezTo>
                <a:cubicBezTo>
                  <a:pt x="94459" y="12013"/>
                  <a:pt x="92880" y="12756"/>
                  <a:pt x="90844" y="12921"/>
                </a:cubicBezTo>
                <a:lnTo>
                  <a:pt x="53990" y="15910"/>
                </a:lnTo>
                <a:lnTo>
                  <a:pt x="46045" y="87263"/>
                </a:lnTo>
                <a:cubicBezTo>
                  <a:pt x="45616" y="89553"/>
                  <a:pt x="44747" y="91468"/>
                  <a:pt x="43421" y="92805"/>
                </a:cubicBezTo>
                <a:cubicBezTo>
                  <a:pt x="42094" y="94142"/>
                  <a:pt x="40328" y="95105"/>
                  <a:pt x="38088" y="95287"/>
                </a:cubicBezTo>
                <a:cubicBezTo>
                  <a:pt x="36256" y="95436"/>
                  <a:pt x="34781" y="94940"/>
                  <a:pt x="33477" y="94021"/>
                </a:cubicBezTo>
                <a:cubicBezTo>
                  <a:pt x="32189" y="93306"/>
                  <a:pt x="31666" y="91914"/>
                  <a:pt x="31534" y="902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DB992-643A-4ED4-B40F-5AB4A38F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225" y="3888702"/>
            <a:ext cx="116868" cy="69911"/>
          </a:xfrm>
          <a:custGeom xmlns:a="http://schemas.openxmlformats.org/drawingml/2006/main">
            <a:pathLst>
              <a:path w="116868" h="69911">
                <a:moveTo>
                  <a:pt x="4982" y="69911"/>
                </a:moveTo>
                <a:lnTo>
                  <a:pt x="4578" y="64922"/>
                </a:lnTo>
                <a:cubicBezTo>
                  <a:pt x="7713" y="64668"/>
                  <a:pt x="10410" y="64306"/>
                  <a:pt x="12502" y="63562"/>
                </a:cubicBezTo>
                <a:cubicBezTo>
                  <a:pt x="14451" y="62830"/>
                  <a:pt x="15487" y="61455"/>
                  <a:pt x="15325" y="59460"/>
                </a:cubicBezTo>
                <a:lnTo>
                  <a:pt x="12169" y="20549"/>
                </a:lnTo>
                <a:cubicBezTo>
                  <a:pt x="11961" y="17984"/>
                  <a:pt x="11383" y="16165"/>
                  <a:pt x="10578" y="15083"/>
                </a:cubicBezTo>
                <a:cubicBezTo>
                  <a:pt x="9631" y="14012"/>
                  <a:pt x="8587" y="13523"/>
                  <a:pt x="7138" y="13354"/>
                </a:cubicBezTo>
                <a:cubicBezTo>
                  <a:pt x="5690" y="13184"/>
                  <a:pt x="3398" y="13227"/>
                  <a:pt x="405" y="13469"/>
                </a:cubicBezTo>
                <a:lnTo>
                  <a:pt x="0" y="8481"/>
                </a:lnTo>
                <a:lnTo>
                  <a:pt x="20540" y="5237"/>
                </a:lnTo>
                <a:lnTo>
                  <a:pt x="21672" y="19205"/>
                </a:lnTo>
                <a:cubicBezTo>
                  <a:pt x="23202" y="15063"/>
                  <a:pt x="25775" y="11412"/>
                  <a:pt x="29272" y="8545"/>
                </a:cubicBezTo>
                <a:cubicBezTo>
                  <a:pt x="32770" y="5679"/>
                  <a:pt x="36645" y="3930"/>
                  <a:pt x="41206" y="3561"/>
                </a:cubicBezTo>
                <a:cubicBezTo>
                  <a:pt x="52038" y="2682"/>
                  <a:pt x="58822" y="6723"/>
                  <a:pt x="61534" y="15398"/>
                </a:cubicBezTo>
                <a:cubicBezTo>
                  <a:pt x="63064" y="11257"/>
                  <a:pt x="65517" y="7901"/>
                  <a:pt x="69015" y="5035"/>
                </a:cubicBezTo>
                <a:cubicBezTo>
                  <a:pt x="72524" y="2312"/>
                  <a:pt x="76411" y="705"/>
                  <a:pt x="80829" y="347"/>
                </a:cubicBezTo>
                <a:cubicBezTo>
                  <a:pt x="85105" y="0"/>
                  <a:pt x="88869" y="412"/>
                  <a:pt x="91977" y="1595"/>
                </a:cubicBezTo>
                <a:cubicBezTo>
                  <a:pt x="94944" y="2789"/>
                  <a:pt x="97386" y="4599"/>
                  <a:pt x="99042" y="7334"/>
                </a:cubicBezTo>
                <a:cubicBezTo>
                  <a:pt x="100699" y="10069"/>
                  <a:pt x="101855" y="13706"/>
                  <a:pt x="102201" y="17981"/>
                </a:cubicBezTo>
                <a:lnTo>
                  <a:pt x="104976" y="52188"/>
                </a:lnTo>
                <a:cubicBezTo>
                  <a:pt x="105138" y="54184"/>
                  <a:pt x="106240" y="55386"/>
                  <a:pt x="108424" y="55782"/>
                </a:cubicBezTo>
                <a:cubicBezTo>
                  <a:pt x="110465" y="56191"/>
                  <a:pt x="113185" y="56113"/>
                  <a:pt x="116463" y="55848"/>
                </a:cubicBezTo>
                <a:lnTo>
                  <a:pt x="116868" y="60836"/>
                </a:lnTo>
                <a:lnTo>
                  <a:pt x="84229" y="63483"/>
                </a:lnTo>
                <a:lnTo>
                  <a:pt x="83824" y="58495"/>
                </a:lnTo>
                <a:cubicBezTo>
                  <a:pt x="86960" y="58241"/>
                  <a:pt x="89656" y="57878"/>
                  <a:pt x="91748" y="57135"/>
                </a:cubicBezTo>
                <a:cubicBezTo>
                  <a:pt x="93697" y="56403"/>
                  <a:pt x="94733" y="55028"/>
                  <a:pt x="94571" y="53032"/>
                </a:cubicBezTo>
                <a:lnTo>
                  <a:pt x="91832" y="19253"/>
                </a:lnTo>
                <a:cubicBezTo>
                  <a:pt x="91450" y="14549"/>
                  <a:pt x="90425" y="10759"/>
                  <a:pt x="88900" y="7870"/>
                </a:cubicBezTo>
                <a:cubicBezTo>
                  <a:pt x="87243" y="5135"/>
                  <a:pt x="84408" y="3787"/>
                  <a:pt x="80275" y="4122"/>
                </a:cubicBezTo>
                <a:cubicBezTo>
                  <a:pt x="74716" y="4573"/>
                  <a:pt x="70340" y="7223"/>
                  <a:pt x="67135" y="11931"/>
                </a:cubicBezTo>
                <a:cubicBezTo>
                  <a:pt x="63930" y="16638"/>
                  <a:pt x="62625" y="21765"/>
                  <a:pt x="63076" y="27324"/>
                </a:cubicBezTo>
                <a:lnTo>
                  <a:pt x="65353" y="55402"/>
                </a:lnTo>
                <a:cubicBezTo>
                  <a:pt x="65515" y="57397"/>
                  <a:pt x="66616" y="58599"/>
                  <a:pt x="68801" y="58996"/>
                </a:cubicBezTo>
                <a:cubicBezTo>
                  <a:pt x="70842" y="59404"/>
                  <a:pt x="73562" y="59327"/>
                  <a:pt x="76840" y="59061"/>
                </a:cubicBezTo>
                <a:lnTo>
                  <a:pt x="77245" y="64050"/>
                </a:lnTo>
                <a:lnTo>
                  <a:pt x="44605" y="66697"/>
                </a:lnTo>
                <a:lnTo>
                  <a:pt x="44201" y="61709"/>
                </a:lnTo>
                <a:cubicBezTo>
                  <a:pt x="47337" y="61454"/>
                  <a:pt x="50033" y="61092"/>
                  <a:pt x="52125" y="60349"/>
                </a:cubicBezTo>
                <a:cubicBezTo>
                  <a:pt x="54074" y="59617"/>
                  <a:pt x="55110" y="58241"/>
                  <a:pt x="54948" y="56246"/>
                </a:cubicBezTo>
                <a:lnTo>
                  <a:pt x="52208" y="22467"/>
                </a:lnTo>
                <a:cubicBezTo>
                  <a:pt x="51839" y="17906"/>
                  <a:pt x="50814" y="14115"/>
                  <a:pt x="49288" y="11226"/>
                </a:cubicBezTo>
                <a:cubicBezTo>
                  <a:pt x="47620" y="8349"/>
                  <a:pt x="44785" y="7000"/>
                  <a:pt x="40652" y="7336"/>
                </a:cubicBezTo>
                <a:cubicBezTo>
                  <a:pt x="35093" y="7786"/>
                  <a:pt x="30717" y="10437"/>
                  <a:pt x="27512" y="15144"/>
                </a:cubicBezTo>
                <a:cubicBezTo>
                  <a:pt x="24307" y="19852"/>
                  <a:pt x="23002" y="24979"/>
                  <a:pt x="23452" y="30538"/>
                </a:cubicBezTo>
                <a:lnTo>
                  <a:pt x="25730" y="58616"/>
                </a:lnTo>
                <a:cubicBezTo>
                  <a:pt x="25892" y="60611"/>
                  <a:pt x="26993" y="61813"/>
                  <a:pt x="29178" y="62210"/>
                </a:cubicBezTo>
                <a:cubicBezTo>
                  <a:pt x="31219" y="62618"/>
                  <a:pt x="33939" y="62541"/>
                  <a:pt x="37217" y="62275"/>
                </a:cubicBezTo>
                <a:lnTo>
                  <a:pt x="37622" y="67264"/>
                </a:lnTo>
                <a:lnTo>
                  <a:pt x="4982" y="69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9ADE4-8C4E-4C03-AC3E-F998A53E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668" y="3882414"/>
            <a:ext cx="56777" cy="65937"/>
          </a:xfrm>
          <a:custGeom xmlns:a="http://schemas.openxmlformats.org/drawingml/2006/main">
            <a:pathLst>
              <a:path w="56777" h="65937">
                <a:moveTo>
                  <a:pt x="34597" y="65463"/>
                </a:moveTo>
                <a:cubicBezTo>
                  <a:pt x="28753" y="65937"/>
                  <a:pt x="23364" y="64940"/>
                  <a:pt x="18275" y="62340"/>
                </a:cubicBezTo>
                <a:cubicBezTo>
                  <a:pt x="13187" y="59740"/>
                  <a:pt x="9015" y="56061"/>
                  <a:pt x="5890" y="51149"/>
                </a:cubicBezTo>
                <a:cubicBezTo>
                  <a:pt x="2624" y="46250"/>
                  <a:pt x="913" y="41080"/>
                  <a:pt x="451" y="35379"/>
                </a:cubicBezTo>
                <a:cubicBezTo>
                  <a:pt x="0" y="29820"/>
                  <a:pt x="713" y="24454"/>
                  <a:pt x="2873" y="19258"/>
                </a:cubicBezTo>
                <a:cubicBezTo>
                  <a:pt x="5034" y="14061"/>
                  <a:pt x="8131" y="9793"/>
                  <a:pt x="12438" y="6287"/>
                </a:cubicBezTo>
                <a:cubicBezTo>
                  <a:pt x="16745" y="2782"/>
                  <a:pt x="21606" y="809"/>
                  <a:pt x="27307" y="347"/>
                </a:cubicBezTo>
                <a:cubicBezTo>
                  <a:pt x="31583" y="0"/>
                  <a:pt x="35501" y="543"/>
                  <a:pt x="38894" y="1702"/>
                </a:cubicBezTo>
                <a:cubicBezTo>
                  <a:pt x="42146" y="2873"/>
                  <a:pt x="45016" y="4649"/>
                  <a:pt x="47362" y="7041"/>
                </a:cubicBezTo>
                <a:cubicBezTo>
                  <a:pt x="49565" y="9445"/>
                  <a:pt x="51387" y="12453"/>
                  <a:pt x="52805" y="15782"/>
                </a:cubicBezTo>
                <a:cubicBezTo>
                  <a:pt x="54092" y="19264"/>
                  <a:pt x="54974" y="23066"/>
                  <a:pt x="55321" y="27342"/>
                </a:cubicBezTo>
                <a:cubicBezTo>
                  <a:pt x="55425" y="28625"/>
                  <a:pt x="54901" y="29241"/>
                  <a:pt x="54046" y="29310"/>
                </a:cubicBezTo>
                <a:lnTo>
                  <a:pt x="12712" y="32663"/>
                </a:lnTo>
                <a:lnTo>
                  <a:pt x="12839" y="34231"/>
                </a:lnTo>
                <a:cubicBezTo>
                  <a:pt x="13487" y="42212"/>
                  <a:pt x="15598" y="48784"/>
                  <a:pt x="19196" y="54231"/>
                </a:cubicBezTo>
                <a:cubicBezTo>
                  <a:pt x="22794" y="59678"/>
                  <a:pt x="28287" y="61958"/>
                  <a:pt x="35556" y="61368"/>
                </a:cubicBezTo>
                <a:cubicBezTo>
                  <a:pt x="38407" y="61137"/>
                  <a:pt x="41068" y="60347"/>
                  <a:pt x="43530" y="58857"/>
                </a:cubicBezTo>
                <a:cubicBezTo>
                  <a:pt x="45849" y="57377"/>
                  <a:pt x="47837" y="55351"/>
                  <a:pt x="49505" y="52920"/>
                </a:cubicBezTo>
                <a:cubicBezTo>
                  <a:pt x="51030" y="50501"/>
                  <a:pt x="52105" y="47832"/>
                  <a:pt x="52598" y="45066"/>
                </a:cubicBezTo>
                <a:cubicBezTo>
                  <a:pt x="52574" y="44781"/>
                  <a:pt x="52836" y="44472"/>
                  <a:pt x="53098" y="44164"/>
                </a:cubicBezTo>
                <a:cubicBezTo>
                  <a:pt x="53360" y="43856"/>
                  <a:pt x="53634" y="43690"/>
                  <a:pt x="53919" y="43667"/>
                </a:cubicBezTo>
                <a:lnTo>
                  <a:pt x="55202" y="43563"/>
                </a:lnTo>
                <a:cubicBezTo>
                  <a:pt x="56057" y="43494"/>
                  <a:pt x="56685" y="44160"/>
                  <a:pt x="56777" y="45301"/>
                </a:cubicBezTo>
                <a:cubicBezTo>
                  <a:pt x="55791" y="50832"/>
                  <a:pt x="53287" y="55339"/>
                  <a:pt x="49146" y="59118"/>
                </a:cubicBezTo>
                <a:cubicBezTo>
                  <a:pt x="44863" y="62909"/>
                  <a:pt x="40013" y="65024"/>
                  <a:pt x="34597" y="65463"/>
                </a:cubicBezTo>
                <a:close/>
                <a:moveTo>
                  <a:pt x="12566" y="29088"/>
                </a:moveTo>
                <a:lnTo>
                  <a:pt x="45062" y="26452"/>
                </a:lnTo>
                <a:cubicBezTo>
                  <a:pt x="44785" y="23032"/>
                  <a:pt x="43914" y="19372"/>
                  <a:pt x="42616" y="15747"/>
                </a:cubicBezTo>
                <a:cubicBezTo>
                  <a:pt x="41318" y="12122"/>
                  <a:pt x="39365" y="9268"/>
                  <a:pt x="36888" y="7030"/>
                </a:cubicBezTo>
                <a:cubicBezTo>
                  <a:pt x="34411" y="4792"/>
                  <a:pt x="31313" y="3752"/>
                  <a:pt x="27608" y="4053"/>
                </a:cubicBezTo>
                <a:cubicBezTo>
                  <a:pt x="22192" y="4492"/>
                  <a:pt x="18124" y="7404"/>
                  <a:pt x="15678" y="12624"/>
                </a:cubicBezTo>
                <a:cubicBezTo>
                  <a:pt x="13101" y="17998"/>
                  <a:pt x="12103" y="23387"/>
                  <a:pt x="12566" y="290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88F9F-4B98-4613-B5BF-FC7126A6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214" y="3873942"/>
            <a:ext cx="116868" cy="69911"/>
          </a:xfrm>
          <a:custGeom xmlns:a="http://schemas.openxmlformats.org/drawingml/2006/main">
            <a:pathLst>
              <a:path w="116868" h="69911">
                <a:moveTo>
                  <a:pt x="4982" y="69911"/>
                </a:moveTo>
                <a:lnTo>
                  <a:pt x="4578" y="64922"/>
                </a:lnTo>
                <a:cubicBezTo>
                  <a:pt x="7713" y="64668"/>
                  <a:pt x="10410" y="64306"/>
                  <a:pt x="12502" y="63562"/>
                </a:cubicBezTo>
                <a:cubicBezTo>
                  <a:pt x="14451" y="62830"/>
                  <a:pt x="15487" y="61455"/>
                  <a:pt x="15325" y="59460"/>
                </a:cubicBezTo>
                <a:lnTo>
                  <a:pt x="12169" y="20549"/>
                </a:lnTo>
                <a:cubicBezTo>
                  <a:pt x="11961" y="17984"/>
                  <a:pt x="11383" y="16165"/>
                  <a:pt x="10578" y="15083"/>
                </a:cubicBezTo>
                <a:cubicBezTo>
                  <a:pt x="9631" y="14012"/>
                  <a:pt x="8587" y="13523"/>
                  <a:pt x="7138" y="13354"/>
                </a:cubicBezTo>
                <a:cubicBezTo>
                  <a:pt x="5690" y="13184"/>
                  <a:pt x="3398" y="13227"/>
                  <a:pt x="405" y="13469"/>
                </a:cubicBezTo>
                <a:lnTo>
                  <a:pt x="0" y="8481"/>
                </a:lnTo>
                <a:lnTo>
                  <a:pt x="20540" y="5237"/>
                </a:lnTo>
                <a:lnTo>
                  <a:pt x="21672" y="19205"/>
                </a:lnTo>
                <a:cubicBezTo>
                  <a:pt x="23202" y="15063"/>
                  <a:pt x="25775" y="11412"/>
                  <a:pt x="29272" y="8545"/>
                </a:cubicBezTo>
                <a:cubicBezTo>
                  <a:pt x="32770" y="5679"/>
                  <a:pt x="36645" y="3930"/>
                  <a:pt x="41206" y="3561"/>
                </a:cubicBezTo>
                <a:cubicBezTo>
                  <a:pt x="52038" y="2682"/>
                  <a:pt x="58822" y="6723"/>
                  <a:pt x="61534" y="15398"/>
                </a:cubicBezTo>
                <a:cubicBezTo>
                  <a:pt x="63064" y="11257"/>
                  <a:pt x="65517" y="7901"/>
                  <a:pt x="69015" y="5035"/>
                </a:cubicBezTo>
                <a:cubicBezTo>
                  <a:pt x="72524" y="2312"/>
                  <a:pt x="76411" y="705"/>
                  <a:pt x="80829" y="347"/>
                </a:cubicBezTo>
                <a:cubicBezTo>
                  <a:pt x="85105" y="0"/>
                  <a:pt x="88869" y="412"/>
                  <a:pt x="91977" y="1595"/>
                </a:cubicBezTo>
                <a:cubicBezTo>
                  <a:pt x="94944" y="2789"/>
                  <a:pt x="97386" y="4599"/>
                  <a:pt x="99042" y="7334"/>
                </a:cubicBezTo>
                <a:cubicBezTo>
                  <a:pt x="100699" y="10069"/>
                  <a:pt x="101855" y="13706"/>
                  <a:pt x="102201" y="17981"/>
                </a:cubicBezTo>
                <a:lnTo>
                  <a:pt x="104976" y="52188"/>
                </a:lnTo>
                <a:cubicBezTo>
                  <a:pt x="105138" y="54184"/>
                  <a:pt x="106240" y="55386"/>
                  <a:pt x="108424" y="55782"/>
                </a:cubicBezTo>
                <a:cubicBezTo>
                  <a:pt x="110465" y="56191"/>
                  <a:pt x="113185" y="56113"/>
                  <a:pt x="116463" y="55848"/>
                </a:cubicBezTo>
                <a:lnTo>
                  <a:pt x="116868" y="60836"/>
                </a:lnTo>
                <a:lnTo>
                  <a:pt x="84229" y="63483"/>
                </a:lnTo>
                <a:lnTo>
                  <a:pt x="83824" y="58495"/>
                </a:lnTo>
                <a:cubicBezTo>
                  <a:pt x="86960" y="58241"/>
                  <a:pt x="89656" y="57878"/>
                  <a:pt x="91748" y="57135"/>
                </a:cubicBezTo>
                <a:cubicBezTo>
                  <a:pt x="93697" y="56403"/>
                  <a:pt x="94733" y="55028"/>
                  <a:pt x="94571" y="53032"/>
                </a:cubicBezTo>
                <a:lnTo>
                  <a:pt x="91832" y="19253"/>
                </a:lnTo>
                <a:cubicBezTo>
                  <a:pt x="91450" y="14549"/>
                  <a:pt x="90425" y="10759"/>
                  <a:pt x="88900" y="7870"/>
                </a:cubicBezTo>
                <a:cubicBezTo>
                  <a:pt x="87243" y="5135"/>
                  <a:pt x="84408" y="3787"/>
                  <a:pt x="80275" y="4122"/>
                </a:cubicBezTo>
                <a:cubicBezTo>
                  <a:pt x="74716" y="4573"/>
                  <a:pt x="70340" y="7223"/>
                  <a:pt x="67135" y="11931"/>
                </a:cubicBezTo>
                <a:cubicBezTo>
                  <a:pt x="63930" y="16638"/>
                  <a:pt x="62625" y="21765"/>
                  <a:pt x="63076" y="27324"/>
                </a:cubicBezTo>
                <a:lnTo>
                  <a:pt x="65353" y="55402"/>
                </a:lnTo>
                <a:cubicBezTo>
                  <a:pt x="65515" y="57397"/>
                  <a:pt x="66616" y="58599"/>
                  <a:pt x="68801" y="58996"/>
                </a:cubicBezTo>
                <a:cubicBezTo>
                  <a:pt x="70842" y="59404"/>
                  <a:pt x="73562" y="59327"/>
                  <a:pt x="76840" y="59061"/>
                </a:cubicBezTo>
                <a:lnTo>
                  <a:pt x="77245" y="64050"/>
                </a:lnTo>
                <a:lnTo>
                  <a:pt x="44605" y="66697"/>
                </a:lnTo>
                <a:lnTo>
                  <a:pt x="44201" y="61709"/>
                </a:lnTo>
                <a:cubicBezTo>
                  <a:pt x="47337" y="61454"/>
                  <a:pt x="50033" y="61092"/>
                  <a:pt x="52125" y="60349"/>
                </a:cubicBezTo>
                <a:cubicBezTo>
                  <a:pt x="54074" y="59617"/>
                  <a:pt x="55110" y="58241"/>
                  <a:pt x="54948" y="56246"/>
                </a:cubicBezTo>
                <a:lnTo>
                  <a:pt x="52208" y="22467"/>
                </a:lnTo>
                <a:cubicBezTo>
                  <a:pt x="51839" y="17906"/>
                  <a:pt x="50814" y="14115"/>
                  <a:pt x="49288" y="11226"/>
                </a:cubicBezTo>
                <a:cubicBezTo>
                  <a:pt x="47620" y="8349"/>
                  <a:pt x="44785" y="7000"/>
                  <a:pt x="40652" y="7336"/>
                </a:cubicBezTo>
                <a:cubicBezTo>
                  <a:pt x="35093" y="7786"/>
                  <a:pt x="30717" y="10437"/>
                  <a:pt x="27512" y="15144"/>
                </a:cubicBezTo>
                <a:cubicBezTo>
                  <a:pt x="24307" y="19852"/>
                  <a:pt x="23002" y="24979"/>
                  <a:pt x="23452" y="30538"/>
                </a:cubicBezTo>
                <a:lnTo>
                  <a:pt x="25730" y="58616"/>
                </a:lnTo>
                <a:cubicBezTo>
                  <a:pt x="25892" y="60611"/>
                  <a:pt x="26993" y="61813"/>
                  <a:pt x="29178" y="62210"/>
                </a:cubicBezTo>
                <a:cubicBezTo>
                  <a:pt x="31219" y="62618"/>
                  <a:pt x="33939" y="62541"/>
                  <a:pt x="37217" y="62275"/>
                </a:cubicBezTo>
                <a:lnTo>
                  <a:pt x="37622" y="67264"/>
                </a:lnTo>
                <a:lnTo>
                  <a:pt x="4982" y="69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9C54C-01D3-4EBC-B253-F83B3C85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183" y="3809588"/>
            <a:ext cx="138755" cy="58182"/>
          </a:xfrm>
          <a:custGeom xmlns:a="http://schemas.openxmlformats.org/drawingml/2006/main">
            <a:pathLst>
              <a:path w="138755" h="58182">
                <a:moveTo>
                  <a:pt x="7469" y="58083"/>
                </a:moveTo>
                <a:cubicBezTo>
                  <a:pt x="6247" y="58182"/>
                  <a:pt x="5400" y="57840"/>
                  <a:pt x="4519" y="57092"/>
                </a:cubicBezTo>
                <a:cubicBezTo>
                  <a:pt x="3639" y="56344"/>
                  <a:pt x="3352" y="55342"/>
                  <a:pt x="3270" y="54324"/>
                </a:cubicBezTo>
                <a:cubicBezTo>
                  <a:pt x="3187" y="53306"/>
                  <a:pt x="3308" y="52271"/>
                  <a:pt x="4057" y="51391"/>
                </a:cubicBezTo>
                <a:cubicBezTo>
                  <a:pt x="4805" y="50510"/>
                  <a:pt x="5587" y="50037"/>
                  <a:pt x="6808" y="49938"/>
                </a:cubicBezTo>
                <a:lnTo>
                  <a:pt x="134677" y="39567"/>
                </a:lnTo>
                <a:cubicBezTo>
                  <a:pt x="135492" y="39501"/>
                  <a:pt x="136339" y="39842"/>
                  <a:pt x="137220" y="40590"/>
                </a:cubicBezTo>
                <a:cubicBezTo>
                  <a:pt x="138100" y="41339"/>
                  <a:pt x="138590" y="42324"/>
                  <a:pt x="138672" y="43342"/>
                </a:cubicBezTo>
                <a:cubicBezTo>
                  <a:pt x="138755" y="44360"/>
                  <a:pt x="138430" y="45411"/>
                  <a:pt x="137682" y="46292"/>
                </a:cubicBezTo>
                <a:cubicBezTo>
                  <a:pt x="136934" y="47172"/>
                  <a:pt x="136152" y="47645"/>
                  <a:pt x="135338" y="47711"/>
                </a:cubicBezTo>
                <a:lnTo>
                  <a:pt x="7469" y="58083"/>
                </a:lnTo>
                <a:close/>
                <a:moveTo>
                  <a:pt x="4265" y="18582"/>
                </a:moveTo>
                <a:cubicBezTo>
                  <a:pt x="3043" y="18681"/>
                  <a:pt x="2196" y="18340"/>
                  <a:pt x="1315" y="17591"/>
                </a:cubicBezTo>
                <a:cubicBezTo>
                  <a:pt x="435" y="16843"/>
                  <a:pt x="165" y="16045"/>
                  <a:pt x="66" y="14823"/>
                </a:cubicBezTo>
                <a:cubicBezTo>
                  <a:pt x="0" y="14009"/>
                  <a:pt x="121" y="12974"/>
                  <a:pt x="869" y="12094"/>
                </a:cubicBezTo>
                <a:cubicBezTo>
                  <a:pt x="1618" y="11213"/>
                  <a:pt x="2383" y="10536"/>
                  <a:pt x="3604" y="10437"/>
                </a:cubicBezTo>
                <a:lnTo>
                  <a:pt x="131473" y="66"/>
                </a:lnTo>
                <a:cubicBezTo>
                  <a:pt x="132288" y="0"/>
                  <a:pt x="133152" y="545"/>
                  <a:pt x="134032" y="1293"/>
                </a:cubicBezTo>
                <a:cubicBezTo>
                  <a:pt x="134913" y="2042"/>
                  <a:pt x="135403" y="3027"/>
                  <a:pt x="135469" y="3841"/>
                </a:cubicBezTo>
                <a:cubicBezTo>
                  <a:pt x="135568" y="5063"/>
                  <a:pt x="135227" y="5910"/>
                  <a:pt x="134478" y="6791"/>
                </a:cubicBezTo>
                <a:cubicBezTo>
                  <a:pt x="133730" y="7671"/>
                  <a:pt x="132948" y="8145"/>
                  <a:pt x="132134" y="8211"/>
                </a:cubicBezTo>
                <a:lnTo>
                  <a:pt x="4265" y="185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24E9E-95AB-4F04-A1E4-78C9C69A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489" y="3784345"/>
            <a:ext cx="97728" cy="95436"/>
          </a:xfrm>
          <a:custGeom xmlns:a="http://schemas.openxmlformats.org/drawingml/2006/main">
            <a:pathLst>
              <a:path w="97728" h="95436">
                <a:moveTo>
                  <a:pt x="31534" y="90285"/>
                </a:moveTo>
                <a:cubicBezTo>
                  <a:pt x="31468" y="89470"/>
                  <a:pt x="31402" y="88656"/>
                  <a:pt x="31556" y="88029"/>
                </a:cubicBezTo>
                <a:lnTo>
                  <a:pt x="47271" y="16455"/>
                </a:lnTo>
                <a:lnTo>
                  <a:pt x="28946" y="17942"/>
                </a:lnTo>
                <a:cubicBezTo>
                  <a:pt x="23855" y="18354"/>
                  <a:pt x="19304" y="20363"/>
                  <a:pt x="15276" y="23764"/>
                </a:cubicBezTo>
                <a:cubicBezTo>
                  <a:pt x="11265" y="27369"/>
                  <a:pt x="8117" y="31518"/>
                  <a:pt x="5646" y="36433"/>
                </a:cubicBezTo>
                <a:cubicBezTo>
                  <a:pt x="5288" y="37076"/>
                  <a:pt x="4898" y="37313"/>
                  <a:pt x="4491" y="37346"/>
                </a:cubicBezTo>
                <a:lnTo>
                  <a:pt x="2047" y="37544"/>
                </a:lnTo>
                <a:cubicBezTo>
                  <a:pt x="826" y="37643"/>
                  <a:pt x="165" y="37082"/>
                  <a:pt x="50" y="35657"/>
                </a:cubicBezTo>
                <a:cubicBezTo>
                  <a:pt x="33" y="35453"/>
                  <a:pt x="0" y="35046"/>
                  <a:pt x="358" y="34402"/>
                </a:cubicBezTo>
                <a:cubicBezTo>
                  <a:pt x="4243" y="26709"/>
                  <a:pt x="8414" y="20017"/>
                  <a:pt x="13075" y="14310"/>
                </a:cubicBezTo>
                <a:cubicBezTo>
                  <a:pt x="17549" y="8823"/>
                  <a:pt x="23035" y="5714"/>
                  <a:pt x="29551" y="5186"/>
                </a:cubicBezTo>
                <a:lnTo>
                  <a:pt x="92060" y="116"/>
                </a:lnTo>
                <a:cubicBezTo>
                  <a:pt x="93485" y="0"/>
                  <a:pt x="94756" y="512"/>
                  <a:pt x="95840" y="1244"/>
                </a:cubicBezTo>
                <a:cubicBezTo>
                  <a:pt x="96738" y="2196"/>
                  <a:pt x="97447" y="3368"/>
                  <a:pt x="97563" y="4793"/>
                </a:cubicBezTo>
                <a:cubicBezTo>
                  <a:pt x="97728" y="6829"/>
                  <a:pt x="97062" y="8728"/>
                  <a:pt x="95753" y="10269"/>
                </a:cubicBezTo>
                <a:cubicBezTo>
                  <a:pt x="94459" y="12013"/>
                  <a:pt x="92880" y="12756"/>
                  <a:pt x="90844" y="12921"/>
                </a:cubicBezTo>
                <a:lnTo>
                  <a:pt x="53990" y="15910"/>
                </a:lnTo>
                <a:lnTo>
                  <a:pt x="46045" y="87263"/>
                </a:lnTo>
                <a:cubicBezTo>
                  <a:pt x="45616" y="89553"/>
                  <a:pt x="44747" y="91468"/>
                  <a:pt x="43421" y="92805"/>
                </a:cubicBezTo>
                <a:cubicBezTo>
                  <a:pt x="42094" y="94142"/>
                  <a:pt x="40328" y="95105"/>
                  <a:pt x="38088" y="95287"/>
                </a:cubicBezTo>
                <a:cubicBezTo>
                  <a:pt x="36256" y="95436"/>
                  <a:pt x="34781" y="94940"/>
                  <a:pt x="33477" y="94021"/>
                </a:cubicBezTo>
                <a:cubicBezTo>
                  <a:pt x="32189" y="93306"/>
                  <a:pt x="31666" y="91914"/>
                  <a:pt x="31534" y="902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F0A82-AB51-43F2-82D6-E1E5F33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899" y="3837903"/>
            <a:ext cx="63753" cy="96443"/>
          </a:xfrm>
          <a:custGeom xmlns:a="http://schemas.openxmlformats.org/drawingml/2006/main">
            <a:pathLst>
              <a:path w="63753" h="96443">
                <a:moveTo>
                  <a:pt x="277" y="80419"/>
                </a:moveTo>
                <a:cubicBezTo>
                  <a:pt x="0" y="76998"/>
                  <a:pt x="897" y="73912"/>
                  <a:pt x="3266" y="71281"/>
                </a:cubicBezTo>
                <a:cubicBezTo>
                  <a:pt x="5493" y="68662"/>
                  <a:pt x="8205" y="66720"/>
                  <a:pt x="11533" y="65303"/>
                </a:cubicBezTo>
                <a:cubicBezTo>
                  <a:pt x="9422" y="64039"/>
                  <a:pt x="7858" y="62444"/>
                  <a:pt x="6675" y="60245"/>
                </a:cubicBezTo>
                <a:cubicBezTo>
                  <a:pt x="5504" y="58188"/>
                  <a:pt x="4892" y="55942"/>
                  <a:pt x="4684" y="53377"/>
                </a:cubicBezTo>
                <a:cubicBezTo>
                  <a:pt x="4325" y="48958"/>
                  <a:pt x="5427" y="44852"/>
                  <a:pt x="8000" y="41200"/>
                </a:cubicBezTo>
                <a:cubicBezTo>
                  <a:pt x="3235" y="37282"/>
                  <a:pt x="704" y="32610"/>
                  <a:pt x="253" y="27051"/>
                </a:cubicBezTo>
                <a:cubicBezTo>
                  <a:pt x="22" y="24201"/>
                  <a:pt x="361" y="21304"/>
                  <a:pt x="1435" y="18634"/>
                </a:cubicBezTo>
                <a:cubicBezTo>
                  <a:pt x="2510" y="15965"/>
                  <a:pt x="4178" y="13534"/>
                  <a:pt x="6297" y="11353"/>
                </a:cubicBezTo>
                <a:cubicBezTo>
                  <a:pt x="8427" y="9316"/>
                  <a:pt x="10734" y="7694"/>
                  <a:pt x="13504" y="6465"/>
                </a:cubicBezTo>
                <a:cubicBezTo>
                  <a:pt x="16131" y="5248"/>
                  <a:pt x="18935" y="4446"/>
                  <a:pt x="21928" y="4204"/>
                </a:cubicBezTo>
                <a:cubicBezTo>
                  <a:pt x="27630" y="3741"/>
                  <a:pt x="32757" y="5047"/>
                  <a:pt x="37584" y="7955"/>
                </a:cubicBezTo>
                <a:cubicBezTo>
                  <a:pt x="39417" y="5798"/>
                  <a:pt x="41559" y="3903"/>
                  <a:pt x="44174" y="2543"/>
                </a:cubicBezTo>
                <a:cubicBezTo>
                  <a:pt x="46648" y="1194"/>
                  <a:pt x="49452" y="393"/>
                  <a:pt x="52302" y="162"/>
                </a:cubicBezTo>
                <a:cubicBezTo>
                  <a:pt x="54298" y="0"/>
                  <a:pt x="56078" y="716"/>
                  <a:pt x="57476" y="2038"/>
                </a:cubicBezTo>
                <a:cubicBezTo>
                  <a:pt x="58874" y="3359"/>
                  <a:pt x="59726" y="5012"/>
                  <a:pt x="59888" y="7007"/>
                </a:cubicBezTo>
                <a:cubicBezTo>
                  <a:pt x="59980" y="8147"/>
                  <a:pt x="59502" y="9334"/>
                  <a:pt x="58717" y="10258"/>
                </a:cubicBezTo>
                <a:cubicBezTo>
                  <a:pt x="57931" y="11183"/>
                  <a:pt x="56968" y="11691"/>
                  <a:pt x="55827" y="11784"/>
                </a:cubicBezTo>
                <a:cubicBezTo>
                  <a:pt x="54545" y="11888"/>
                  <a:pt x="53512" y="11541"/>
                  <a:pt x="52588" y="10755"/>
                </a:cubicBezTo>
                <a:cubicBezTo>
                  <a:pt x="51663" y="9969"/>
                  <a:pt x="51143" y="8864"/>
                  <a:pt x="51051" y="7724"/>
                </a:cubicBezTo>
                <a:cubicBezTo>
                  <a:pt x="50912" y="6013"/>
                  <a:pt x="51390" y="4827"/>
                  <a:pt x="52460" y="3879"/>
                </a:cubicBezTo>
                <a:cubicBezTo>
                  <a:pt x="47472" y="4284"/>
                  <a:pt x="43335" y="6341"/>
                  <a:pt x="40192" y="10039"/>
                </a:cubicBezTo>
                <a:cubicBezTo>
                  <a:pt x="42041" y="11611"/>
                  <a:pt x="43497" y="13645"/>
                  <a:pt x="44834" y="15975"/>
                </a:cubicBezTo>
                <a:cubicBezTo>
                  <a:pt x="46039" y="18460"/>
                  <a:pt x="46806" y="20836"/>
                  <a:pt x="47002" y="23259"/>
                </a:cubicBezTo>
                <a:cubicBezTo>
                  <a:pt x="47338" y="27393"/>
                  <a:pt x="46498" y="31191"/>
                  <a:pt x="44472" y="34512"/>
                </a:cubicBezTo>
                <a:cubicBezTo>
                  <a:pt x="42446" y="37832"/>
                  <a:pt x="39803" y="40629"/>
                  <a:pt x="36379" y="42628"/>
                </a:cubicBezTo>
                <a:cubicBezTo>
                  <a:pt x="32823" y="44782"/>
                  <a:pt x="29187" y="45937"/>
                  <a:pt x="25339" y="46250"/>
                </a:cubicBezTo>
                <a:cubicBezTo>
                  <a:pt x="20065" y="46677"/>
                  <a:pt x="15246" y="45634"/>
                  <a:pt x="10739" y="43130"/>
                </a:cubicBezTo>
                <a:cubicBezTo>
                  <a:pt x="9475" y="45241"/>
                  <a:pt x="9067" y="47282"/>
                  <a:pt x="9252" y="49563"/>
                </a:cubicBezTo>
                <a:cubicBezTo>
                  <a:pt x="9460" y="52128"/>
                  <a:pt x="10358" y="54351"/>
                  <a:pt x="12218" y="56065"/>
                </a:cubicBezTo>
                <a:cubicBezTo>
                  <a:pt x="14079" y="57779"/>
                  <a:pt x="16144" y="58473"/>
                  <a:pt x="18709" y="58265"/>
                </a:cubicBezTo>
                <a:lnTo>
                  <a:pt x="30397" y="57317"/>
                </a:lnTo>
                <a:cubicBezTo>
                  <a:pt x="36098" y="56854"/>
                  <a:pt x="41133" y="57020"/>
                  <a:pt x="45775" y="57648"/>
                </a:cubicBezTo>
                <a:cubicBezTo>
                  <a:pt x="50428" y="58418"/>
                  <a:pt x="54296" y="60113"/>
                  <a:pt x="57674" y="62852"/>
                </a:cubicBezTo>
                <a:cubicBezTo>
                  <a:pt x="61041" y="65448"/>
                  <a:pt x="62955" y="69596"/>
                  <a:pt x="63418" y="75298"/>
                </a:cubicBezTo>
                <a:cubicBezTo>
                  <a:pt x="63753" y="79431"/>
                  <a:pt x="62178" y="83002"/>
                  <a:pt x="58988" y="86130"/>
                </a:cubicBezTo>
                <a:cubicBezTo>
                  <a:pt x="55645" y="89127"/>
                  <a:pt x="51531" y="91469"/>
                  <a:pt x="46789" y="93145"/>
                </a:cubicBezTo>
                <a:cubicBezTo>
                  <a:pt x="42035" y="94678"/>
                  <a:pt x="37532" y="95761"/>
                  <a:pt x="33399" y="96096"/>
                </a:cubicBezTo>
                <a:cubicBezTo>
                  <a:pt x="29123" y="96443"/>
                  <a:pt x="24504" y="96100"/>
                  <a:pt x="19566" y="95353"/>
                </a:cubicBezTo>
                <a:cubicBezTo>
                  <a:pt x="14473" y="94475"/>
                  <a:pt x="10035" y="92826"/>
                  <a:pt x="6395" y="90396"/>
                </a:cubicBezTo>
                <a:cubicBezTo>
                  <a:pt x="2600" y="87834"/>
                  <a:pt x="613" y="84552"/>
                  <a:pt x="277" y="80419"/>
                </a:cubicBezTo>
                <a:close/>
                <a:moveTo>
                  <a:pt x="8259" y="79771"/>
                </a:moveTo>
                <a:cubicBezTo>
                  <a:pt x="8513" y="82907"/>
                  <a:pt x="10016" y="85511"/>
                  <a:pt x="12755" y="87441"/>
                </a:cubicBezTo>
                <a:cubicBezTo>
                  <a:pt x="15494" y="89371"/>
                  <a:pt x="18756" y="90684"/>
                  <a:pt x="22555" y="91524"/>
                </a:cubicBezTo>
                <a:cubicBezTo>
                  <a:pt x="26341" y="92221"/>
                  <a:pt x="29808" y="92514"/>
                  <a:pt x="33086" y="92248"/>
                </a:cubicBezTo>
                <a:cubicBezTo>
                  <a:pt x="36222" y="91994"/>
                  <a:pt x="39597" y="91146"/>
                  <a:pt x="43221" y="89848"/>
                </a:cubicBezTo>
                <a:cubicBezTo>
                  <a:pt x="46835" y="88407"/>
                  <a:pt x="49843" y="86585"/>
                  <a:pt x="52235" y="84239"/>
                </a:cubicBezTo>
                <a:cubicBezTo>
                  <a:pt x="54627" y="81893"/>
                  <a:pt x="55691" y="79081"/>
                  <a:pt x="55436" y="75945"/>
                </a:cubicBezTo>
                <a:cubicBezTo>
                  <a:pt x="55032" y="70956"/>
                  <a:pt x="52497" y="68006"/>
                  <a:pt x="47820" y="66950"/>
                </a:cubicBezTo>
                <a:cubicBezTo>
                  <a:pt x="43144" y="65895"/>
                  <a:pt x="37527" y="65633"/>
                  <a:pt x="31113" y="66153"/>
                </a:cubicBezTo>
                <a:lnTo>
                  <a:pt x="19426" y="67101"/>
                </a:lnTo>
                <a:cubicBezTo>
                  <a:pt x="17146" y="67286"/>
                  <a:pt x="15196" y="68018"/>
                  <a:pt x="13413" y="69024"/>
                </a:cubicBezTo>
                <a:cubicBezTo>
                  <a:pt x="11641" y="70172"/>
                  <a:pt x="10331" y="71713"/>
                  <a:pt x="9353" y="73801"/>
                </a:cubicBezTo>
                <a:cubicBezTo>
                  <a:pt x="8363" y="75746"/>
                  <a:pt x="8097" y="77776"/>
                  <a:pt x="8259" y="79771"/>
                </a:cubicBezTo>
                <a:close/>
                <a:moveTo>
                  <a:pt x="25026" y="42401"/>
                </a:moveTo>
                <a:cubicBezTo>
                  <a:pt x="33008" y="41754"/>
                  <a:pt x="36679" y="35718"/>
                  <a:pt x="35743" y="24173"/>
                </a:cubicBezTo>
                <a:cubicBezTo>
                  <a:pt x="35350" y="19327"/>
                  <a:pt x="34159" y="15263"/>
                  <a:pt x="32183" y="12123"/>
                </a:cubicBezTo>
                <a:cubicBezTo>
                  <a:pt x="30218" y="9126"/>
                  <a:pt x="26801" y="7682"/>
                  <a:pt x="22241" y="8052"/>
                </a:cubicBezTo>
                <a:cubicBezTo>
                  <a:pt x="17537" y="8433"/>
                  <a:pt x="14540" y="10398"/>
                  <a:pt x="13084" y="13672"/>
                </a:cubicBezTo>
                <a:cubicBezTo>
                  <a:pt x="11640" y="17089"/>
                  <a:pt x="11120" y="21292"/>
                  <a:pt x="11513" y="26138"/>
                </a:cubicBezTo>
                <a:cubicBezTo>
                  <a:pt x="11767" y="29274"/>
                  <a:pt x="12283" y="32101"/>
                  <a:pt x="13204" y="34609"/>
                </a:cubicBezTo>
                <a:cubicBezTo>
                  <a:pt x="13982" y="37128"/>
                  <a:pt x="15438" y="39162"/>
                  <a:pt x="17276" y="40591"/>
                </a:cubicBezTo>
                <a:cubicBezTo>
                  <a:pt x="19125" y="42163"/>
                  <a:pt x="21748" y="42667"/>
                  <a:pt x="25026" y="424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25199-E778-457E-AA99-C5F74D9E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569" y="3834974"/>
            <a:ext cx="56777" cy="65937"/>
          </a:xfrm>
          <a:custGeom xmlns:a="http://schemas.openxmlformats.org/drawingml/2006/main">
            <a:pathLst>
              <a:path w="56777" h="65937">
                <a:moveTo>
                  <a:pt x="34597" y="65463"/>
                </a:moveTo>
                <a:cubicBezTo>
                  <a:pt x="28753" y="65937"/>
                  <a:pt x="23364" y="64940"/>
                  <a:pt x="18275" y="62340"/>
                </a:cubicBezTo>
                <a:cubicBezTo>
                  <a:pt x="13187" y="59740"/>
                  <a:pt x="9015" y="56061"/>
                  <a:pt x="5890" y="51149"/>
                </a:cubicBezTo>
                <a:cubicBezTo>
                  <a:pt x="2624" y="46250"/>
                  <a:pt x="913" y="41080"/>
                  <a:pt x="451" y="35379"/>
                </a:cubicBezTo>
                <a:cubicBezTo>
                  <a:pt x="0" y="29820"/>
                  <a:pt x="713" y="24454"/>
                  <a:pt x="2873" y="19258"/>
                </a:cubicBezTo>
                <a:cubicBezTo>
                  <a:pt x="5034" y="14061"/>
                  <a:pt x="8131" y="9793"/>
                  <a:pt x="12438" y="6287"/>
                </a:cubicBezTo>
                <a:cubicBezTo>
                  <a:pt x="16745" y="2782"/>
                  <a:pt x="21606" y="809"/>
                  <a:pt x="27307" y="347"/>
                </a:cubicBezTo>
                <a:cubicBezTo>
                  <a:pt x="31583" y="0"/>
                  <a:pt x="35501" y="543"/>
                  <a:pt x="38894" y="1702"/>
                </a:cubicBezTo>
                <a:cubicBezTo>
                  <a:pt x="42146" y="2873"/>
                  <a:pt x="45016" y="4649"/>
                  <a:pt x="47362" y="7041"/>
                </a:cubicBezTo>
                <a:cubicBezTo>
                  <a:pt x="49565" y="9445"/>
                  <a:pt x="51387" y="12453"/>
                  <a:pt x="52805" y="15782"/>
                </a:cubicBezTo>
                <a:cubicBezTo>
                  <a:pt x="54092" y="19264"/>
                  <a:pt x="54974" y="23066"/>
                  <a:pt x="55321" y="27342"/>
                </a:cubicBezTo>
                <a:cubicBezTo>
                  <a:pt x="55425" y="28625"/>
                  <a:pt x="54901" y="29241"/>
                  <a:pt x="54046" y="29310"/>
                </a:cubicBezTo>
                <a:lnTo>
                  <a:pt x="12712" y="32663"/>
                </a:lnTo>
                <a:lnTo>
                  <a:pt x="12839" y="34231"/>
                </a:lnTo>
                <a:cubicBezTo>
                  <a:pt x="13487" y="42212"/>
                  <a:pt x="15598" y="48784"/>
                  <a:pt x="19196" y="54231"/>
                </a:cubicBezTo>
                <a:cubicBezTo>
                  <a:pt x="22794" y="59678"/>
                  <a:pt x="28287" y="61958"/>
                  <a:pt x="35556" y="61368"/>
                </a:cubicBezTo>
                <a:cubicBezTo>
                  <a:pt x="38407" y="61137"/>
                  <a:pt x="41068" y="60347"/>
                  <a:pt x="43530" y="58857"/>
                </a:cubicBezTo>
                <a:cubicBezTo>
                  <a:pt x="45849" y="57377"/>
                  <a:pt x="47837" y="55351"/>
                  <a:pt x="49505" y="52920"/>
                </a:cubicBezTo>
                <a:cubicBezTo>
                  <a:pt x="51030" y="50501"/>
                  <a:pt x="52105" y="47832"/>
                  <a:pt x="52598" y="45066"/>
                </a:cubicBezTo>
                <a:cubicBezTo>
                  <a:pt x="52574" y="44781"/>
                  <a:pt x="52836" y="44472"/>
                  <a:pt x="53098" y="44164"/>
                </a:cubicBezTo>
                <a:cubicBezTo>
                  <a:pt x="53360" y="43856"/>
                  <a:pt x="53634" y="43690"/>
                  <a:pt x="53919" y="43667"/>
                </a:cubicBezTo>
                <a:lnTo>
                  <a:pt x="55202" y="43563"/>
                </a:lnTo>
                <a:cubicBezTo>
                  <a:pt x="56057" y="43494"/>
                  <a:pt x="56685" y="44160"/>
                  <a:pt x="56777" y="45301"/>
                </a:cubicBezTo>
                <a:cubicBezTo>
                  <a:pt x="55791" y="50832"/>
                  <a:pt x="53287" y="55339"/>
                  <a:pt x="49146" y="59118"/>
                </a:cubicBezTo>
                <a:cubicBezTo>
                  <a:pt x="44863" y="62909"/>
                  <a:pt x="40013" y="65024"/>
                  <a:pt x="34597" y="65463"/>
                </a:cubicBezTo>
                <a:close/>
                <a:moveTo>
                  <a:pt x="12566" y="29088"/>
                </a:moveTo>
                <a:lnTo>
                  <a:pt x="45062" y="26452"/>
                </a:lnTo>
                <a:cubicBezTo>
                  <a:pt x="44785" y="23032"/>
                  <a:pt x="43914" y="19372"/>
                  <a:pt x="42616" y="15747"/>
                </a:cubicBezTo>
                <a:cubicBezTo>
                  <a:pt x="41318" y="12122"/>
                  <a:pt x="39365" y="9268"/>
                  <a:pt x="36888" y="7030"/>
                </a:cubicBezTo>
                <a:cubicBezTo>
                  <a:pt x="34411" y="4792"/>
                  <a:pt x="31313" y="3752"/>
                  <a:pt x="27608" y="4053"/>
                </a:cubicBezTo>
                <a:cubicBezTo>
                  <a:pt x="22192" y="4492"/>
                  <a:pt x="18124" y="7404"/>
                  <a:pt x="15678" y="12624"/>
                </a:cubicBezTo>
                <a:cubicBezTo>
                  <a:pt x="13101" y="17998"/>
                  <a:pt x="12103" y="23387"/>
                  <a:pt x="12566" y="290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9C879-6091-4CDD-BC9E-62A91633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115" y="3829531"/>
            <a:ext cx="77245" cy="66882"/>
          </a:xfrm>
          <a:custGeom xmlns:a="http://schemas.openxmlformats.org/drawingml/2006/main">
            <a:pathLst>
              <a:path w="77245" h="66882">
                <a:moveTo>
                  <a:pt x="4982" y="66882"/>
                </a:moveTo>
                <a:lnTo>
                  <a:pt x="4578" y="61894"/>
                </a:lnTo>
                <a:cubicBezTo>
                  <a:pt x="7713" y="61639"/>
                  <a:pt x="10410" y="61277"/>
                  <a:pt x="12502" y="60534"/>
                </a:cubicBezTo>
                <a:cubicBezTo>
                  <a:pt x="14451" y="59802"/>
                  <a:pt x="15487" y="58426"/>
                  <a:pt x="15325" y="56431"/>
                </a:cubicBezTo>
                <a:lnTo>
                  <a:pt x="12169" y="17520"/>
                </a:lnTo>
                <a:cubicBezTo>
                  <a:pt x="11961" y="14955"/>
                  <a:pt x="11383" y="13137"/>
                  <a:pt x="10578" y="12054"/>
                </a:cubicBezTo>
                <a:cubicBezTo>
                  <a:pt x="9631" y="10983"/>
                  <a:pt x="8587" y="10494"/>
                  <a:pt x="7138" y="10325"/>
                </a:cubicBezTo>
                <a:cubicBezTo>
                  <a:pt x="5690" y="10155"/>
                  <a:pt x="3398" y="10198"/>
                  <a:pt x="405" y="10441"/>
                </a:cubicBezTo>
                <a:lnTo>
                  <a:pt x="0" y="5452"/>
                </a:lnTo>
                <a:lnTo>
                  <a:pt x="20540" y="2208"/>
                </a:lnTo>
                <a:lnTo>
                  <a:pt x="21672" y="16176"/>
                </a:lnTo>
                <a:cubicBezTo>
                  <a:pt x="23202" y="12035"/>
                  <a:pt x="25775" y="8383"/>
                  <a:pt x="29272" y="5517"/>
                </a:cubicBezTo>
                <a:cubicBezTo>
                  <a:pt x="32770" y="2651"/>
                  <a:pt x="36645" y="902"/>
                  <a:pt x="41206" y="532"/>
                </a:cubicBezTo>
                <a:cubicBezTo>
                  <a:pt x="47763" y="0"/>
                  <a:pt x="52747" y="1317"/>
                  <a:pt x="56422" y="4176"/>
                </a:cubicBezTo>
                <a:cubicBezTo>
                  <a:pt x="59955" y="7045"/>
                  <a:pt x="62058" y="11753"/>
                  <a:pt x="62578" y="18166"/>
                </a:cubicBezTo>
                <a:lnTo>
                  <a:pt x="65353" y="52373"/>
                </a:lnTo>
                <a:cubicBezTo>
                  <a:pt x="65515" y="54369"/>
                  <a:pt x="66616" y="55571"/>
                  <a:pt x="68801" y="55967"/>
                </a:cubicBezTo>
                <a:cubicBezTo>
                  <a:pt x="70842" y="56376"/>
                  <a:pt x="73562" y="56298"/>
                  <a:pt x="76840" y="56033"/>
                </a:cubicBezTo>
                <a:lnTo>
                  <a:pt x="77245" y="61021"/>
                </a:lnTo>
                <a:lnTo>
                  <a:pt x="44605" y="63668"/>
                </a:lnTo>
                <a:lnTo>
                  <a:pt x="44201" y="58680"/>
                </a:lnTo>
                <a:cubicBezTo>
                  <a:pt x="47337" y="58425"/>
                  <a:pt x="50033" y="58063"/>
                  <a:pt x="52125" y="57320"/>
                </a:cubicBezTo>
                <a:cubicBezTo>
                  <a:pt x="54074" y="56588"/>
                  <a:pt x="55110" y="55213"/>
                  <a:pt x="54948" y="53217"/>
                </a:cubicBezTo>
                <a:lnTo>
                  <a:pt x="52208" y="19438"/>
                </a:lnTo>
                <a:cubicBezTo>
                  <a:pt x="51839" y="14877"/>
                  <a:pt x="50814" y="11086"/>
                  <a:pt x="49288" y="8197"/>
                </a:cubicBezTo>
                <a:cubicBezTo>
                  <a:pt x="47620" y="5320"/>
                  <a:pt x="44785" y="3972"/>
                  <a:pt x="40652" y="4307"/>
                </a:cubicBezTo>
                <a:cubicBezTo>
                  <a:pt x="35093" y="4758"/>
                  <a:pt x="30717" y="7408"/>
                  <a:pt x="27512" y="12116"/>
                </a:cubicBezTo>
                <a:cubicBezTo>
                  <a:pt x="24307" y="16823"/>
                  <a:pt x="23002" y="21950"/>
                  <a:pt x="23452" y="27509"/>
                </a:cubicBezTo>
                <a:lnTo>
                  <a:pt x="25730" y="55587"/>
                </a:lnTo>
                <a:cubicBezTo>
                  <a:pt x="25892" y="57582"/>
                  <a:pt x="26993" y="58784"/>
                  <a:pt x="29178" y="59181"/>
                </a:cubicBezTo>
                <a:cubicBezTo>
                  <a:pt x="31219" y="59589"/>
                  <a:pt x="33939" y="59512"/>
                  <a:pt x="37217" y="59246"/>
                </a:cubicBezTo>
                <a:lnTo>
                  <a:pt x="37622" y="64235"/>
                </a:lnTo>
                <a:lnTo>
                  <a:pt x="4982" y="668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56953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2026-09-05T18:01:54.6810000Z</dcterms:created>
  <dcterms:modified xsi:type="dcterms:W3CDTF">2026-09-05T18:01:54.6810000Z</dcterms:modified>
</coreProperties>
</file>