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d6267dcf6413f" /><Relationship Type="http://schemas.openxmlformats.org/officeDocument/2006/relationships/extended-properties" Target="/docProps/app.xml" Id="Racabac3bf7564743" /><Relationship Type="http://schemas.openxmlformats.org/officeDocument/2006/relationships/officeDocument" Target="/ppt/presentation.xml" Id="R43eb6913ffa2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6b388f5b949f6"/>
  </p:sldMasterIdLst>
  <p:notesMasterIdLst>
    <p:notesMasterId xmlns:r="http://schemas.openxmlformats.org/officeDocument/2006/relationships" r:id="R0343a45e2c4d433d"/>
  </p:notesMasterIdLst>
  <p:sldIdLst>
    <p:sldId xmlns:r="http://schemas.openxmlformats.org/officeDocument/2006/relationships" id="256" r:id="R9e92ac56c2424ae6"/>
  </p:sldIdLst>
  <p:sldSz cx="14030325" cy="5629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0dd61efaba47d6" /><Relationship Type="http://schemas.openxmlformats.org/officeDocument/2006/relationships/slideMaster" Target="/ppt/slideMasters/slideMaster1.xml" Id="R04c6b388f5b949f6" /><Relationship Type="http://schemas.openxmlformats.org/officeDocument/2006/relationships/notesMaster" Target="/ppt/notesMasters/notesMaster1.xml" Id="R0343a45e2c4d433d" /><Relationship Type="http://schemas.openxmlformats.org/officeDocument/2006/relationships/presProps" Target="/ppt/presProps.xml" Id="R38cb4b2d0eff4a26" /><Relationship Type="http://schemas.openxmlformats.org/officeDocument/2006/relationships/tableStyles" Target="/ppt/tableStyles.xml" Id="Rddb891c98fab40ee" /><Relationship Type="http://schemas.openxmlformats.org/officeDocument/2006/relationships/slide" Target="/ppt/slides/slide1.xml" Id="R9e92ac56c242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ea960c552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f006703444618" /><Relationship Type="http://schemas.openxmlformats.org/officeDocument/2006/relationships/notesMaster" Target="/ppt/notesMasters/notesMaster1.xml" Id="Ra83c118a73b846f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素材ID：AI-046</ns1:t>
            </ns1:r>
          </ns1:p>
          <ns1:p>
            <ns1:r>
              <ns1:t>论文：Mip-Splatting: Alias-free 3D Gaussian Splatting</ns1:t>
            </ns1:r>
          </ns1:p>
          <ns1:p>
            <ns1:r>
              <ns1:t>会议：CVPR 2024</ns1:t>
            </ns1:r>
          </ns1:p>
          <ns1:p>
            <ns1:r>
              <ns1:t>奖项：Best Student Paper</ns1:t>
            </ns1:r>
          </ns1:p>
          <ns1:p>
            <ns1:r>
              <ns1:t>图号：Figure 1，PDF第1页</ns1:t>
            </ns1:r>
          </ns1:p>
          <ns1:p>
            <ns1:r>
              <ns1:t>类型：动机示例</ns1:t>
            </ns1:r>
          </ns1:p>
          <ns1:p>
            <ns1:r>
              <ns1:t>借鉴点：将四格投影几何与真实图像放大缺陷一一对应，直观说明模型偏差如何产生可见伪影。</ns1:t>
            </ns1:r>
          </ns1:p>
          <ns1:p>
            <ns1:r>
              <ns1:t>论文URL：https://openaccess.thecvf.com/content/CVPR2024/html/Yu_Mip-Splatting_Alias-free_3D_Gaussian_Splatting_CVPR_2024_paper.html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f78339b29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ed20508c94d66" /><Relationship Type="http://schemas.openxmlformats.org/officeDocument/2006/relationships/slideLayout" Target="/ppt/slideLayouts/slideLayout1.xml" Id="R5a62034138b4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62034138b4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292a19fae4632" /><Relationship Type="http://schemas.openxmlformats.org/officeDocument/2006/relationships/image" Target="/ppt/media/image.png" Id="Rc004005ef03d4a1b" /><Relationship Type="http://schemas.openxmlformats.org/officeDocument/2006/relationships/image" Target="/ppt/media/image2.png" Id="R4abf9f41910049e4" /><Relationship Type="http://schemas.openxmlformats.org/officeDocument/2006/relationships/image" Target="/ppt/media/image3.png" Id="R2eb4d8c747bb4c63" /><Relationship Type="http://schemas.openxmlformats.org/officeDocument/2006/relationships/image" Target="/ppt/media/image4.png" Id="R97395c6a05ad41ff" /><Relationship Type="http://schemas.openxmlformats.org/officeDocument/2006/relationships/image" Target="/ppt/media/image5.png" Id="Rad261bbd7fd44a5e" /><Relationship Type="http://schemas.openxmlformats.org/officeDocument/2006/relationships/image" Target="/ppt/media/image6.png" Id="R5f034e766bdb4eee" /><Relationship Type="http://schemas.openxmlformats.org/officeDocument/2006/relationships/image" Target="/ppt/media/image7.png" Id="Rc41a5f074a414f2a" /><Relationship Type="http://schemas.openxmlformats.org/officeDocument/2006/relationships/image" Target="/ppt/media/image8.png" Id="Ra7756e38747942fd" /><Relationship Type="http://schemas.openxmlformats.org/officeDocument/2006/relationships/notesSlide" Target="/ppt/notesSlides/notesSlide1.xml" Id="R28522987695d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496F1-8423-4BF1-B210-E1A02115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552" y="2848605"/>
            <a:ext cx="4983180" cy="2712446"/>
          </a:xfrm>
          <a:custGeom xmlns:a="http://schemas.openxmlformats.org/drawingml/2006/main">
            <a:pathLst>
              <a:path w="4983180" h="2712446">
                <a:moveTo>
                  <a:pt x="180991" y="0"/>
                </a:moveTo>
                <a:lnTo>
                  <a:pt x="4801988" y="0"/>
                </a:lnTo>
                <a:cubicBezTo>
                  <a:pt x="4902394" y="0"/>
                  <a:pt x="4983180" y="80737"/>
                  <a:pt x="4983180" y="181142"/>
                </a:cubicBezTo>
                <a:lnTo>
                  <a:pt x="4983180" y="2531455"/>
                </a:lnTo>
                <a:cubicBezTo>
                  <a:pt x="4983180" y="2631659"/>
                  <a:pt x="4902394" y="2712446"/>
                  <a:pt x="4801988" y="2712446"/>
                </a:cubicBezTo>
                <a:lnTo>
                  <a:pt x="180991" y="2712446"/>
                </a:lnTo>
                <a:cubicBezTo>
                  <a:pt x="80787" y="2712446"/>
                  <a:pt x="0" y="2631659"/>
                  <a:pt x="0" y="2531455"/>
                </a:cubicBezTo>
                <a:lnTo>
                  <a:pt x="0" y="181142"/>
                </a:lnTo>
                <a:cubicBezTo>
                  <a:pt x="0" y="80737"/>
                  <a:pt x="80787" y="0"/>
                  <a:pt x="180991" y="0"/>
                </a:cubicBezTo>
                <a:close/>
                <a:moveTo>
                  <a:pt x="180991" y="0"/>
                </a:moveTo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(c)Zoom-outof(a)">
            <a:extLst xmlns:a="http://schemas.openxmlformats.org/drawingml/2006/main">
              <a:ext uri="{FF2B5EF4-FFF2-40B4-BE49-F238E27FC236}">
                <a16:creationId xmlns:a16="http://schemas.microsoft.com/office/drawing/2014/main" id="{692AA35E-D47A-47EE-8A35-CC4259D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944" y="2968890"/>
            <a:ext cx="1535055" cy="143521"/>
          </a:xfrm>
          <a:custGeom xmlns:a="http://schemas.openxmlformats.org/drawingml/2006/main">
            <a:pathLst>
              <a:path w="1535055" h="143521">
                <a:moveTo>
                  <a:pt x="46845" y="143521"/>
                </a:moveTo>
                <a:lnTo>
                  <a:pt x="23501" y="143521"/>
                </a:lnTo>
                <a:cubicBezTo>
                  <a:pt x="15484" y="130579"/>
                  <a:pt x="9563" y="118278"/>
                  <a:pt x="5738" y="106619"/>
                </a:cubicBezTo>
                <a:cubicBezTo>
                  <a:pt x="1913" y="94960"/>
                  <a:pt x="0" y="83393"/>
                  <a:pt x="0" y="71918"/>
                </a:cubicBezTo>
                <a:cubicBezTo>
                  <a:pt x="0" y="60442"/>
                  <a:pt x="1926" y="48823"/>
                  <a:pt x="5777" y="37059"/>
                </a:cubicBezTo>
                <a:cubicBezTo>
                  <a:pt x="9628" y="25296"/>
                  <a:pt x="15536" y="12995"/>
                  <a:pt x="23501" y="157"/>
                </a:cubicBezTo>
                <a:lnTo>
                  <a:pt x="46845" y="157"/>
                </a:lnTo>
                <a:cubicBezTo>
                  <a:pt x="40138" y="12576"/>
                  <a:pt x="35107" y="24719"/>
                  <a:pt x="31754" y="36588"/>
                </a:cubicBezTo>
                <a:cubicBezTo>
                  <a:pt x="28400" y="48456"/>
                  <a:pt x="26724" y="60180"/>
                  <a:pt x="26724" y="71761"/>
                </a:cubicBezTo>
                <a:cubicBezTo>
                  <a:pt x="26724" y="83341"/>
                  <a:pt x="28387" y="95078"/>
                  <a:pt x="31715" y="106973"/>
                </a:cubicBezTo>
                <a:cubicBezTo>
                  <a:pt x="35042" y="118867"/>
                  <a:pt x="40085" y="131050"/>
                  <a:pt x="46845" y="143521"/>
                </a:cubicBezTo>
                <a:close/>
                <a:moveTo>
                  <a:pt x="144381" y="36941"/>
                </a:moveTo>
                <a:lnTo>
                  <a:pt x="144381" y="59892"/>
                </a:lnTo>
                <a:cubicBezTo>
                  <a:pt x="140556" y="57272"/>
                  <a:pt x="136718" y="55334"/>
                  <a:pt x="132866" y="54076"/>
                </a:cubicBezTo>
                <a:cubicBezTo>
                  <a:pt x="129015" y="52818"/>
                  <a:pt x="125019" y="52190"/>
                  <a:pt x="120880" y="52190"/>
                </a:cubicBezTo>
                <a:cubicBezTo>
                  <a:pt x="113020" y="52190"/>
                  <a:pt x="106902" y="54489"/>
                  <a:pt x="102527" y="59089"/>
                </a:cubicBezTo>
                <a:cubicBezTo>
                  <a:pt x="98152" y="63687"/>
                  <a:pt x="95964" y="70112"/>
                  <a:pt x="95964" y="78363"/>
                </a:cubicBezTo>
                <a:cubicBezTo>
                  <a:pt x="95964" y="86614"/>
                  <a:pt x="98152" y="93040"/>
                  <a:pt x="102527" y="97639"/>
                </a:cubicBezTo>
                <a:cubicBezTo>
                  <a:pt x="106902" y="102237"/>
                  <a:pt x="113020" y="104536"/>
                  <a:pt x="120880" y="104536"/>
                </a:cubicBezTo>
                <a:cubicBezTo>
                  <a:pt x="125281" y="104536"/>
                  <a:pt x="129460" y="103875"/>
                  <a:pt x="133416" y="102552"/>
                </a:cubicBezTo>
                <a:cubicBezTo>
                  <a:pt x="137373" y="101229"/>
                  <a:pt x="141027" y="99270"/>
                  <a:pt x="144381" y="96676"/>
                </a:cubicBezTo>
                <a:lnTo>
                  <a:pt x="144381" y="119784"/>
                </a:lnTo>
                <a:cubicBezTo>
                  <a:pt x="139979" y="121409"/>
                  <a:pt x="135512" y="122627"/>
                  <a:pt x="130980" y="123439"/>
                </a:cubicBezTo>
                <a:cubicBezTo>
                  <a:pt x="126447" y="124251"/>
                  <a:pt x="121902" y="124658"/>
                  <a:pt x="117343" y="124658"/>
                </a:cubicBezTo>
                <a:cubicBezTo>
                  <a:pt x="101466" y="124658"/>
                  <a:pt x="89047" y="120577"/>
                  <a:pt x="80087" y="112416"/>
                </a:cubicBezTo>
                <a:cubicBezTo>
                  <a:pt x="71127" y="104253"/>
                  <a:pt x="66647" y="92902"/>
                  <a:pt x="66647" y="78363"/>
                </a:cubicBezTo>
                <a:cubicBezTo>
                  <a:pt x="66647" y="63824"/>
                  <a:pt x="71127" y="52474"/>
                  <a:pt x="80087" y="44312"/>
                </a:cubicBezTo>
                <a:cubicBezTo>
                  <a:pt x="89047" y="36150"/>
                  <a:pt x="101466" y="32068"/>
                  <a:pt x="117343" y="32068"/>
                </a:cubicBezTo>
                <a:cubicBezTo>
                  <a:pt x="121954" y="32068"/>
                  <a:pt x="126500" y="32474"/>
                  <a:pt x="130980" y="33287"/>
                </a:cubicBezTo>
                <a:cubicBezTo>
                  <a:pt x="135460" y="34099"/>
                  <a:pt x="139927" y="35317"/>
                  <a:pt x="144381" y="36941"/>
                </a:cubicBezTo>
                <a:close/>
                <a:moveTo>
                  <a:pt x="167914" y="143521"/>
                </a:moveTo>
                <a:cubicBezTo>
                  <a:pt x="174622" y="131050"/>
                  <a:pt x="179652" y="118867"/>
                  <a:pt x="183005" y="106973"/>
                </a:cubicBezTo>
                <a:cubicBezTo>
                  <a:pt x="186359" y="95078"/>
                  <a:pt x="188036" y="83341"/>
                  <a:pt x="188036" y="71761"/>
                </a:cubicBezTo>
                <a:cubicBezTo>
                  <a:pt x="188036" y="60180"/>
                  <a:pt x="186359" y="48456"/>
                  <a:pt x="183005" y="36588"/>
                </a:cubicBezTo>
                <a:cubicBezTo>
                  <a:pt x="179652" y="24719"/>
                  <a:pt x="174622" y="12576"/>
                  <a:pt x="167914" y="157"/>
                </a:cubicBezTo>
                <a:lnTo>
                  <a:pt x="191258" y="157"/>
                </a:lnTo>
                <a:cubicBezTo>
                  <a:pt x="199223" y="12995"/>
                  <a:pt x="205131" y="25296"/>
                  <a:pt x="208982" y="37059"/>
                </a:cubicBezTo>
                <a:cubicBezTo>
                  <a:pt x="212834" y="48823"/>
                  <a:pt x="214759" y="60442"/>
                  <a:pt x="214759" y="71918"/>
                </a:cubicBezTo>
                <a:cubicBezTo>
                  <a:pt x="214759" y="83393"/>
                  <a:pt x="212847" y="94960"/>
                  <a:pt x="209022" y="106619"/>
                </a:cubicBezTo>
                <a:cubicBezTo>
                  <a:pt x="205196" y="118278"/>
                  <a:pt x="199275" y="130579"/>
                  <a:pt x="191258" y="143521"/>
                </a:cubicBezTo>
                <a:lnTo>
                  <a:pt x="167914" y="143521"/>
                </a:lnTo>
                <a:close/>
                <a:moveTo>
                  <a:pt x="288655" y="4873"/>
                </a:moveTo>
                <a:lnTo>
                  <a:pt x="380851" y="4873"/>
                </a:lnTo>
                <a:lnTo>
                  <a:pt x="380851" y="16987"/>
                </a:lnTo>
                <a:lnTo>
                  <a:pt x="306654" y="108938"/>
                </a:lnTo>
                <a:lnTo>
                  <a:pt x="382659" y="108938"/>
                </a:lnTo>
                <a:lnTo>
                  <a:pt x="382659" y="122300"/>
                </a:lnTo>
                <a:lnTo>
                  <a:pt x="286847" y="122300"/>
                </a:lnTo>
                <a:lnTo>
                  <a:pt x="286847" y="110186"/>
                </a:lnTo>
                <a:lnTo>
                  <a:pt x="361044" y="18235"/>
                </a:lnTo>
                <a:lnTo>
                  <a:pt x="288655" y="18235"/>
                </a:lnTo>
                <a:lnTo>
                  <a:pt x="288655" y="4873"/>
                </a:lnTo>
                <a:close/>
                <a:moveTo>
                  <a:pt x="439162" y="44330"/>
                </a:moveTo>
                <a:cubicBezTo>
                  <a:pt x="431407" y="44330"/>
                  <a:pt x="425276" y="47363"/>
                  <a:pt x="420770" y="53430"/>
                </a:cubicBezTo>
                <a:cubicBezTo>
                  <a:pt x="416263" y="59495"/>
                  <a:pt x="414010" y="67806"/>
                  <a:pt x="414010" y="78363"/>
                </a:cubicBezTo>
                <a:cubicBezTo>
                  <a:pt x="414010" y="88920"/>
                  <a:pt x="416250" y="97232"/>
                  <a:pt x="420731" y="103298"/>
                </a:cubicBezTo>
                <a:cubicBezTo>
                  <a:pt x="425211" y="109364"/>
                  <a:pt x="431354" y="112396"/>
                  <a:pt x="439162" y="112396"/>
                </a:cubicBezTo>
                <a:cubicBezTo>
                  <a:pt x="446865" y="112396"/>
                  <a:pt x="452969" y="109350"/>
                  <a:pt x="457475" y="103259"/>
                </a:cubicBezTo>
                <a:cubicBezTo>
                  <a:pt x="461982" y="97166"/>
                  <a:pt x="464235" y="88867"/>
                  <a:pt x="464235" y="78363"/>
                </a:cubicBezTo>
                <a:cubicBezTo>
                  <a:pt x="464235" y="67911"/>
                  <a:pt x="461982" y="59626"/>
                  <a:pt x="457475" y="53509"/>
                </a:cubicBezTo>
                <a:cubicBezTo>
                  <a:pt x="452969" y="47389"/>
                  <a:pt x="446865" y="44330"/>
                  <a:pt x="439162" y="44330"/>
                </a:cubicBezTo>
                <a:moveTo>
                  <a:pt x="439162" y="32068"/>
                </a:moveTo>
                <a:cubicBezTo>
                  <a:pt x="451738" y="32068"/>
                  <a:pt x="461615" y="36163"/>
                  <a:pt x="468794" y="44352"/>
                </a:cubicBezTo>
                <a:cubicBezTo>
                  <a:pt x="475972" y="52539"/>
                  <a:pt x="479562" y="63876"/>
                  <a:pt x="479562" y="78363"/>
                </a:cubicBezTo>
                <a:cubicBezTo>
                  <a:pt x="479562" y="92797"/>
                  <a:pt x="475972" y="104122"/>
                  <a:pt x="468794" y="112337"/>
                </a:cubicBezTo>
                <a:cubicBezTo>
                  <a:pt x="461615" y="120551"/>
                  <a:pt x="451738" y="124658"/>
                  <a:pt x="439162" y="124658"/>
                </a:cubicBezTo>
                <a:cubicBezTo>
                  <a:pt x="426534" y="124658"/>
                  <a:pt x="416643" y="120551"/>
                  <a:pt x="409491" y="112337"/>
                </a:cubicBezTo>
                <a:cubicBezTo>
                  <a:pt x="402338" y="104122"/>
                  <a:pt x="398762" y="92797"/>
                  <a:pt x="398762" y="78363"/>
                </a:cubicBezTo>
                <a:cubicBezTo>
                  <a:pt x="398762" y="63876"/>
                  <a:pt x="402338" y="52539"/>
                  <a:pt x="409491" y="44352"/>
                </a:cubicBezTo>
                <a:cubicBezTo>
                  <a:pt x="416643" y="36163"/>
                  <a:pt x="426534" y="32068"/>
                  <a:pt x="439162" y="32068"/>
                </a:cubicBezTo>
                <a:close/>
                <a:moveTo>
                  <a:pt x="537514" y="44330"/>
                </a:moveTo>
                <a:cubicBezTo>
                  <a:pt x="529759" y="44330"/>
                  <a:pt x="523629" y="47363"/>
                  <a:pt x="519122" y="53430"/>
                </a:cubicBezTo>
                <a:cubicBezTo>
                  <a:pt x="514616" y="59495"/>
                  <a:pt x="512363" y="67806"/>
                  <a:pt x="512363" y="78363"/>
                </a:cubicBezTo>
                <a:cubicBezTo>
                  <a:pt x="512363" y="88920"/>
                  <a:pt x="514603" y="97232"/>
                  <a:pt x="519083" y="103298"/>
                </a:cubicBezTo>
                <a:cubicBezTo>
                  <a:pt x="523563" y="109364"/>
                  <a:pt x="529707" y="112396"/>
                  <a:pt x="537514" y="112396"/>
                </a:cubicBezTo>
                <a:cubicBezTo>
                  <a:pt x="545217" y="112396"/>
                  <a:pt x="551322" y="109350"/>
                  <a:pt x="555828" y="103259"/>
                </a:cubicBezTo>
                <a:cubicBezTo>
                  <a:pt x="560334" y="97166"/>
                  <a:pt x="562587" y="88867"/>
                  <a:pt x="562587" y="78363"/>
                </a:cubicBezTo>
                <a:cubicBezTo>
                  <a:pt x="562587" y="67911"/>
                  <a:pt x="560334" y="59626"/>
                  <a:pt x="555828" y="53509"/>
                </a:cubicBezTo>
                <a:cubicBezTo>
                  <a:pt x="551322" y="47389"/>
                  <a:pt x="545217" y="44330"/>
                  <a:pt x="537514" y="44330"/>
                </a:cubicBezTo>
                <a:moveTo>
                  <a:pt x="537514" y="32068"/>
                </a:moveTo>
                <a:cubicBezTo>
                  <a:pt x="550090" y="32068"/>
                  <a:pt x="559968" y="36163"/>
                  <a:pt x="567146" y="44352"/>
                </a:cubicBezTo>
                <a:cubicBezTo>
                  <a:pt x="574325" y="52539"/>
                  <a:pt x="577914" y="63876"/>
                  <a:pt x="577914" y="78363"/>
                </a:cubicBezTo>
                <a:cubicBezTo>
                  <a:pt x="577914" y="92797"/>
                  <a:pt x="574325" y="104122"/>
                  <a:pt x="567146" y="112337"/>
                </a:cubicBezTo>
                <a:cubicBezTo>
                  <a:pt x="559968" y="120551"/>
                  <a:pt x="550090" y="124658"/>
                  <a:pt x="537514" y="124658"/>
                </a:cubicBezTo>
                <a:cubicBezTo>
                  <a:pt x="524886" y="124658"/>
                  <a:pt x="514996" y="120551"/>
                  <a:pt x="507843" y="112337"/>
                </a:cubicBezTo>
                <a:cubicBezTo>
                  <a:pt x="500691" y="104122"/>
                  <a:pt x="497115" y="92797"/>
                  <a:pt x="497115" y="78363"/>
                </a:cubicBezTo>
                <a:cubicBezTo>
                  <a:pt x="497115" y="63876"/>
                  <a:pt x="500691" y="52539"/>
                  <a:pt x="507843" y="44352"/>
                </a:cubicBezTo>
                <a:cubicBezTo>
                  <a:pt x="514996" y="36163"/>
                  <a:pt x="524886" y="32068"/>
                  <a:pt x="537514" y="32068"/>
                </a:cubicBezTo>
                <a:close/>
                <a:moveTo>
                  <a:pt x="670293" y="51168"/>
                </a:moveTo>
                <a:cubicBezTo>
                  <a:pt x="673909" y="44644"/>
                  <a:pt x="678232" y="39830"/>
                  <a:pt x="683262" y="36725"/>
                </a:cubicBezTo>
                <a:cubicBezTo>
                  <a:pt x="688292" y="33621"/>
                  <a:pt x="694214" y="32068"/>
                  <a:pt x="701025" y="32068"/>
                </a:cubicBezTo>
                <a:cubicBezTo>
                  <a:pt x="710195" y="32068"/>
                  <a:pt x="717269" y="35285"/>
                  <a:pt x="722247" y="41719"/>
                </a:cubicBezTo>
                <a:cubicBezTo>
                  <a:pt x="727225" y="48151"/>
                  <a:pt x="729714" y="57300"/>
                  <a:pt x="729714" y="69167"/>
                </a:cubicBezTo>
                <a:lnTo>
                  <a:pt x="729714" y="122300"/>
                </a:lnTo>
                <a:lnTo>
                  <a:pt x="715173" y="122300"/>
                </a:lnTo>
                <a:lnTo>
                  <a:pt x="715173" y="69638"/>
                </a:lnTo>
                <a:cubicBezTo>
                  <a:pt x="715173" y="61176"/>
                  <a:pt x="713680" y="54895"/>
                  <a:pt x="710693" y="50794"/>
                </a:cubicBezTo>
                <a:cubicBezTo>
                  <a:pt x="707706" y="46694"/>
                  <a:pt x="703148" y="44644"/>
                  <a:pt x="697017" y="44644"/>
                </a:cubicBezTo>
                <a:cubicBezTo>
                  <a:pt x="689524" y="44644"/>
                  <a:pt x="683603" y="47140"/>
                  <a:pt x="679254" y="52133"/>
                </a:cubicBezTo>
                <a:cubicBezTo>
                  <a:pt x="674904" y="57124"/>
                  <a:pt x="672730" y="63929"/>
                  <a:pt x="672730" y="72547"/>
                </a:cubicBezTo>
                <a:lnTo>
                  <a:pt x="672730" y="122300"/>
                </a:lnTo>
                <a:lnTo>
                  <a:pt x="658189" y="122300"/>
                </a:lnTo>
                <a:lnTo>
                  <a:pt x="658189" y="69638"/>
                </a:lnTo>
                <a:cubicBezTo>
                  <a:pt x="658189" y="61124"/>
                  <a:pt x="656696" y="54829"/>
                  <a:pt x="653709" y="50755"/>
                </a:cubicBezTo>
                <a:cubicBezTo>
                  <a:pt x="650722" y="46681"/>
                  <a:pt x="646111" y="44644"/>
                  <a:pt x="639876" y="44644"/>
                </a:cubicBezTo>
                <a:cubicBezTo>
                  <a:pt x="632487" y="44644"/>
                  <a:pt x="626619" y="47154"/>
                  <a:pt x="622269" y="52172"/>
                </a:cubicBezTo>
                <a:cubicBezTo>
                  <a:pt x="617920" y="57190"/>
                  <a:pt x="615746" y="63981"/>
                  <a:pt x="615746" y="72547"/>
                </a:cubicBezTo>
                <a:lnTo>
                  <a:pt x="615746" y="122300"/>
                </a:lnTo>
                <a:lnTo>
                  <a:pt x="601205" y="122300"/>
                </a:lnTo>
                <a:lnTo>
                  <a:pt x="601205" y="34269"/>
                </a:lnTo>
                <a:lnTo>
                  <a:pt x="615746" y="34269"/>
                </a:lnTo>
                <a:lnTo>
                  <a:pt x="615746" y="47945"/>
                </a:lnTo>
                <a:cubicBezTo>
                  <a:pt x="619047" y="42522"/>
                  <a:pt x="623003" y="38520"/>
                  <a:pt x="627614" y="35939"/>
                </a:cubicBezTo>
                <a:cubicBezTo>
                  <a:pt x="632225" y="33359"/>
                  <a:pt x="637701" y="32068"/>
                  <a:pt x="644041" y="32068"/>
                </a:cubicBezTo>
                <a:cubicBezTo>
                  <a:pt x="650434" y="32068"/>
                  <a:pt x="655870" y="33699"/>
                  <a:pt x="660351" y="36961"/>
                </a:cubicBezTo>
                <a:cubicBezTo>
                  <a:pt x="664831" y="40223"/>
                  <a:pt x="668145" y="44958"/>
                  <a:pt x="670293" y="51168"/>
                </a:cubicBezTo>
                <a:close/>
                <a:moveTo>
                  <a:pt x="751231" y="71682"/>
                </a:moveTo>
                <a:lnTo>
                  <a:pt x="793596" y="71682"/>
                </a:lnTo>
                <a:lnTo>
                  <a:pt x="793596" y="84572"/>
                </a:lnTo>
                <a:lnTo>
                  <a:pt x="751231" y="84572"/>
                </a:lnTo>
                <a:lnTo>
                  <a:pt x="751231" y="71682"/>
                </a:lnTo>
                <a:close/>
                <a:moveTo>
                  <a:pt x="853660" y="44330"/>
                </a:moveTo>
                <a:cubicBezTo>
                  <a:pt x="845905" y="44330"/>
                  <a:pt x="839774" y="47363"/>
                  <a:pt x="835268" y="53430"/>
                </a:cubicBezTo>
                <a:cubicBezTo>
                  <a:pt x="830761" y="59495"/>
                  <a:pt x="828508" y="67806"/>
                  <a:pt x="828508" y="78363"/>
                </a:cubicBezTo>
                <a:cubicBezTo>
                  <a:pt x="828508" y="88920"/>
                  <a:pt x="830748" y="97232"/>
                  <a:pt x="835228" y="103298"/>
                </a:cubicBezTo>
                <a:cubicBezTo>
                  <a:pt x="839708" y="109364"/>
                  <a:pt x="845852" y="112396"/>
                  <a:pt x="853660" y="112396"/>
                </a:cubicBezTo>
                <a:cubicBezTo>
                  <a:pt x="861362" y="112396"/>
                  <a:pt x="867467" y="109350"/>
                  <a:pt x="871973" y="103259"/>
                </a:cubicBezTo>
                <a:cubicBezTo>
                  <a:pt x="876480" y="97166"/>
                  <a:pt x="878733" y="88867"/>
                  <a:pt x="878733" y="78363"/>
                </a:cubicBezTo>
                <a:cubicBezTo>
                  <a:pt x="878733" y="67911"/>
                  <a:pt x="876480" y="59626"/>
                  <a:pt x="871973" y="53509"/>
                </a:cubicBezTo>
                <a:cubicBezTo>
                  <a:pt x="867467" y="47389"/>
                  <a:pt x="861362" y="44330"/>
                  <a:pt x="853660" y="44330"/>
                </a:cubicBezTo>
                <a:moveTo>
                  <a:pt x="853660" y="32068"/>
                </a:moveTo>
                <a:cubicBezTo>
                  <a:pt x="866236" y="32068"/>
                  <a:pt x="876113" y="36163"/>
                  <a:pt x="883291" y="44352"/>
                </a:cubicBezTo>
                <a:cubicBezTo>
                  <a:pt x="890470" y="52539"/>
                  <a:pt x="894059" y="63876"/>
                  <a:pt x="894059" y="78363"/>
                </a:cubicBezTo>
                <a:cubicBezTo>
                  <a:pt x="894059" y="92797"/>
                  <a:pt x="890470" y="104122"/>
                  <a:pt x="883291" y="112337"/>
                </a:cubicBezTo>
                <a:cubicBezTo>
                  <a:pt x="876113" y="120551"/>
                  <a:pt x="866236" y="124658"/>
                  <a:pt x="853660" y="124658"/>
                </a:cubicBezTo>
                <a:cubicBezTo>
                  <a:pt x="841032" y="124658"/>
                  <a:pt x="831141" y="120551"/>
                  <a:pt x="823989" y="112337"/>
                </a:cubicBezTo>
                <a:cubicBezTo>
                  <a:pt x="816836" y="104122"/>
                  <a:pt x="813260" y="92797"/>
                  <a:pt x="813260" y="78363"/>
                </a:cubicBezTo>
                <a:cubicBezTo>
                  <a:pt x="813260" y="63876"/>
                  <a:pt x="816836" y="52539"/>
                  <a:pt x="823989" y="44352"/>
                </a:cubicBezTo>
                <a:cubicBezTo>
                  <a:pt x="831141" y="36163"/>
                  <a:pt x="841032" y="32068"/>
                  <a:pt x="853660" y="32068"/>
                </a:cubicBezTo>
                <a:close/>
                <a:moveTo>
                  <a:pt x="916407" y="87559"/>
                </a:moveTo>
                <a:lnTo>
                  <a:pt x="916407" y="34269"/>
                </a:lnTo>
                <a:lnTo>
                  <a:pt x="930869" y="34269"/>
                </a:lnTo>
                <a:lnTo>
                  <a:pt x="930869" y="87009"/>
                </a:lnTo>
                <a:cubicBezTo>
                  <a:pt x="930869" y="95366"/>
                  <a:pt x="932494" y="101635"/>
                  <a:pt x="935742" y="105814"/>
                </a:cubicBezTo>
                <a:cubicBezTo>
                  <a:pt x="938991" y="109992"/>
                  <a:pt x="943864" y="112082"/>
                  <a:pt x="950362" y="112082"/>
                </a:cubicBezTo>
                <a:cubicBezTo>
                  <a:pt x="958169" y="112082"/>
                  <a:pt x="964339" y="109586"/>
                  <a:pt x="968872" y="104595"/>
                </a:cubicBezTo>
                <a:cubicBezTo>
                  <a:pt x="973404" y="99603"/>
                  <a:pt x="975671" y="92797"/>
                  <a:pt x="975671" y="84179"/>
                </a:cubicBezTo>
                <a:lnTo>
                  <a:pt x="975671" y="34269"/>
                </a:lnTo>
                <a:lnTo>
                  <a:pt x="990133" y="34269"/>
                </a:lnTo>
                <a:lnTo>
                  <a:pt x="990133" y="122300"/>
                </a:lnTo>
                <a:lnTo>
                  <a:pt x="975671" y="122300"/>
                </a:lnTo>
                <a:lnTo>
                  <a:pt x="975671" y="108781"/>
                </a:lnTo>
                <a:cubicBezTo>
                  <a:pt x="972160" y="114152"/>
                  <a:pt x="968086" y="118140"/>
                  <a:pt x="963448" y="120747"/>
                </a:cubicBezTo>
                <a:cubicBezTo>
                  <a:pt x="958811" y="123354"/>
                  <a:pt x="953427" y="124658"/>
                  <a:pt x="947296" y="124658"/>
                </a:cubicBezTo>
                <a:cubicBezTo>
                  <a:pt x="937183" y="124658"/>
                  <a:pt x="929507" y="121507"/>
                  <a:pt x="924267" y="115206"/>
                </a:cubicBezTo>
                <a:cubicBezTo>
                  <a:pt x="919027" y="108905"/>
                  <a:pt x="916407" y="99689"/>
                  <a:pt x="916407" y="87559"/>
                </a:cubicBezTo>
                <a:moveTo>
                  <a:pt x="952798" y="32068"/>
                </a:moveTo>
                <a:lnTo>
                  <a:pt x="952798" y="32068"/>
                </a:lnTo>
                <a:close/>
                <a:moveTo>
                  <a:pt x="1034100" y="9275"/>
                </a:moveTo>
                <a:lnTo>
                  <a:pt x="1034100" y="34269"/>
                </a:lnTo>
                <a:lnTo>
                  <a:pt x="1063889" y="34269"/>
                </a:lnTo>
                <a:lnTo>
                  <a:pt x="1063889" y="45587"/>
                </a:lnTo>
                <a:lnTo>
                  <a:pt x="1034100" y="45587"/>
                </a:lnTo>
                <a:lnTo>
                  <a:pt x="1034100" y="93316"/>
                </a:lnTo>
                <a:cubicBezTo>
                  <a:pt x="1034100" y="100487"/>
                  <a:pt x="1035082" y="105093"/>
                  <a:pt x="1037047" y="107135"/>
                </a:cubicBezTo>
                <a:cubicBezTo>
                  <a:pt x="1039012" y="109175"/>
                  <a:pt x="1043008" y="110195"/>
                  <a:pt x="1049034" y="110195"/>
                </a:cubicBezTo>
                <a:lnTo>
                  <a:pt x="1063889" y="110195"/>
                </a:lnTo>
                <a:lnTo>
                  <a:pt x="1063889" y="122300"/>
                </a:lnTo>
                <a:lnTo>
                  <a:pt x="1049034" y="122300"/>
                </a:lnTo>
                <a:cubicBezTo>
                  <a:pt x="1037873" y="122300"/>
                  <a:pt x="1030170" y="120218"/>
                  <a:pt x="1025926" y="116056"/>
                </a:cubicBezTo>
                <a:cubicBezTo>
                  <a:pt x="1021681" y="111892"/>
                  <a:pt x="1019559" y="104312"/>
                  <a:pt x="1019559" y="93316"/>
                </a:cubicBezTo>
                <a:lnTo>
                  <a:pt x="1019559" y="45587"/>
                </a:lnTo>
                <a:lnTo>
                  <a:pt x="1008948" y="45587"/>
                </a:lnTo>
                <a:lnTo>
                  <a:pt x="1008948" y="34269"/>
                </a:lnTo>
                <a:lnTo>
                  <a:pt x="1019559" y="34269"/>
                </a:lnTo>
                <a:lnTo>
                  <a:pt x="1019559" y="9275"/>
                </a:lnTo>
                <a:lnTo>
                  <a:pt x="1034100" y="9275"/>
                </a:lnTo>
                <a:close/>
                <a:moveTo>
                  <a:pt x="1168035" y="44330"/>
                </a:moveTo>
                <a:cubicBezTo>
                  <a:pt x="1160280" y="44330"/>
                  <a:pt x="1154149" y="47363"/>
                  <a:pt x="1149643" y="53430"/>
                </a:cubicBezTo>
                <a:cubicBezTo>
                  <a:pt x="1145136" y="59495"/>
                  <a:pt x="1142883" y="67806"/>
                  <a:pt x="1142883" y="78363"/>
                </a:cubicBezTo>
                <a:cubicBezTo>
                  <a:pt x="1142883" y="88920"/>
                  <a:pt x="1145123" y="97232"/>
                  <a:pt x="1149603" y="103298"/>
                </a:cubicBezTo>
                <a:cubicBezTo>
                  <a:pt x="1154083" y="109364"/>
                  <a:pt x="1160227" y="112396"/>
                  <a:pt x="1168035" y="112396"/>
                </a:cubicBezTo>
                <a:cubicBezTo>
                  <a:pt x="1175737" y="112396"/>
                  <a:pt x="1181842" y="109350"/>
                  <a:pt x="1186348" y="103259"/>
                </a:cubicBezTo>
                <a:cubicBezTo>
                  <a:pt x="1190855" y="97166"/>
                  <a:pt x="1193108" y="88867"/>
                  <a:pt x="1193108" y="78363"/>
                </a:cubicBezTo>
                <a:cubicBezTo>
                  <a:pt x="1193108" y="67911"/>
                  <a:pt x="1190855" y="59626"/>
                  <a:pt x="1186348" y="53509"/>
                </a:cubicBezTo>
                <a:cubicBezTo>
                  <a:pt x="1181842" y="47389"/>
                  <a:pt x="1175737" y="44330"/>
                  <a:pt x="1168035" y="44330"/>
                </a:cubicBezTo>
                <a:moveTo>
                  <a:pt x="1168035" y="32068"/>
                </a:moveTo>
                <a:cubicBezTo>
                  <a:pt x="1180611" y="32068"/>
                  <a:pt x="1190488" y="36163"/>
                  <a:pt x="1197666" y="44352"/>
                </a:cubicBezTo>
                <a:cubicBezTo>
                  <a:pt x="1204845" y="52539"/>
                  <a:pt x="1208434" y="63876"/>
                  <a:pt x="1208434" y="78363"/>
                </a:cubicBezTo>
                <a:cubicBezTo>
                  <a:pt x="1208434" y="92797"/>
                  <a:pt x="1204845" y="104122"/>
                  <a:pt x="1197666" y="112337"/>
                </a:cubicBezTo>
                <a:cubicBezTo>
                  <a:pt x="1190488" y="120551"/>
                  <a:pt x="1180611" y="124658"/>
                  <a:pt x="1168035" y="124658"/>
                </a:cubicBezTo>
                <a:cubicBezTo>
                  <a:pt x="1155407" y="124658"/>
                  <a:pt x="1145516" y="120551"/>
                  <a:pt x="1138364" y="112337"/>
                </a:cubicBezTo>
                <a:cubicBezTo>
                  <a:pt x="1131211" y="104122"/>
                  <a:pt x="1127635" y="92797"/>
                  <a:pt x="1127635" y="78363"/>
                </a:cubicBezTo>
                <a:cubicBezTo>
                  <a:pt x="1127635" y="63876"/>
                  <a:pt x="1131211" y="52539"/>
                  <a:pt x="1138364" y="44352"/>
                </a:cubicBezTo>
                <a:cubicBezTo>
                  <a:pt x="1145516" y="36163"/>
                  <a:pt x="1155407" y="32068"/>
                  <a:pt x="1168035" y="32068"/>
                </a:cubicBezTo>
                <a:close/>
                <a:moveTo>
                  <a:pt x="1276841" y="0"/>
                </a:moveTo>
                <a:lnTo>
                  <a:pt x="1276841" y="12104"/>
                </a:lnTo>
                <a:lnTo>
                  <a:pt x="1263008" y="12104"/>
                </a:lnTo>
                <a:cubicBezTo>
                  <a:pt x="1257820" y="12104"/>
                  <a:pt x="1254218" y="13149"/>
                  <a:pt x="1252201" y="15238"/>
                </a:cubicBezTo>
                <a:cubicBezTo>
                  <a:pt x="1250183" y="17326"/>
                  <a:pt x="1249174" y="21085"/>
                  <a:pt x="1249174" y="26515"/>
                </a:cubicBezTo>
                <a:lnTo>
                  <a:pt x="1249174" y="34269"/>
                </a:lnTo>
                <a:lnTo>
                  <a:pt x="1272990" y="34269"/>
                </a:lnTo>
                <a:lnTo>
                  <a:pt x="1272990" y="45587"/>
                </a:lnTo>
                <a:lnTo>
                  <a:pt x="1249174" y="45587"/>
                </a:lnTo>
                <a:lnTo>
                  <a:pt x="1249174" y="122300"/>
                </a:lnTo>
                <a:lnTo>
                  <a:pt x="1234634" y="122300"/>
                </a:lnTo>
                <a:lnTo>
                  <a:pt x="1234634" y="45587"/>
                </a:lnTo>
                <a:lnTo>
                  <a:pt x="1220800" y="45587"/>
                </a:lnTo>
                <a:lnTo>
                  <a:pt x="1220800" y="34269"/>
                </a:lnTo>
                <a:lnTo>
                  <a:pt x="1234634" y="34269"/>
                </a:lnTo>
                <a:lnTo>
                  <a:pt x="1234634" y="28160"/>
                </a:lnTo>
                <a:cubicBezTo>
                  <a:pt x="1234634" y="18354"/>
                  <a:pt x="1236913" y="11209"/>
                  <a:pt x="1241472" y="6725"/>
                </a:cubicBezTo>
                <a:cubicBezTo>
                  <a:pt x="1246031" y="2242"/>
                  <a:pt x="1253262" y="0"/>
                  <a:pt x="1263165" y="0"/>
                </a:cubicBezTo>
                <a:lnTo>
                  <a:pt x="1276841" y="0"/>
                </a:lnTo>
                <a:close/>
                <a:moveTo>
                  <a:pt x="1374706" y="157"/>
                </a:moveTo>
                <a:cubicBezTo>
                  <a:pt x="1367684" y="12209"/>
                  <a:pt x="1362471" y="24130"/>
                  <a:pt x="1359065" y="35920"/>
                </a:cubicBezTo>
                <a:cubicBezTo>
                  <a:pt x="1355659" y="47709"/>
                  <a:pt x="1353956" y="59656"/>
                  <a:pt x="1353956" y="71761"/>
                </a:cubicBezTo>
                <a:cubicBezTo>
                  <a:pt x="1353956" y="83865"/>
                  <a:pt x="1355672" y="95851"/>
                  <a:pt x="1359104" y="107720"/>
                </a:cubicBezTo>
                <a:cubicBezTo>
                  <a:pt x="1362536" y="119588"/>
                  <a:pt x="1367737" y="131522"/>
                  <a:pt x="1374706" y="143521"/>
                </a:cubicBezTo>
                <a:lnTo>
                  <a:pt x="1362130" y="143521"/>
                </a:lnTo>
                <a:cubicBezTo>
                  <a:pt x="1354270" y="131207"/>
                  <a:pt x="1348388" y="119103"/>
                  <a:pt x="1344485" y="107209"/>
                </a:cubicBezTo>
                <a:cubicBezTo>
                  <a:pt x="1340581" y="95314"/>
                  <a:pt x="1338629" y="83498"/>
                  <a:pt x="1338629" y="71761"/>
                </a:cubicBezTo>
                <a:cubicBezTo>
                  <a:pt x="1338629" y="60076"/>
                  <a:pt x="1340568" y="48312"/>
                  <a:pt x="1344445" y="36470"/>
                </a:cubicBezTo>
                <a:cubicBezTo>
                  <a:pt x="1348323" y="24628"/>
                  <a:pt x="1354218" y="12523"/>
                  <a:pt x="1362130" y="157"/>
                </a:cubicBezTo>
                <a:lnTo>
                  <a:pt x="1374706" y="157"/>
                </a:lnTo>
                <a:close/>
                <a:moveTo>
                  <a:pt x="1442751" y="77970"/>
                </a:moveTo>
                <a:cubicBezTo>
                  <a:pt x="1431066" y="77970"/>
                  <a:pt x="1422970" y="79313"/>
                  <a:pt x="1418464" y="81998"/>
                </a:cubicBezTo>
                <a:cubicBezTo>
                  <a:pt x="1413957" y="84682"/>
                  <a:pt x="1411704" y="89261"/>
                  <a:pt x="1411704" y="95736"/>
                </a:cubicBezTo>
                <a:cubicBezTo>
                  <a:pt x="1411704" y="100894"/>
                  <a:pt x="1413394" y="104987"/>
                  <a:pt x="1416774" y="108014"/>
                </a:cubicBezTo>
                <a:cubicBezTo>
                  <a:pt x="1420154" y="111040"/>
                  <a:pt x="1424752" y="112553"/>
                  <a:pt x="1430568" y="112553"/>
                </a:cubicBezTo>
                <a:cubicBezTo>
                  <a:pt x="1438585" y="112553"/>
                  <a:pt x="1445017" y="109698"/>
                  <a:pt x="1449864" y="103986"/>
                </a:cubicBezTo>
                <a:cubicBezTo>
                  <a:pt x="1454711" y="98273"/>
                  <a:pt x="1457134" y="90678"/>
                  <a:pt x="1457134" y="81200"/>
                </a:cubicBezTo>
                <a:lnTo>
                  <a:pt x="1457134" y="77970"/>
                </a:lnTo>
                <a:lnTo>
                  <a:pt x="1442751" y="77970"/>
                </a:lnTo>
                <a:moveTo>
                  <a:pt x="1471596" y="71996"/>
                </a:moveTo>
                <a:lnTo>
                  <a:pt x="1471596" y="122300"/>
                </a:lnTo>
                <a:lnTo>
                  <a:pt x="1457134" y="122300"/>
                </a:lnTo>
                <a:lnTo>
                  <a:pt x="1457134" y="108938"/>
                </a:lnTo>
                <a:cubicBezTo>
                  <a:pt x="1453833" y="114309"/>
                  <a:pt x="1449720" y="118271"/>
                  <a:pt x="1444794" y="120826"/>
                </a:cubicBezTo>
                <a:cubicBezTo>
                  <a:pt x="1439869" y="123380"/>
                  <a:pt x="1433843" y="124658"/>
                  <a:pt x="1426717" y="124658"/>
                </a:cubicBezTo>
                <a:cubicBezTo>
                  <a:pt x="1417704" y="124658"/>
                  <a:pt x="1410538" y="122123"/>
                  <a:pt x="1405220" y="117053"/>
                </a:cubicBezTo>
                <a:cubicBezTo>
                  <a:pt x="1399901" y="111982"/>
                  <a:pt x="1397242" y="105190"/>
                  <a:pt x="1397242" y="96679"/>
                </a:cubicBezTo>
                <a:cubicBezTo>
                  <a:pt x="1397242" y="86749"/>
                  <a:pt x="1400556" y="79263"/>
                  <a:pt x="1407185" y="74219"/>
                </a:cubicBezTo>
                <a:cubicBezTo>
                  <a:pt x="1413813" y="69174"/>
                  <a:pt x="1423704" y="66652"/>
                  <a:pt x="1436856" y="66652"/>
                </a:cubicBezTo>
                <a:lnTo>
                  <a:pt x="1457134" y="66652"/>
                </a:lnTo>
                <a:lnTo>
                  <a:pt x="1457134" y="65237"/>
                </a:lnTo>
                <a:cubicBezTo>
                  <a:pt x="1457134" y="58582"/>
                  <a:pt x="1454947" y="53434"/>
                  <a:pt x="1450571" y="49792"/>
                </a:cubicBezTo>
                <a:cubicBezTo>
                  <a:pt x="1446196" y="46151"/>
                  <a:pt x="1440052" y="44330"/>
                  <a:pt x="1432140" y="44330"/>
                </a:cubicBezTo>
                <a:cubicBezTo>
                  <a:pt x="1427110" y="44330"/>
                  <a:pt x="1422210" y="44932"/>
                  <a:pt x="1417442" y="46137"/>
                </a:cubicBezTo>
                <a:cubicBezTo>
                  <a:pt x="1412674" y="47343"/>
                  <a:pt x="1408089" y="49150"/>
                  <a:pt x="1403687" y="51561"/>
                </a:cubicBezTo>
                <a:lnTo>
                  <a:pt x="1403687" y="38199"/>
                </a:lnTo>
                <a:cubicBezTo>
                  <a:pt x="1408979" y="36155"/>
                  <a:pt x="1414115" y="34623"/>
                  <a:pt x="1419092" y="33601"/>
                </a:cubicBezTo>
                <a:cubicBezTo>
                  <a:pt x="1424070" y="32579"/>
                  <a:pt x="1428917" y="32068"/>
                  <a:pt x="1433633" y="32068"/>
                </a:cubicBezTo>
                <a:cubicBezTo>
                  <a:pt x="1446366" y="32068"/>
                  <a:pt x="1455877" y="35369"/>
                  <a:pt x="1462165" y="41972"/>
                </a:cubicBezTo>
                <a:cubicBezTo>
                  <a:pt x="1468452" y="48574"/>
                  <a:pt x="1471596" y="58582"/>
                  <a:pt x="1471596" y="71996"/>
                </a:cubicBezTo>
                <a:close/>
                <a:moveTo>
                  <a:pt x="1498978" y="157"/>
                </a:moveTo>
                <a:lnTo>
                  <a:pt x="1511554" y="157"/>
                </a:lnTo>
                <a:cubicBezTo>
                  <a:pt x="1519414" y="12523"/>
                  <a:pt x="1525296" y="24628"/>
                  <a:pt x="1529199" y="36470"/>
                </a:cubicBezTo>
                <a:cubicBezTo>
                  <a:pt x="1533103" y="48312"/>
                  <a:pt x="1535055" y="60076"/>
                  <a:pt x="1535055" y="71761"/>
                </a:cubicBezTo>
                <a:cubicBezTo>
                  <a:pt x="1535055" y="83498"/>
                  <a:pt x="1533103" y="95314"/>
                  <a:pt x="1529199" y="107209"/>
                </a:cubicBezTo>
                <a:cubicBezTo>
                  <a:pt x="1525296" y="119103"/>
                  <a:pt x="1519414" y="131207"/>
                  <a:pt x="1511554" y="143521"/>
                </a:cubicBezTo>
                <a:lnTo>
                  <a:pt x="1498978" y="143521"/>
                </a:lnTo>
                <a:cubicBezTo>
                  <a:pt x="1505947" y="131522"/>
                  <a:pt x="1511148" y="119588"/>
                  <a:pt x="1514580" y="107720"/>
                </a:cubicBezTo>
                <a:cubicBezTo>
                  <a:pt x="1518012" y="95851"/>
                  <a:pt x="1519728" y="83865"/>
                  <a:pt x="1519728" y="71761"/>
                </a:cubicBezTo>
                <a:cubicBezTo>
                  <a:pt x="1519728" y="59656"/>
                  <a:pt x="1518012" y="47709"/>
                  <a:pt x="1514580" y="35920"/>
                </a:cubicBezTo>
                <a:cubicBezTo>
                  <a:pt x="1511148" y="24130"/>
                  <a:pt x="1505947" y="12209"/>
                  <a:pt x="1498978" y="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39D3C-8F5E-464A-8A7E-1A242C4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552" y="56781"/>
            <a:ext cx="4983180" cy="2712446"/>
          </a:xfrm>
          <a:custGeom xmlns:a="http://schemas.openxmlformats.org/drawingml/2006/main">
            <a:pathLst>
              <a:path w="4983180" h="2712446">
                <a:moveTo>
                  <a:pt x="176665" y="0"/>
                </a:moveTo>
                <a:lnTo>
                  <a:pt x="4806516" y="0"/>
                </a:lnTo>
                <a:cubicBezTo>
                  <a:pt x="4904355" y="0"/>
                  <a:pt x="4983180" y="78775"/>
                  <a:pt x="4983180" y="176665"/>
                </a:cubicBezTo>
                <a:lnTo>
                  <a:pt x="4983180" y="2535782"/>
                </a:lnTo>
                <a:cubicBezTo>
                  <a:pt x="4983180" y="2633621"/>
                  <a:pt x="4904355" y="2712446"/>
                  <a:pt x="4806516" y="2712446"/>
                </a:cubicBezTo>
                <a:lnTo>
                  <a:pt x="176665" y="2712446"/>
                </a:lnTo>
                <a:cubicBezTo>
                  <a:pt x="78825" y="2712446"/>
                  <a:pt x="0" y="2633621"/>
                  <a:pt x="0" y="2535782"/>
                </a:cubicBezTo>
                <a:lnTo>
                  <a:pt x="0" y="176665"/>
                </a:lnTo>
                <a:cubicBezTo>
                  <a:pt x="0" y="78775"/>
                  <a:pt x="78825" y="0"/>
                  <a:pt x="176665" y="0"/>
                </a:cubicBezTo>
                <a:close/>
                <a:moveTo>
                  <a:pt x="176665" y="0"/>
                </a:moveTo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7552A-1201-467B-9BF0-C75370E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73" y="56781"/>
            <a:ext cx="4983180" cy="2712446"/>
          </a:xfrm>
          <a:custGeom xmlns:a="http://schemas.openxmlformats.org/drawingml/2006/main">
            <a:pathLst>
              <a:path w="4983180" h="2712446">
                <a:moveTo>
                  <a:pt x="175659" y="0"/>
                </a:moveTo>
                <a:lnTo>
                  <a:pt x="4807321" y="0"/>
                </a:lnTo>
                <a:cubicBezTo>
                  <a:pt x="4904758" y="0"/>
                  <a:pt x="4983180" y="78372"/>
                  <a:pt x="4983180" y="175860"/>
                </a:cubicBezTo>
                <a:lnTo>
                  <a:pt x="4983180" y="2536788"/>
                </a:lnTo>
                <a:cubicBezTo>
                  <a:pt x="4983180" y="2634024"/>
                  <a:pt x="4904758" y="2712446"/>
                  <a:pt x="4807321" y="2712446"/>
                </a:cubicBezTo>
                <a:lnTo>
                  <a:pt x="175659" y="2712446"/>
                </a:lnTo>
                <a:cubicBezTo>
                  <a:pt x="78423" y="2712446"/>
                  <a:pt x="0" y="2634024"/>
                  <a:pt x="0" y="2536788"/>
                </a:cubicBezTo>
                <a:lnTo>
                  <a:pt x="0" y="175860"/>
                </a:lnTo>
                <a:cubicBezTo>
                  <a:pt x="0" y="78372"/>
                  <a:pt x="78423" y="0"/>
                  <a:pt x="175659" y="0"/>
                </a:cubicBezTo>
                <a:close/>
                <a:moveTo>
                  <a:pt x="175659" y="0"/>
                </a:moveTo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98E1C-663E-4AE5-AF95-3A77041E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73" y="2848605"/>
            <a:ext cx="4983180" cy="2712446"/>
          </a:xfrm>
          <a:custGeom xmlns:a="http://schemas.openxmlformats.org/drawingml/2006/main">
            <a:pathLst>
              <a:path w="4983180" h="2712446">
                <a:moveTo>
                  <a:pt x="163686" y="0"/>
                </a:moveTo>
                <a:lnTo>
                  <a:pt x="4819293" y="0"/>
                </a:lnTo>
                <a:cubicBezTo>
                  <a:pt x="4910090" y="0"/>
                  <a:pt x="4983180" y="73090"/>
                  <a:pt x="4983180" y="163888"/>
                </a:cubicBezTo>
                <a:lnTo>
                  <a:pt x="4983180" y="2548760"/>
                </a:lnTo>
                <a:cubicBezTo>
                  <a:pt x="4983180" y="2639557"/>
                  <a:pt x="4910090" y="2712446"/>
                  <a:pt x="4819293" y="2712446"/>
                </a:cubicBezTo>
                <a:lnTo>
                  <a:pt x="163686" y="2712446"/>
                </a:lnTo>
                <a:cubicBezTo>
                  <a:pt x="72889" y="2712446"/>
                  <a:pt x="0" y="2639557"/>
                  <a:pt x="0" y="2548760"/>
                </a:cubicBezTo>
                <a:lnTo>
                  <a:pt x="0" y="163888"/>
                </a:lnTo>
                <a:cubicBezTo>
                  <a:pt x="0" y="73090"/>
                  <a:pt x="72889" y="0"/>
                  <a:pt x="163686" y="0"/>
                </a:cubicBezTo>
                <a:close/>
                <a:moveTo>
                  <a:pt x="163686" y="0"/>
                </a:moveTo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4005ef03d4a1b"/>
          <a:stretch xmlns:a="http://schemas.openxmlformats.org/drawingml/2006/main"/>
        </p:blipFill>
        <p:spPr>
          <a:xfrm xmlns:a="http://schemas.openxmlformats.org/drawingml/2006/main">
            <a:off x="265330" y="3447820"/>
            <a:ext cx="1431365" cy="1431365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74997-27FF-432E-8A28-DFB1BB1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052" y="3389364"/>
            <a:ext cx="501623" cy="501472"/>
          </a:xfrm>
          <a:custGeom xmlns:a="http://schemas.openxmlformats.org/drawingml/2006/main">
            <a:pathLst>
              <a:path w="501623" h="501472">
                <a:moveTo>
                  <a:pt x="501623" y="250711"/>
                </a:moveTo>
                <a:cubicBezTo>
                  <a:pt x="501623" y="389246"/>
                  <a:pt x="389246" y="501472"/>
                  <a:pt x="250912" y="501472"/>
                </a:cubicBezTo>
                <a:cubicBezTo>
                  <a:pt x="112377" y="501472"/>
                  <a:pt x="0" y="389246"/>
                  <a:pt x="0" y="250711"/>
                </a:cubicBezTo>
                <a:cubicBezTo>
                  <a:pt x="0" y="112176"/>
                  <a:pt x="112377" y="0"/>
                  <a:pt x="250912" y="0"/>
                </a:cubicBezTo>
                <a:cubicBezTo>
                  <a:pt x="389246" y="0"/>
                  <a:pt x="501623" y="112176"/>
                  <a:pt x="501623" y="250711"/>
                </a:cubicBezTo>
                <a:close/>
                <a:moveTo>
                  <a:pt x="501623" y="250711"/>
                </a:moveTo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C6D69-3394-4369-93A7-969E67A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849" y="3386597"/>
            <a:ext cx="295129" cy="1952416"/>
          </a:xfrm>
          <a:custGeom xmlns:a="http://schemas.openxmlformats.org/drawingml/2006/main">
            <a:pathLst>
              <a:path w="295129" h="1952416" fill="none">
                <a:moveTo>
                  <a:pt x="0" y="1952416"/>
                </a:moveTo>
                <a:lnTo>
                  <a:pt x="29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C834A-66E5-44B5-8FD2-DBC925C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944" y="3384233"/>
            <a:ext cx="295330" cy="1952416"/>
          </a:xfrm>
          <a:custGeom xmlns:a="http://schemas.openxmlformats.org/drawingml/2006/main">
            <a:pathLst>
              <a:path w="295330" h="1952416" fill="none">
                <a:moveTo>
                  <a:pt x="295330" y="19524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20D6A-6BF6-40D7-AEC0-CF8B97D5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474" y="685771"/>
            <a:ext cx="501623" cy="501623"/>
          </a:xfrm>
          <a:custGeom xmlns:a="http://schemas.openxmlformats.org/drawingml/2006/main">
            <a:pathLst>
              <a:path w="501623" h="501623">
                <a:moveTo>
                  <a:pt x="501623" y="250711"/>
                </a:moveTo>
                <a:cubicBezTo>
                  <a:pt x="501623" y="389246"/>
                  <a:pt x="389246" y="501623"/>
                  <a:pt x="250711" y="501623"/>
                </a:cubicBezTo>
                <a:cubicBezTo>
                  <a:pt x="112377" y="501623"/>
                  <a:pt x="0" y="389246"/>
                  <a:pt x="0" y="250711"/>
                </a:cubicBezTo>
                <a:cubicBezTo>
                  <a:pt x="0" y="112377"/>
                  <a:pt x="112377" y="0"/>
                  <a:pt x="250711" y="0"/>
                </a:cubicBezTo>
                <a:cubicBezTo>
                  <a:pt x="389246" y="0"/>
                  <a:pt x="501623" y="112377"/>
                  <a:pt x="501623" y="250711"/>
                </a:cubicBezTo>
                <a:close/>
                <a:moveTo>
                  <a:pt x="501623" y="250711"/>
                </a:moveTo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9FA6A-F6E1-4A23-ACE3-4ED1BD65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271" y="683206"/>
            <a:ext cx="295129" cy="1952366"/>
          </a:xfrm>
          <a:custGeom xmlns:a="http://schemas.openxmlformats.org/drawingml/2006/main">
            <a:pathLst>
              <a:path w="295129" h="1952366" fill="none">
                <a:moveTo>
                  <a:pt x="0" y="1952366"/>
                </a:moveTo>
                <a:lnTo>
                  <a:pt x="29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33342-FCFF-4261-BA5F-10005ADF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366" y="680841"/>
            <a:ext cx="295330" cy="1952416"/>
          </a:xfrm>
          <a:custGeom xmlns:a="http://schemas.openxmlformats.org/drawingml/2006/main">
            <a:pathLst>
              <a:path w="295330" h="1952416" fill="none">
                <a:moveTo>
                  <a:pt x="295330" y="19524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F3E45-A650-4CA8-8BF8-F52086DF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43" y="666706"/>
            <a:ext cx="501673" cy="501623"/>
          </a:xfrm>
          <a:custGeom xmlns:a="http://schemas.openxmlformats.org/drawingml/2006/main">
            <a:pathLst>
              <a:path w="501673" h="501623">
                <a:moveTo>
                  <a:pt x="501673" y="250912"/>
                </a:moveTo>
                <a:cubicBezTo>
                  <a:pt x="501673" y="389246"/>
                  <a:pt x="389246" y="501623"/>
                  <a:pt x="250761" y="501623"/>
                </a:cubicBezTo>
                <a:cubicBezTo>
                  <a:pt x="112428" y="501623"/>
                  <a:pt x="0" y="389246"/>
                  <a:pt x="0" y="250912"/>
                </a:cubicBezTo>
                <a:cubicBezTo>
                  <a:pt x="0" y="112377"/>
                  <a:pt x="112428" y="0"/>
                  <a:pt x="250761" y="0"/>
                </a:cubicBezTo>
                <a:cubicBezTo>
                  <a:pt x="389246" y="0"/>
                  <a:pt x="501673" y="112377"/>
                  <a:pt x="501673" y="250912"/>
                </a:cubicBezTo>
                <a:close/>
                <a:moveTo>
                  <a:pt x="501673" y="250912"/>
                </a:moveTo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64572-E5BB-4BAD-B8C6-48A27C9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91" y="664141"/>
            <a:ext cx="295129" cy="1952416"/>
          </a:xfrm>
          <a:custGeom xmlns:a="http://schemas.openxmlformats.org/drawingml/2006/main">
            <a:pathLst>
              <a:path w="295129" h="1952416" fill="none">
                <a:moveTo>
                  <a:pt x="0" y="1952416"/>
                </a:moveTo>
                <a:lnTo>
                  <a:pt x="29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0835B-6008-4531-A63B-F49090E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586" y="661777"/>
            <a:ext cx="295330" cy="1952416"/>
          </a:xfrm>
          <a:custGeom xmlns:a="http://schemas.openxmlformats.org/drawingml/2006/main">
            <a:pathLst>
              <a:path w="295330" h="1952416" fill="none">
                <a:moveTo>
                  <a:pt x="295330" y="19524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C2D54-0E5D-49D7-9B72-329D2FC4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941" y="3410793"/>
            <a:ext cx="501673" cy="501623"/>
          </a:xfrm>
          <a:custGeom xmlns:a="http://schemas.openxmlformats.org/drawingml/2006/main">
            <a:pathLst>
              <a:path w="501673" h="501623">
                <a:moveTo>
                  <a:pt x="501673" y="250912"/>
                </a:moveTo>
                <a:cubicBezTo>
                  <a:pt x="501673" y="389246"/>
                  <a:pt x="389296" y="501623"/>
                  <a:pt x="250761" y="501623"/>
                </a:cubicBezTo>
                <a:cubicBezTo>
                  <a:pt x="112428" y="501623"/>
                  <a:pt x="0" y="389246"/>
                  <a:pt x="0" y="250912"/>
                </a:cubicBezTo>
                <a:cubicBezTo>
                  <a:pt x="0" y="112377"/>
                  <a:pt x="112428" y="0"/>
                  <a:pt x="250761" y="0"/>
                </a:cubicBezTo>
                <a:cubicBezTo>
                  <a:pt x="389296" y="0"/>
                  <a:pt x="501673" y="112377"/>
                  <a:pt x="501673" y="250912"/>
                </a:cubicBezTo>
                <a:close/>
                <a:moveTo>
                  <a:pt x="501673" y="250912"/>
                </a:moveTo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5EE33-A9D6-454B-B68E-F57EE45C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88" y="3408228"/>
            <a:ext cx="295129" cy="1952366"/>
          </a:xfrm>
          <a:custGeom xmlns:a="http://schemas.openxmlformats.org/drawingml/2006/main">
            <a:pathLst>
              <a:path w="295129" h="1952366" fill="none">
                <a:moveTo>
                  <a:pt x="0" y="1952366"/>
                </a:moveTo>
                <a:lnTo>
                  <a:pt x="29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41EDE-D14B-4C9D-B4F6-D6C1603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883" y="3405863"/>
            <a:ext cx="295330" cy="1952366"/>
          </a:xfrm>
          <a:custGeom xmlns:a="http://schemas.openxmlformats.org/drawingml/2006/main">
            <a:pathLst>
              <a:path w="295330" h="1952366" fill="none">
                <a:moveTo>
                  <a:pt x="295330" y="19523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80808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08870-C378-4073-8005-38DD0FFF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508" y="2063775"/>
            <a:ext cx="186675" cy="73895"/>
          </a:xfrm>
          <a:custGeom xmlns:a="http://schemas.openxmlformats.org/drawingml/2006/main">
            <a:pathLst>
              <a:path w="186675" h="73895">
                <a:moveTo>
                  <a:pt x="0" y="0"/>
                </a:moveTo>
                <a:lnTo>
                  <a:pt x="186675" y="0"/>
                </a:lnTo>
                <a:lnTo>
                  <a:pt x="186675" y="73895"/>
                </a:lnTo>
                <a:lnTo>
                  <a:pt x="0" y="738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4DB41-FD7D-4A1D-9336-148D0B5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77" y="4792319"/>
            <a:ext cx="93161" cy="73896"/>
          </a:xfrm>
          <a:custGeom xmlns:a="http://schemas.openxmlformats.org/drawingml/2006/main">
            <a:pathLst>
              <a:path w="93161" h="73896">
                <a:moveTo>
                  <a:pt x="0" y="0"/>
                </a:moveTo>
                <a:lnTo>
                  <a:pt x="93161" y="0"/>
                </a:lnTo>
                <a:lnTo>
                  <a:pt x="93161" y="73896"/>
                </a:lnTo>
                <a:lnTo>
                  <a:pt x="0" y="738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45D01-D4CB-4A1C-928D-B18D80C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44" y="2064580"/>
            <a:ext cx="186876" cy="73896"/>
          </a:xfrm>
          <a:custGeom xmlns:a="http://schemas.openxmlformats.org/drawingml/2006/main">
            <a:pathLst>
              <a:path w="186876" h="73896">
                <a:moveTo>
                  <a:pt x="0" y="0"/>
                </a:moveTo>
                <a:lnTo>
                  <a:pt x="186876" y="0"/>
                </a:lnTo>
                <a:lnTo>
                  <a:pt x="186876" y="73896"/>
                </a:lnTo>
                <a:lnTo>
                  <a:pt x="0" y="738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A0D1B-1C4F-4A14-A6F4-C3246D5A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56" y="4799210"/>
            <a:ext cx="379839" cy="73694"/>
          </a:xfrm>
          <a:custGeom xmlns:a="http://schemas.openxmlformats.org/drawingml/2006/main">
            <a:pathLst>
              <a:path w="379839" h="73694">
                <a:moveTo>
                  <a:pt x="0" y="0"/>
                </a:moveTo>
                <a:lnTo>
                  <a:pt x="379839" y="0"/>
                </a:lnTo>
                <a:lnTo>
                  <a:pt x="379839" y="73694"/>
                </a:lnTo>
                <a:lnTo>
                  <a:pt x="0" y="73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8BA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42A66-2728-4C17-90B4-BDF336B5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047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021B9-9493-4845-B1BE-0D87B03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684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CEF84-4F93-4B24-BEC0-1B51068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321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73C46-59B0-409D-B592-508D421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957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9007C-06A7-4A63-8A88-59F8709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410" y="2063021"/>
            <a:ext cx="943184" cy="75455"/>
          </a:xfrm>
          <a:custGeom xmlns:a="http://schemas.openxmlformats.org/drawingml/2006/main">
            <a:pathLst>
              <a:path w="943184" h="75455" fill="none">
                <a:moveTo>
                  <a:pt x="0" y="0"/>
                </a:moveTo>
                <a:lnTo>
                  <a:pt x="943184" y="0"/>
                </a:lnTo>
                <a:lnTo>
                  <a:pt x="943184" y="75455"/>
                </a:lnTo>
                <a:lnTo>
                  <a:pt x="0" y="754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18" cap="sq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11C49-3F77-4129-8089-9BC4F233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410" y="2063021"/>
            <a:ext cx="943184" cy="10"/>
          </a:xfrm>
          <a:custGeom xmlns:a="http://schemas.openxmlformats.org/drawingml/2006/main">
            <a:pathLst>
              <a:path w="943184" h="1" fill="none">
                <a:moveTo>
                  <a:pt x="0" y="0"/>
                </a:moveTo>
                <a:lnTo>
                  <a:pt x="9431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83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87F93-D3E7-4D89-BB85-148B9119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181" y="553927"/>
            <a:ext cx="2263641" cy="377274"/>
          </a:xfrm>
          <a:custGeom xmlns:a="http://schemas.openxmlformats.org/drawingml/2006/main">
            <a:pathLst>
              <a:path w="2263641" h="377274" fill="none">
                <a:moveTo>
                  <a:pt x="2263641" y="377274"/>
                </a:moveTo>
                <a:lnTo>
                  <a:pt x="1509094" y="377274"/>
                </a:lnTo>
                <a:cubicBezTo>
                  <a:pt x="1214720" y="377274"/>
                  <a:pt x="1248122" y="0"/>
                  <a:pt x="1131821" y="0"/>
                </a:cubicBezTo>
                <a:cubicBezTo>
                  <a:pt x="1016476" y="0"/>
                  <a:pt x="1033780" y="377274"/>
                  <a:pt x="754547" y="377274"/>
                </a:cubicBezTo>
                <a:cubicBezTo>
                  <a:pt x="475113" y="377274"/>
                  <a:pt x="0" y="377274"/>
                  <a:pt x="0" y="3772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55299-C494-4D09-A555-357E4CF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220" y="2582351"/>
            <a:ext cx="93363" cy="93312"/>
          </a:xfrm>
          <a:custGeom xmlns:a="http://schemas.openxmlformats.org/drawingml/2006/main">
            <a:pathLst>
              <a:path w="93363" h="93312">
                <a:moveTo>
                  <a:pt x="93363" y="46581"/>
                </a:moveTo>
                <a:cubicBezTo>
                  <a:pt x="93363" y="72286"/>
                  <a:pt x="72487" y="93312"/>
                  <a:pt x="46782" y="93312"/>
                </a:cubicBezTo>
                <a:cubicBezTo>
                  <a:pt x="21027" y="93312"/>
                  <a:pt x="0" y="72286"/>
                  <a:pt x="0" y="46581"/>
                </a:cubicBezTo>
                <a:cubicBezTo>
                  <a:pt x="0" y="20826"/>
                  <a:pt x="21027" y="0"/>
                  <a:pt x="46782" y="0"/>
                </a:cubicBezTo>
                <a:cubicBezTo>
                  <a:pt x="72487" y="0"/>
                  <a:pt x="93363" y="20826"/>
                  <a:pt x="93363" y="46581"/>
                </a:cubicBezTo>
                <a:close/>
                <a:moveTo>
                  <a:pt x="93363" y="465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BD7AC-272A-4524-AD40-F70CC34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827" y="1773778"/>
            <a:ext cx="10" cy="289243"/>
          </a:xfrm>
          <a:custGeom xmlns:a="http://schemas.openxmlformats.org/drawingml/2006/main">
            <a:pathLst>
              <a:path w="1" h="289243" fill="none">
                <a:moveTo>
                  <a:pt x="0" y="2892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BE225-4B2D-4CCE-A333-11CDC75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1722267"/>
            <a:ext cx="89037" cy="77014"/>
          </a:xfrm>
          <a:custGeom xmlns:a="http://schemas.openxmlformats.org/drawingml/2006/main">
            <a:pathLst>
              <a:path w="89037" h="77014">
                <a:moveTo>
                  <a:pt x="44619" y="0"/>
                </a:moveTo>
                <a:lnTo>
                  <a:pt x="89037" y="77014"/>
                </a:lnTo>
                <a:lnTo>
                  <a:pt x="0" y="7701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7ED66-C86F-4DC8-A4B4-36ECB66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1722267"/>
            <a:ext cx="89037" cy="77014"/>
          </a:xfrm>
          <a:custGeom xmlns:a="http://schemas.openxmlformats.org/drawingml/2006/main">
            <a:pathLst>
              <a:path w="89037" h="77014" fill="none">
                <a:moveTo>
                  <a:pt x="44619" y="0"/>
                </a:moveTo>
                <a:lnTo>
                  <a:pt x="89037" y="77014"/>
                </a:lnTo>
                <a:lnTo>
                  <a:pt x="0" y="7701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869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18BE1-27DC-4C9D-8B52-4B7BEC5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6" y="931200"/>
            <a:ext cx="2263641" cy="10"/>
          </a:xfrm>
          <a:custGeom xmlns:a="http://schemas.openxmlformats.org/drawingml/2006/main">
            <a:pathLst>
              <a:path w="2263641" h="1" fill="none">
                <a:moveTo>
                  <a:pt x="0" y="0"/>
                </a:moveTo>
                <a:lnTo>
                  <a:pt x="2263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38FEB-58DB-4D21-B4CA-9877D17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827" y="641957"/>
            <a:ext cx="10" cy="289243"/>
          </a:xfrm>
          <a:custGeom xmlns:a="http://schemas.openxmlformats.org/drawingml/2006/main">
            <a:pathLst>
              <a:path w="1" h="289243" fill="none">
                <a:moveTo>
                  <a:pt x="0" y="2892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7E44E-C08A-42C2-8DBC-EC295B9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590447"/>
            <a:ext cx="89037" cy="77014"/>
          </a:xfrm>
          <a:custGeom xmlns:a="http://schemas.openxmlformats.org/drawingml/2006/main">
            <a:pathLst>
              <a:path w="89037" h="77014">
                <a:moveTo>
                  <a:pt x="44619" y="0"/>
                </a:moveTo>
                <a:lnTo>
                  <a:pt x="89037" y="77014"/>
                </a:lnTo>
                <a:lnTo>
                  <a:pt x="0" y="7701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81124-403A-4C1E-8FD8-AB01784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590447"/>
            <a:ext cx="89037" cy="77014"/>
          </a:xfrm>
          <a:custGeom xmlns:a="http://schemas.openxmlformats.org/drawingml/2006/main">
            <a:pathLst>
              <a:path w="89037" h="77014" fill="none">
                <a:moveTo>
                  <a:pt x="44619" y="0"/>
                </a:moveTo>
                <a:lnTo>
                  <a:pt x="89037" y="77014"/>
                </a:lnTo>
                <a:lnTo>
                  <a:pt x="0" y="7701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869" cap="flat">
            <a:solidFill>
              <a:srgbClr val="000000"/>
            </a:solidFill>
            <a:miter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f9f41910049e4"/>
          <a:stretch xmlns:a="http://schemas.openxmlformats.org/drawingml/2006/main"/>
        </p:blipFill>
        <p:spPr>
          <a:xfrm xmlns:a="http://schemas.openxmlformats.org/drawingml/2006/main">
            <a:off x="1878552" y="56850"/>
            <a:ext cx="2340810" cy="2712367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4d8c747bb4c63"/>
          <a:stretch xmlns:a="http://schemas.openxmlformats.org/drawingml/2006/main"/>
        </p:blipFill>
        <p:spPr>
          <a:xfrm xmlns:a="http://schemas.openxmlformats.org/drawingml/2006/main">
            <a:off x="9800903" y="56839"/>
            <a:ext cx="2340828" cy="2712388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95c6a05ad41ff"/>
          <a:stretch xmlns:a="http://schemas.openxmlformats.org/drawingml/2006/main"/>
        </p:blipFill>
        <p:spPr>
          <a:xfrm xmlns:a="http://schemas.openxmlformats.org/drawingml/2006/main">
            <a:off x="9802706" y="2848695"/>
            <a:ext cx="2340772" cy="2712323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61bbd7fd44a5e"/>
          <a:stretch xmlns:a="http://schemas.openxmlformats.org/drawingml/2006/main"/>
        </p:blipFill>
        <p:spPr>
          <a:xfrm xmlns:a="http://schemas.openxmlformats.org/drawingml/2006/main">
            <a:off x="12379189" y="3160063"/>
            <a:ext cx="1430045" cy="1430045"/>
          </a:xfrm>
          <a:prstGeom xmlns:a="http://schemas.openxmlformats.org/drawingml/2006/main" prst="rect">
            <a:avLst/>
          </a:prstGeom>
        </p:spPr>
      </p:pic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50C5B-7D2D-4A26-BB8E-FA4D1173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73" y="3584087"/>
            <a:ext cx="543877" cy="543727"/>
          </a:xfrm>
          <a:custGeom xmlns:a="http://schemas.openxmlformats.org/drawingml/2006/main">
            <a:pathLst>
              <a:path w="543877" h="543727" fill="none">
                <a:moveTo>
                  <a:pt x="0" y="0"/>
                </a:moveTo>
                <a:lnTo>
                  <a:pt x="543877" y="0"/>
                </a:lnTo>
                <a:lnTo>
                  <a:pt x="543877" y="543727"/>
                </a:lnTo>
                <a:lnTo>
                  <a:pt x="0" y="5437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20" cap="flat">
            <a:solidFill>
              <a:srgbClr val="FF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EE8A4-2CDD-4EB6-8BA4-30488C1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96" y="5259434"/>
            <a:ext cx="128877" cy="129078"/>
          </a:xfrm>
          <a:custGeom xmlns:a="http://schemas.openxmlformats.org/drawingml/2006/main">
            <a:pathLst>
              <a:path w="128877" h="129078" fill="none">
                <a:moveTo>
                  <a:pt x="0" y="0"/>
                </a:moveTo>
                <a:lnTo>
                  <a:pt x="128877" y="0"/>
                </a:lnTo>
                <a:lnTo>
                  <a:pt x="128877" y="129078"/>
                </a:lnTo>
                <a:lnTo>
                  <a:pt x="0" y="12907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20" cap="flat">
            <a:solidFill>
              <a:srgbClr val="FF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5B4B0-FBF8-4FD8-B352-701A8A1B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132" y="3160032"/>
            <a:ext cx="1430118" cy="1430118"/>
          </a:xfrm>
          <a:custGeom xmlns:a="http://schemas.openxmlformats.org/drawingml/2006/main">
            <a:pathLst>
              <a:path w="1430118" h="1430118" fill="none">
                <a:moveTo>
                  <a:pt x="0" y="0"/>
                </a:moveTo>
                <a:lnTo>
                  <a:pt x="1430118" y="0"/>
                </a:lnTo>
                <a:lnTo>
                  <a:pt x="1430118" y="1430118"/>
                </a:lnTo>
                <a:lnTo>
                  <a:pt x="0" y="14301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397" cap="flat">
            <a:solidFill>
              <a:srgbClr val="FF0000"/>
            </a:solidFill>
            <a:miter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34e766bdb4eee"/>
          <a:stretch xmlns:a="http://schemas.openxmlformats.org/drawingml/2006/main"/>
        </p:blipFill>
        <p:spPr>
          <a:xfrm xmlns:a="http://schemas.openxmlformats.org/drawingml/2006/main">
            <a:off x="1875843" y="2846241"/>
            <a:ext cx="2343004" cy="2714910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0DD58-DBC1-4C63-ACF3-0F870D4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716" y="5388511"/>
            <a:ext cx="635480" cy="79982"/>
          </a:xfrm>
          <a:custGeom xmlns:a="http://schemas.openxmlformats.org/drawingml/2006/main">
            <a:pathLst>
              <a:path w="635480" h="79982" fill="none">
                <a:moveTo>
                  <a:pt x="635480" y="0"/>
                </a:moveTo>
                <a:lnTo>
                  <a:pt x="0" y="79982"/>
                </a:lnTo>
              </a:path>
            </a:pathLst>
          </a:custGeom>
          <a:noFill xmlns:a="http://schemas.openxmlformats.org/drawingml/2006/main"/>
          <a:ln xmlns:a="http://schemas.openxmlformats.org/drawingml/2006/main" w="33220" cap="rnd">
            <a:solidFill>
              <a:srgbClr val="FF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67A1A-66CF-4283-88F2-98F0A0A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716" y="4676973"/>
            <a:ext cx="635480" cy="582460"/>
          </a:xfrm>
          <a:custGeom xmlns:a="http://schemas.openxmlformats.org/drawingml/2006/main">
            <a:pathLst>
              <a:path w="635480" h="582460" fill="none">
                <a:moveTo>
                  <a:pt x="635480" y="5824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220" cap="rnd">
            <a:solidFill>
              <a:srgbClr val="FF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BAD21-226C-4D9F-9985-851BD60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410" y="1683584"/>
            <a:ext cx="934733" cy="380996"/>
          </a:xfrm>
          <a:custGeom xmlns:a="http://schemas.openxmlformats.org/drawingml/2006/main">
            <a:pathLst>
              <a:path w="934733" h="380996" fill="none">
                <a:moveTo>
                  <a:pt x="934733" y="380996"/>
                </a:moveTo>
                <a:lnTo>
                  <a:pt x="564351" y="380996"/>
                </a:lnTo>
                <a:cubicBezTo>
                  <a:pt x="517971" y="380996"/>
                  <a:pt x="517971" y="0"/>
                  <a:pt x="471793" y="0"/>
                </a:cubicBezTo>
                <a:cubicBezTo>
                  <a:pt x="425414" y="0"/>
                  <a:pt x="425414" y="380996"/>
                  <a:pt x="379034" y="380996"/>
                </a:cubicBezTo>
                <a:lnTo>
                  <a:pt x="0" y="379437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9D61B-4034-4F31-942C-A66BDBCE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665" y="1681622"/>
            <a:ext cx="972259" cy="381398"/>
          </a:xfrm>
          <a:custGeom xmlns:a="http://schemas.openxmlformats.org/drawingml/2006/main">
            <a:pathLst>
              <a:path w="972259" h="381398" fill="none">
                <a:moveTo>
                  <a:pt x="972259" y="379437"/>
                </a:moveTo>
                <a:lnTo>
                  <a:pt x="651225" y="381197"/>
                </a:lnTo>
                <a:cubicBezTo>
                  <a:pt x="581655" y="381398"/>
                  <a:pt x="569281" y="0"/>
                  <a:pt x="486934" y="0"/>
                </a:cubicBezTo>
                <a:cubicBezTo>
                  <a:pt x="402828" y="0"/>
                  <a:pt x="393773" y="381197"/>
                  <a:pt x="324405" y="381197"/>
                </a:cubicBezTo>
                <a:lnTo>
                  <a:pt x="0" y="379437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F2290C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54F7F-3A11-41EE-BEF0-F8268E1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688" y="2141796"/>
            <a:ext cx="951031" cy="488091"/>
          </a:xfrm>
          <a:custGeom xmlns:a="http://schemas.openxmlformats.org/drawingml/2006/main">
            <a:pathLst>
              <a:path w="951031" h="488091" fill="none">
                <a:moveTo>
                  <a:pt x="951031" y="0"/>
                </a:moveTo>
                <a:lnTo>
                  <a:pt x="477276" y="488091"/>
                </a:lnTo>
                <a:lnTo>
                  <a:pt x="0" y="805"/>
                </a:lnTo>
              </a:path>
            </a:pathLst>
          </a:custGeom>
          <a:noFill xmlns:a="http://schemas.openxmlformats.org/drawingml/2006/main"/>
          <a:ln xmlns:a="http://schemas.openxmlformats.org/drawingml/2006/main" w="2863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FD9A3-24EF-422A-AEBC-CD83796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871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00174-1BEB-4D4C-B038-D896D45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508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22DCF-AF27-4380-98F2-9F7DD71F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145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B85E7-01E8-4769-B6BF-B86BF7E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782" y="2063021"/>
            <a:ext cx="10" cy="75455"/>
          </a:xfrm>
          <a:custGeom xmlns:a="http://schemas.openxmlformats.org/drawingml/2006/main">
            <a:pathLst>
              <a:path w="1" h="75455" fill="none">
                <a:moveTo>
                  <a:pt x="0" y="0"/>
                </a:moveTo>
                <a:lnTo>
                  <a:pt x="0" y="7545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62EDA-46C9-4770-A29B-BDEBBDF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235" y="2063021"/>
            <a:ext cx="943184" cy="75455"/>
          </a:xfrm>
          <a:custGeom xmlns:a="http://schemas.openxmlformats.org/drawingml/2006/main">
            <a:pathLst>
              <a:path w="943184" h="75455" fill="none">
                <a:moveTo>
                  <a:pt x="0" y="0"/>
                </a:moveTo>
                <a:lnTo>
                  <a:pt x="943184" y="0"/>
                </a:lnTo>
                <a:lnTo>
                  <a:pt x="943184" y="75455"/>
                </a:lnTo>
                <a:lnTo>
                  <a:pt x="0" y="754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18" cap="sq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52FED-7748-409E-B529-5C5C3637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045" y="2582351"/>
            <a:ext cx="93363" cy="93312"/>
          </a:xfrm>
          <a:custGeom xmlns:a="http://schemas.openxmlformats.org/drawingml/2006/main">
            <a:pathLst>
              <a:path w="93363" h="93312">
                <a:moveTo>
                  <a:pt x="93363" y="46581"/>
                </a:moveTo>
                <a:cubicBezTo>
                  <a:pt x="93363" y="72286"/>
                  <a:pt x="72487" y="93312"/>
                  <a:pt x="46782" y="93312"/>
                </a:cubicBezTo>
                <a:cubicBezTo>
                  <a:pt x="21027" y="93312"/>
                  <a:pt x="0" y="72286"/>
                  <a:pt x="0" y="46581"/>
                </a:cubicBezTo>
                <a:cubicBezTo>
                  <a:pt x="0" y="20826"/>
                  <a:pt x="21027" y="0"/>
                  <a:pt x="46782" y="0"/>
                </a:cubicBezTo>
                <a:cubicBezTo>
                  <a:pt x="72487" y="0"/>
                  <a:pt x="93363" y="20826"/>
                  <a:pt x="93363" y="46581"/>
                </a:cubicBezTo>
                <a:close/>
                <a:moveTo>
                  <a:pt x="93363" y="465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DB3BD-5416-4533-BF7B-F4E6A4A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512" y="2141796"/>
            <a:ext cx="951031" cy="488091"/>
          </a:xfrm>
          <a:custGeom xmlns:a="http://schemas.openxmlformats.org/drawingml/2006/main">
            <a:pathLst>
              <a:path w="951031" h="488091" fill="none">
                <a:moveTo>
                  <a:pt x="951031" y="0"/>
                </a:moveTo>
                <a:lnTo>
                  <a:pt x="477276" y="488091"/>
                </a:lnTo>
                <a:lnTo>
                  <a:pt x="0" y="805"/>
                </a:lnTo>
              </a:path>
            </a:pathLst>
          </a:custGeom>
          <a:noFill xmlns:a="http://schemas.openxmlformats.org/drawingml/2006/main"/>
          <a:ln xmlns:a="http://schemas.openxmlformats.org/drawingml/2006/main" w="28636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F41AC-C0F9-4EE2-BD46-C2952A1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658" y="4505641"/>
            <a:ext cx="10" cy="289243"/>
          </a:xfrm>
          <a:custGeom xmlns:a="http://schemas.openxmlformats.org/drawingml/2006/main">
            <a:pathLst>
              <a:path w="1" h="289243" fill="none">
                <a:moveTo>
                  <a:pt x="0" y="2892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A08B3-C873-4A44-8DA0-95E416CE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089" y="4454382"/>
            <a:ext cx="88986" cy="76813"/>
          </a:xfrm>
          <a:custGeom xmlns:a="http://schemas.openxmlformats.org/drawingml/2006/main">
            <a:pathLst>
              <a:path w="88986" h="76813">
                <a:moveTo>
                  <a:pt x="44569" y="0"/>
                </a:moveTo>
                <a:lnTo>
                  <a:pt x="88986" y="76813"/>
                </a:lnTo>
                <a:lnTo>
                  <a:pt x="0" y="76813"/>
                </a:lnTo>
                <a:lnTo>
                  <a:pt x="44569" y="0"/>
                </a:lnTo>
                <a:close/>
                <a:moveTo>
                  <a:pt x="445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E9E07-CAF8-430D-AE2B-788E83D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089" y="4454382"/>
            <a:ext cx="88986" cy="76813"/>
          </a:xfrm>
          <a:custGeom xmlns:a="http://schemas.openxmlformats.org/drawingml/2006/main">
            <a:pathLst>
              <a:path w="88986" h="76813" fill="none">
                <a:moveTo>
                  <a:pt x="44569" y="0"/>
                </a:moveTo>
                <a:lnTo>
                  <a:pt x="88986" y="76813"/>
                </a:lnTo>
                <a:lnTo>
                  <a:pt x="0" y="76813"/>
                </a:lnTo>
                <a:lnTo>
                  <a:pt x="44569" y="0"/>
                </a:lnTo>
                <a:close/>
                <a:moveTo>
                  <a:pt x="4456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869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219CE-C469-497A-8C3A-38E6A88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6" y="3661906"/>
            <a:ext cx="2263641" cy="10"/>
          </a:xfrm>
          <a:custGeom xmlns:a="http://schemas.openxmlformats.org/drawingml/2006/main">
            <a:pathLst>
              <a:path w="2263641" h="1" fill="none">
                <a:moveTo>
                  <a:pt x="0" y="0"/>
                </a:moveTo>
                <a:lnTo>
                  <a:pt x="2263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A14AE-978D-422B-881B-661F3F7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827" y="3372462"/>
            <a:ext cx="10" cy="289444"/>
          </a:xfrm>
          <a:custGeom xmlns:a="http://schemas.openxmlformats.org/drawingml/2006/main">
            <a:pathLst>
              <a:path w="1" h="289444" fill="none">
                <a:moveTo>
                  <a:pt x="0" y="2894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EE41F-EE12-4739-982F-159BBE2E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3321153"/>
            <a:ext cx="89037" cy="77064"/>
          </a:xfrm>
          <a:custGeom xmlns:a="http://schemas.openxmlformats.org/drawingml/2006/main">
            <a:pathLst>
              <a:path w="89037" h="77064">
                <a:moveTo>
                  <a:pt x="44619" y="0"/>
                </a:moveTo>
                <a:lnTo>
                  <a:pt x="89037" y="77064"/>
                </a:lnTo>
                <a:lnTo>
                  <a:pt x="0" y="7706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F1B82-E8F4-495E-B4F8-20BF5A9A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208" y="3321153"/>
            <a:ext cx="89037" cy="77064"/>
          </a:xfrm>
          <a:custGeom xmlns:a="http://schemas.openxmlformats.org/drawingml/2006/main">
            <a:pathLst>
              <a:path w="89037" h="77064" fill="none">
                <a:moveTo>
                  <a:pt x="44619" y="0"/>
                </a:moveTo>
                <a:lnTo>
                  <a:pt x="89037" y="77064"/>
                </a:lnTo>
                <a:lnTo>
                  <a:pt x="0" y="77064"/>
                </a:lnTo>
                <a:lnTo>
                  <a:pt x="44619" y="0"/>
                </a:lnTo>
                <a:close/>
                <a:moveTo>
                  <a:pt x="4461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869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B0DA7-C2B0-4277-80FF-09BBD2B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563" y="4790759"/>
            <a:ext cx="10" cy="76863"/>
          </a:xfrm>
          <a:custGeom xmlns:a="http://schemas.openxmlformats.org/drawingml/2006/main">
            <a:pathLst>
              <a:path w="1" h="76863" fill="none">
                <a:moveTo>
                  <a:pt x="0" y="0"/>
                </a:moveTo>
                <a:lnTo>
                  <a:pt x="0" y="7686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D946-24F7-4B04-9C7E-581EB3DA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926" y="4790759"/>
            <a:ext cx="10" cy="76863"/>
          </a:xfrm>
          <a:custGeom xmlns:a="http://schemas.openxmlformats.org/drawingml/2006/main">
            <a:pathLst>
              <a:path w="1" h="76863" fill="none">
                <a:moveTo>
                  <a:pt x="0" y="0"/>
                </a:moveTo>
                <a:lnTo>
                  <a:pt x="0" y="7686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363F2-399B-4D76-9E17-A7E7EC9B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439" y="4790759"/>
            <a:ext cx="10" cy="76863"/>
          </a:xfrm>
          <a:custGeom xmlns:a="http://schemas.openxmlformats.org/drawingml/2006/main">
            <a:pathLst>
              <a:path w="1" h="76863" fill="none">
                <a:moveTo>
                  <a:pt x="0" y="0"/>
                </a:moveTo>
                <a:lnTo>
                  <a:pt x="0" y="7686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205DA-2826-4568-BCF0-76CAE12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752" y="4790759"/>
            <a:ext cx="10" cy="76863"/>
          </a:xfrm>
          <a:custGeom xmlns:a="http://schemas.openxmlformats.org/drawingml/2006/main">
            <a:pathLst>
              <a:path w="1" h="76863" fill="none">
                <a:moveTo>
                  <a:pt x="0" y="0"/>
                </a:moveTo>
                <a:lnTo>
                  <a:pt x="0" y="7686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F7B46-861A-4CAD-9666-23C88B0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050" y="4790759"/>
            <a:ext cx="467266" cy="76813"/>
          </a:xfrm>
          <a:custGeom xmlns:a="http://schemas.openxmlformats.org/drawingml/2006/main">
            <a:pathLst>
              <a:path w="467266" h="76813" fill="none">
                <a:moveTo>
                  <a:pt x="0" y="0"/>
                </a:moveTo>
                <a:lnTo>
                  <a:pt x="467266" y="0"/>
                </a:lnTo>
                <a:lnTo>
                  <a:pt x="467266" y="76813"/>
                </a:lnTo>
                <a:lnTo>
                  <a:pt x="0" y="768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18" cap="sq">
            <a:solidFill>
              <a:srgbClr val="00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35884-2EC3-48D4-AD99-0178953C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926" y="5314214"/>
            <a:ext cx="93312" cy="93363"/>
          </a:xfrm>
          <a:custGeom xmlns:a="http://schemas.openxmlformats.org/drawingml/2006/main">
            <a:pathLst>
              <a:path w="93312" h="93363">
                <a:moveTo>
                  <a:pt x="93312" y="46581"/>
                </a:moveTo>
                <a:cubicBezTo>
                  <a:pt x="93312" y="72336"/>
                  <a:pt x="72487" y="93363"/>
                  <a:pt x="46732" y="93363"/>
                </a:cubicBezTo>
                <a:cubicBezTo>
                  <a:pt x="21027" y="93363"/>
                  <a:pt x="0" y="72336"/>
                  <a:pt x="0" y="46581"/>
                </a:cubicBezTo>
                <a:cubicBezTo>
                  <a:pt x="0" y="20876"/>
                  <a:pt x="21027" y="0"/>
                  <a:pt x="46732" y="0"/>
                </a:cubicBezTo>
                <a:cubicBezTo>
                  <a:pt x="72487" y="0"/>
                  <a:pt x="93312" y="20876"/>
                  <a:pt x="93312" y="46581"/>
                </a:cubicBezTo>
                <a:close/>
                <a:moveTo>
                  <a:pt x="93312" y="465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4682F-E8F5-4E30-A375-58CBCBB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289" y="4870942"/>
            <a:ext cx="470988" cy="496945"/>
          </a:xfrm>
          <a:custGeom xmlns:a="http://schemas.openxmlformats.org/drawingml/2006/main">
            <a:pathLst>
              <a:path w="470988" h="496945" fill="none">
                <a:moveTo>
                  <a:pt x="470988" y="0"/>
                </a:moveTo>
                <a:lnTo>
                  <a:pt x="236374" y="496945"/>
                </a:lnTo>
                <a:lnTo>
                  <a:pt x="0" y="805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88C9F-294F-4333-9E30-16789DA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56" y="4799411"/>
            <a:ext cx="10" cy="73493"/>
          </a:xfrm>
          <a:custGeom xmlns:a="http://schemas.openxmlformats.org/drawingml/2006/main">
            <a:pathLst>
              <a:path w="1" h="73493" fill="none">
                <a:moveTo>
                  <a:pt x="0" y="0"/>
                </a:moveTo>
                <a:lnTo>
                  <a:pt x="0" y="7349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7D635-7BE7-4D4A-8283-0FF8316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95" y="4799411"/>
            <a:ext cx="10" cy="73493"/>
          </a:xfrm>
          <a:custGeom xmlns:a="http://schemas.openxmlformats.org/drawingml/2006/main">
            <a:pathLst>
              <a:path w="1" h="73493" fill="none">
                <a:moveTo>
                  <a:pt x="0" y="0"/>
                </a:moveTo>
                <a:lnTo>
                  <a:pt x="0" y="7349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475E5-1015-4ACB-BD09-EE73CC13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434" y="4799411"/>
            <a:ext cx="10" cy="73493"/>
          </a:xfrm>
          <a:custGeom xmlns:a="http://schemas.openxmlformats.org/drawingml/2006/main">
            <a:pathLst>
              <a:path w="1" h="73493" fill="none">
                <a:moveTo>
                  <a:pt x="0" y="0"/>
                </a:moveTo>
                <a:lnTo>
                  <a:pt x="0" y="7349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D5117-692D-4A88-8F66-53184C0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673" y="4800216"/>
            <a:ext cx="10" cy="73493"/>
          </a:xfrm>
          <a:custGeom xmlns:a="http://schemas.openxmlformats.org/drawingml/2006/main">
            <a:pathLst>
              <a:path w="1" h="73493" fill="none">
                <a:moveTo>
                  <a:pt x="0" y="0"/>
                </a:moveTo>
                <a:lnTo>
                  <a:pt x="0" y="73493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3906E-49CA-405E-BEE4-2774195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329" y="4799411"/>
            <a:ext cx="1898742" cy="73493"/>
          </a:xfrm>
          <a:custGeom xmlns:a="http://schemas.openxmlformats.org/drawingml/2006/main">
            <a:pathLst>
              <a:path w="1898742" h="73493" fill="none">
                <a:moveTo>
                  <a:pt x="0" y="0"/>
                </a:moveTo>
                <a:lnTo>
                  <a:pt x="1898742" y="0"/>
                </a:lnTo>
                <a:lnTo>
                  <a:pt x="1898742" y="73493"/>
                </a:lnTo>
                <a:lnTo>
                  <a:pt x="0" y="734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18" cap="sq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0275F-BA26-44C4-A8FC-D17490BD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410" y="4793727"/>
            <a:ext cx="943184" cy="10"/>
          </a:xfrm>
          <a:custGeom xmlns:a="http://schemas.openxmlformats.org/drawingml/2006/main">
            <a:pathLst>
              <a:path w="943184" h="1" fill="none">
                <a:moveTo>
                  <a:pt x="0" y="0"/>
                </a:moveTo>
                <a:lnTo>
                  <a:pt x="9431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83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0A348-DFA7-4675-8171-6468629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181" y="3284633"/>
            <a:ext cx="2263641" cy="377274"/>
          </a:xfrm>
          <a:custGeom xmlns:a="http://schemas.openxmlformats.org/drawingml/2006/main">
            <a:pathLst>
              <a:path w="2263641" h="377274" fill="none">
                <a:moveTo>
                  <a:pt x="2263641" y="377274"/>
                </a:moveTo>
                <a:lnTo>
                  <a:pt x="1509094" y="377274"/>
                </a:lnTo>
                <a:cubicBezTo>
                  <a:pt x="1214720" y="377274"/>
                  <a:pt x="1248122" y="0"/>
                  <a:pt x="1131821" y="0"/>
                </a:cubicBezTo>
                <a:cubicBezTo>
                  <a:pt x="1016476" y="0"/>
                  <a:pt x="1033780" y="377274"/>
                  <a:pt x="754547" y="377274"/>
                </a:cubicBezTo>
                <a:cubicBezTo>
                  <a:pt x="475113" y="377274"/>
                  <a:pt x="0" y="377274"/>
                  <a:pt x="0" y="3772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616B1-DD30-4D56-98CC-1DA4413D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220" y="5312856"/>
            <a:ext cx="93363" cy="93363"/>
          </a:xfrm>
          <a:custGeom xmlns:a="http://schemas.openxmlformats.org/drawingml/2006/main">
            <a:pathLst>
              <a:path w="93363" h="93363">
                <a:moveTo>
                  <a:pt x="93363" y="46782"/>
                </a:moveTo>
                <a:cubicBezTo>
                  <a:pt x="93363" y="72537"/>
                  <a:pt x="72487" y="93363"/>
                  <a:pt x="46782" y="93363"/>
                </a:cubicBezTo>
                <a:cubicBezTo>
                  <a:pt x="21027" y="93363"/>
                  <a:pt x="0" y="72537"/>
                  <a:pt x="0" y="46782"/>
                </a:cubicBezTo>
                <a:cubicBezTo>
                  <a:pt x="0" y="21027"/>
                  <a:pt x="21027" y="0"/>
                  <a:pt x="46782" y="0"/>
                </a:cubicBezTo>
                <a:cubicBezTo>
                  <a:pt x="72487" y="0"/>
                  <a:pt x="93363" y="21027"/>
                  <a:pt x="93363" y="46782"/>
                </a:cubicBezTo>
                <a:close/>
                <a:moveTo>
                  <a:pt x="93363" y="467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25723-ADB7-4B15-ACB8-407EF98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329" y="4414089"/>
            <a:ext cx="1898742" cy="385322"/>
          </a:xfrm>
          <a:custGeom xmlns:a="http://schemas.openxmlformats.org/drawingml/2006/main">
            <a:pathLst>
              <a:path w="1898742" h="385322" fill="none">
                <a:moveTo>
                  <a:pt x="1898742" y="385322"/>
                </a:moveTo>
                <a:lnTo>
                  <a:pt x="1046557" y="381197"/>
                </a:lnTo>
                <a:cubicBezTo>
                  <a:pt x="1000177" y="380996"/>
                  <a:pt x="1000177" y="0"/>
                  <a:pt x="953798" y="0"/>
                </a:cubicBezTo>
                <a:cubicBezTo>
                  <a:pt x="907620" y="0"/>
                  <a:pt x="907620" y="381197"/>
                  <a:pt x="861240" y="381197"/>
                </a:cubicBezTo>
                <a:lnTo>
                  <a:pt x="0" y="385322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FD84A-0EF7-4929-A974-B784F2A0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91" y="4408405"/>
            <a:ext cx="1927013" cy="391006"/>
          </a:xfrm>
          <a:custGeom xmlns:a="http://schemas.openxmlformats.org/drawingml/2006/main">
            <a:pathLst>
              <a:path w="1927013" h="391006" fill="none">
                <a:moveTo>
                  <a:pt x="1927013" y="391006"/>
                </a:moveTo>
                <a:lnTo>
                  <a:pt x="1230264" y="386881"/>
                </a:lnTo>
                <a:cubicBezTo>
                  <a:pt x="1071658" y="385926"/>
                  <a:pt x="1092685" y="0"/>
                  <a:pt x="970901" y="1559"/>
                </a:cubicBezTo>
                <a:cubicBezTo>
                  <a:pt x="865969" y="2918"/>
                  <a:pt x="834328" y="387284"/>
                  <a:pt x="677533" y="385926"/>
                </a:cubicBezTo>
                <a:cubicBezTo>
                  <a:pt x="520487" y="384718"/>
                  <a:pt x="0" y="391006"/>
                  <a:pt x="0" y="3910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F2290C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563D3-9606-4960-83C8-91935EA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34" y="4876224"/>
            <a:ext cx="1914689" cy="476119"/>
          </a:xfrm>
          <a:custGeom xmlns:a="http://schemas.openxmlformats.org/drawingml/2006/main">
            <a:pathLst>
              <a:path w="1914689" h="476119" fill="none">
                <a:moveTo>
                  <a:pt x="1914689" y="0"/>
                </a:moveTo>
                <a:lnTo>
                  <a:pt x="960891" y="476119"/>
                </a:lnTo>
                <a:lnTo>
                  <a:pt x="0" y="604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71ABB-A941-4FEC-8F3E-FB7ED9ED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496" y="1683182"/>
            <a:ext cx="970499" cy="381398"/>
          </a:xfrm>
          <a:custGeom xmlns:a="http://schemas.openxmlformats.org/drawingml/2006/main">
            <a:pathLst>
              <a:path w="970499" h="381398" fill="none">
                <a:moveTo>
                  <a:pt x="970499" y="379437"/>
                </a:moveTo>
                <a:lnTo>
                  <a:pt x="632311" y="381197"/>
                </a:lnTo>
                <a:cubicBezTo>
                  <a:pt x="562942" y="381398"/>
                  <a:pt x="568627" y="0"/>
                  <a:pt x="486130" y="0"/>
                </a:cubicBezTo>
                <a:cubicBezTo>
                  <a:pt x="402023" y="0"/>
                  <a:pt x="416158" y="381197"/>
                  <a:pt x="346589" y="381197"/>
                </a:cubicBezTo>
                <a:lnTo>
                  <a:pt x="0" y="379437"/>
                </a:ln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F2290C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39001-0C23-469A-96A6-9041370D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474" y="4409964"/>
            <a:ext cx="489651" cy="382203"/>
          </a:xfrm>
          <a:custGeom xmlns:a="http://schemas.openxmlformats.org/drawingml/2006/main">
            <a:pathLst>
              <a:path w="489651" h="382203" fill="none">
                <a:moveTo>
                  <a:pt x="489651" y="380594"/>
                </a:moveTo>
                <a:lnTo>
                  <a:pt x="312030" y="380392"/>
                </a:lnTo>
                <a:cubicBezTo>
                  <a:pt x="258005" y="380392"/>
                  <a:pt x="273096" y="1761"/>
                  <a:pt x="244825" y="956"/>
                </a:cubicBezTo>
                <a:cubicBezTo>
                  <a:pt x="205539" y="0"/>
                  <a:pt x="233608" y="382203"/>
                  <a:pt x="177017" y="380996"/>
                </a:cubicBezTo>
                <a:cubicBezTo>
                  <a:pt x="120426" y="379839"/>
                  <a:pt x="0" y="380594"/>
                  <a:pt x="0" y="3805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18" cap="flat">
            <a:solidFill>
              <a:srgbClr val="F2290C"/>
            </a:solidFill>
            <a:miter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a5f074a414f2a"/>
          <a:stretch xmlns:a="http://schemas.openxmlformats.org/drawingml/2006/main"/>
        </p:blipFill>
        <p:spPr>
          <a:xfrm xmlns:a="http://schemas.openxmlformats.org/drawingml/2006/main">
            <a:off x="8797397" y="4677061"/>
            <a:ext cx="791344" cy="791344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62F09-680A-4CD9-9080-BC915AB7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397" y="4676973"/>
            <a:ext cx="791268" cy="791470"/>
          </a:xfrm>
          <a:custGeom xmlns:a="http://schemas.openxmlformats.org/drawingml/2006/main">
            <a:pathLst>
              <a:path w="791268" h="791470" fill="none">
                <a:moveTo>
                  <a:pt x="0" y="0"/>
                </a:moveTo>
                <a:lnTo>
                  <a:pt x="791268" y="0"/>
                </a:lnTo>
                <a:lnTo>
                  <a:pt x="791268" y="791470"/>
                </a:lnTo>
                <a:lnTo>
                  <a:pt x="0" y="791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20" cap="flat">
            <a:solidFill>
              <a:srgbClr val="FF0000"/>
            </a:solidFill>
            <a:miter/>
          </a:ln>
        </p:spPr>
      </p:sp>
      <p:sp>
        <p:nvSpPr>
          <p:cNvPr id="87" name="Text Erosion">
            <a:extLst xmlns:a="http://schemas.openxmlformats.org/drawingml/2006/main">
              <a:ext uri="{FF2B5EF4-FFF2-40B4-BE49-F238E27FC236}">
                <a16:creationId xmlns:a16="http://schemas.microsoft.com/office/drawing/2014/main" id="{AB258304-611B-420D-87DF-94839EE8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866" y="4144423"/>
            <a:ext cx="567479" cy="109075"/>
          </a:xfrm>
          <a:custGeom xmlns:a="http://schemas.openxmlformats.org/drawingml/2006/main">
            <a:pathLst>
              <a:path w="567479" h="109075">
                <a:moveTo>
                  <a:pt x="0" y="4264"/>
                </a:moveTo>
                <a:lnTo>
                  <a:pt x="71456" y="4264"/>
                </a:lnTo>
                <a:lnTo>
                  <a:pt x="71456" y="24346"/>
                </a:lnTo>
                <a:lnTo>
                  <a:pt x="26478" y="24346"/>
                </a:lnTo>
                <a:lnTo>
                  <a:pt x="26478" y="43328"/>
                </a:lnTo>
                <a:lnTo>
                  <a:pt x="68774" y="43328"/>
                </a:lnTo>
                <a:lnTo>
                  <a:pt x="68774" y="63409"/>
                </a:lnTo>
                <a:lnTo>
                  <a:pt x="26478" y="63409"/>
                </a:lnTo>
                <a:lnTo>
                  <a:pt x="26478" y="86930"/>
                </a:lnTo>
                <a:lnTo>
                  <a:pt x="72969" y="86930"/>
                </a:lnTo>
                <a:lnTo>
                  <a:pt x="72969" y="107012"/>
                </a:lnTo>
                <a:lnTo>
                  <a:pt x="0" y="107012"/>
                </a:lnTo>
                <a:lnTo>
                  <a:pt x="0" y="4264"/>
                </a:lnTo>
                <a:close/>
                <a:moveTo>
                  <a:pt x="152319" y="51030"/>
                </a:moveTo>
                <a:cubicBezTo>
                  <a:pt x="150165" y="49999"/>
                  <a:pt x="148021" y="49236"/>
                  <a:pt x="145889" y="48743"/>
                </a:cubicBezTo>
                <a:cubicBezTo>
                  <a:pt x="143757" y="48251"/>
                  <a:pt x="141614" y="48004"/>
                  <a:pt x="139459" y="48004"/>
                </a:cubicBezTo>
                <a:cubicBezTo>
                  <a:pt x="133132" y="48004"/>
                  <a:pt x="128260" y="50037"/>
                  <a:pt x="124844" y="54101"/>
                </a:cubicBezTo>
                <a:cubicBezTo>
                  <a:pt x="121429" y="58166"/>
                  <a:pt x="119721" y="63988"/>
                  <a:pt x="119721" y="71568"/>
                </a:cubicBezTo>
                <a:lnTo>
                  <a:pt x="119721" y="107012"/>
                </a:lnTo>
                <a:lnTo>
                  <a:pt x="95100" y="107012"/>
                </a:lnTo>
                <a:lnTo>
                  <a:pt x="95100" y="29985"/>
                </a:lnTo>
                <a:lnTo>
                  <a:pt x="119721" y="29985"/>
                </a:lnTo>
                <a:lnTo>
                  <a:pt x="119721" y="42640"/>
                </a:lnTo>
                <a:cubicBezTo>
                  <a:pt x="122884" y="37572"/>
                  <a:pt x="126518" y="33875"/>
                  <a:pt x="130621" y="31550"/>
                </a:cubicBezTo>
                <a:cubicBezTo>
                  <a:pt x="134725" y="29223"/>
                  <a:pt x="139642" y="28060"/>
                  <a:pt x="145373" y="28060"/>
                </a:cubicBezTo>
                <a:cubicBezTo>
                  <a:pt x="146199" y="28060"/>
                  <a:pt x="147093" y="28096"/>
                  <a:pt x="148056" y="28167"/>
                </a:cubicBezTo>
                <a:cubicBezTo>
                  <a:pt x="149018" y="28237"/>
                  <a:pt x="150417" y="28391"/>
                  <a:pt x="152251" y="28629"/>
                </a:cubicBezTo>
                <a:lnTo>
                  <a:pt x="152319" y="51030"/>
                </a:lnTo>
                <a:close/>
                <a:moveTo>
                  <a:pt x="201195" y="45666"/>
                </a:moveTo>
                <a:cubicBezTo>
                  <a:pt x="195738" y="45666"/>
                  <a:pt x="191578" y="47632"/>
                  <a:pt x="188712" y="51563"/>
                </a:cubicBezTo>
                <a:cubicBezTo>
                  <a:pt x="185846" y="55495"/>
                  <a:pt x="184414" y="61163"/>
                  <a:pt x="184414" y="68568"/>
                </a:cubicBezTo>
                <a:cubicBezTo>
                  <a:pt x="184414" y="75972"/>
                  <a:pt x="185846" y="81640"/>
                  <a:pt x="188712" y="85572"/>
                </a:cubicBezTo>
                <a:cubicBezTo>
                  <a:pt x="191578" y="89503"/>
                  <a:pt x="195738" y="91469"/>
                  <a:pt x="201195" y="91469"/>
                </a:cubicBezTo>
                <a:cubicBezTo>
                  <a:pt x="206559" y="91469"/>
                  <a:pt x="210662" y="89503"/>
                  <a:pt x="213505" y="85572"/>
                </a:cubicBezTo>
                <a:cubicBezTo>
                  <a:pt x="216348" y="81640"/>
                  <a:pt x="217769" y="75972"/>
                  <a:pt x="217769" y="68568"/>
                </a:cubicBezTo>
                <a:cubicBezTo>
                  <a:pt x="217769" y="61163"/>
                  <a:pt x="216348" y="55495"/>
                  <a:pt x="213505" y="51563"/>
                </a:cubicBezTo>
                <a:cubicBezTo>
                  <a:pt x="210662" y="47632"/>
                  <a:pt x="206559" y="45666"/>
                  <a:pt x="201195" y="45666"/>
                </a:cubicBezTo>
                <a:moveTo>
                  <a:pt x="201195" y="28060"/>
                </a:moveTo>
                <a:cubicBezTo>
                  <a:pt x="214445" y="28060"/>
                  <a:pt x="224795" y="31642"/>
                  <a:pt x="232246" y="38808"/>
                </a:cubicBezTo>
                <a:cubicBezTo>
                  <a:pt x="239696" y="45972"/>
                  <a:pt x="243422" y="55892"/>
                  <a:pt x="243422" y="68568"/>
                </a:cubicBezTo>
                <a:cubicBezTo>
                  <a:pt x="243422" y="81243"/>
                  <a:pt x="239696" y="91164"/>
                  <a:pt x="232246" y="98329"/>
                </a:cubicBezTo>
                <a:cubicBezTo>
                  <a:pt x="224795" y="105493"/>
                  <a:pt x="214445" y="109075"/>
                  <a:pt x="201195" y="109075"/>
                </a:cubicBezTo>
                <a:cubicBezTo>
                  <a:pt x="187898" y="109075"/>
                  <a:pt x="177502" y="105493"/>
                  <a:pt x="170006" y="98329"/>
                </a:cubicBezTo>
                <a:cubicBezTo>
                  <a:pt x="162509" y="91164"/>
                  <a:pt x="158761" y="81243"/>
                  <a:pt x="158761" y="68568"/>
                </a:cubicBezTo>
                <a:cubicBezTo>
                  <a:pt x="158761" y="55892"/>
                  <a:pt x="162509" y="45972"/>
                  <a:pt x="170006" y="38808"/>
                </a:cubicBezTo>
                <a:cubicBezTo>
                  <a:pt x="177502" y="31642"/>
                  <a:pt x="187898" y="28060"/>
                  <a:pt x="201195" y="28060"/>
                </a:cubicBezTo>
                <a:close/>
                <a:moveTo>
                  <a:pt x="321478" y="32324"/>
                </a:moveTo>
                <a:lnTo>
                  <a:pt x="321478" y="51030"/>
                </a:lnTo>
                <a:cubicBezTo>
                  <a:pt x="316205" y="48829"/>
                  <a:pt x="311116" y="47179"/>
                  <a:pt x="306210" y="46078"/>
                </a:cubicBezTo>
                <a:cubicBezTo>
                  <a:pt x="301304" y="44978"/>
                  <a:pt x="296674" y="44428"/>
                  <a:pt x="292318" y="44428"/>
                </a:cubicBezTo>
                <a:cubicBezTo>
                  <a:pt x="287641" y="44428"/>
                  <a:pt x="284168" y="45014"/>
                  <a:pt x="281899" y="46186"/>
                </a:cubicBezTo>
                <a:cubicBezTo>
                  <a:pt x="279629" y="47357"/>
                  <a:pt x="278494" y="49160"/>
                  <a:pt x="278494" y="51595"/>
                </a:cubicBezTo>
                <a:cubicBezTo>
                  <a:pt x="278494" y="53571"/>
                  <a:pt x="279354" y="55088"/>
                  <a:pt x="281073" y="56145"/>
                </a:cubicBezTo>
                <a:cubicBezTo>
                  <a:pt x="282793" y="57201"/>
                  <a:pt x="285876" y="57982"/>
                  <a:pt x="290324" y="58488"/>
                </a:cubicBezTo>
                <a:lnTo>
                  <a:pt x="294656" y="59109"/>
                </a:lnTo>
                <a:cubicBezTo>
                  <a:pt x="307265" y="60717"/>
                  <a:pt x="315747" y="63359"/>
                  <a:pt x="320103" y="67035"/>
                </a:cubicBezTo>
                <a:cubicBezTo>
                  <a:pt x="324458" y="70710"/>
                  <a:pt x="326636" y="76477"/>
                  <a:pt x="326636" y="84334"/>
                </a:cubicBezTo>
                <a:cubicBezTo>
                  <a:pt x="326636" y="92558"/>
                  <a:pt x="323610" y="98738"/>
                  <a:pt x="317558" y="102873"/>
                </a:cubicBezTo>
                <a:cubicBezTo>
                  <a:pt x="311506" y="107008"/>
                  <a:pt x="302474" y="109075"/>
                  <a:pt x="290461" y="109075"/>
                </a:cubicBezTo>
                <a:cubicBezTo>
                  <a:pt x="285372" y="109075"/>
                  <a:pt x="280111" y="108674"/>
                  <a:pt x="274678" y="107872"/>
                </a:cubicBezTo>
                <a:cubicBezTo>
                  <a:pt x="269244" y="107069"/>
                  <a:pt x="263662" y="105866"/>
                  <a:pt x="257931" y="104261"/>
                </a:cubicBezTo>
                <a:lnTo>
                  <a:pt x="257931" y="85555"/>
                </a:lnTo>
                <a:cubicBezTo>
                  <a:pt x="262837" y="87939"/>
                  <a:pt x="267869" y="89727"/>
                  <a:pt x="273027" y="90919"/>
                </a:cubicBezTo>
                <a:cubicBezTo>
                  <a:pt x="278185" y="92111"/>
                  <a:pt x="283423" y="92707"/>
                  <a:pt x="288742" y="92707"/>
                </a:cubicBezTo>
                <a:cubicBezTo>
                  <a:pt x="293556" y="92707"/>
                  <a:pt x="297178" y="92041"/>
                  <a:pt x="299608" y="90708"/>
                </a:cubicBezTo>
                <a:cubicBezTo>
                  <a:pt x="302038" y="89376"/>
                  <a:pt x="303253" y="87400"/>
                  <a:pt x="303253" y="84781"/>
                </a:cubicBezTo>
                <a:cubicBezTo>
                  <a:pt x="303253" y="82576"/>
                  <a:pt x="302416" y="80934"/>
                  <a:pt x="300743" y="79855"/>
                </a:cubicBezTo>
                <a:cubicBezTo>
                  <a:pt x="299069" y="78775"/>
                  <a:pt x="295734" y="77936"/>
                  <a:pt x="290736" y="77338"/>
                </a:cubicBezTo>
                <a:lnTo>
                  <a:pt x="286403" y="76786"/>
                </a:lnTo>
                <a:cubicBezTo>
                  <a:pt x="275445" y="75408"/>
                  <a:pt x="267766" y="72858"/>
                  <a:pt x="263364" y="69137"/>
                </a:cubicBezTo>
                <a:cubicBezTo>
                  <a:pt x="258963" y="65415"/>
                  <a:pt x="256762" y="59763"/>
                  <a:pt x="256762" y="52182"/>
                </a:cubicBezTo>
                <a:cubicBezTo>
                  <a:pt x="256762" y="44004"/>
                  <a:pt x="259559" y="37939"/>
                  <a:pt x="265152" y="33987"/>
                </a:cubicBezTo>
                <a:cubicBezTo>
                  <a:pt x="270746" y="30036"/>
                  <a:pt x="279320" y="28060"/>
                  <a:pt x="290874" y="28060"/>
                </a:cubicBezTo>
                <a:cubicBezTo>
                  <a:pt x="295413" y="28060"/>
                  <a:pt x="300181" y="28404"/>
                  <a:pt x="305179" y="29091"/>
                </a:cubicBezTo>
                <a:cubicBezTo>
                  <a:pt x="310176" y="29779"/>
                  <a:pt x="315609" y="30857"/>
                  <a:pt x="321478" y="32324"/>
                </a:cubicBezTo>
                <a:close/>
                <a:moveTo>
                  <a:pt x="345106" y="29985"/>
                </a:moveTo>
                <a:lnTo>
                  <a:pt x="369727" y="29985"/>
                </a:lnTo>
                <a:lnTo>
                  <a:pt x="369727" y="107012"/>
                </a:lnTo>
                <a:lnTo>
                  <a:pt x="345106" y="107012"/>
                </a:lnTo>
                <a:lnTo>
                  <a:pt x="345106" y="29985"/>
                </a:lnTo>
                <a:moveTo>
                  <a:pt x="345106" y="0"/>
                </a:moveTo>
                <a:lnTo>
                  <a:pt x="369727" y="0"/>
                </a:lnTo>
                <a:lnTo>
                  <a:pt x="369727" y="20082"/>
                </a:lnTo>
                <a:lnTo>
                  <a:pt x="345106" y="20082"/>
                </a:lnTo>
                <a:lnTo>
                  <a:pt x="345106" y="0"/>
                </a:lnTo>
                <a:close/>
                <a:moveTo>
                  <a:pt x="429933" y="45666"/>
                </a:moveTo>
                <a:cubicBezTo>
                  <a:pt x="424477" y="45666"/>
                  <a:pt x="420316" y="47632"/>
                  <a:pt x="417450" y="51563"/>
                </a:cubicBezTo>
                <a:cubicBezTo>
                  <a:pt x="414585" y="55495"/>
                  <a:pt x="413152" y="61163"/>
                  <a:pt x="413152" y="68568"/>
                </a:cubicBezTo>
                <a:cubicBezTo>
                  <a:pt x="413152" y="75972"/>
                  <a:pt x="414585" y="81640"/>
                  <a:pt x="417450" y="85572"/>
                </a:cubicBezTo>
                <a:cubicBezTo>
                  <a:pt x="420316" y="89503"/>
                  <a:pt x="424477" y="91469"/>
                  <a:pt x="429933" y="91469"/>
                </a:cubicBezTo>
                <a:cubicBezTo>
                  <a:pt x="435297" y="91469"/>
                  <a:pt x="439401" y="89503"/>
                  <a:pt x="442243" y="85572"/>
                </a:cubicBezTo>
                <a:cubicBezTo>
                  <a:pt x="445086" y="81640"/>
                  <a:pt x="446507" y="75972"/>
                  <a:pt x="446507" y="68568"/>
                </a:cubicBezTo>
                <a:cubicBezTo>
                  <a:pt x="446507" y="61163"/>
                  <a:pt x="445086" y="55495"/>
                  <a:pt x="442243" y="51563"/>
                </a:cubicBezTo>
                <a:cubicBezTo>
                  <a:pt x="439401" y="47632"/>
                  <a:pt x="435297" y="45666"/>
                  <a:pt x="429933" y="45666"/>
                </a:cubicBezTo>
                <a:moveTo>
                  <a:pt x="429933" y="28060"/>
                </a:moveTo>
                <a:cubicBezTo>
                  <a:pt x="443183" y="28060"/>
                  <a:pt x="453534" y="31642"/>
                  <a:pt x="460984" y="38808"/>
                </a:cubicBezTo>
                <a:cubicBezTo>
                  <a:pt x="468435" y="45972"/>
                  <a:pt x="472160" y="55892"/>
                  <a:pt x="472160" y="68568"/>
                </a:cubicBezTo>
                <a:cubicBezTo>
                  <a:pt x="472160" y="81243"/>
                  <a:pt x="468435" y="91164"/>
                  <a:pt x="460984" y="98329"/>
                </a:cubicBezTo>
                <a:cubicBezTo>
                  <a:pt x="453534" y="105493"/>
                  <a:pt x="443183" y="109075"/>
                  <a:pt x="429933" y="109075"/>
                </a:cubicBezTo>
                <a:cubicBezTo>
                  <a:pt x="416637" y="109075"/>
                  <a:pt x="406240" y="105493"/>
                  <a:pt x="398744" y="98329"/>
                </a:cubicBezTo>
                <a:cubicBezTo>
                  <a:pt x="391248" y="91164"/>
                  <a:pt x="387499" y="81243"/>
                  <a:pt x="387499" y="68568"/>
                </a:cubicBezTo>
                <a:cubicBezTo>
                  <a:pt x="387499" y="55892"/>
                  <a:pt x="391248" y="45972"/>
                  <a:pt x="398744" y="38808"/>
                </a:cubicBezTo>
                <a:cubicBezTo>
                  <a:pt x="406240" y="31642"/>
                  <a:pt x="416637" y="28060"/>
                  <a:pt x="429933" y="28060"/>
                </a:cubicBezTo>
                <a:close/>
                <a:moveTo>
                  <a:pt x="567479" y="60055"/>
                </a:moveTo>
                <a:lnTo>
                  <a:pt x="567479" y="107012"/>
                </a:lnTo>
                <a:lnTo>
                  <a:pt x="542720" y="107012"/>
                </a:lnTo>
                <a:lnTo>
                  <a:pt x="542720" y="99370"/>
                </a:lnTo>
                <a:lnTo>
                  <a:pt x="542720" y="71071"/>
                </a:lnTo>
                <a:cubicBezTo>
                  <a:pt x="542720" y="64416"/>
                  <a:pt x="542571" y="59826"/>
                  <a:pt x="542273" y="57302"/>
                </a:cubicBezTo>
                <a:cubicBezTo>
                  <a:pt x="541975" y="54777"/>
                  <a:pt x="541459" y="52918"/>
                  <a:pt x="540726" y="51724"/>
                </a:cubicBezTo>
                <a:cubicBezTo>
                  <a:pt x="539763" y="50117"/>
                  <a:pt x="538456" y="48866"/>
                  <a:pt x="536806" y="47972"/>
                </a:cubicBezTo>
                <a:cubicBezTo>
                  <a:pt x="535155" y="47076"/>
                  <a:pt x="533275" y="46629"/>
                  <a:pt x="531166" y="46629"/>
                </a:cubicBezTo>
                <a:cubicBezTo>
                  <a:pt x="526031" y="46629"/>
                  <a:pt x="521996" y="48614"/>
                  <a:pt x="519062" y="52584"/>
                </a:cubicBezTo>
                <a:cubicBezTo>
                  <a:pt x="516128" y="56554"/>
                  <a:pt x="514661" y="62051"/>
                  <a:pt x="514661" y="69075"/>
                </a:cubicBezTo>
                <a:lnTo>
                  <a:pt x="514661" y="107012"/>
                </a:lnTo>
                <a:lnTo>
                  <a:pt x="490040" y="107012"/>
                </a:lnTo>
                <a:lnTo>
                  <a:pt x="490040" y="29985"/>
                </a:lnTo>
                <a:lnTo>
                  <a:pt x="514661" y="29985"/>
                </a:lnTo>
                <a:lnTo>
                  <a:pt x="514661" y="41264"/>
                </a:lnTo>
                <a:cubicBezTo>
                  <a:pt x="518374" y="36748"/>
                  <a:pt x="522317" y="33418"/>
                  <a:pt x="526490" y="31275"/>
                </a:cubicBezTo>
                <a:cubicBezTo>
                  <a:pt x="530662" y="29131"/>
                  <a:pt x="535270" y="28060"/>
                  <a:pt x="540313" y="28060"/>
                </a:cubicBezTo>
                <a:cubicBezTo>
                  <a:pt x="549208" y="28060"/>
                  <a:pt x="555959" y="30789"/>
                  <a:pt x="560567" y="36248"/>
                </a:cubicBezTo>
                <a:cubicBezTo>
                  <a:pt x="565175" y="41707"/>
                  <a:pt x="567479" y="49643"/>
                  <a:pt x="567479" y="600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(Brakecable">
            <a:extLst xmlns:a="http://schemas.openxmlformats.org/drawingml/2006/main">
              <a:ext uri="{FF2B5EF4-FFF2-40B4-BE49-F238E27FC236}">
                <a16:creationId xmlns:a16="http://schemas.microsoft.com/office/drawing/2014/main" id="{04A6BED0-66D8-498B-8C2C-A15D45B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482" y="4320484"/>
            <a:ext cx="862288" cy="125581"/>
          </a:xfrm>
          <a:custGeom xmlns:a="http://schemas.openxmlformats.org/drawingml/2006/main">
            <a:pathLst>
              <a:path w="862288" h="125581">
                <a:moveTo>
                  <a:pt x="31567" y="138"/>
                </a:moveTo>
                <a:cubicBezTo>
                  <a:pt x="25423" y="10683"/>
                  <a:pt x="20861" y="21114"/>
                  <a:pt x="17881" y="31430"/>
                </a:cubicBezTo>
                <a:cubicBezTo>
                  <a:pt x="14901" y="41746"/>
                  <a:pt x="13411" y="52199"/>
                  <a:pt x="13411" y="62791"/>
                </a:cubicBezTo>
                <a:cubicBezTo>
                  <a:pt x="13411" y="73382"/>
                  <a:pt x="14912" y="83870"/>
                  <a:pt x="17916" y="94255"/>
                </a:cubicBezTo>
                <a:cubicBezTo>
                  <a:pt x="20919" y="104639"/>
                  <a:pt x="25469" y="115082"/>
                  <a:pt x="31567" y="125581"/>
                </a:cubicBezTo>
                <a:lnTo>
                  <a:pt x="20563" y="125581"/>
                </a:lnTo>
                <a:cubicBezTo>
                  <a:pt x="13686" y="114806"/>
                  <a:pt x="8539" y="104215"/>
                  <a:pt x="5124" y="93808"/>
                </a:cubicBezTo>
                <a:cubicBezTo>
                  <a:pt x="1708" y="83400"/>
                  <a:pt x="0" y="73061"/>
                  <a:pt x="0" y="62791"/>
                </a:cubicBezTo>
                <a:cubicBezTo>
                  <a:pt x="0" y="52566"/>
                  <a:pt x="1696" y="42273"/>
                  <a:pt x="5089" y="31911"/>
                </a:cubicBezTo>
                <a:cubicBezTo>
                  <a:pt x="8482" y="21549"/>
                  <a:pt x="13640" y="10958"/>
                  <a:pt x="20563" y="138"/>
                </a:cubicBezTo>
                <a:lnTo>
                  <a:pt x="31567" y="138"/>
                </a:lnTo>
                <a:close/>
                <a:moveTo>
                  <a:pt x="70542" y="57908"/>
                </a:moveTo>
                <a:lnTo>
                  <a:pt x="70542" y="95596"/>
                </a:lnTo>
                <a:lnTo>
                  <a:pt x="92825" y="95596"/>
                </a:lnTo>
                <a:cubicBezTo>
                  <a:pt x="100298" y="95596"/>
                  <a:pt x="105835" y="94045"/>
                  <a:pt x="109434" y="90945"/>
                </a:cubicBezTo>
                <a:cubicBezTo>
                  <a:pt x="113033" y="87844"/>
                  <a:pt x="114833" y="83102"/>
                  <a:pt x="114833" y="76717"/>
                </a:cubicBezTo>
                <a:cubicBezTo>
                  <a:pt x="114833" y="70287"/>
                  <a:pt x="113033" y="65544"/>
                  <a:pt x="109434" y="62490"/>
                </a:cubicBezTo>
                <a:cubicBezTo>
                  <a:pt x="105835" y="59435"/>
                  <a:pt x="100298" y="57908"/>
                  <a:pt x="92825" y="57908"/>
                </a:cubicBezTo>
                <a:lnTo>
                  <a:pt x="70542" y="57908"/>
                </a:lnTo>
                <a:moveTo>
                  <a:pt x="70542" y="15680"/>
                </a:moveTo>
                <a:lnTo>
                  <a:pt x="70542" y="46629"/>
                </a:lnTo>
                <a:lnTo>
                  <a:pt x="91106" y="46629"/>
                </a:lnTo>
                <a:cubicBezTo>
                  <a:pt x="97891" y="46629"/>
                  <a:pt x="102946" y="45356"/>
                  <a:pt x="106270" y="42812"/>
                </a:cubicBezTo>
                <a:cubicBezTo>
                  <a:pt x="109594" y="40267"/>
                  <a:pt x="111256" y="36381"/>
                  <a:pt x="111256" y="31155"/>
                </a:cubicBezTo>
                <a:cubicBezTo>
                  <a:pt x="111256" y="25974"/>
                  <a:pt x="109594" y="22099"/>
                  <a:pt x="106270" y="19532"/>
                </a:cubicBezTo>
                <a:cubicBezTo>
                  <a:pt x="102946" y="16964"/>
                  <a:pt x="97891" y="15680"/>
                  <a:pt x="91106" y="15680"/>
                </a:cubicBezTo>
                <a:lnTo>
                  <a:pt x="70542" y="15680"/>
                </a:lnTo>
                <a:moveTo>
                  <a:pt x="56650" y="4264"/>
                </a:moveTo>
                <a:lnTo>
                  <a:pt x="92137" y="4264"/>
                </a:lnTo>
                <a:cubicBezTo>
                  <a:pt x="102728" y="4264"/>
                  <a:pt x="110890" y="6465"/>
                  <a:pt x="116621" y="10866"/>
                </a:cubicBezTo>
                <a:cubicBezTo>
                  <a:pt x="122352" y="15268"/>
                  <a:pt x="125217" y="21526"/>
                  <a:pt x="125217" y="29642"/>
                </a:cubicBezTo>
                <a:cubicBezTo>
                  <a:pt x="125217" y="35923"/>
                  <a:pt x="123750" y="40920"/>
                  <a:pt x="120816" y="44634"/>
                </a:cubicBezTo>
                <a:cubicBezTo>
                  <a:pt x="117882" y="48348"/>
                  <a:pt x="113572" y="50663"/>
                  <a:pt x="107886" y="51580"/>
                </a:cubicBezTo>
                <a:cubicBezTo>
                  <a:pt x="114718" y="53049"/>
                  <a:pt x="120025" y="56113"/>
                  <a:pt x="123808" y="60772"/>
                </a:cubicBezTo>
                <a:cubicBezTo>
                  <a:pt x="127590" y="65432"/>
                  <a:pt x="129481" y="71250"/>
                  <a:pt x="129481" y="78228"/>
                </a:cubicBezTo>
                <a:cubicBezTo>
                  <a:pt x="129481" y="87409"/>
                  <a:pt x="126364" y="94502"/>
                  <a:pt x="120128" y="99507"/>
                </a:cubicBezTo>
                <a:cubicBezTo>
                  <a:pt x="113893" y="104510"/>
                  <a:pt x="105021" y="107012"/>
                  <a:pt x="93513" y="107012"/>
                </a:cubicBezTo>
                <a:lnTo>
                  <a:pt x="56650" y="107012"/>
                </a:lnTo>
                <a:lnTo>
                  <a:pt x="56650" y="4264"/>
                </a:lnTo>
                <a:close/>
                <a:moveTo>
                  <a:pt x="197357" y="41815"/>
                </a:moveTo>
                <a:cubicBezTo>
                  <a:pt x="195936" y="40966"/>
                  <a:pt x="194388" y="40342"/>
                  <a:pt x="192715" y="39940"/>
                </a:cubicBezTo>
                <a:cubicBezTo>
                  <a:pt x="191041" y="39539"/>
                  <a:pt x="189196" y="39339"/>
                  <a:pt x="187178" y="39339"/>
                </a:cubicBezTo>
                <a:cubicBezTo>
                  <a:pt x="180026" y="39339"/>
                  <a:pt x="174535" y="41672"/>
                  <a:pt x="170707" y="46339"/>
                </a:cubicBezTo>
                <a:cubicBezTo>
                  <a:pt x="166879" y="51004"/>
                  <a:pt x="164964" y="57703"/>
                  <a:pt x="164964" y="66436"/>
                </a:cubicBezTo>
                <a:lnTo>
                  <a:pt x="164964" y="107012"/>
                </a:lnTo>
                <a:lnTo>
                  <a:pt x="152241" y="107012"/>
                </a:lnTo>
                <a:lnTo>
                  <a:pt x="152241" y="29985"/>
                </a:lnTo>
                <a:lnTo>
                  <a:pt x="164964" y="29985"/>
                </a:lnTo>
                <a:lnTo>
                  <a:pt x="164964" y="41952"/>
                </a:lnTo>
                <a:cubicBezTo>
                  <a:pt x="167624" y="37253"/>
                  <a:pt x="171085" y="33762"/>
                  <a:pt x="175349" y="31481"/>
                </a:cubicBezTo>
                <a:cubicBezTo>
                  <a:pt x="179613" y="29200"/>
                  <a:pt x="184794" y="28060"/>
                  <a:pt x="190892" y="28060"/>
                </a:cubicBezTo>
                <a:cubicBezTo>
                  <a:pt x="191763" y="28060"/>
                  <a:pt x="192726" y="28117"/>
                  <a:pt x="193781" y="28232"/>
                </a:cubicBezTo>
                <a:cubicBezTo>
                  <a:pt x="194835" y="28346"/>
                  <a:pt x="196004" y="28518"/>
                  <a:pt x="197288" y="28747"/>
                </a:cubicBezTo>
                <a:lnTo>
                  <a:pt x="197357" y="41815"/>
                </a:lnTo>
                <a:close/>
                <a:moveTo>
                  <a:pt x="245617" y="68224"/>
                </a:moveTo>
                <a:cubicBezTo>
                  <a:pt x="235393" y="68224"/>
                  <a:pt x="228309" y="69399"/>
                  <a:pt x="224366" y="71748"/>
                </a:cubicBezTo>
                <a:cubicBezTo>
                  <a:pt x="220423" y="74097"/>
                  <a:pt x="218451" y="78103"/>
                  <a:pt x="218451" y="83769"/>
                </a:cubicBezTo>
                <a:cubicBezTo>
                  <a:pt x="218451" y="88282"/>
                  <a:pt x="219930" y="91863"/>
                  <a:pt x="222887" y="94512"/>
                </a:cubicBezTo>
                <a:cubicBezTo>
                  <a:pt x="225844" y="97160"/>
                  <a:pt x="229868" y="98484"/>
                  <a:pt x="234957" y="98484"/>
                </a:cubicBezTo>
                <a:cubicBezTo>
                  <a:pt x="241972" y="98484"/>
                  <a:pt x="247600" y="95985"/>
                  <a:pt x="251841" y="90988"/>
                </a:cubicBezTo>
                <a:cubicBezTo>
                  <a:pt x="256082" y="85989"/>
                  <a:pt x="258203" y="79343"/>
                  <a:pt x="258203" y="71050"/>
                </a:cubicBezTo>
                <a:lnTo>
                  <a:pt x="258203" y="68224"/>
                </a:lnTo>
                <a:lnTo>
                  <a:pt x="245617" y="68224"/>
                </a:lnTo>
                <a:moveTo>
                  <a:pt x="270857" y="62997"/>
                </a:moveTo>
                <a:lnTo>
                  <a:pt x="270857" y="107012"/>
                </a:lnTo>
                <a:lnTo>
                  <a:pt x="258203" y="107012"/>
                </a:lnTo>
                <a:lnTo>
                  <a:pt x="258203" y="95321"/>
                </a:lnTo>
                <a:cubicBezTo>
                  <a:pt x="255314" y="100020"/>
                  <a:pt x="251715" y="103487"/>
                  <a:pt x="247405" y="105723"/>
                </a:cubicBezTo>
                <a:cubicBezTo>
                  <a:pt x="243095" y="107958"/>
                  <a:pt x="237823" y="109075"/>
                  <a:pt x="231587" y="109075"/>
                </a:cubicBezTo>
                <a:cubicBezTo>
                  <a:pt x="223701" y="109075"/>
                  <a:pt x="217431" y="106857"/>
                  <a:pt x="212777" y="102421"/>
                </a:cubicBezTo>
                <a:cubicBezTo>
                  <a:pt x="208124" y="97984"/>
                  <a:pt x="205797" y="92042"/>
                  <a:pt x="205797" y="84594"/>
                </a:cubicBezTo>
                <a:cubicBezTo>
                  <a:pt x="205797" y="75906"/>
                  <a:pt x="208697" y="69355"/>
                  <a:pt x="214497" y="64942"/>
                </a:cubicBezTo>
                <a:cubicBezTo>
                  <a:pt x="220297" y="60527"/>
                  <a:pt x="228951" y="58320"/>
                  <a:pt x="240459" y="58320"/>
                </a:cubicBezTo>
                <a:lnTo>
                  <a:pt x="258203" y="58320"/>
                </a:lnTo>
                <a:lnTo>
                  <a:pt x="258203" y="57082"/>
                </a:lnTo>
                <a:cubicBezTo>
                  <a:pt x="258203" y="51259"/>
                  <a:pt x="256288" y="46755"/>
                  <a:pt x="252460" y="43568"/>
                </a:cubicBezTo>
                <a:cubicBezTo>
                  <a:pt x="248632" y="40382"/>
                  <a:pt x="243256" y="38788"/>
                  <a:pt x="236332" y="38788"/>
                </a:cubicBezTo>
                <a:cubicBezTo>
                  <a:pt x="231931" y="38788"/>
                  <a:pt x="227644" y="39316"/>
                  <a:pt x="223472" y="40370"/>
                </a:cubicBezTo>
                <a:cubicBezTo>
                  <a:pt x="219299" y="41425"/>
                  <a:pt x="215288" y="43007"/>
                  <a:pt x="211436" y="45116"/>
                </a:cubicBezTo>
                <a:lnTo>
                  <a:pt x="211436" y="33424"/>
                </a:lnTo>
                <a:cubicBezTo>
                  <a:pt x="216067" y="31636"/>
                  <a:pt x="220560" y="30295"/>
                  <a:pt x="224916" y="29401"/>
                </a:cubicBezTo>
                <a:cubicBezTo>
                  <a:pt x="229272" y="28507"/>
                  <a:pt x="233513" y="28060"/>
                  <a:pt x="237639" y="28060"/>
                </a:cubicBezTo>
                <a:cubicBezTo>
                  <a:pt x="248781" y="28060"/>
                  <a:pt x="257102" y="30948"/>
                  <a:pt x="262604" y="36725"/>
                </a:cubicBezTo>
                <a:cubicBezTo>
                  <a:pt x="268106" y="42502"/>
                  <a:pt x="270857" y="51259"/>
                  <a:pt x="270857" y="62997"/>
                </a:cubicBezTo>
                <a:close/>
                <a:moveTo>
                  <a:pt x="296330" y="0"/>
                </a:moveTo>
                <a:lnTo>
                  <a:pt x="309053" y="0"/>
                </a:lnTo>
                <a:lnTo>
                  <a:pt x="309053" y="63203"/>
                </a:lnTo>
                <a:lnTo>
                  <a:pt x="346810" y="29985"/>
                </a:lnTo>
                <a:lnTo>
                  <a:pt x="362972" y="29985"/>
                </a:lnTo>
                <a:lnTo>
                  <a:pt x="322120" y="66023"/>
                </a:lnTo>
                <a:lnTo>
                  <a:pt x="364691" y="107012"/>
                </a:lnTo>
                <a:lnTo>
                  <a:pt x="348186" y="107012"/>
                </a:lnTo>
                <a:lnTo>
                  <a:pt x="309053" y="69393"/>
                </a:lnTo>
                <a:lnTo>
                  <a:pt x="309053" y="107012"/>
                </a:lnTo>
                <a:lnTo>
                  <a:pt x="296330" y="107012"/>
                </a:lnTo>
                <a:lnTo>
                  <a:pt x="296330" y="0"/>
                </a:lnTo>
                <a:close/>
                <a:moveTo>
                  <a:pt x="439178" y="65335"/>
                </a:moveTo>
                <a:lnTo>
                  <a:pt x="439178" y="71525"/>
                </a:lnTo>
                <a:lnTo>
                  <a:pt x="380995" y="71525"/>
                </a:lnTo>
                <a:cubicBezTo>
                  <a:pt x="381545" y="80259"/>
                  <a:pt x="384170" y="86913"/>
                  <a:pt x="388870" y="91486"/>
                </a:cubicBezTo>
                <a:cubicBezTo>
                  <a:pt x="393569" y="96060"/>
                  <a:pt x="400114" y="98347"/>
                  <a:pt x="408504" y="98347"/>
                </a:cubicBezTo>
                <a:cubicBezTo>
                  <a:pt x="413364" y="98347"/>
                  <a:pt x="418075" y="97751"/>
                  <a:pt x="422637" y="96558"/>
                </a:cubicBezTo>
                <a:cubicBezTo>
                  <a:pt x="427199" y="95366"/>
                  <a:pt x="431727" y="93578"/>
                  <a:pt x="436220" y="91194"/>
                </a:cubicBezTo>
                <a:lnTo>
                  <a:pt x="436220" y="103161"/>
                </a:lnTo>
                <a:cubicBezTo>
                  <a:pt x="431681" y="105086"/>
                  <a:pt x="427028" y="106554"/>
                  <a:pt x="422259" y="107562"/>
                </a:cubicBezTo>
                <a:cubicBezTo>
                  <a:pt x="417491" y="108571"/>
                  <a:pt x="412654" y="109075"/>
                  <a:pt x="407748" y="109075"/>
                </a:cubicBezTo>
                <a:cubicBezTo>
                  <a:pt x="395460" y="109075"/>
                  <a:pt x="385729" y="105493"/>
                  <a:pt x="378553" y="98329"/>
                </a:cubicBezTo>
                <a:cubicBezTo>
                  <a:pt x="371378" y="91164"/>
                  <a:pt x="367790" y="81473"/>
                  <a:pt x="367790" y="69257"/>
                </a:cubicBezTo>
                <a:cubicBezTo>
                  <a:pt x="367790" y="56627"/>
                  <a:pt x="371195" y="46604"/>
                  <a:pt x="378003" y="39186"/>
                </a:cubicBezTo>
                <a:cubicBezTo>
                  <a:pt x="384812" y="31769"/>
                  <a:pt x="393993" y="28060"/>
                  <a:pt x="405547" y="28060"/>
                </a:cubicBezTo>
                <a:cubicBezTo>
                  <a:pt x="415909" y="28060"/>
                  <a:pt x="424105" y="31402"/>
                  <a:pt x="430134" y="38086"/>
                </a:cubicBezTo>
                <a:cubicBezTo>
                  <a:pt x="436163" y="44768"/>
                  <a:pt x="439178" y="53851"/>
                  <a:pt x="439178" y="65335"/>
                </a:cubicBezTo>
                <a:moveTo>
                  <a:pt x="426523" y="61621"/>
                </a:moveTo>
                <a:cubicBezTo>
                  <a:pt x="426432" y="54677"/>
                  <a:pt x="424494" y="49135"/>
                  <a:pt x="420712" y="44997"/>
                </a:cubicBezTo>
                <a:cubicBezTo>
                  <a:pt x="416929" y="40858"/>
                  <a:pt x="411920" y="38788"/>
                  <a:pt x="405685" y="38788"/>
                </a:cubicBezTo>
                <a:cubicBezTo>
                  <a:pt x="398624" y="38788"/>
                  <a:pt x="392973" y="40789"/>
                  <a:pt x="388732" y="44791"/>
                </a:cubicBezTo>
                <a:cubicBezTo>
                  <a:pt x="384491" y="48791"/>
                  <a:pt x="382049" y="54424"/>
                  <a:pt x="381408" y="61690"/>
                </a:cubicBezTo>
                <a:lnTo>
                  <a:pt x="426523" y="61621"/>
                </a:lnTo>
                <a:close/>
                <a:moveTo>
                  <a:pt x="559996" y="32874"/>
                </a:moveTo>
                <a:lnTo>
                  <a:pt x="559996" y="44703"/>
                </a:lnTo>
                <a:cubicBezTo>
                  <a:pt x="556419" y="42731"/>
                  <a:pt x="552832" y="41253"/>
                  <a:pt x="549232" y="40267"/>
                </a:cubicBezTo>
                <a:cubicBezTo>
                  <a:pt x="545633" y="39281"/>
                  <a:pt x="542000" y="38788"/>
                  <a:pt x="538332" y="38788"/>
                </a:cubicBezTo>
                <a:cubicBezTo>
                  <a:pt x="530125" y="38788"/>
                  <a:pt x="523752" y="41397"/>
                  <a:pt x="519213" y="46614"/>
                </a:cubicBezTo>
                <a:cubicBezTo>
                  <a:pt x="514674" y="51829"/>
                  <a:pt x="512404" y="59147"/>
                  <a:pt x="512404" y="68568"/>
                </a:cubicBezTo>
                <a:cubicBezTo>
                  <a:pt x="512404" y="77988"/>
                  <a:pt x="514674" y="85307"/>
                  <a:pt x="519213" y="90524"/>
                </a:cubicBezTo>
                <a:cubicBezTo>
                  <a:pt x="523752" y="95739"/>
                  <a:pt x="530125" y="98347"/>
                  <a:pt x="538332" y="98347"/>
                </a:cubicBezTo>
                <a:cubicBezTo>
                  <a:pt x="542000" y="98347"/>
                  <a:pt x="545633" y="97854"/>
                  <a:pt x="549232" y="96868"/>
                </a:cubicBezTo>
                <a:cubicBezTo>
                  <a:pt x="552832" y="95882"/>
                  <a:pt x="556419" y="94404"/>
                  <a:pt x="559996" y="92432"/>
                </a:cubicBezTo>
                <a:lnTo>
                  <a:pt x="559996" y="104124"/>
                </a:lnTo>
                <a:cubicBezTo>
                  <a:pt x="556465" y="105774"/>
                  <a:pt x="552809" y="107012"/>
                  <a:pt x="549026" y="107837"/>
                </a:cubicBezTo>
                <a:cubicBezTo>
                  <a:pt x="545244" y="108663"/>
                  <a:pt x="541220" y="109075"/>
                  <a:pt x="536956" y="109075"/>
                </a:cubicBezTo>
                <a:cubicBezTo>
                  <a:pt x="525356" y="109075"/>
                  <a:pt x="516141" y="105425"/>
                  <a:pt x="509309" y="98123"/>
                </a:cubicBezTo>
                <a:cubicBezTo>
                  <a:pt x="502478" y="90820"/>
                  <a:pt x="499062" y="80968"/>
                  <a:pt x="499062" y="68568"/>
                </a:cubicBezTo>
                <a:cubicBezTo>
                  <a:pt x="499062" y="55983"/>
                  <a:pt x="502512" y="46086"/>
                  <a:pt x="509412" y="38877"/>
                </a:cubicBezTo>
                <a:cubicBezTo>
                  <a:pt x="516313" y="31665"/>
                  <a:pt x="525769" y="28060"/>
                  <a:pt x="537782" y="28060"/>
                </a:cubicBezTo>
                <a:cubicBezTo>
                  <a:pt x="541679" y="28060"/>
                  <a:pt x="545484" y="28461"/>
                  <a:pt x="549198" y="29263"/>
                </a:cubicBezTo>
                <a:cubicBezTo>
                  <a:pt x="552912" y="30066"/>
                  <a:pt x="556511" y="31269"/>
                  <a:pt x="559996" y="32874"/>
                </a:cubicBezTo>
                <a:close/>
                <a:moveTo>
                  <a:pt x="616895" y="68224"/>
                </a:moveTo>
                <a:cubicBezTo>
                  <a:pt x="606670" y="68224"/>
                  <a:pt x="599587" y="69399"/>
                  <a:pt x="595644" y="71748"/>
                </a:cubicBezTo>
                <a:cubicBezTo>
                  <a:pt x="591701" y="74097"/>
                  <a:pt x="589729" y="78103"/>
                  <a:pt x="589729" y="83769"/>
                </a:cubicBezTo>
                <a:cubicBezTo>
                  <a:pt x="589729" y="88282"/>
                  <a:pt x="591208" y="91863"/>
                  <a:pt x="594165" y="94512"/>
                </a:cubicBezTo>
                <a:cubicBezTo>
                  <a:pt x="597122" y="97160"/>
                  <a:pt x="601146" y="98484"/>
                  <a:pt x="606235" y="98484"/>
                </a:cubicBezTo>
                <a:cubicBezTo>
                  <a:pt x="613250" y="98484"/>
                  <a:pt x="618878" y="95985"/>
                  <a:pt x="623119" y="90988"/>
                </a:cubicBezTo>
                <a:cubicBezTo>
                  <a:pt x="627360" y="85989"/>
                  <a:pt x="629480" y="79343"/>
                  <a:pt x="629480" y="71050"/>
                </a:cubicBezTo>
                <a:lnTo>
                  <a:pt x="629480" y="68224"/>
                </a:lnTo>
                <a:lnTo>
                  <a:pt x="616895" y="68224"/>
                </a:lnTo>
                <a:moveTo>
                  <a:pt x="642135" y="62997"/>
                </a:moveTo>
                <a:lnTo>
                  <a:pt x="642135" y="107012"/>
                </a:lnTo>
                <a:lnTo>
                  <a:pt x="629480" y="107012"/>
                </a:lnTo>
                <a:lnTo>
                  <a:pt x="629480" y="95321"/>
                </a:lnTo>
                <a:cubicBezTo>
                  <a:pt x="626592" y="100020"/>
                  <a:pt x="622993" y="103487"/>
                  <a:pt x="618683" y="105723"/>
                </a:cubicBezTo>
                <a:cubicBezTo>
                  <a:pt x="614373" y="107958"/>
                  <a:pt x="609100" y="109075"/>
                  <a:pt x="602865" y="109075"/>
                </a:cubicBezTo>
                <a:cubicBezTo>
                  <a:pt x="594979" y="109075"/>
                  <a:pt x="588709" y="106857"/>
                  <a:pt x="584055" y="102421"/>
                </a:cubicBezTo>
                <a:cubicBezTo>
                  <a:pt x="579402" y="97984"/>
                  <a:pt x="577075" y="92042"/>
                  <a:pt x="577075" y="84594"/>
                </a:cubicBezTo>
                <a:cubicBezTo>
                  <a:pt x="577075" y="75906"/>
                  <a:pt x="579975" y="69355"/>
                  <a:pt x="585775" y="64942"/>
                </a:cubicBezTo>
                <a:cubicBezTo>
                  <a:pt x="591575" y="60527"/>
                  <a:pt x="600229" y="58320"/>
                  <a:pt x="611737" y="58320"/>
                </a:cubicBezTo>
                <a:lnTo>
                  <a:pt x="629480" y="58320"/>
                </a:lnTo>
                <a:lnTo>
                  <a:pt x="629480" y="57082"/>
                </a:lnTo>
                <a:cubicBezTo>
                  <a:pt x="629480" y="51259"/>
                  <a:pt x="627566" y="46755"/>
                  <a:pt x="623738" y="43568"/>
                </a:cubicBezTo>
                <a:cubicBezTo>
                  <a:pt x="619909" y="40382"/>
                  <a:pt x="614534" y="38788"/>
                  <a:pt x="607610" y="38788"/>
                </a:cubicBezTo>
                <a:cubicBezTo>
                  <a:pt x="603209" y="38788"/>
                  <a:pt x="598922" y="39316"/>
                  <a:pt x="594750" y="40370"/>
                </a:cubicBezTo>
                <a:cubicBezTo>
                  <a:pt x="590577" y="41425"/>
                  <a:pt x="586566" y="43007"/>
                  <a:pt x="582714" y="45116"/>
                </a:cubicBezTo>
                <a:lnTo>
                  <a:pt x="582714" y="33424"/>
                </a:lnTo>
                <a:cubicBezTo>
                  <a:pt x="587345" y="31636"/>
                  <a:pt x="591838" y="30295"/>
                  <a:pt x="596194" y="29401"/>
                </a:cubicBezTo>
                <a:cubicBezTo>
                  <a:pt x="600550" y="28507"/>
                  <a:pt x="604791" y="28060"/>
                  <a:pt x="608917" y="28060"/>
                </a:cubicBezTo>
                <a:cubicBezTo>
                  <a:pt x="620058" y="28060"/>
                  <a:pt x="628380" y="30948"/>
                  <a:pt x="633882" y="36725"/>
                </a:cubicBezTo>
                <a:cubicBezTo>
                  <a:pt x="639384" y="42502"/>
                  <a:pt x="642135" y="51259"/>
                  <a:pt x="642135" y="62997"/>
                </a:cubicBezTo>
                <a:close/>
                <a:moveTo>
                  <a:pt x="723384" y="68568"/>
                </a:moveTo>
                <a:cubicBezTo>
                  <a:pt x="723384" y="59239"/>
                  <a:pt x="721470" y="51921"/>
                  <a:pt x="717641" y="46614"/>
                </a:cubicBezTo>
                <a:cubicBezTo>
                  <a:pt x="713813" y="41305"/>
                  <a:pt x="708552" y="38651"/>
                  <a:pt x="701858" y="38651"/>
                </a:cubicBezTo>
                <a:cubicBezTo>
                  <a:pt x="695164" y="38651"/>
                  <a:pt x="689902" y="41305"/>
                  <a:pt x="686074" y="46614"/>
                </a:cubicBezTo>
                <a:cubicBezTo>
                  <a:pt x="682246" y="51921"/>
                  <a:pt x="680331" y="59239"/>
                  <a:pt x="680331" y="68568"/>
                </a:cubicBezTo>
                <a:cubicBezTo>
                  <a:pt x="680331" y="77896"/>
                  <a:pt x="682246" y="85215"/>
                  <a:pt x="686074" y="90524"/>
                </a:cubicBezTo>
                <a:cubicBezTo>
                  <a:pt x="689902" y="95831"/>
                  <a:pt x="695164" y="98484"/>
                  <a:pt x="701858" y="98484"/>
                </a:cubicBezTo>
                <a:cubicBezTo>
                  <a:pt x="708552" y="98484"/>
                  <a:pt x="713813" y="95831"/>
                  <a:pt x="717641" y="90524"/>
                </a:cubicBezTo>
                <a:cubicBezTo>
                  <a:pt x="721470" y="85215"/>
                  <a:pt x="723384" y="77896"/>
                  <a:pt x="723384" y="68568"/>
                </a:cubicBezTo>
                <a:moveTo>
                  <a:pt x="680331" y="41677"/>
                </a:moveTo>
                <a:cubicBezTo>
                  <a:pt x="682991" y="37069"/>
                  <a:pt x="686349" y="33648"/>
                  <a:pt x="690407" y="31412"/>
                </a:cubicBezTo>
                <a:cubicBezTo>
                  <a:pt x="694464" y="29177"/>
                  <a:pt x="699313" y="28060"/>
                  <a:pt x="704952" y="28060"/>
                </a:cubicBezTo>
                <a:cubicBezTo>
                  <a:pt x="714306" y="28060"/>
                  <a:pt x="721905" y="31780"/>
                  <a:pt x="727751" y="39220"/>
                </a:cubicBezTo>
                <a:cubicBezTo>
                  <a:pt x="733597" y="46661"/>
                  <a:pt x="736520" y="56443"/>
                  <a:pt x="736520" y="68568"/>
                </a:cubicBezTo>
                <a:cubicBezTo>
                  <a:pt x="736520" y="80692"/>
                  <a:pt x="733597" y="90474"/>
                  <a:pt x="727751" y="97915"/>
                </a:cubicBezTo>
                <a:cubicBezTo>
                  <a:pt x="721905" y="105355"/>
                  <a:pt x="714306" y="109075"/>
                  <a:pt x="704952" y="109075"/>
                </a:cubicBezTo>
                <a:cubicBezTo>
                  <a:pt x="699313" y="109075"/>
                  <a:pt x="694464" y="107958"/>
                  <a:pt x="690407" y="105723"/>
                </a:cubicBezTo>
                <a:cubicBezTo>
                  <a:pt x="686349" y="103487"/>
                  <a:pt x="682991" y="100066"/>
                  <a:pt x="680331" y="95458"/>
                </a:cubicBezTo>
                <a:lnTo>
                  <a:pt x="680331" y="107012"/>
                </a:lnTo>
                <a:lnTo>
                  <a:pt x="667608" y="107012"/>
                </a:lnTo>
                <a:lnTo>
                  <a:pt x="667608" y="0"/>
                </a:lnTo>
                <a:lnTo>
                  <a:pt x="680331" y="0"/>
                </a:lnTo>
                <a:lnTo>
                  <a:pt x="680331" y="41677"/>
                </a:lnTo>
                <a:close/>
                <a:moveTo>
                  <a:pt x="757388" y="0"/>
                </a:moveTo>
                <a:lnTo>
                  <a:pt x="770042" y="0"/>
                </a:lnTo>
                <a:lnTo>
                  <a:pt x="770042" y="107012"/>
                </a:lnTo>
                <a:lnTo>
                  <a:pt x="757388" y="107012"/>
                </a:lnTo>
                <a:lnTo>
                  <a:pt x="757388" y="0"/>
                </a:lnTo>
                <a:close/>
                <a:moveTo>
                  <a:pt x="862288" y="65335"/>
                </a:moveTo>
                <a:lnTo>
                  <a:pt x="862288" y="71525"/>
                </a:lnTo>
                <a:lnTo>
                  <a:pt x="804106" y="71525"/>
                </a:lnTo>
                <a:cubicBezTo>
                  <a:pt x="804656" y="80259"/>
                  <a:pt x="807281" y="86913"/>
                  <a:pt x="811980" y="91486"/>
                </a:cubicBezTo>
                <a:cubicBezTo>
                  <a:pt x="816680" y="96060"/>
                  <a:pt x="823225" y="98347"/>
                  <a:pt x="831615" y="98347"/>
                </a:cubicBezTo>
                <a:cubicBezTo>
                  <a:pt x="836475" y="98347"/>
                  <a:pt x="841186" y="97751"/>
                  <a:pt x="845748" y="96558"/>
                </a:cubicBezTo>
                <a:cubicBezTo>
                  <a:pt x="850310" y="95366"/>
                  <a:pt x="854838" y="93578"/>
                  <a:pt x="859331" y="91194"/>
                </a:cubicBezTo>
                <a:lnTo>
                  <a:pt x="859331" y="103161"/>
                </a:lnTo>
                <a:cubicBezTo>
                  <a:pt x="854792" y="105086"/>
                  <a:pt x="850138" y="106554"/>
                  <a:pt x="845370" y="107562"/>
                </a:cubicBezTo>
                <a:cubicBezTo>
                  <a:pt x="840602" y="108571"/>
                  <a:pt x="835765" y="109075"/>
                  <a:pt x="830859" y="109075"/>
                </a:cubicBezTo>
                <a:cubicBezTo>
                  <a:pt x="818571" y="109075"/>
                  <a:pt x="808840" y="105493"/>
                  <a:pt x="801664" y="98329"/>
                </a:cubicBezTo>
                <a:cubicBezTo>
                  <a:pt x="794489" y="91164"/>
                  <a:pt x="790901" y="81473"/>
                  <a:pt x="790901" y="69257"/>
                </a:cubicBezTo>
                <a:cubicBezTo>
                  <a:pt x="790901" y="56627"/>
                  <a:pt x="794306" y="46604"/>
                  <a:pt x="801114" y="39186"/>
                </a:cubicBezTo>
                <a:cubicBezTo>
                  <a:pt x="807923" y="31769"/>
                  <a:pt x="817104" y="28060"/>
                  <a:pt x="828658" y="28060"/>
                </a:cubicBezTo>
                <a:cubicBezTo>
                  <a:pt x="839020" y="28060"/>
                  <a:pt x="847216" y="31402"/>
                  <a:pt x="853245" y="38086"/>
                </a:cubicBezTo>
                <a:cubicBezTo>
                  <a:pt x="859274" y="44768"/>
                  <a:pt x="862288" y="53851"/>
                  <a:pt x="862288" y="65335"/>
                </a:cubicBezTo>
                <a:moveTo>
                  <a:pt x="849634" y="61621"/>
                </a:moveTo>
                <a:cubicBezTo>
                  <a:pt x="849542" y="54677"/>
                  <a:pt x="847605" y="49135"/>
                  <a:pt x="843823" y="44997"/>
                </a:cubicBezTo>
                <a:cubicBezTo>
                  <a:pt x="840040" y="40858"/>
                  <a:pt x="835031" y="38788"/>
                  <a:pt x="828796" y="38788"/>
                </a:cubicBezTo>
                <a:cubicBezTo>
                  <a:pt x="821735" y="38788"/>
                  <a:pt x="816084" y="40789"/>
                  <a:pt x="811843" y="44791"/>
                </a:cubicBezTo>
                <a:cubicBezTo>
                  <a:pt x="807602" y="48791"/>
                  <a:pt x="805160" y="54424"/>
                  <a:pt x="804518" y="61690"/>
                </a:cubicBezTo>
                <a:lnTo>
                  <a:pt x="849634" y="61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toothin)">
            <a:extLst xmlns:a="http://schemas.openxmlformats.org/drawingml/2006/main">
              <a:ext uri="{FF2B5EF4-FFF2-40B4-BE49-F238E27FC236}">
                <a16:creationId xmlns:a16="http://schemas.microsoft.com/office/drawing/2014/main" id="{2A49AB9E-3289-4359-906E-9A59C12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22" y="4496545"/>
            <a:ext cx="583585" cy="125581"/>
          </a:xfrm>
          <a:custGeom xmlns:a="http://schemas.openxmlformats.org/drawingml/2006/main">
            <a:pathLst>
              <a:path w="583585" h="125581">
                <a:moveTo>
                  <a:pt x="22008" y="8115"/>
                </a:moveTo>
                <a:lnTo>
                  <a:pt x="22008" y="29985"/>
                </a:lnTo>
                <a:lnTo>
                  <a:pt x="48073" y="29985"/>
                </a:lnTo>
                <a:lnTo>
                  <a:pt x="48073" y="39889"/>
                </a:lnTo>
                <a:lnTo>
                  <a:pt x="22008" y="39889"/>
                </a:lnTo>
                <a:lnTo>
                  <a:pt x="22008" y="81652"/>
                </a:lnTo>
                <a:cubicBezTo>
                  <a:pt x="22008" y="87926"/>
                  <a:pt x="22867" y="91956"/>
                  <a:pt x="24587" y="93743"/>
                </a:cubicBezTo>
                <a:cubicBezTo>
                  <a:pt x="26306" y="95528"/>
                  <a:pt x="29802" y="96421"/>
                  <a:pt x="35075" y="96421"/>
                </a:cubicBezTo>
                <a:lnTo>
                  <a:pt x="48073" y="96421"/>
                </a:lnTo>
                <a:lnTo>
                  <a:pt x="48073" y="107012"/>
                </a:lnTo>
                <a:lnTo>
                  <a:pt x="35075" y="107012"/>
                </a:lnTo>
                <a:cubicBezTo>
                  <a:pt x="25309" y="107012"/>
                  <a:pt x="18569" y="105191"/>
                  <a:pt x="14855" y="101549"/>
                </a:cubicBezTo>
                <a:cubicBezTo>
                  <a:pt x="11141" y="97905"/>
                  <a:pt x="9284" y="91273"/>
                  <a:pt x="9284" y="81652"/>
                </a:cubicBezTo>
                <a:lnTo>
                  <a:pt x="9284" y="39889"/>
                </a:lnTo>
                <a:lnTo>
                  <a:pt x="0" y="39889"/>
                </a:lnTo>
                <a:lnTo>
                  <a:pt x="0" y="29985"/>
                </a:lnTo>
                <a:lnTo>
                  <a:pt x="9284" y="29985"/>
                </a:lnTo>
                <a:lnTo>
                  <a:pt x="9284" y="8115"/>
                </a:lnTo>
                <a:lnTo>
                  <a:pt x="22008" y="8115"/>
                </a:lnTo>
                <a:close/>
                <a:moveTo>
                  <a:pt x="94551" y="38788"/>
                </a:moveTo>
                <a:cubicBezTo>
                  <a:pt x="87765" y="38788"/>
                  <a:pt x="82401" y="41443"/>
                  <a:pt x="78458" y="46751"/>
                </a:cubicBezTo>
                <a:cubicBezTo>
                  <a:pt x="74515" y="52058"/>
                  <a:pt x="72543" y="59330"/>
                  <a:pt x="72543" y="68568"/>
                </a:cubicBezTo>
                <a:cubicBezTo>
                  <a:pt x="72543" y="77805"/>
                  <a:pt x="74503" y="85078"/>
                  <a:pt x="78424" y="90386"/>
                </a:cubicBezTo>
                <a:cubicBezTo>
                  <a:pt x="82344" y="95693"/>
                  <a:pt x="87719" y="98347"/>
                  <a:pt x="94551" y="98347"/>
                </a:cubicBezTo>
                <a:cubicBezTo>
                  <a:pt x="101291" y="98347"/>
                  <a:pt x="106632" y="95682"/>
                  <a:pt x="110575" y="90352"/>
                </a:cubicBezTo>
                <a:cubicBezTo>
                  <a:pt x="114518" y="85020"/>
                  <a:pt x="116490" y="77759"/>
                  <a:pt x="116490" y="68568"/>
                </a:cubicBezTo>
                <a:cubicBezTo>
                  <a:pt x="116490" y="59422"/>
                  <a:pt x="114518" y="52173"/>
                  <a:pt x="110575" y="46820"/>
                </a:cubicBezTo>
                <a:cubicBezTo>
                  <a:pt x="106632" y="41466"/>
                  <a:pt x="101291" y="38788"/>
                  <a:pt x="94551" y="38788"/>
                </a:cubicBezTo>
                <a:moveTo>
                  <a:pt x="94551" y="28060"/>
                </a:moveTo>
                <a:cubicBezTo>
                  <a:pt x="105555" y="28060"/>
                  <a:pt x="114197" y="31642"/>
                  <a:pt x="120479" y="38808"/>
                </a:cubicBezTo>
                <a:cubicBezTo>
                  <a:pt x="126760" y="45972"/>
                  <a:pt x="129901" y="55892"/>
                  <a:pt x="129901" y="68568"/>
                </a:cubicBezTo>
                <a:cubicBezTo>
                  <a:pt x="129901" y="81198"/>
                  <a:pt x="126760" y="91107"/>
                  <a:pt x="120479" y="98295"/>
                </a:cubicBezTo>
                <a:cubicBezTo>
                  <a:pt x="114197" y="105482"/>
                  <a:pt x="105555" y="109075"/>
                  <a:pt x="94551" y="109075"/>
                </a:cubicBezTo>
                <a:cubicBezTo>
                  <a:pt x="83501" y="109075"/>
                  <a:pt x="74847" y="105482"/>
                  <a:pt x="68589" y="98295"/>
                </a:cubicBezTo>
                <a:cubicBezTo>
                  <a:pt x="62330" y="91107"/>
                  <a:pt x="59201" y="81198"/>
                  <a:pt x="59201" y="68568"/>
                </a:cubicBezTo>
                <a:cubicBezTo>
                  <a:pt x="59201" y="55892"/>
                  <a:pt x="62330" y="45972"/>
                  <a:pt x="68589" y="38808"/>
                </a:cubicBezTo>
                <a:cubicBezTo>
                  <a:pt x="74847" y="31642"/>
                  <a:pt x="83501" y="28060"/>
                  <a:pt x="94551" y="28060"/>
                </a:cubicBezTo>
                <a:close/>
                <a:moveTo>
                  <a:pt x="180610" y="38788"/>
                </a:moveTo>
                <a:cubicBezTo>
                  <a:pt x="173824" y="38788"/>
                  <a:pt x="168460" y="41443"/>
                  <a:pt x="164517" y="46751"/>
                </a:cubicBezTo>
                <a:cubicBezTo>
                  <a:pt x="160574" y="52058"/>
                  <a:pt x="158602" y="59330"/>
                  <a:pt x="158602" y="68568"/>
                </a:cubicBezTo>
                <a:cubicBezTo>
                  <a:pt x="158602" y="77805"/>
                  <a:pt x="160562" y="85078"/>
                  <a:pt x="164483" y="90386"/>
                </a:cubicBezTo>
                <a:cubicBezTo>
                  <a:pt x="168403" y="95693"/>
                  <a:pt x="173778" y="98347"/>
                  <a:pt x="180610" y="98347"/>
                </a:cubicBezTo>
                <a:cubicBezTo>
                  <a:pt x="187350" y="98347"/>
                  <a:pt x="192691" y="95682"/>
                  <a:pt x="196634" y="90352"/>
                </a:cubicBezTo>
                <a:cubicBezTo>
                  <a:pt x="200577" y="85020"/>
                  <a:pt x="202549" y="77759"/>
                  <a:pt x="202549" y="68568"/>
                </a:cubicBezTo>
                <a:cubicBezTo>
                  <a:pt x="202549" y="59422"/>
                  <a:pt x="200577" y="52173"/>
                  <a:pt x="196634" y="46820"/>
                </a:cubicBezTo>
                <a:cubicBezTo>
                  <a:pt x="192691" y="41466"/>
                  <a:pt x="187350" y="38788"/>
                  <a:pt x="180610" y="38788"/>
                </a:cubicBezTo>
                <a:moveTo>
                  <a:pt x="180610" y="28060"/>
                </a:moveTo>
                <a:cubicBezTo>
                  <a:pt x="191614" y="28060"/>
                  <a:pt x="200256" y="31642"/>
                  <a:pt x="206538" y="38808"/>
                </a:cubicBezTo>
                <a:cubicBezTo>
                  <a:pt x="212819" y="45972"/>
                  <a:pt x="215960" y="55892"/>
                  <a:pt x="215960" y="68568"/>
                </a:cubicBezTo>
                <a:cubicBezTo>
                  <a:pt x="215960" y="81198"/>
                  <a:pt x="212819" y="91107"/>
                  <a:pt x="206538" y="98295"/>
                </a:cubicBezTo>
                <a:cubicBezTo>
                  <a:pt x="200256" y="105482"/>
                  <a:pt x="191614" y="109075"/>
                  <a:pt x="180610" y="109075"/>
                </a:cubicBezTo>
                <a:cubicBezTo>
                  <a:pt x="169560" y="109075"/>
                  <a:pt x="160906" y="105482"/>
                  <a:pt x="154648" y="98295"/>
                </a:cubicBezTo>
                <a:cubicBezTo>
                  <a:pt x="148389" y="91107"/>
                  <a:pt x="145260" y="81198"/>
                  <a:pt x="145260" y="68568"/>
                </a:cubicBezTo>
                <a:cubicBezTo>
                  <a:pt x="145260" y="55892"/>
                  <a:pt x="148389" y="45972"/>
                  <a:pt x="154648" y="38808"/>
                </a:cubicBezTo>
                <a:cubicBezTo>
                  <a:pt x="160906" y="31642"/>
                  <a:pt x="169560" y="28060"/>
                  <a:pt x="180610" y="28060"/>
                </a:cubicBezTo>
                <a:close/>
                <a:moveTo>
                  <a:pt x="293986" y="8115"/>
                </a:moveTo>
                <a:lnTo>
                  <a:pt x="293986" y="29985"/>
                </a:lnTo>
                <a:lnTo>
                  <a:pt x="320052" y="29985"/>
                </a:lnTo>
                <a:lnTo>
                  <a:pt x="320052" y="39889"/>
                </a:lnTo>
                <a:lnTo>
                  <a:pt x="293986" y="39889"/>
                </a:lnTo>
                <a:lnTo>
                  <a:pt x="293986" y="81652"/>
                </a:lnTo>
                <a:cubicBezTo>
                  <a:pt x="293986" y="87926"/>
                  <a:pt x="294846" y="91956"/>
                  <a:pt x="296566" y="93743"/>
                </a:cubicBezTo>
                <a:cubicBezTo>
                  <a:pt x="298285" y="95528"/>
                  <a:pt x="301781" y="96421"/>
                  <a:pt x="307054" y="96421"/>
                </a:cubicBezTo>
                <a:lnTo>
                  <a:pt x="320052" y="96421"/>
                </a:lnTo>
                <a:lnTo>
                  <a:pt x="320052" y="107012"/>
                </a:lnTo>
                <a:lnTo>
                  <a:pt x="307054" y="107012"/>
                </a:lnTo>
                <a:cubicBezTo>
                  <a:pt x="297288" y="107012"/>
                  <a:pt x="290548" y="105191"/>
                  <a:pt x="286834" y="101549"/>
                </a:cubicBezTo>
                <a:cubicBezTo>
                  <a:pt x="283120" y="97905"/>
                  <a:pt x="281263" y="91273"/>
                  <a:pt x="281263" y="81652"/>
                </a:cubicBezTo>
                <a:lnTo>
                  <a:pt x="281263" y="39889"/>
                </a:lnTo>
                <a:lnTo>
                  <a:pt x="271979" y="39889"/>
                </a:lnTo>
                <a:lnTo>
                  <a:pt x="271979" y="29985"/>
                </a:lnTo>
                <a:lnTo>
                  <a:pt x="281263" y="29985"/>
                </a:lnTo>
                <a:lnTo>
                  <a:pt x="281263" y="8115"/>
                </a:lnTo>
                <a:lnTo>
                  <a:pt x="293986" y="8115"/>
                </a:lnTo>
                <a:close/>
                <a:moveTo>
                  <a:pt x="400710" y="60521"/>
                </a:moveTo>
                <a:lnTo>
                  <a:pt x="400710" y="107012"/>
                </a:lnTo>
                <a:lnTo>
                  <a:pt x="388056" y="107012"/>
                </a:lnTo>
                <a:lnTo>
                  <a:pt x="388056" y="60934"/>
                </a:lnTo>
                <a:cubicBezTo>
                  <a:pt x="388056" y="53621"/>
                  <a:pt x="386635" y="48147"/>
                  <a:pt x="383792" y="44514"/>
                </a:cubicBezTo>
                <a:cubicBezTo>
                  <a:pt x="380949" y="40880"/>
                  <a:pt x="376685" y="39064"/>
                  <a:pt x="371000" y="39064"/>
                </a:cubicBezTo>
                <a:cubicBezTo>
                  <a:pt x="364169" y="39064"/>
                  <a:pt x="358781" y="41248"/>
                  <a:pt x="354838" y="45616"/>
                </a:cubicBezTo>
                <a:cubicBezTo>
                  <a:pt x="350895" y="49984"/>
                  <a:pt x="348924" y="55937"/>
                  <a:pt x="348924" y="63478"/>
                </a:cubicBezTo>
                <a:lnTo>
                  <a:pt x="348924" y="107012"/>
                </a:lnTo>
                <a:lnTo>
                  <a:pt x="336201" y="107012"/>
                </a:lnTo>
                <a:lnTo>
                  <a:pt x="336201" y="0"/>
                </a:lnTo>
                <a:lnTo>
                  <a:pt x="348924" y="0"/>
                </a:lnTo>
                <a:lnTo>
                  <a:pt x="348924" y="41952"/>
                </a:lnTo>
                <a:cubicBezTo>
                  <a:pt x="351950" y="37298"/>
                  <a:pt x="355515" y="33820"/>
                  <a:pt x="359618" y="31516"/>
                </a:cubicBezTo>
                <a:cubicBezTo>
                  <a:pt x="363722" y="29212"/>
                  <a:pt x="368455" y="28060"/>
                  <a:pt x="373820" y="28060"/>
                </a:cubicBezTo>
                <a:cubicBezTo>
                  <a:pt x="382669" y="28060"/>
                  <a:pt x="389363" y="30805"/>
                  <a:pt x="393902" y="36295"/>
                </a:cubicBezTo>
                <a:cubicBezTo>
                  <a:pt x="398441" y="41786"/>
                  <a:pt x="400710" y="49861"/>
                  <a:pt x="400710" y="60521"/>
                </a:cubicBezTo>
                <a:close/>
                <a:moveTo>
                  <a:pt x="425839" y="29985"/>
                </a:moveTo>
                <a:lnTo>
                  <a:pt x="438494" y="29985"/>
                </a:lnTo>
                <a:lnTo>
                  <a:pt x="438494" y="107012"/>
                </a:lnTo>
                <a:lnTo>
                  <a:pt x="425839" y="107012"/>
                </a:lnTo>
                <a:lnTo>
                  <a:pt x="425839" y="29985"/>
                </a:lnTo>
                <a:moveTo>
                  <a:pt x="425839" y="0"/>
                </a:moveTo>
                <a:lnTo>
                  <a:pt x="438494" y="0"/>
                </a:lnTo>
                <a:lnTo>
                  <a:pt x="438494" y="16093"/>
                </a:lnTo>
                <a:lnTo>
                  <a:pt x="425839" y="16093"/>
                </a:lnTo>
                <a:lnTo>
                  <a:pt x="425839" y="0"/>
                </a:lnTo>
                <a:close/>
                <a:moveTo>
                  <a:pt x="528884" y="60521"/>
                </a:moveTo>
                <a:lnTo>
                  <a:pt x="528884" y="107012"/>
                </a:lnTo>
                <a:lnTo>
                  <a:pt x="516229" y="107012"/>
                </a:lnTo>
                <a:lnTo>
                  <a:pt x="516229" y="60934"/>
                </a:lnTo>
                <a:cubicBezTo>
                  <a:pt x="516229" y="53621"/>
                  <a:pt x="514808" y="48147"/>
                  <a:pt x="511965" y="44514"/>
                </a:cubicBezTo>
                <a:cubicBezTo>
                  <a:pt x="509123" y="40880"/>
                  <a:pt x="504859" y="39064"/>
                  <a:pt x="499173" y="39064"/>
                </a:cubicBezTo>
                <a:cubicBezTo>
                  <a:pt x="492342" y="39064"/>
                  <a:pt x="486954" y="41248"/>
                  <a:pt x="483011" y="45616"/>
                </a:cubicBezTo>
                <a:cubicBezTo>
                  <a:pt x="479068" y="49984"/>
                  <a:pt x="477097" y="55937"/>
                  <a:pt x="477097" y="63478"/>
                </a:cubicBezTo>
                <a:lnTo>
                  <a:pt x="477097" y="107012"/>
                </a:lnTo>
                <a:lnTo>
                  <a:pt x="464374" y="107012"/>
                </a:lnTo>
                <a:lnTo>
                  <a:pt x="464374" y="29985"/>
                </a:lnTo>
                <a:lnTo>
                  <a:pt x="477097" y="29985"/>
                </a:lnTo>
                <a:lnTo>
                  <a:pt x="477097" y="41952"/>
                </a:lnTo>
                <a:cubicBezTo>
                  <a:pt x="480123" y="37298"/>
                  <a:pt x="483688" y="33820"/>
                  <a:pt x="487791" y="31516"/>
                </a:cubicBezTo>
                <a:cubicBezTo>
                  <a:pt x="491895" y="29212"/>
                  <a:pt x="496629" y="28060"/>
                  <a:pt x="501993" y="28060"/>
                </a:cubicBezTo>
                <a:cubicBezTo>
                  <a:pt x="510842" y="28060"/>
                  <a:pt x="517536" y="30805"/>
                  <a:pt x="522075" y="36295"/>
                </a:cubicBezTo>
                <a:cubicBezTo>
                  <a:pt x="526614" y="41786"/>
                  <a:pt x="528884" y="49861"/>
                  <a:pt x="528884" y="60521"/>
                </a:cubicBezTo>
                <a:close/>
                <a:moveTo>
                  <a:pt x="552018" y="138"/>
                </a:moveTo>
                <a:lnTo>
                  <a:pt x="563022" y="138"/>
                </a:lnTo>
                <a:cubicBezTo>
                  <a:pt x="569899" y="10958"/>
                  <a:pt x="575046" y="21549"/>
                  <a:pt x="578462" y="31911"/>
                </a:cubicBezTo>
                <a:cubicBezTo>
                  <a:pt x="581877" y="42273"/>
                  <a:pt x="583585" y="52566"/>
                  <a:pt x="583585" y="62791"/>
                </a:cubicBezTo>
                <a:cubicBezTo>
                  <a:pt x="583585" y="73061"/>
                  <a:pt x="581877" y="83400"/>
                  <a:pt x="578462" y="93808"/>
                </a:cubicBezTo>
                <a:cubicBezTo>
                  <a:pt x="575046" y="104215"/>
                  <a:pt x="569899" y="114806"/>
                  <a:pt x="563022" y="125581"/>
                </a:cubicBezTo>
                <a:lnTo>
                  <a:pt x="552018" y="125581"/>
                </a:lnTo>
                <a:cubicBezTo>
                  <a:pt x="558116" y="115082"/>
                  <a:pt x="562667" y="104639"/>
                  <a:pt x="565670" y="94255"/>
                </a:cubicBezTo>
                <a:cubicBezTo>
                  <a:pt x="568673" y="83870"/>
                  <a:pt x="570174" y="73382"/>
                  <a:pt x="570174" y="62791"/>
                </a:cubicBezTo>
                <a:cubicBezTo>
                  <a:pt x="570174" y="52199"/>
                  <a:pt x="568673" y="41746"/>
                  <a:pt x="565670" y="31430"/>
                </a:cubicBezTo>
                <a:cubicBezTo>
                  <a:pt x="562667" y="21114"/>
                  <a:pt x="558116" y="10683"/>
                  <a:pt x="552018" y="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3DObject">
            <a:extLst xmlns:a="http://schemas.openxmlformats.org/drawingml/2006/main">
              <a:ext uri="{FF2B5EF4-FFF2-40B4-BE49-F238E27FC236}">
                <a16:creationId xmlns:a16="http://schemas.microsoft.com/office/drawing/2014/main" id="{85B4450C-AF04-4B10-BEA7-3126968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856" y="445147"/>
            <a:ext cx="616886" cy="122413"/>
          </a:xfrm>
          <a:custGeom xmlns:a="http://schemas.openxmlformats.org/drawingml/2006/main">
            <a:pathLst>
              <a:path w="616886" h="122413">
                <a:moveTo>
                  <a:pt x="41690" y="46322"/>
                </a:moveTo>
                <a:cubicBezTo>
                  <a:pt x="47660" y="47601"/>
                  <a:pt x="52323" y="50263"/>
                  <a:pt x="55679" y="54308"/>
                </a:cubicBezTo>
                <a:cubicBezTo>
                  <a:pt x="59034" y="58352"/>
                  <a:pt x="60712" y="63346"/>
                  <a:pt x="60712" y="69290"/>
                </a:cubicBezTo>
                <a:cubicBezTo>
                  <a:pt x="60712" y="78411"/>
                  <a:pt x="57583" y="85469"/>
                  <a:pt x="51324" y="90464"/>
                </a:cubicBezTo>
                <a:cubicBezTo>
                  <a:pt x="45066" y="95458"/>
                  <a:pt x="36172" y="97955"/>
                  <a:pt x="24643" y="97955"/>
                </a:cubicBezTo>
                <a:cubicBezTo>
                  <a:pt x="20773" y="97955"/>
                  <a:pt x="16789" y="97574"/>
                  <a:pt x="12692" y="96812"/>
                </a:cubicBezTo>
                <a:cubicBezTo>
                  <a:pt x="8595" y="96051"/>
                  <a:pt x="4365" y="94908"/>
                  <a:pt x="0" y="93385"/>
                </a:cubicBezTo>
                <a:lnTo>
                  <a:pt x="0" y="81279"/>
                </a:lnTo>
                <a:cubicBezTo>
                  <a:pt x="3459" y="83317"/>
                  <a:pt x="7247" y="84856"/>
                  <a:pt x="11364" y="85896"/>
                </a:cubicBezTo>
                <a:cubicBezTo>
                  <a:pt x="15482" y="86936"/>
                  <a:pt x="19785" y="87455"/>
                  <a:pt x="24273" y="87455"/>
                </a:cubicBezTo>
                <a:cubicBezTo>
                  <a:pt x="32096" y="87455"/>
                  <a:pt x="38056" y="85906"/>
                  <a:pt x="42153" y="82808"/>
                </a:cubicBezTo>
                <a:cubicBezTo>
                  <a:pt x="46250" y="79708"/>
                  <a:pt x="48298" y="75204"/>
                  <a:pt x="48298" y="69295"/>
                </a:cubicBezTo>
                <a:cubicBezTo>
                  <a:pt x="48298" y="63842"/>
                  <a:pt x="46394" y="59577"/>
                  <a:pt x="42585" y="56499"/>
                </a:cubicBezTo>
                <a:cubicBezTo>
                  <a:pt x="38776" y="53420"/>
                  <a:pt x="33475" y="51880"/>
                  <a:pt x="26681" y="51880"/>
                </a:cubicBezTo>
                <a:lnTo>
                  <a:pt x="15935" y="51880"/>
                </a:lnTo>
                <a:lnTo>
                  <a:pt x="15935" y="41628"/>
                </a:lnTo>
                <a:lnTo>
                  <a:pt x="27175" y="41628"/>
                </a:lnTo>
                <a:cubicBezTo>
                  <a:pt x="33310" y="41628"/>
                  <a:pt x="38004" y="40405"/>
                  <a:pt x="41257" y="37961"/>
                </a:cubicBezTo>
                <a:cubicBezTo>
                  <a:pt x="44510" y="35516"/>
                  <a:pt x="46136" y="31993"/>
                  <a:pt x="46136" y="27392"/>
                </a:cubicBezTo>
                <a:cubicBezTo>
                  <a:pt x="46136" y="22667"/>
                  <a:pt x="44459" y="19041"/>
                  <a:pt x="41103" y="16514"/>
                </a:cubicBezTo>
                <a:cubicBezTo>
                  <a:pt x="37747" y="13987"/>
                  <a:pt x="32940" y="12723"/>
                  <a:pt x="26681" y="12723"/>
                </a:cubicBezTo>
                <a:cubicBezTo>
                  <a:pt x="23264" y="12723"/>
                  <a:pt x="19599" y="13094"/>
                  <a:pt x="15688" y="13835"/>
                </a:cubicBezTo>
                <a:cubicBezTo>
                  <a:pt x="11776" y="14576"/>
                  <a:pt x="7473" y="15729"/>
                  <a:pt x="2779" y="17293"/>
                </a:cubicBezTo>
                <a:lnTo>
                  <a:pt x="2779" y="6176"/>
                </a:lnTo>
                <a:cubicBezTo>
                  <a:pt x="7514" y="4859"/>
                  <a:pt x="11951" y="3870"/>
                  <a:pt x="16089" y="3212"/>
                </a:cubicBezTo>
                <a:cubicBezTo>
                  <a:pt x="20227" y="2553"/>
                  <a:pt x="24128" y="2223"/>
                  <a:pt x="27793" y="2223"/>
                </a:cubicBezTo>
                <a:cubicBezTo>
                  <a:pt x="37263" y="2223"/>
                  <a:pt x="44757" y="4372"/>
                  <a:pt x="50275" y="8670"/>
                </a:cubicBezTo>
                <a:cubicBezTo>
                  <a:pt x="55792" y="12966"/>
                  <a:pt x="58551" y="18774"/>
                  <a:pt x="58551" y="26093"/>
                </a:cubicBezTo>
                <a:cubicBezTo>
                  <a:pt x="58551" y="31191"/>
                  <a:pt x="57089" y="35497"/>
                  <a:pt x="54166" y="39013"/>
                </a:cubicBezTo>
                <a:cubicBezTo>
                  <a:pt x="51242" y="42528"/>
                  <a:pt x="47083" y="44964"/>
                  <a:pt x="41690" y="46322"/>
                </a:cubicBezTo>
                <a:close/>
                <a:moveTo>
                  <a:pt x="95702" y="14082"/>
                </a:moveTo>
                <a:lnTo>
                  <a:pt x="95702" y="85850"/>
                </a:lnTo>
                <a:lnTo>
                  <a:pt x="110772" y="85850"/>
                </a:lnTo>
                <a:cubicBezTo>
                  <a:pt x="123495" y="85850"/>
                  <a:pt x="132811" y="82965"/>
                  <a:pt x="138720" y="77195"/>
                </a:cubicBezTo>
                <a:cubicBezTo>
                  <a:pt x="144628" y="71426"/>
                  <a:pt x="147583" y="62318"/>
                  <a:pt x="147583" y="49873"/>
                </a:cubicBezTo>
                <a:cubicBezTo>
                  <a:pt x="147583" y="37510"/>
                  <a:pt x="144628" y="28454"/>
                  <a:pt x="138720" y="22705"/>
                </a:cubicBezTo>
                <a:cubicBezTo>
                  <a:pt x="132811" y="16956"/>
                  <a:pt x="123495" y="14082"/>
                  <a:pt x="110772" y="14082"/>
                </a:cubicBezTo>
                <a:lnTo>
                  <a:pt x="95702" y="14082"/>
                </a:lnTo>
                <a:moveTo>
                  <a:pt x="83226" y="3829"/>
                </a:moveTo>
                <a:lnTo>
                  <a:pt x="108858" y="3829"/>
                </a:lnTo>
                <a:cubicBezTo>
                  <a:pt x="126727" y="3829"/>
                  <a:pt x="139842" y="7548"/>
                  <a:pt x="148200" y="14985"/>
                </a:cubicBezTo>
                <a:cubicBezTo>
                  <a:pt x="156559" y="22422"/>
                  <a:pt x="160738" y="34052"/>
                  <a:pt x="160738" y="49873"/>
                </a:cubicBezTo>
                <a:cubicBezTo>
                  <a:pt x="160738" y="65777"/>
                  <a:pt x="156538" y="77458"/>
                  <a:pt x="148138" y="84915"/>
                </a:cubicBezTo>
                <a:cubicBezTo>
                  <a:pt x="139739" y="92373"/>
                  <a:pt x="126645" y="96102"/>
                  <a:pt x="108858" y="96102"/>
                </a:cubicBezTo>
                <a:lnTo>
                  <a:pt x="83226" y="96102"/>
                </a:lnTo>
                <a:lnTo>
                  <a:pt x="83226" y="3829"/>
                </a:lnTo>
                <a:close/>
                <a:moveTo>
                  <a:pt x="258148" y="12352"/>
                </a:moveTo>
                <a:cubicBezTo>
                  <a:pt x="249090" y="12352"/>
                  <a:pt x="241894" y="15732"/>
                  <a:pt x="236562" y="22491"/>
                </a:cubicBezTo>
                <a:cubicBezTo>
                  <a:pt x="231230" y="29249"/>
                  <a:pt x="228564" y="38459"/>
                  <a:pt x="228564" y="50120"/>
                </a:cubicBezTo>
                <a:cubicBezTo>
                  <a:pt x="228564" y="61740"/>
                  <a:pt x="231230" y="70930"/>
                  <a:pt x="236562" y="77689"/>
                </a:cubicBezTo>
                <a:cubicBezTo>
                  <a:pt x="241894" y="84447"/>
                  <a:pt x="249090" y="87826"/>
                  <a:pt x="258148" y="87826"/>
                </a:cubicBezTo>
                <a:cubicBezTo>
                  <a:pt x="267207" y="87826"/>
                  <a:pt x="274381" y="84447"/>
                  <a:pt x="279672" y="77689"/>
                </a:cubicBezTo>
                <a:cubicBezTo>
                  <a:pt x="284963" y="70930"/>
                  <a:pt x="287609" y="61740"/>
                  <a:pt x="287609" y="50120"/>
                </a:cubicBezTo>
                <a:cubicBezTo>
                  <a:pt x="287609" y="38459"/>
                  <a:pt x="284963" y="29249"/>
                  <a:pt x="279672" y="22491"/>
                </a:cubicBezTo>
                <a:cubicBezTo>
                  <a:pt x="274381" y="15732"/>
                  <a:pt x="267207" y="12352"/>
                  <a:pt x="258148" y="12352"/>
                </a:cubicBezTo>
                <a:moveTo>
                  <a:pt x="258148" y="2223"/>
                </a:moveTo>
                <a:cubicBezTo>
                  <a:pt x="271077" y="2223"/>
                  <a:pt x="281412" y="6560"/>
                  <a:pt x="289153" y="15234"/>
                </a:cubicBezTo>
                <a:cubicBezTo>
                  <a:pt x="296894" y="23907"/>
                  <a:pt x="300764" y="35535"/>
                  <a:pt x="300764" y="50120"/>
                </a:cubicBezTo>
                <a:cubicBezTo>
                  <a:pt x="300764" y="64664"/>
                  <a:pt x="296894" y="76273"/>
                  <a:pt x="289153" y="84946"/>
                </a:cubicBezTo>
                <a:cubicBezTo>
                  <a:pt x="281412" y="93619"/>
                  <a:pt x="271077" y="97955"/>
                  <a:pt x="258148" y="97955"/>
                </a:cubicBezTo>
                <a:cubicBezTo>
                  <a:pt x="245178" y="97955"/>
                  <a:pt x="234812" y="93629"/>
                  <a:pt x="227051" y="84977"/>
                </a:cubicBezTo>
                <a:cubicBezTo>
                  <a:pt x="219289" y="76324"/>
                  <a:pt x="215409" y="64705"/>
                  <a:pt x="215409" y="50120"/>
                </a:cubicBezTo>
                <a:cubicBezTo>
                  <a:pt x="215409" y="35535"/>
                  <a:pt x="219289" y="23907"/>
                  <a:pt x="227051" y="15234"/>
                </a:cubicBezTo>
                <a:cubicBezTo>
                  <a:pt x="234812" y="6560"/>
                  <a:pt x="245178" y="2223"/>
                  <a:pt x="258148" y="2223"/>
                </a:cubicBezTo>
                <a:close/>
                <a:moveTo>
                  <a:pt x="369430" y="61577"/>
                </a:moveTo>
                <a:cubicBezTo>
                  <a:pt x="369430" y="53199"/>
                  <a:pt x="367711" y="46627"/>
                  <a:pt x="364273" y="41861"/>
                </a:cubicBezTo>
                <a:cubicBezTo>
                  <a:pt x="360835" y="37094"/>
                  <a:pt x="356110" y="34710"/>
                  <a:pt x="350099" y="34710"/>
                </a:cubicBezTo>
                <a:cubicBezTo>
                  <a:pt x="344087" y="34710"/>
                  <a:pt x="339362" y="37094"/>
                  <a:pt x="335924" y="41861"/>
                </a:cubicBezTo>
                <a:cubicBezTo>
                  <a:pt x="332486" y="46627"/>
                  <a:pt x="330767" y="53199"/>
                  <a:pt x="330767" y="61577"/>
                </a:cubicBezTo>
                <a:cubicBezTo>
                  <a:pt x="330767" y="69955"/>
                  <a:pt x="332486" y="76527"/>
                  <a:pt x="335924" y="81295"/>
                </a:cubicBezTo>
                <a:cubicBezTo>
                  <a:pt x="339362" y="86061"/>
                  <a:pt x="344087" y="88444"/>
                  <a:pt x="350099" y="88444"/>
                </a:cubicBezTo>
                <a:cubicBezTo>
                  <a:pt x="356110" y="88444"/>
                  <a:pt x="360835" y="86061"/>
                  <a:pt x="364273" y="81295"/>
                </a:cubicBezTo>
                <a:cubicBezTo>
                  <a:pt x="367711" y="76527"/>
                  <a:pt x="369430" y="69955"/>
                  <a:pt x="369430" y="61577"/>
                </a:cubicBezTo>
                <a:moveTo>
                  <a:pt x="330767" y="37428"/>
                </a:moveTo>
                <a:cubicBezTo>
                  <a:pt x="333155" y="33290"/>
                  <a:pt x="336171" y="30217"/>
                  <a:pt x="339815" y="28210"/>
                </a:cubicBezTo>
                <a:cubicBezTo>
                  <a:pt x="343459" y="26203"/>
                  <a:pt x="347814" y="25199"/>
                  <a:pt x="352878" y="25199"/>
                </a:cubicBezTo>
                <a:cubicBezTo>
                  <a:pt x="361278" y="25199"/>
                  <a:pt x="368102" y="28540"/>
                  <a:pt x="373352" y="35222"/>
                </a:cubicBezTo>
                <a:cubicBezTo>
                  <a:pt x="378602" y="41904"/>
                  <a:pt x="381227" y="50689"/>
                  <a:pt x="381227" y="61577"/>
                </a:cubicBezTo>
                <a:cubicBezTo>
                  <a:pt x="381227" y="72465"/>
                  <a:pt x="378602" y="81250"/>
                  <a:pt x="373352" y="87932"/>
                </a:cubicBezTo>
                <a:cubicBezTo>
                  <a:pt x="368102" y="94614"/>
                  <a:pt x="361278" y="97955"/>
                  <a:pt x="352878" y="97955"/>
                </a:cubicBezTo>
                <a:cubicBezTo>
                  <a:pt x="347814" y="97955"/>
                  <a:pt x="343459" y="96951"/>
                  <a:pt x="339815" y="94944"/>
                </a:cubicBezTo>
                <a:cubicBezTo>
                  <a:pt x="336171" y="92937"/>
                  <a:pt x="333155" y="89864"/>
                  <a:pt x="330767" y="85726"/>
                </a:cubicBezTo>
                <a:lnTo>
                  <a:pt x="330767" y="96102"/>
                </a:lnTo>
                <a:lnTo>
                  <a:pt x="319341" y="96102"/>
                </a:lnTo>
                <a:lnTo>
                  <a:pt x="319341" y="0"/>
                </a:lnTo>
                <a:lnTo>
                  <a:pt x="330767" y="0"/>
                </a:lnTo>
                <a:lnTo>
                  <a:pt x="330767" y="37428"/>
                </a:lnTo>
                <a:close/>
                <a:moveTo>
                  <a:pt x="399967" y="26928"/>
                </a:moveTo>
                <a:lnTo>
                  <a:pt x="411331" y="26928"/>
                </a:lnTo>
                <a:lnTo>
                  <a:pt x="411331" y="97337"/>
                </a:lnTo>
                <a:cubicBezTo>
                  <a:pt x="411331" y="106149"/>
                  <a:pt x="409654" y="112531"/>
                  <a:pt x="406298" y="116484"/>
                </a:cubicBezTo>
                <a:cubicBezTo>
                  <a:pt x="402942" y="120436"/>
                  <a:pt x="397538" y="122413"/>
                  <a:pt x="390085" y="122413"/>
                </a:cubicBezTo>
                <a:lnTo>
                  <a:pt x="385762" y="122413"/>
                </a:lnTo>
                <a:lnTo>
                  <a:pt x="385762" y="112778"/>
                </a:lnTo>
                <a:lnTo>
                  <a:pt x="388788" y="112778"/>
                </a:lnTo>
                <a:cubicBezTo>
                  <a:pt x="393112" y="112778"/>
                  <a:pt x="396056" y="111779"/>
                  <a:pt x="397620" y="109782"/>
                </a:cubicBezTo>
                <a:cubicBezTo>
                  <a:pt x="399185" y="107785"/>
                  <a:pt x="399967" y="103637"/>
                  <a:pt x="399967" y="97337"/>
                </a:cubicBezTo>
                <a:lnTo>
                  <a:pt x="399967" y="26928"/>
                </a:lnTo>
                <a:moveTo>
                  <a:pt x="399967" y="0"/>
                </a:moveTo>
                <a:lnTo>
                  <a:pt x="411331" y="0"/>
                </a:lnTo>
                <a:lnTo>
                  <a:pt x="411331" y="14452"/>
                </a:lnTo>
                <a:lnTo>
                  <a:pt x="399967" y="14452"/>
                </a:lnTo>
                <a:lnTo>
                  <a:pt x="399967" y="0"/>
                </a:lnTo>
                <a:close/>
                <a:moveTo>
                  <a:pt x="494173" y="58674"/>
                </a:moveTo>
                <a:lnTo>
                  <a:pt x="494173" y="64233"/>
                </a:lnTo>
                <a:lnTo>
                  <a:pt x="441922" y="64233"/>
                </a:lnTo>
                <a:cubicBezTo>
                  <a:pt x="442416" y="72077"/>
                  <a:pt x="444773" y="78052"/>
                  <a:pt x="448994" y="82159"/>
                </a:cubicBezTo>
                <a:cubicBezTo>
                  <a:pt x="453214" y="86266"/>
                  <a:pt x="459092" y="88320"/>
                  <a:pt x="466627" y="88320"/>
                </a:cubicBezTo>
                <a:cubicBezTo>
                  <a:pt x="470992" y="88320"/>
                  <a:pt x="475222" y="87785"/>
                  <a:pt x="479319" y="86714"/>
                </a:cubicBezTo>
                <a:cubicBezTo>
                  <a:pt x="483416" y="85644"/>
                  <a:pt x="487482" y="84038"/>
                  <a:pt x="491517" y="81897"/>
                </a:cubicBezTo>
                <a:lnTo>
                  <a:pt x="491517" y="92643"/>
                </a:lnTo>
                <a:cubicBezTo>
                  <a:pt x="487441" y="94373"/>
                  <a:pt x="483262" y="95690"/>
                  <a:pt x="478979" y="96596"/>
                </a:cubicBezTo>
                <a:cubicBezTo>
                  <a:pt x="474697" y="97502"/>
                  <a:pt x="470353" y="97955"/>
                  <a:pt x="465948" y="97955"/>
                </a:cubicBezTo>
                <a:cubicBezTo>
                  <a:pt x="454913" y="97955"/>
                  <a:pt x="446173" y="94738"/>
                  <a:pt x="439730" y="88305"/>
                </a:cubicBezTo>
                <a:cubicBezTo>
                  <a:pt x="433286" y="81870"/>
                  <a:pt x="430064" y="73167"/>
                  <a:pt x="430064" y="62197"/>
                </a:cubicBezTo>
                <a:cubicBezTo>
                  <a:pt x="430064" y="50854"/>
                  <a:pt x="433121" y="41852"/>
                  <a:pt x="439235" y="35191"/>
                </a:cubicBezTo>
                <a:cubicBezTo>
                  <a:pt x="445350" y="28530"/>
                  <a:pt x="453595" y="25199"/>
                  <a:pt x="463971" y="25199"/>
                </a:cubicBezTo>
                <a:cubicBezTo>
                  <a:pt x="473277" y="25199"/>
                  <a:pt x="480637" y="28200"/>
                  <a:pt x="486051" y="34203"/>
                </a:cubicBezTo>
                <a:cubicBezTo>
                  <a:pt x="491466" y="40204"/>
                  <a:pt x="494173" y="48361"/>
                  <a:pt x="494173" y="58674"/>
                </a:cubicBezTo>
                <a:moveTo>
                  <a:pt x="482809" y="55339"/>
                </a:moveTo>
                <a:cubicBezTo>
                  <a:pt x="482726" y="49102"/>
                  <a:pt x="480987" y="44126"/>
                  <a:pt x="477590" y="40410"/>
                </a:cubicBezTo>
                <a:cubicBezTo>
                  <a:pt x="474193" y="36693"/>
                  <a:pt x="469695" y="34834"/>
                  <a:pt x="464095" y="34834"/>
                </a:cubicBezTo>
                <a:cubicBezTo>
                  <a:pt x="457754" y="34834"/>
                  <a:pt x="452679" y="36631"/>
                  <a:pt x="448870" y="40225"/>
                </a:cubicBezTo>
                <a:cubicBezTo>
                  <a:pt x="445062" y="43817"/>
                  <a:pt x="442869" y="48876"/>
                  <a:pt x="442293" y="55401"/>
                </a:cubicBezTo>
                <a:lnTo>
                  <a:pt x="482809" y="55339"/>
                </a:lnTo>
                <a:close/>
                <a:moveTo>
                  <a:pt x="562576" y="29522"/>
                </a:moveTo>
                <a:lnTo>
                  <a:pt x="562576" y="40145"/>
                </a:lnTo>
                <a:cubicBezTo>
                  <a:pt x="559364" y="38375"/>
                  <a:pt x="556142" y="37047"/>
                  <a:pt x="552910" y="36162"/>
                </a:cubicBezTo>
                <a:cubicBezTo>
                  <a:pt x="549678" y="35277"/>
                  <a:pt x="546415" y="34834"/>
                  <a:pt x="543121" y="34834"/>
                </a:cubicBezTo>
                <a:cubicBezTo>
                  <a:pt x="535751" y="34834"/>
                  <a:pt x="530027" y="37176"/>
                  <a:pt x="525951" y="41861"/>
                </a:cubicBezTo>
                <a:cubicBezTo>
                  <a:pt x="521875" y="46545"/>
                  <a:pt x="519836" y="53117"/>
                  <a:pt x="519836" y="61577"/>
                </a:cubicBezTo>
                <a:cubicBezTo>
                  <a:pt x="519836" y="70037"/>
                  <a:pt x="521875" y="76610"/>
                  <a:pt x="525951" y="81295"/>
                </a:cubicBezTo>
                <a:cubicBezTo>
                  <a:pt x="530027" y="85978"/>
                  <a:pt x="535751" y="88320"/>
                  <a:pt x="543121" y="88320"/>
                </a:cubicBezTo>
                <a:cubicBezTo>
                  <a:pt x="546415" y="88320"/>
                  <a:pt x="549678" y="87877"/>
                  <a:pt x="552910" y="86992"/>
                </a:cubicBezTo>
                <a:cubicBezTo>
                  <a:pt x="556142" y="86107"/>
                  <a:pt x="559364" y="84779"/>
                  <a:pt x="562576" y="83009"/>
                </a:cubicBezTo>
                <a:lnTo>
                  <a:pt x="562576" y="93508"/>
                </a:lnTo>
                <a:cubicBezTo>
                  <a:pt x="559406" y="94990"/>
                  <a:pt x="556122" y="96102"/>
                  <a:pt x="552725" y="96843"/>
                </a:cubicBezTo>
                <a:cubicBezTo>
                  <a:pt x="549328" y="97584"/>
                  <a:pt x="545715" y="97955"/>
                  <a:pt x="541886" y="97955"/>
                </a:cubicBezTo>
                <a:cubicBezTo>
                  <a:pt x="531468" y="97955"/>
                  <a:pt x="523192" y="94676"/>
                  <a:pt x="517057" y="88119"/>
                </a:cubicBezTo>
                <a:cubicBezTo>
                  <a:pt x="510922" y="81561"/>
                  <a:pt x="507855" y="72714"/>
                  <a:pt x="507855" y="61577"/>
                </a:cubicBezTo>
                <a:cubicBezTo>
                  <a:pt x="507855" y="50276"/>
                  <a:pt x="510953" y="41388"/>
                  <a:pt x="517150" y="34913"/>
                </a:cubicBezTo>
                <a:cubicBezTo>
                  <a:pt x="523347" y="28437"/>
                  <a:pt x="531839" y="25199"/>
                  <a:pt x="542627" y="25199"/>
                </a:cubicBezTo>
                <a:cubicBezTo>
                  <a:pt x="546127" y="25199"/>
                  <a:pt x="549544" y="25559"/>
                  <a:pt x="552879" y="26280"/>
                </a:cubicBezTo>
                <a:cubicBezTo>
                  <a:pt x="556214" y="27000"/>
                  <a:pt x="559447" y="28081"/>
                  <a:pt x="562576" y="29522"/>
                </a:cubicBezTo>
                <a:close/>
                <a:moveTo>
                  <a:pt x="593478" y="7288"/>
                </a:moveTo>
                <a:lnTo>
                  <a:pt x="593478" y="26928"/>
                </a:lnTo>
                <a:lnTo>
                  <a:pt x="616886" y="26928"/>
                </a:lnTo>
                <a:lnTo>
                  <a:pt x="616886" y="35822"/>
                </a:lnTo>
                <a:lnTo>
                  <a:pt x="593478" y="35822"/>
                </a:lnTo>
                <a:lnTo>
                  <a:pt x="593478" y="73327"/>
                </a:lnTo>
                <a:cubicBezTo>
                  <a:pt x="593478" y="78962"/>
                  <a:pt x="594250" y="82581"/>
                  <a:pt x="595795" y="84186"/>
                </a:cubicBezTo>
                <a:cubicBezTo>
                  <a:pt x="597339" y="85789"/>
                  <a:pt x="600478" y="86591"/>
                  <a:pt x="605213" y="86591"/>
                </a:cubicBezTo>
                <a:lnTo>
                  <a:pt x="616886" y="86591"/>
                </a:lnTo>
                <a:lnTo>
                  <a:pt x="616886" y="96102"/>
                </a:lnTo>
                <a:lnTo>
                  <a:pt x="605213" y="96102"/>
                </a:lnTo>
                <a:cubicBezTo>
                  <a:pt x="596443" y="96102"/>
                  <a:pt x="590390" y="94467"/>
                  <a:pt x="587055" y="91196"/>
                </a:cubicBezTo>
                <a:cubicBezTo>
                  <a:pt x="583720" y="87924"/>
                  <a:pt x="582052" y="81968"/>
                  <a:pt x="582052" y="73327"/>
                </a:cubicBezTo>
                <a:lnTo>
                  <a:pt x="582052" y="35822"/>
                </a:lnTo>
                <a:lnTo>
                  <a:pt x="573714" y="35822"/>
                </a:lnTo>
                <a:lnTo>
                  <a:pt x="573714" y="26928"/>
                </a:lnTo>
                <a:lnTo>
                  <a:pt x="582052" y="26928"/>
                </a:lnTo>
                <a:lnTo>
                  <a:pt x="582052" y="7288"/>
                </a:lnTo>
                <a:lnTo>
                  <a:pt x="593478" y="7288"/>
                </a:lnTo>
                <a:close/>
              </a:path>
            </a:pathLst>
          </a:custGeom>
          <a:solidFill xmlns:a="http://schemas.openxmlformats.org/drawingml/2006/main">
            <a:srgbClr val="407F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3DGaussian">
            <a:extLst xmlns:a="http://schemas.openxmlformats.org/drawingml/2006/main">
              <a:ext uri="{FF2B5EF4-FFF2-40B4-BE49-F238E27FC236}">
                <a16:creationId xmlns:a16="http://schemas.microsoft.com/office/drawing/2014/main" id="{218B524D-3F75-48E5-A594-8D436218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777" y="1173503"/>
            <a:ext cx="777105" cy="97955"/>
          </a:xfrm>
          <a:custGeom xmlns:a="http://schemas.openxmlformats.org/drawingml/2006/main">
            <a:pathLst>
              <a:path w="777105" h="97955">
                <a:moveTo>
                  <a:pt x="41690" y="46322"/>
                </a:moveTo>
                <a:cubicBezTo>
                  <a:pt x="47660" y="47601"/>
                  <a:pt x="52323" y="50263"/>
                  <a:pt x="55679" y="54308"/>
                </a:cubicBezTo>
                <a:cubicBezTo>
                  <a:pt x="59034" y="58352"/>
                  <a:pt x="60712" y="63346"/>
                  <a:pt x="60712" y="69290"/>
                </a:cubicBezTo>
                <a:cubicBezTo>
                  <a:pt x="60712" y="78411"/>
                  <a:pt x="57583" y="85469"/>
                  <a:pt x="51324" y="90464"/>
                </a:cubicBezTo>
                <a:cubicBezTo>
                  <a:pt x="45066" y="95458"/>
                  <a:pt x="36172" y="97955"/>
                  <a:pt x="24643" y="97955"/>
                </a:cubicBezTo>
                <a:cubicBezTo>
                  <a:pt x="20773" y="97955"/>
                  <a:pt x="16789" y="97574"/>
                  <a:pt x="12692" y="96812"/>
                </a:cubicBezTo>
                <a:cubicBezTo>
                  <a:pt x="8595" y="96051"/>
                  <a:pt x="4365" y="94908"/>
                  <a:pt x="0" y="93385"/>
                </a:cubicBezTo>
                <a:lnTo>
                  <a:pt x="0" y="81279"/>
                </a:lnTo>
                <a:cubicBezTo>
                  <a:pt x="3459" y="83317"/>
                  <a:pt x="7247" y="84856"/>
                  <a:pt x="11364" y="85896"/>
                </a:cubicBezTo>
                <a:cubicBezTo>
                  <a:pt x="15482" y="86936"/>
                  <a:pt x="19785" y="87455"/>
                  <a:pt x="24273" y="87455"/>
                </a:cubicBezTo>
                <a:cubicBezTo>
                  <a:pt x="32096" y="87455"/>
                  <a:pt x="38056" y="85906"/>
                  <a:pt x="42153" y="82808"/>
                </a:cubicBezTo>
                <a:cubicBezTo>
                  <a:pt x="46250" y="79708"/>
                  <a:pt x="48298" y="75204"/>
                  <a:pt x="48298" y="69295"/>
                </a:cubicBezTo>
                <a:cubicBezTo>
                  <a:pt x="48298" y="63842"/>
                  <a:pt x="46394" y="59577"/>
                  <a:pt x="42585" y="56499"/>
                </a:cubicBezTo>
                <a:cubicBezTo>
                  <a:pt x="38776" y="53420"/>
                  <a:pt x="33475" y="51880"/>
                  <a:pt x="26681" y="51880"/>
                </a:cubicBezTo>
                <a:lnTo>
                  <a:pt x="15935" y="51880"/>
                </a:lnTo>
                <a:lnTo>
                  <a:pt x="15935" y="41628"/>
                </a:lnTo>
                <a:lnTo>
                  <a:pt x="27175" y="41628"/>
                </a:lnTo>
                <a:cubicBezTo>
                  <a:pt x="33310" y="41628"/>
                  <a:pt x="38004" y="40405"/>
                  <a:pt x="41257" y="37961"/>
                </a:cubicBezTo>
                <a:cubicBezTo>
                  <a:pt x="44510" y="35516"/>
                  <a:pt x="46136" y="31993"/>
                  <a:pt x="46136" y="27392"/>
                </a:cubicBezTo>
                <a:cubicBezTo>
                  <a:pt x="46136" y="22667"/>
                  <a:pt x="44459" y="19041"/>
                  <a:pt x="41103" y="16514"/>
                </a:cubicBezTo>
                <a:cubicBezTo>
                  <a:pt x="37747" y="13987"/>
                  <a:pt x="32940" y="12723"/>
                  <a:pt x="26681" y="12723"/>
                </a:cubicBezTo>
                <a:cubicBezTo>
                  <a:pt x="23264" y="12723"/>
                  <a:pt x="19599" y="13094"/>
                  <a:pt x="15688" y="13835"/>
                </a:cubicBezTo>
                <a:cubicBezTo>
                  <a:pt x="11776" y="14576"/>
                  <a:pt x="7473" y="15729"/>
                  <a:pt x="2779" y="17293"/>
                </a:cubicBezTo>
                <a:lnTo>
                  <a:pt x="2779" y="6176"/>
                </a:lnTo>
                <a:cubicBezTo>
                  <a:pt x="7514" y="4859"/>
                  <a:pt x="11951" y="3870"/>
                  <a:pt x="16089" y="3212"/>
                </a:cubicBezTo>
                <a:cubicBezTo>
                  <a:pt x="20227" y="2553"/>
                  <a:pt x="24128" y="2223"/>
                  <a:pt x="27793" y="2223"/>
                </a:cubicBezTo>
                <a:cubicBezTo>
                  <a:pt x="37263" y="2223"/>
                  <a:pt x="44757" y="4372"/>
                  <a:pt x="50275" y="8670"/>
                </a:cubicBezTo>
                <a:cubicBezTo>
                  <a:pt x="55792" y="12966"/>
                  <a:pt x="58551" y="18774"/>
                  <a:pt x="58551" y="26093"/>
                </a:cubicBezTo>
                <a:cubicBezTo>
                  <a:pt x="58551" y="31191"/>
                  <a:pt x="57089" y="35497"/>
                  <a:pt x="54166" y="39013"/>
                </a:cubicBezTo>
                <a:cubicBezTo>
                  <a:pt x="51242" y="42528"/>
                  <a:pt x="47083" y="44964"/>
                  <a:pt x="41690" y="46322"/>
                </a:cubicBezTo>
                <a:close/>
                <a:moveTo>
                  <a:pt x="95702" y="14082"/>
                </a:moveTo>
                <a:lnTo>
                  <a:pt x="95702" y="85850"/>
                </a:lnTo>
                <a:lnTo>
                  <a:pt x="110772" y="85850"/>
                </a:lnTo>
                <a:cubicBezTo>
                  <a:pt x="123495" y="85850"/>
                  <a:pt x="132811" y="82965"/>
                  <a:pt x="138720" y="77195"/>
                </a:cubicBezTo>
                <a:cubicBezTo>
                  <a:pt x="144628" y="71426"/>
                  <a:pt x="147583" y="62318"/>
                  <a:pt x="147583" y="49873"/>
                </a:cubicBezTo>
                <a:cubicBezTo>
                  <a:pt x="147583" y="37510"/>
                  <a:pt x="144628" y="28454"/>
                  <a:pt x="138720" y="22705"/>
                </a:cubicBezTo>
                <a:cubicBezTo>
                  <a:pt x="132811" y="16956"/>
                  <a:pt x="123495" y="14082"/>
                  <a:pt x="110772" y="14082"/>
                </a:cubicBezTo>
                <a:lnTo>
                  <a:pt x="95702" y="14082"/>
                </a:lnTo>
                <a:moveTo>
                  <a:pt x="83226" y="3829"/>
                </a:moveTo>
                <a:lnTo>
                  <a:pt x="108858" y="3829"/>
                </a:lnTo>
                <a:cubicBezTo>
                  <a:pt x="126727" y="3829"/>
                  <a:pt x="139842" y="7548"/>
                  <a:pt x="148200" y="14985"/>
                </a:cubicBezTo>
                <a:cubicBezTo>
                  <a:pt x="156559" y="22422"/>
                  <a:pt x="160738" y="34052"/>
                  <a:pt x="160738" y="49873"/>
                </a:cubicBezTo>
                <a:cubicBezTo>
                  <a:pt x="160738" y="65777"/>
                  <a:pt x="156538" y="77458"/>
                  <a:pt x="148138" y="84915"/>
                </a:cubicBezTo>
                <a:cubicBezTo>
                  <a:pt x="139739" y="92373"/>
                  <a:pt x="126645" y="96102"/>
                  <a:pt x="108858" y="96102"/>
                </a:cubicBezTo>
                <a:lnTo>
                  <a:pt x="83226" y="96102"/>
                </a:lnTo>
                <a:lnTo>
                  <a:pt x="83226" y="3829"/>
                </a:lnTo>
                <a:close/>
                <a:moveTo>
                  <a:pt x="283594" y="82999"/>
                </a:moveTo>
                <a:lnTo>
                  <a:pt x="283594" y="58180"/>
                </a:lnTo>
                <a:lnTo>
                  <a:pt x="263213" y="58180"/>
                </a:lnTo>
                <a:lnTo>
                  <a:pt x="263213" y="47928"/>
                </a:lnTo>
                <a:lnTo>
                  <a:pt x="295947" y="47928"/>
                </a:lnTo>
                <a:lnTo>
                  <a:pt x="295947" y="87579"/>
                </a:lnTo>
                <a:cubicBezTo>
                  <a:pt x="291129" y="90996"/>
                  <a:pt x="285818" y="93580"/>
                  <a:pt x="280012" y="95330"/>
                </a:cubicBezTo>
                <a:cubicBezTo>
                  <a:pt x="274206" y="97080"/>
                  <a:pt x="268010" y="97955"/>
                  <a:pt x="261422" y="97955"/>
                </a:cubicBezTo>
                <a:cubicBezTo>
                  <a:pt x="247010" y="97955"/>
                  <a:pt x="235739" y="93742"/>
                  <a:pt x="227607" y="85317"/>
                </a:cubicBezTo>
                <a:cubicBezTo>
                  <a:pt x="219475" y="76891"/>
                  <a:pt x="215409" y="65159"/>
                  <a:pt x="215409" y="50120"/>
                </a:cubicBezTo>
                <a:cubicBezTo>
                  <a:pt x="215409" y="35040"/>
                  <a:pt x="219475" y="23287"/>
                  <a:pt x="227607" y="14862"/>
                </a:cubicBezTo>
                <a:cubicBezTo>
                  <a:pt x="235739" y="6436"/>
                  <a:pt x="247010" y="2223"/>
                  <a:pt x="261422" y="2223"/>
                </a:cubicBezTo>
                <a:cubicBezTo>
                  <a:pt x="267433" y="2223"/>
                  <a:pt x="273146" y="2965"/>
                  <a:pt x="278561" y="4447"/>
                </a:cubicBezTo>
                <a:cubicBezTo>
                  <a:pt x="283975" y="5929"/>
                  <a:pt x="288968" y="8111"/>
                  <a:pt x="293538" y="10994"/>
                </a:cubicBezTo>
                <a:lnTo>
                  <a:pt x="293538" y="24334"/>
                </a:lnTo>
                <a:cubicBezTo>
                  <a:pt x="288926" y="20402"/>
                  <a:pt x="284027" y="17443"/>
                  <a:pt x="278839" y="15456"/>
                </a:cubicBezTo>
                <a:cubicBezTo>
                  <a:pt x="273651" y="13469"/>
                  <a:pt x="268195" y="12476"/>
                  <a:pt x="262472" y="12476"/>
                </a:cubicBezTo>
                <a:cubicBezTo>
                  <a:pt x="251190" y="12476"/>
                  <a:pt x="242718" y="15628"/>
                  <a:pt x="237056" y="21933"/>
                </a:cubicBezTo>
                <a:cubicBezTo>
                  <a:pt x="231395" y="28238"/>
                  <a:pt x="228564" y="37634"/>
                  <a:pt x="228564" y="50120"/>
                </a:cubicBezTo>
                <a:cubicBezTo>
                  <a:pt x="228564" y="62565"/>
                  <a:pt x="231395" y="71940"/>
                  <a:pt x="237056" y="78245"/>
                </a:cubicBezTo>
                <a:cubicBezTo>
                  <a:pt x="242718" y="84550"/>
                  <a:pt x="251190" y="87702"/>
                  <a:pt x="262472" y="87702"/>
                </a:cubicBezTo>
                <a:cubicBezTo>
                  <a:pt x="266877" y="87702"/>
                  <a:pt x="270809" y="87321"/>
                  <a:pt x="274268" y="86558"/>
                </a:cubicBezTo>
                <a:cubicBezTo>
                  <a:pt x="277727" y="85795"/>
                  <a:pt x="280836" y="84609"/>
                  <a:pt x="283594" y="82999"/>
                </a:cubicBezTo>
                <a:close/>
                <a:moveTo>
                  <a:pt x="349566" y="61268"/>
                </a:moveTo>
                <a:cubicBezTo>
                  <a:pt x="340384" y="61268"/>
                  <a:pt x="334022" y="62323"/>
                  <a:pt x="330481" y="64434"/>
                </a:cubicBezTo>
                <a:cubicBezTo>
                  <a:pt x="326940" y="66542"/>
                  <a:pt x="325170" y="70141"/>
                  <a:pt x="325170" y="75228"/>
                </a:cubicBezTo>
                <a:cubicBezTo>
                  <a:pt x="325170" y="79282"/>
                  <a:pt x="326497" y="82498"/>
                  <a:pt x="329153" y="84877"/>
                </a:cubicBezTo>
                <a:cubicBezTo>
                  <a:pt x="331809" y="87255"/>
                  <a:pt x="335422" y="88444"/>
                  <a:pt x="339993" y="88444"/>
                </a:cubicBezTo>
                <a:cubicBezTo>
                  <a:pt x="346292" y="88444"/>
                  <a:pt x="351346" y="86200"/>
                  <a:pt x="355155" y="81712"/>
                </a:cubicBezTo>
                <a:cubicBezTo>
                  <a:pt x="358964" y="77222"/>
                  <a:pt x="360868" y="71254"/>
                  <a:pt x="360868" y="63806"/>
                </a:cubicBezTo>
                <a:lnTo>
                  <a:pt x="360868" y="61268"/>
                </a:lnTo>
                <a:lnTo>
                  <a:pt x="349566" y="61268"/>
                </a:lnTo>
                <a:moveTo>
                  <a:pt x="372232" y="56574"/>
                </a:moveTo>
                <a:lnTo>
                  <a:pt x="372232" y="96102"/>
                </a:lnTo>
                <a:lnTo>
                  <a:pt x="360868" y="96102"/>
                </a:lnTo>
                <a:lnTo>
                  <a:pt x="360868" y="85603"/>
                </a:lnTo>
                <a:cubicBezTo>
                  <a:pt x="358274" y="89823"/>
                  <a:pt x="355042" y="92937"/>
                  <a:pt x="351172" y="94944"/>
                </a:cubicBezTo>
                <a:cubicBezTo>
                  <a:pt x="347301" y="96951"/>
                  <a:pt x="342566" y="97955"/>
                  <a:pt x="336966" y="97955"/>
                </a:cubicBezTo>
                <a:cubicBezTo>
                  <a:pt x="329884" y="97955"/>
                  <a:pt x="324253" y="95963"/>
                  <a:pt x="320074" y="91979"/>
                </a:cubicBezTo>
                <a:cubicBezTo>
                  <a:pt x="315895" y="87995"/>
                  <a:pt x="313805" y="82658"/>
                  <a:pt x="313805" y="75970"/>
                </a:cubicBezTo>
                <a:cubicBezTo>
                  <a:pt x="313805" y="68167"/>
                  <a:pt x="316410" y="62284"/>
                  <a:pt x="321618" y="58321"/>
                </a:cubicBezTo>
                <a:cubicBezTo>
                  <a:pt x="326827" y="54357"/>
                  <a:pt x="334599" y="52374"/>
                  <a:pt x="344934" y="52374"/>
                </a:cubicBezTo>
                <a:lnTo>
                  <a:pt x="360868" y="52374"/>
                </a:lnTo>
                <a:lnTo>
                  <a:pt x="360868" y="51263"/>
                </a:lnTo>
                <a:cubicBezTo>
                  <a:pt x="360868" y="46033"/>
                  <a:pt x="359149" y="41988"/>
                  <a:pt x="355711" y="39126"/>
                </a:cubicBezTo>
                <a:cubicBezTo>
                  <a:pt x="352273" y="36265"/>
                  <a:pt x="347445" y="34834"/>
                  <a:pt x="341228" y="34834"/>
                </a:cubicBezTo>
                <a:cubicBezTo>
                  <a:pt x="337275" y="34834"/>
                  <a:pt x="333425" y="35307"/>
                  <a:pt x="329678" y="36254"/>
                </a:cubicBezTo>
                <a:cubicBezTo>
                  <a:pt x="325931" y="37201"/>
                  <a:pt x="322329" y="38622"/>
                  <a:pt x="318870" y="40516"/>
                </a:cubicBezTo>
                <a:lnTo>
                  <a:pt x="318870" y="30016"/>
                </a:lnTo>
                <a:cubicBezTo>
                  <a:pt x="323028" y="28411"/>
                  <a:pt x="327064" y="27206"/>
                  <a:pt x="330975" y="26403"/>
                </a:cubicBezTo>
                <a:cubicBezTo>
                  <a:pt x="334887" y="25600"/>
                  <a:pt x="338696" y="25199"/>
                  <a:pt x="342401" y="25199"/>
                </a:cubicBezTo>
                <a:cubicBezTo>
                  <a:pt x="352407" y="25199"/>
                  <a:pt x="359880" y="27793"/>
                  <a:pt x="364821" y="32981"/>
                </a:cubicBezTo>
                <a:cubicBezTo>
                  <a:pt x="369762" y="38169"/>
                  <a:pt x="372232" y="46033"/>
                  <a:pt x="372232" y="56574"/>
                </a:cubicBezTo>
                <a:close/>
                <a:moveTo>
                  <a:pt x="394366" y="68803"/>
                </a:moveTo>
                <a:lnTo>
                  <a:pt x="394366" y="26928"/>
                </a:lnTo>
                <a:lnTo>
                  <a:pt x="405731" y="26928"/>
                </a:lnTo>
                <a:lnTo>
                  <a:pt x="405731" y="68371"/>
                </a:lnTo>
                <a:cubicBezTo>
                  <a:pt x="405731" y="74938"/>
                  <a:pt x="407007" y="79864"/>
                  <a:pt x="409560" y="83147"/>
                </a:cubicBezTo>
                <a:cubicBezTo>
                  <a:pt x="412113" y="86431"/>
                  <a:pt x="415942" y="88073"/>
                  <a:pt x="421048" y="88073"/>
                </a:cubicBezTo>
                <a:cubicBezTo>
                  <a:pt x="427183" y="88073"/>
                  <a:pt x="432031" y="86112"/>
                  <a:pt x="435593" y="82190"/>
                </a:cubicBezTo>
                <a:cubicBezTo>
                  <a:pt x="439154" y="78267"/>
                  <a:pt x="440935" y="72919"/>
                  <a:pt x="440935" y="66147"/>
                </a:cubicBezTo>
                <a:lnTo>
                  <a:pt x="440935" y="26928"/>
                </a:lnTo>
                <a:lnTo>
                  <a:pt x="452299" y="26928"/>
                </a:lnTo>
                <a:lnTo>
                  <a:pt x="452299" y="96102"/>
                </a:lnTo>
                <a:lnTo>
                  <a:pt x="440935" y="96102"/>
                </a:lnTo>
                <a:lnTo>
                  <a:pt x="440935" y="85479"/>
                </a:lnTo>
                <a:cubicBezTo>
                  <a:pt x="438176" y="89699"/>
                  <a:pt x="434975" y="92834"/>
                  <a:pt x="431331" y="94882"/>
                </a:cubicBezTo>
                <a:cubicBezTo>
                  <a:pt x="427687" y="96931"/>
                  <a:pt x="423456" y="97955"/>
                  <a:pt x="418639" y="97955"/>
                </a:cubicBezTo>
                <a:cubicBezTo>
                  <a:pt x="410692" y="97955"/>
                  <a:pt x="404660" y="95479"/>
                  <a:pt x="400543" y="90528"/>
                </a:cubicBezTo>
                <a:cubicBezTo>
                  <a:pt x="396425" y="85577"/>
                  <a:pt x="394366" y="78335"/>
                  <a:pt x="394366" y="68803"/>
                </a:cubicBezTo>
                <a:moveTo>
                  <a:pt x="422962" y="25199"/>
                </a:moveTo>
                <a:lnTo>
                  <a:pt x="422962" y="25199"/>
                </a:lnTo>
                <a:close/>
                <a:moveTo>
                  <a:pt x="519706" y="28905"/>
                </a:moveTo>
                <a:lnTo>
                  <a:pt x="519706" y="39651"/>
                </a:lnTo>
                <a:cubicBezTo>
                  <a:pt x="516494" y="38004"/>
                  <a:pt x="513159" y="36769"/>
                  <a:pt x="509701" y="35946"/>
                </a:cubicBezTo>
                <a:cubicBezTo>
                  <a:pt x="506242" y="35122"/>
                  <a:pt x="502660" y="34710"/>
                  <a:pt x="498954" y="34710"/>
                </a:cubicBezTo>
                <a:cubicBezTo>
                  <a:pt x="493313" y="34710"/>
                  <a:pt x="489082" y="35577"/>
                  <a:pt x="486262" y="37310"/>
                </a:cubicBezTo>
                <a:cubicBezTo>
                  <a:pt x="483441" y="39043"/>
                  <a:pt x="482031" y="41643"/>
                  <a:pt x="482031" y="45110"/>
                </a:cubicBezTo>
                <a:cubicBezTo>
                  <a:pt x="482031" y="47750"/>
                  <a:pt x="483040" y="49824"/>
                  <a:pt x="485057" y="51330"/>
                </a:cubicBezTo>
                <a:cubicBezTo>
                  <a:pt x="487075" y="52837"/>
                  <a:pt x="491131" y="54271"/>
                  <a:pt x="497225" y="55632"/>
                </a:cubicBezTo>
                <a:lnTo>
                  <a:pt x="501116" y="56501"/>
                </a:lnTo>
                <a:cubicBezTo>
                  <a:pt x="509186" y="58233"/>
                  <a:pt x="514919" y="60677"/>
                  <a:pt x="518316" y="63833"/>
                </a:cubicBezTo>
                <a:cubicBezTo>
                  <a:pt x="521713" y="66988"/>
                  <a:pt x="523412" y="71391"/>
                  <a:pt x="523412" y="77043"/>
                </a:cubicBezTo>
                <a:cubicBezTo>
                  <a:pt x="523412" y="83478"/>
                  <a:pt x="520869" y="88572"/>
                  <a:pt x="515784" y="92325"/>
                </a:cubicBezTo>
                <a:cubicBezTo>
                  <a:pt x="510699" y="96078"/>
                  <a:pt x="503710" y="97955"/>
                  <a:pt x="494816" y="97955"/>
                </a:cubicBezTo>
                <a:cubicBezTo>
                  <a:pt x="491110" y="97955"/>
                  <a:pt x="487250" y="97595"/>
                  <a:pt x="483235" y="96874"/>
                </a:cubicBezTo>
                <a:cubicBezTo>
                  <a:pt x="479221" y="96154"/>
                  <a:pt x="474990" y="95073"/>
                  <a:pt x="470543" y="93632"/>
                </a:cubicBezTo>
                <a:lnTo>
                  <a:pt x="470543" y="81897"/>
                </a:lnTo>
                <a:cubicBezTo>
                  <a:pt x="474743" y="84079"/>
                  <a:pt x="478881" y="85716"/>
                  <a:pt x="482958" y="86807"/>
                </a:cubicBezTo>
                <a:cubicBezTo>
                  <a:pt x="487034" y="87898"/>
                  <a:pt x="491069" y="88444"/>
                  <a:pt x="495063" y="88444"/>
                </a:cubicBezTo>
                <a:cubicBezTo>
                  <a:pt x="500416" y="88444"/>
                  <a:pt x="504533" y="87526"/>
                  <a:pt x="507415" y="85689"/>
                </a:cubicBezTo>
                <a:cubicBezTo>
                  <a:pt x="510298" y="83853"/>
                  <a:pt x="511739" y="81264"/>
                  <a:pt x="511739" y="77923"/>
                </a:cubicBezTo>
                <a:cubicBezTo>
                  <a:pt x="511739" y="74828"/>
                  <a:pt x="510699" y="72456"/>
                  <a:pt x="508620" y="70805"/>
                </a:cubicBezTo>
                <a:cubicBezTo>
                  <a:pt x="506540" y="69154"/>
                  <a:pt x="501980" y="67565"/>
                  <a:pt x="494939" y="66039"/>
                </a:cubicBezTo>
                <a:lnTo>
                  <a:pt x="490987" y="65111"/>
                </a:lnTo>
                <a:cubicBezTo>
                  <a:pt x="483946" y="63626"/>
                  <a:pt x="478861" y="61347"/>
                  <a:pt x="475731" y="58275"/>
                </a:cubicBezTo>
                <a:cubicBezTo>
                  <a:pt x="472602" y="55201"/>
                  <a:pt x="471037" y="50982"/>
                  <a:pt x="471037" y="45619"/>
                </a:cubicBezTo>
                <a:cubicBezTo>
                  <a:pt x="471037" y="39101"/>
                  <a:pt x="473343" y="34068"/>
                  <a:pt x="477955" y="30520"/>
                </a:cubicBezTo>
                <a:cubicBezTo>
                  <a:pt x="482566" y="26973"/>
                  <a:pt x="489113" y="25199"/>
                  <a:pt x="497595" y="25199"/>
                </a:cubicBezTo>
                <a:cubicBezTo>
                  <a:pt x="501795" y="25199"/>
                  <a:pt x="505748" y="25508"/>
                  <a:pt x="509454" y="26125"/>
                </a:cubicBezTo>
                <a:cubicBezTo>
                  <a:pt x="513159" y="26743"/>
                  <a:pt x="516577" y="27670"/>
                  <a:pt x="519706" y="28905"/>
                </a:cubicBezTo>
                <a:close/>
                <a:moveTo>
                  <a:pt x="585480" y="28905"/>
                </a:moveTo>
                <a:lnTo>
                  <a:pt x="585480" y="39651"/>
                </a:lnTo>
                <a:cubicBezTo>
                  <a:pt x="582268" y="38004"/>
                  <a:pt x="578933" y="36769"/>
                  <a:pt x="575475" y="35946"/>
                </a:cubicBezTo>
                <a:cubicBezTo>
                  <a:pt x="572016" y="35122"/>
                  <a:pt x="568434" y="34710"/>
                  <a:pt x="564728" y="34710"/>
                </a:cubicBezTo>
                <a:cubicBezTo>
                  <a:pt x="559087" y="34710"/>
                  <a:pt x="554856" y="35577"/>
                  <a:pt x="552036" y="37310"/>
                </a:cubicBezTo>
                <a:cubicBezTo>
                  <a:pt x="549215" y="39043"/>
                  <a:pt x="547805" y="41643"/>
                  <a:pt x="547805" y="45110"/>
                </a:cubicBezTo>
                <a:cubicBezTo>
                  <a:pt x="547805" y="47750"/>
                  <a:pt x="548814" y="49824"/>
                  <a:pt x="550831" y="51330"/>
                </a:cubicBezTo>
                <a:cubicBezTo>
                  <a:pt x="552849" y="52837"/>
                  <a:pt x="556905" y="54271"/>
                  <a:pt x="562999" y="55632"/>
                </a:cubicBezTo>
                <a:lnTo>
                  <a:pt x="566890" y="56501"/>
                </a:lnTo>
                <a:cubicBezTo>
                  <a:pt x="574960" y="58233"/>
                  <a:pt x="580693" y="60677"/>
                  <a:pt x="584090" y="63833"/>
                </a:cubicBezTo>
                <a:cubicBezTo>
                  <a:pt x="587487" y="66988"/>
                  <a:pt x="589186" y="71391"/>
                  <a:pt x="589186" y="77043"/>
                </a:cubicBezTo>
                <a:cubicBezTo>
                  <a:pt x="589186" y="83478"/>
                  <a:pt x="586643" y="88572"/>
                  <a:pt x="581558" y="92325"/>
                </a:cubicBezTo>
                <a:cubicBezTo>
                  <a:pt x="576473" y="96078"/>
                  <a:pt x="569484" y="97955"/>
                  <a:pt x="560590" y="97955"/>
                </a:cubicBezTo>
                <a:cubicBezTo>
                  <a:pt x="556884" y="97955"/>
                  <a:pt x="553024" y="97595"/>
                  <a:pt x="549009" y="96874"/>
                </a:cubicBezTo>
                <a:cubicBezTo>
                  <a:pt x="544995" y="96154"/>
                  <a:pt x="540764" y="95073"/>
                  <a:pt x="536317" y="93632"/>
                </a:cubicBezTo>
                <a:lnTo>
                  <a:pt x="536317" y="81897"/>
                </a:lnTo>
                <a:cubicBezTo>
                  <a:pt x="540517" y="84079"/>
                  <a:pt x="544655" y="85716"/>
                  <a:pt x="548731" y="86807"/>
                </a:cubicBezTo>
                <a:cubicBezTo>
                  <a:pt x="552808" y="87898"/>
                  <a:pt x="556843" y="88444"/>
                  <a:pt x="560837" y="88444"/>
                </a:cubicBezTo>
                <a:cubicBezTo>
                  <a:pt x="566190" y="88444"/>
                  <a:pt x="570307" y="87526"/>
                  <a:pt x="573189" y="85689"/>
                </a:cubicBezTo>
                <a:cubicBezTo>
                  <a:pt x="576072" y="83853"/>
                  <a:pt x="577513" y="81264"/>
                  <a:pt x="577513" y="77923"/>
                </a:cubicBezTo>
                <a:cubicBezTo>
                  <a:pt x="577513" y="74828"/>
                  <a:pt x="576473" y="72456"/>
                  <a:pt x="574394" y="70805"/>
                </a:cubicBezTo>
                <a:cubicBezTo>
                  <a:pt x="572314" y="69154"/>
                  <a:pt x="567754" y="67565"/>
                  <a:pt x="560713" y="66039"/>
                </a:cubicBezTo>
                <a:lnTo>
                  <a:pt x="556761" y="65111"/>
                </a:lnTo>
                <a:cubicBezTo>
                  <a:pt x="549720" y="63626"/>
                  <a:pt x="544635" y="61347"/>
                  <a:pt x="541505" y="58275"/>
                </a:cubicBezTo>
                <a:cubicBezTo>
                  <a:pt x="538376" y="55201"/>
                  <a:pt x="536811" y="50982"/>
                  <a:pt x="536811" y="45619"/>
                </a:cubicBezTo>
                <a:cubicBezTo>
                  <a:pt x="536811" y="39101"/>
                  <a:pt x="539117" y="34068"/>
                  <a:pt x="543729" y="30520"/>
                </a:cubicBezTo>
                <a:cubicBezTo>
                  <a:pt x="548340" y="26973"/>
                  <a:pt x="554887" y="25199"/>
                  <a:pt x="563369" y="25199"/>
                </a:cubicBezTo>
                <a:cubicBezTo>
                  <a:pt x="567569" y="25199"/>
                  <a:pt x="571522" y="25508"/>
                  <a:pt x="575227" y="26125"/>
                </a:cubicBezTo>
                <a:cubicBezTo>
                  <a:pt x="578933" y="26743"/>
                  <a:pt x="582351" y="27670"/>
                  <a:pt x="585480" y="28905"/>
                </a:cubicBezTo>
                <a:close/>
                <a:moveTo>
                  <a:pt x="607156" y="26928"/>
                </a:moveTo>
                <a:lnTo>
                  <a:pt x="618520" y="26928"/>
                </a:lnTo>
                <a:lnTo>
                  <a:pt x="618520" y="96102"/>
                </a:lnTo>
                <a:lnTo>
                  <a:pt x="607156" y="96102"/>
                </a:lnTo>
                <a:lnTo>
                  <a:pt x="607156" y="26928"/>
                </a:lnTo>
                <a:moveTo>
                  <a:pt x="607156" y="0"/>
                </a:moveTo>
                <a:lnTo>
                  <a:pt x="618520" y="0"/>
                </a:lnTo>
                <a:lnTo>
                  <a:pt x="618520" y="14452"/>
                </a:lnTo>
                <a:lnTo>
                  <a:pt x="607156" y="14452"/>
                </a:lnTo>
                <a:lnTo>
                  <a:pt x="607156" y="0"/>
                </a:lnTo>
                <a:close/>
                <a:moveTo>
                  <a:pt x="673630" y="61268"/>
                </a:moveTo>
                <a:cubicBezTo>
                  <a:pt x="664448" y="61268"/>
                  <a:pt x="658087" y="62323"/>
                  <a:pt x="654546" y="64434"/>
                </a:cubicBezTo>
                <a:cubicBezTo>
                  <a:pt x="651005" y="66542"/>
                  <a:pt x="649234" y="70141"/>
                  <a:pt x="649234" y="75228"/>
                </a:cubicBezTo>
                <a:cubicBezTo>
                  <a:pt x="649234" y="79282"/>
                  <a:pt x="650562" y="82498"/>
                  <a:pt x="653218" y="84877"/>
                </a:cubicBezTo>
                <a:cubicBezTo>
                  <a:pt x="655874" y="87255"/>
                  <a:pt x="659487" y="88444"/>
                  <a:pt x="664057" y="88444"/>
                </a:cubicBezTo>
                <a:cubicBezTo>
                  <a:pt x="670357" y="88444"/>
                  <a:pt x="675411" y="86200"/>
                  <a:pt x="679220" y="81712"/>
                </a:cubicBezTo>
                <a:cubicBezTo>
                  <a:pt x="683029" y="77222"/>
                  <a:pt x="684933" y="71254"/>
                  <a:pt x="684933" y="63806"/>
                </a:cubicBezTo>
                <a:lnTo>
                  <a:pt x="684933" y="61268"/>
                </a:lnTo>
                <a:lnTo>
                  <a:pt x="673630" y="61268"/>
                </a:lnTo>
                <a:moveTo>
                  <a:pt x="696297" y="56574"/>
                </a:moveTo>
                <a:lnTo>
                  <a:pt x="696297" y="96102"/>
                </a:lnTo>
                <a:lnTo>
                  <a:pt x="684933" y="96102"/>
                </a:lnTo>
                <a:lnTo>
                  <a:pt x="684933" y="85603"/>
                </a:lnTo>
                <a:cubicBezTo>
                  <a:pt x="682339" y="89823"/>
                  <a:pt x="679107" y="92937"/>
                  <a:pt x="675236" y="94944"/>
                </a:cubicBezTo>
                <a:cubicBezTo>
                  <a:pt x="671366" y="96951"/>
                  <a:pt x="666631" y="97955"/>
                  <a:pt x="661031" y="97955"/>
                </a:cubicBezTo>
                <a:cubicBezTo>
                  <a:pt x="653949" y="97955"/>
                  <a:pt x="648318" y="95963"/>
                  <a:pt x="644139" y="91979"/>
                </a:cubicBezTo>
                <a:cubicBezTo>
                  <a:pt x="639960" y="87995"/>
                  <a:pt x="637870" y="82658"/>
                  <a:pt x="637870" y="75970"/>
                </a:cubicBezTo>
                <a:cubicBezTo>
                  <a:pt x="637870" y="68167"/>
                  <a:pt x="640474" y="62284"/>
                  <a:pt x="645683" y="58321"/>
                </a:cubicBezTo>
                <a:cubicBezTo>
                  <a:pt x="650892" y="54357"/>
                  <a:pt x="658663" y="52374"/>
                  <a:pt x="668998" y="52374"/>
                </a:cubicBezTo>
                <a:lnTo>
                  <a:pt x="684933" y="52374"/>
                </a:lnTo>
                <a:lnTo>
                  <a:pt x="684933" y="51263"/>
                </a:lnTo>
                <a:cubicBezTo>
                  <a:pt x="684933" y="46033"/>
                  <a:pt x="683214" y="41988"/>
                  <a:pt x="679776" y="39126"/>
                </a:cubicBezTo>
                <a:cubicBezTo>
                  <a:pt x="676338" y="36265"/>
                  <a:pt x="671510" y="34834"/>
                  <a:pt x="665293" y="34834"/>
                </a:cubicBezTo>
                <a:cubicBezTo>
                  <a:pt x="661340" y="34834"/>
                  <a:pt x="657490" y="35307"/>
                  <a:pt x="653743" y="36254"/>
                </a:cubicBezTo>
                <a:cubicBezTo>
                  <a:pt x="649996" y="37201"/>
                  <a:pt x="646393" y="38622"/>
                  <a:pt x="642935" y="40516"/>
                </a:cubicBezTo>
                <a:lnTo>
                  <a:pt x="642935" y="30016"/>
                </a:lnTo>
                <a:cubicBezTo>
                  <a:pt x="647093" y="28411"/>
                  <a:pt x="651128" y="27206"/>
                  <a:pt x="655040" y="26403"/>
                </a:cubicBezTo>
                <a:cubicBezTo>
                  <a:pt x="658952" y="25600"/>
                  <a:pt x="662760" y="25199"/>
                  <a:pt x="666466" y="25199"/>
                </a:cubicBezTo>
                <a:cubicBezTo>
                  <a:pt x="676472" y="25199"/>
                  <a:pt x="683945" y="27793"/>
                  <a:pt x="688886" y="32981"/>
                </a:cubicBezTo>
                <a:cubicBezTo>
                  <a:pt x="693827" y="38169"/>
                  <a:pt x="696297" y="46033"/>
                  <a:pt x="696297" y="56574"/>
                </a:cubicBezTo>
                <a:close/>
                <a:moveTo>
                  <a:pt x="777105" y="54351"/>
                </a:moveTo>
                <a:lnTo>
                  <a:pt x="777105" y="96102"/>
                </a:lnTo>
                <a:lnTo>
                  <a:pt x="765741" y="96102"/>
                </a:lnTo>
                <a:lnTo>
                  <a:pt x="765741" y="54721"/>
                </a:lnTo>
                <a:cubicBezTo>
                  <a:pt x="765741" y="48154"/>
                  <a:pt x="764464" y="43239"/>
                  <a:pt x="761911" y="39976"/>
                </a:cubicBezTo>
                <a:cubicBezTo>
                  <a:pt x="759359" y="36713"/>
                  <a:pt x="755529" y="35081"/>
                  <a:pt x="750424" y="35081"/>
                </a:cubicBezTo>
                <a:cubicBezTo>
                  <a:pt x="744289" y="35081"/>
                  <a:pt x="739451" y="37043"/>
                  <a:pt x="735910" y="40966"/>
                </a:cubicBezTo>
                <a:cubicBezTo>
                  <a:pt x="732368" y="44888"/>
                  <a:pt x="730598" y="50235"/>
                  <a:pt x="730598" y="57007"/>
                </a:cubicBezTo>
                <a:lnTo>
                  <a:pt x="730598" y="96102"/>
                </a:lnTo>
                <a:lnTo>
                  <a:pt x="719172" y="96102"/>
                </a:lnTo>
                <a:lnTo>
                  <a:pt x="719172" y="26928"/>
                </a:lnTo>
                <a:lnTo>
                  <a:pt x="730598" y="26928"/>
                </a:lnTo>
                <a:lnTo>
                  <a:pt x="730598" y="37675"/>
                </a:lnTo>
                <a:cubicBezTo>
                  <a:pt x="733316" y="33496"/>
                  <a:pt x="736517" y="30372"/>
                  <a:pt x="740202" y="28303"/>
                </a:cubicBezTo>
                <a:cubicBezTo>
                  <a:pt x="743887" y="26234"/>
                  <a:pt x="748138" y="25199"/>
                  <a:pt x="752956" y="25199"/>
                </a:cubicBezTo>
                <a:cubicBezTo>
                  <a:pt x="760903" y="25199"/>
                  <a:pt x="766914" y="27664"/>
                  <a:pt x="770991" y="32595"/>
                </a:cubicBezTo>
                <a:cubicBezTo>
                  <a:pt x="775067" y="37526"/>
                  <a:pt x="777105" y="44778"/>
                  <a:pt x="777105" y="54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CameraCenter">
            <a:extLst xmlns:a="http://schemas.openxmlformats.org/drawingml/2006/main">
              <a:ext uri="{FF2B5EF4-FFF2-40B4-BE49-F238E27FC236}">
                <a16:creationId xmlns:a16="http://schemas.microsoft.com/office/drawing/2014/main" id="{12E4A7B9-F949-49D0-92A7-54C7539E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817" y="2582299"/>
            <a:ext cx="954612" cy="95732"/>
          </a:xfrm>
          <a:custGeom xmlns:a="http://schemas.openxmlformats.org/drawingml/2006/main">
            <a:pathLst>
              <a:path w="954612" h="95732">
                <a:moveTo>
                  <a:pt x="74362" y="8770"/>
                </a:moveTo>
                <a:lnTo>
                  <a:pt x="74362" y="21987"/>
                </a:lnTo>
                <a:cubicBezTo>
                  <a:pt x="70162" y="18055"/>
                  <a:pt x="65684" y="15116"/>
                  <a:pt x="60929" y="13171"/>
                </a:cubicBezTo>
                <a:cubicBezTo>
                  <a:pt x="56173" y="11225"/>
                  <a:pt x="51119" y="10253"/>
                  <a:pt x="45766" y="10253"/>
                </a:cubicBezTo>
                <a:cubicBezTo>
                  <a:pt x="35225" y="10253"/>
                  <a:pt x="27155" y="13477"/>
                  <a:pt x="21555" y="19926"/>
                </a:cubicBezTo>
                <a:cubicBezTo>
                  <a:pt x="15955" y="26375"/>
                  <a:pt x="13155" y="35699"/>
                  <a:pt x="13155" y="47897"/>
                </a:cubicBezTo>
                <a:cubicBezTo>
                  <a:pt x="13155" y="60054"/>
                  <a:pt x="15955" y="69356"/>
                  <a:pt x="21555" y="75805"/>
                </a:cubicBezTo>
                <a:cubicBezTo>
                  <a:pt x="27155" y="82255"/>
                  <a:pt x="35225" y="85479"/>
                  <a:pt x="45766" y="85479"/>
                </a:cubicBezTo>
                <a:cubicBezTo>
                  <a:pt x="51119" y="85479"/>
                  <a:pt x="56173" y="84506"/>
                  <a:pt x="60929" y="82561"/>
                </a:cubicBezTo>
                <a:cubicBezTo>
                  <a:pt x="65684" y="80615"/>
                  <a:pt x="70162" y="77676"/>
                  <a:pt x="74362" y="73744"/>
                </a:cubicBezTo>
                <a:lnTo>
                  <a:pt x="74362" y="86838"/>
                </a:lnTo>
                <a:cubicBezTo>
                  <a:pt x="69997" y="89802"/>
                  <a:pt x="65375" y="92026"/>
                  <a:pt x="60496" y="93508"/>
                </a:cubicBezTo>
                <a:cubicBezTo>
                  <a:pt x="55617" y="94990"/>
                  <a:pt x="50460" y="95732"/>
                  <a:pt x="45025" y="95732"/>
                </a:cubicBezTo>
                <a:cubicBezTo>
                  <a:pt x="31066" y="95732"/>
                  <a:pt x="20073" y="91457"/>
                  <a:pt x="12044" y="82908"/>
                </a:cubicBezTo>
                <a:cubicBezTo>
                  <a:pt x="4015" y="74358"/>
                  <a:pt x="0" y="62687"/>
                  <a:pt x="0" y="47897"/>
                </a:cubicBezTo>
                <a:cubicBezTo>
                  <a:pt x="0" y="33065"/>
                  <a:pt x="4015" y="21374"/>
                  <a:pt x="12044" y="12825"/>
                </a:cubicBezTo>
                <a:cubicBezTo>
                  <a:pt x="20073" y="4275"/>
                  <a:pt x="31066" y="0"/>
                  <a:pt x="45025" y="0"/>
                </a:cubicBezTo>
                <a:cubicBezTo>
                  <a:pt x="50542" y="0"/>
                  <a:pt x="55740" y="731"/>
                  <a:pt x="60620" y="2193"/>
                </a:cubicBezTo>
                <a:cubicBezTo>
                  <a:pt x="65499" y="3654"/>
                  <a:pt x="70080" y="5847"/>
                  <a:pt x="74362" y="8770"/>
                </a:cubicBezTo>
                <a:close/>
                <a:moveTo>
                  <a:pt x="124544" y="59045"/>
                </a:moveTo>
                <a:cubicBezTo>
                  <a:pt x="115362" y="59045"/>
                  <a:pt x="109001" y="60100"/>
                  <a:pt x="105460" y="62210"/>
                </a:cubicBezTo>
                <a:cubicBezTo>
                  <a:pt x="101918" y="64319"/>
                  <a:pt x="100148" y="67917"/>
                  <a:pt x="100148" y="73005"/>
                </a:cubicBezTo>
                <a:cubicBezTo>
                  <a:pt x="100148" y="77058"/>
                  <a:pt x="101476" y="80274"/>
                  <a:pt x="104132" y="82653"/>
                </a:cubicBezTo>
                <a:cubicBezTo>
                  <a:pt x="106787" y="85031"/>
                  <a:pt x="110401" y="86220"/>
                  <a:pt x="114971" y="86220"/>
                </a:cubicBezTo>
                <a:cubicBezTo>
                  <a:pt x="121271" y="86220"/>
                  <a:pt x="126325" y="83976"/>
                  <a:pt x="130134" y="79488"/>
                </a:cubicBezTo>
                <a:cubicBezTo>
                  <a:pt x="133942" y="74999"/>
                  <a:pt x="135847" y="69030"/>
                  <a:pt x="135847" y="61583"/>
                </a:cubicBezTo>
                <a:lnTo>
                  <a:pt x="135847" y="59045"/>
                </a:lnTo>
                <a:lnTo>
                  <a:pt x="124544" y="59045"/>
                </a:lnTo>
                <a:moveTo>
                  <a:pt x="147211" y="54351"/>
                </a:moveTo>
                <a:lnTo>
                  <a:pt x="147211" y="93879"/>
                </a:lnTo>
                <a:lnTo>
                  <a:pt x="135847" y="93879"/>
                </a:lnTo>
                <a:lnTo>
                  <a:pt x="135847" y="83379"/>
                </a:lnTo>
                <a:cubicBezTo>
                  <a:pt x="133253" y="87600"/>
                  <a:pt x="130020" y="90713"/>
                  <a:pt x="126150" y="92721"/>
                </a:cubicBezTo>
                <a:cubicBezTo>
                  <a:pt x="122279" y="94728"/>
                  <a:pt x="117544" y="95732"/>
                  <a:pt x="111945" y="95732"/>
                </a:cubicBezTo>
                <a:cubicBezTo>
                  <a:pt x="104862" y="95732"/>
                  <a:pt x="99232" y="93740"/>
                  <a:pt x="95053" y="89756"/>
                </a:cubicBezTo>
                <a:cubicBezTo>
                  <a:pt x="90873" y="85771"/>
                  <a:pt x="88784" y="80434"/>
                  <a:pt x="88784" y="73746"/>
                </a:cubicBezTo>
                <a:cubicBezTo>
                  <a:pt x="88784" y="65943"/>
                  <a:pt x="91388" y="60061"/>
                  <a:pt x="96597" y="56098"/>
                </a:cubicBezTo>
                <a:cubicBezTo>
                  <a:pt x="101805" y="52133"/>
                  <a:pt x="109577" y="50151"/>
                  <a:pt x="119912" y="50151"/>
                </a:cubicBezTo>
                <a:lnTo>
                  <a:pt x="135847" y="50151"/>
                </a:lnTo>
                <a:lnTo>
                  <a:pt x="135847" y="49039"/>
                </a:lnTo>
                <a:cubicBezTo>
                  <a:pt x="135847" y="43810"/>
                  <a:pt x="134128" y="39765"/>
                  <a:pt x="130689" y="36903"/>
                </a:cubicBezTo>
                <a:cubicBezTo>
                  <a:pt x="127251" y="34041"/>
                  <a:pt x="122424" y="32610"/>
                  <a:pt x="116206" y="32610"/>
                </a:cubicBezTo>
                <a:cubicBezTo>
                  <a:pt x="112253" y="32610"/>
                  <a:pt x="108404" y="33084"/>
                  <a:pt x="104657" y="34031"/>
                </a:cubicBezTo>
                <a:cubicBezTo>
                  <a:pt x="100910" y="34978"/>
                  <a:pt x="97307" y="36399"/>
                  <a:pt x="93848" y="38293"/>
                </a:cubicBezTo>
                <a:lnTo>
                  <a:pt x="93848" y="27793"/>
                </a:lnTo>
                <a:cubicBezTo>
                  <a:pt x="98007" y="26187"/>
                  <a:pt x="102042" y="24983"/>
                  <a:pt x="105954" y="24180"/>
                </a:cubicBezTo>
                <a:cubicBezTo>
                  <a:pt x="109865" y="23377"/>
                  <a:pt x="113674" y="22976"/>
                  <a:pt x="117380" y="22976"/>
                </a:cubicBezTo>
                <a:cubicBezTo>
                  <a:pt x="127385" y="22976"/>
                  <a:pt x="134858" y="25570"/>
                  <a:pt x="139799" y="30758"/>
                </a:cubicBezTo>
                <a:cubicBezTo>
                  <a:pt x="144740" y="35946"/>
                  <a:pt x="147211" y="43810"/>
                  <a:pt x="147211" y="54351"/>
                </a:cubicBezTo>
                <a:close/>
                <a:moveTo>
                  <a:pt x="224375" y="37984"/>
                </a:moveTo>
                <a:cubicBezTo>
                  <a:pt x="227216" y="32858"/>
                  <a:pt x="230613" y="29075"/>
                  <a:pt x="234566" y="26635"/>
                </a:cubicBezTo>
                <a:cubicBezTo>
                  <a:pt x="238519" y="24195"/>
                  <a:pt x="243171" y="22976"/>
                  <a:pt x="248524" y="22976"/>
                </a:cubicBezTo>
                <a:cubicBezTo>
                  <a:pt x="255730" y="22976"/>
                  <a:pt x="261288" y="25503"/>
                  <a:pt x="265200" y="30559"/>
                </a:cubicBezTo>
                <a:cubicBezTo>
                  <a:pt x="269112" y="35613"/>
                  <a:pt x="271067" y="42803"/>
                  <a:pt x="271067" y="52127"/>
                </a:cubicBezTo>
                <a:lnTo>
                  <a:pt x="271067" y="93879"/>
                </a:lnTo>
                <a:lnTo>
                  <a:pt x="259641" y="93879"/>
                </a:lnTo>
                <a:lnTo>
                  <a:pt x="259641" y="52498"/>
                </a:lnTo>
                <a:cubicBezTo>
                  <a:pt x="259641" y="45848"/>
                  <a:pt x="258468" y="40912"/>
                  <a:pt x="256121" y="37690"/>
                </a:cubicBezTo>
                <a:cubicBezTo>
                  <a:pt x="253774" y="34469"/>
                  <a:pt x="250192" y="32858"/>
                  <a:pt x="245374" y="32858"/>
                </a:cubicBezTo>
                <a:cubicBezTo>
                  <a:pt x="239486" y="32858"/>
                  <a:pt x="234834" y="34819"/>
                  <a:pt x="231416" y="38742"/>
                </a:cubicBezTo>
                <a:cubicBezTo>
                  <a:pt x="227999" y="42664"/>
                  <a:pt x="226290" y="48011"/>
                  <a:pt x="226290" y="54783"/>
                </a:cubicBezTo>
                <a:lnTo>
                  <a:pt x="226290" y="93879"/>
                </a:lnTo>
                <a:lnTo>
                  <a:pt x="214864" y="93879"/>
                </a:lnTo>
                <a:lnTo>
                  <a:pt x="214864" y="52498"/>
                </a:lnTo>
                <a:cubicBezTo>
                  <a:pt x="214864" y="45807"/>
                  <a:pt x="213690" y="40861"/>
                  <a:pt x="211343" y="37660"/>
                </a:cubicBezTo>
                <a:cubicBezTo>
                  <a:pt x="208996" y="34458"/>
                  <a:pt x="205373" y="32858"/>
                  <a:pt x="200473" y="32858"/>
                </a:cubicBezTo>
                <a:cubicBezTo>
                  <a:pt x="194668" y="32858"/>
                  <a:pt x="190056" y="34829"/>
                  <a:pt x="186638" y="38773"/>
                </a:cubicBezTo>
                <a:cubicBezTo>
                  <a:pt x="183221" y="42716"/>
                  <a:pt x="181512" y="48052"/>
                  <a:pt x="181512" y="54783"/>
                </a:cubicBezTo>
                <a:lnTo>
                  <a:pt x="181512" y="93879"/>
                </a:lnTo>
                <a:lnTo>
                  <a:pt x="170086" y="93879"/>
                </a:lnTo>
                <a:lnTo>
                  <a:pt x="170086" y="24705"/>
                </a:lnTo>
                <a:lnTo>
                  <a:pt x="181512" y="24705"/>
                </a:lnTo>
                <a:lnTo>
                  <a:pt x="181512" y="35452"/>
                </a:lnTo>
                <a:cubicBezTo>
                  <a:pt x="184106" y="31190"/>
                  <a:pt x="187215" y="28045"/>
                  <a:pt x="190838" y="26017"/>
                </a:cubicBezTo>
                <a:cubicBezTo>
                  <a:pt x="194462" y="23989"/>
                  <a:pt x="198764" y="22976"/>
                  <a:pt x="203747" y="22976"/>
                </a:cubicBezTo>
                <a:cubicBezTo>
                  <a:pt x="208770" y="22976"/>
                  <a:pt x="213042" y="24257"/>
                  <a:pt x="216562" y="26820"/>
                </a:cubicBezTo>
                <a:cubicBezTo>
                  <a:pt x="220083" y="29383"/>
                  <a:pt x="222687" y="33105"/>
                  <a:pt x="224375" y="37984"/>
                </a:cubicBezTo>
                <a:close/>
                <a:moveTo>
                  <a:pt x="352887" y="56451"/>
                </a:moveTo>
                <a:lnTo>
                  <a:pt x="352887" y="62009"/>
                </a:lnTo>
                <a:lnTo>
                  <a:pt x="300636" y="62009"/>
                </a:lnTo>
                <a:cubicBezTo>
                  <a:pt x="301130" y="69853"/>
                  <a:pt x="303487" y="75829"/>
                  <a:pt x="307708" y="79936"/>
                </a:cubicBezTo>
                <a:cubicBezTo>
                  <a:pt x="311928" y="84043"/>
                  <a:pt x="317806" y="86097"/>
                  <a:pt x="325341" y="86097"/>
                </a:cubicBezTo>
                <a:cubicBezTo>
                  <a:pt x="329705" y="86097"/>
                  <a:pt x="333936" y="85561"/>
                  <a:pt x="338033" y="84491"/>
                </a:cubicBezTo>
                <a:cubicBezTo>
                  <a:pt x="342130" y="83420"/>
                  <a:pt x="346196" y="81814"/>
                  <a:pt x="350231" y="79673"/>
                </a:cubicBezTo>
                <a:lnTo>
                  <a:pt x="350231" y="90420"/>
                </a:lnTo>
                <a:cubicBezTo>
                  <a:pt x="346155" y="92149"/>
                  <a:pt x="341975" y="93467"/>
                  <a:pt x="337693" y="94373"/>
                </a:cubicBezTo>
                <a:cubicBezTo>
                  <a:pt x="333411" y="95279"/>
                  <a:pt x="329067" y="95732"/>
                  <a:pt x="324661" y="95732"/>
                </a:cubicBezTo>
                <a:cubicBezTo>
                  <a:pt x="313626" y="95732"/>
                  <a:pt x="304887" y="92515"/>
                  <a:pt x="298443" y="86081"/>
                </a:cubicBezTo>
                <a:cubicBezTo>
                  <a:pt x="291999" y="79646"/>
                  <a:pt x="288777" y="70944"/>
                  <a:pt x="288777" y="59973"/>
                </a:cubicBezTo>
                <a:cubicBezTo>
                  <a:pt x="288777" y="48631"/>
                  <a:pt x="291835" y="39629"/>
                  <a:pt x="297949" y="32968"/>
                </a:cubicBezTo>
                <a:cubicBezTo>
                  <a:pt x="304064" y="26306"/>
                  <a:pt x="312309" y="22976"/>
                  <a:pt x="322685" y="22976"/>
                </a:cubicBezTo>
                <a:cubicBezTo>
                  <a:pt x="331990" y="22976"/>
                  <a:pt x="339350" y="25977"/>
                  <a:pt x="344765" y="31979"/>
                </a:cubicBezTo>
                <a:cubicBezTo>
                  <a:pt x="350179" y="37981"/>
                  <a:pt x="352887" y="46138"/>
                  <a:pt x="352887" y="56451"/>
                </a:cubicBezTo>
                <a:moveTo>
                  <a:pt x="341522" y="53116"/>
                </a:moveTo>
                <a:cubicBezTo>
                  <a:pt x="341440" y="46879"/>
                  <a:pt x="339700" y="41902"/>
                  <a:pt x="336304" y="38186"/>
                </a:cubicBezTo>
                <a:cubicBezTo>
                  <a:pt x="332907" y="34469"/>
                  <a:pt x="328408" y="32610"/>
                  <a:pt x="322808" y="32610"/>
                </a:cubicBezTo>
                <a:cubicBezTo>
                  <a:pt x="316468" y="32610"/>
                  <a:pt x="311393" y="34407"/>
                  <a:pt x="307584" y="38001"/>
                </a:cubicBezTo>
                <a:cubicBezTo>
                  <a:pt x="303775" y="41594"/>
                  <a:pt x="301583" y="46652"/>
                  <a:pt x="301006" y="53177"/>
                </a:cubicBezTo>
                <a:lnTo>
                  <a:pt x="341522" y="53116"/>
                </a:lnTo>
                <a:close/>
                <a:moveTo>
                  <a:pt x="411593" y="35328"/>
                </a:moveTo>
                <a:cubicBezTo>
                  <a:pt x="410317" y="34566"/>
                  <a:pt x="408927" y="34005"/>
                  <a:pt x="407424" y="33645"/>
                </a:cubicBezTo>
                <a:cubicBezTo>
                  <a:pt x="405921" y="33285"/>
                  <a:pt x="404264" y="33105"/>
                  <a:pt x="402452" y="33105"/>
                </a:cubicBezTo>
                <a:cubicBezTo>
                  <a:pt x="396029" y="33105"/>
                  <a:pt x="391099" y="35200"/>
                  <a:pt x="387660" y="39391"/>
                </a:cubicBezTo>
                <a:cubicBezTo>
                  <a:pt x="384222" y="43580"/>
                  <a:pt x="382503" y="49596"/>
                  <a:pt x="382503" y="57439"/>
                </a:cubicBezTo>
                <a:lnTo>
                  <a:pt x="382503" y="93879"/>
                </a:lnTo>
                <a:lnTo>
                  <a:pt x="371077" y="93879"/>
                </a:lnTo>
                <a:lnTo>
                  <a:pt x="371077" y="24705"/>
                </a:lnTo>
                <a:lnTo>
                  <a:pt x="382503" y="24705"/>
                </a:lnTo>
                <a:lnTo>
                  <a:pt x="382503" y="35452"/>
                </a:lnTo>
                <a:cubicBezTo>
                  <a:pt x="384891" y="31231"/>
                  <a:pt x="388000" y="28097"/>
                  <a:pt x="391829" y="26048"/>
                </a:cubicBezTo>
                <a:cubicBezTo>
                  <a:pt x="395659" y="24000"/>
                  <a:pt x="400311" y="22976"/>
                  <a:pt x="405788" y="22976"/>
                </a:cubicBezTo>
                <a:cubicBezTo>
                  <a:pt x="406570" y="22976"/>
                  <a:pt x="407435" y="23027"/>
                  <a:pt x="408382" y="23130"/>
                </a:cubicBezTo>
                <a:cubicBezTo>
                  <a:pt x="409329" y="23233"/>
                  <a:pt x="410379" y="23387"/>
                  <a:pt x="411532" y="23593"/>
                </a:cubicBezTo>
                <a:lnTo>
                  <a:pt x="411593" y="35328"/>
                </a:lnTo>
                <a:close/>
                <a:moveTo>
                  <a:pt x="454934" y="59045"/>
                </a:moveTo>
                <a:cubicBezTo>
                  <a:pt x="445752" y="59045"/>
                  <a:pt x="439390" y="60100"/>
                  <a:pt x="435849" y="62210"/>
                </a:cubicBezTo>
                <a:cubicBezTo>
                  <a:pt x="432308" y="64319"/>
                  <a:pt x="430538" y="67917"/>
                  <a:pt x="430538" y="73005"/>
                </a:cubicBezTo>
                <a:cubicBezTo>
                  <a:pt x="430538" y="77058"/>
                  <a:pt x="431866" y="80274"/>
                  <a:pt x="434521" y="82653"/>
                </a:cubicBezTo>
                <a:cubicBezTo>
                  <a:pt x="437177" y="85031"/>
                  <a:pt x="440790" y="86220"/>
                  <a:pt x="445361" y="86220"/>
                </a:cubicBezTo>
                <a:cubicBezTo>
                  <a:pt x="451661" y="86220"/>
                  <a:pt x="456715" y="83976"/>
                  <a:pt x="460523" y="79488"/>
                </a:cubicBezTo>
                <a:cubicBezTo>
                  <a:pt x="464332" y="74999"/>
                  <a:pt x="466236" y="69030"/>
                  <a:pt x="466236" y="61583"/>
                </a:cubicBezTo>
                <a:lnTo>
                  <a:pt x="466236" y="59045"/>
                </a:lnTo>
                <a:lnTo>
                  <a:pt x="454934" y="59045"/>
                </a:lnTo>
                <a:moveTo>
                  <a:pt x="477601" y="54351"/>
                </a:moveTo>
                <a:lnTo>
                  <a:pt x="477601" y="93879"/>
                </a:lnTo>
                <a:lnTo>
                  <a:pt x="466236" y="93879"/>
                </a:lnTo>
                <a:lnTo>
                  <a:pt x="466236" y="83379"/>
                </a:lnTo>
                <a:cubicBezTo>
                  <a:pt x="463642" y="87600"/>
                  <a:pt x="460410" y="90713"/>
                  <a:pt x="456540" y="92721"/>
                </a:cubicBezTo>
                <a:cubicBezTo>
                  <a:pt x="452669" y="94728"/>
                  <a:pt x="447934" y="95732"/>
                  <a:pt x="442334" y="95732"/>
                </a:cubicBezTo>
                <a:cubicBezTo>
                  <a:pt x="435252" y="95732"/>
                  <a:pt x="429622" y="93740"/>
                  <a:pt x="425442" y="89756"/>
                </a:cubicBezTo>
                <a:cubicBezTo>
                  <a:pt x="421263" y="85771"/>
                  <a:pt x="419174" y="80434"/>
                  <a:pt x="419174" y="73746"/>
                </a:cubicBezTo>
                <a:cubicBezTo>
                  <a:pt x="419174" y="65943"/>
                  <a:pt x="421778" y="60061"/>
                  <a:pt x="426986" y="56098"/>
                </a:cubicBezTo>
                <a:cubicBezTo>
                  <a:pt x="432195" y="52133"/>
                  <a:pt x="439967" y="50151"/>
                  <a:pt x="450302" y="50151"/>
                </a:cubicBezTo>
                <a:lnTo>
                  <a:pt x="466236" y="50151"/>
                </a:lnTo>
                <a:lnTo>
                  <a:pt x="466236" y="49039"/>
                </a:lnTo>
                <a:cubicBezTo>
                  <a:pt x="466236" y="43810"/>
                  <a:pt x="464517" y="39765"/>
                  <a:pt x="461079" y="36903"/>
                </a:cubicBezTo>
                <a:cubicBezTo>
                  <a:pt x="457641" y="34041"/>
                  <a:pt x="452813" y="32610"/>
                  <a:pt x="446596" y="32610"/>
                </a:cubicBezTo>
                <a:cubicBezTo>
                  <a:pt x="442643" y="32610"/>
                  <a:pt x="438793" y="33084"/>
                  <a:pt x="435046" y="34031"/>
                </a:cubicBezTo>
                <a:cubicBezTo>
                  <a:pt x="431300" y="34978"/>
                  <a:pt x="427697" y="36399"/>
                  <a:pt x="424238" y="38293"/>
                </a:cubicBezTo>
                <a:lnTo>
                  <a:pt x="424238" y="27793"/>
                </a:lnTo>
                <a:cubicBezTo>
                  <a:pt x="428397" y="26187"/>
                  <a:pt x="432432" y="24983"/>
                  <a:pt x="436343" y="24180"/>
                </a:cubicBezTo>
                <a:cubicBezTo>
                  <a:pt x="440255" y="23377"/>
                  <a:pt x="444064" y="22976"/>
                  <a:pt x="447770" y="22976"/>
                </a:cubicBezTo>
                <a:cubicBezTo>
                  <a:pt x="457775" y="22976"/>
                  <a:pt x="465248" y="25570"/>
                  <a:pt x="470189" y="30758"/>
                </a:cubicBezTo>
                <a:cubicBezTo>
                  <a:pt x="475130" y="35946"/>
                  <a:pt x="477601" y="43810"/>
                  <a:pt x="477601" y="54351"/>
                </a:cubicBezTo>
                <a:close/>
                <a:moveTo>
                  <a:pt x="610549" y="8770"/>
                </a:moveTo>
                <a:lnTo>
                  <a:pt x="610549" y="21987"/>
                </a:lnTo>
                <a:cubicBezTo>
                  <a:pt x="606349" y="18055"/>
                  <a:pt x="601872" y="15116"/>
                  <a:pt x="597116" y="13171"/>
                </a:cubicBezTo>
                <a:cubicBezTo>
                  <a:pt x="592360" y="11225"/>
                  <a:pt x="587306" y="10253"/>
                  <a:pt x="581953" y="10253"/>
                </a:cubicBezTo>
                <a:cubicBezTo>
                  <a:pt x="571412" y="10253"/>
                  <a:pt x="563342" y="13477"/>
                  <a:pt x="557742" y="19926"/>
                </a:cubicBezTo>
                <a:cubicBezTo>
                  <a:pt x="552143" y="26375"/>
                  <a:pt x="549343" y="35699"/>
                  <a:pt x="549343" y="47897"/>
                </a:cubicBezTo>
                <a:cubicBezTo>
                  <a:pt x="549343" y="60054"/>
                  <a:pt x="552143" y="69356"/>
                  <a:pt x="557742" y="75805"/>
                </a:cubicBezTo>
                <a:cubicBezTo>
                  <a:pt x="563342" y="82255"/>
                  <a:pt x="571412" y="85479"/>
                  <a:pt x="581953" y="85479"/>
                </a:cubicBezTo>
                <a:cubicBezTo>
                  <a:pt x="587306" y="85479"/>
                  <a:pt x="592360" y="84506"/>
                  <a:pt x="597116" y="82561"/>
                </a:cubicBezTo>
                <a:cubicBezTo>
                  <a:pt x="601872" y="80615"/>
                  <a:pt x="606349" y="77676"/>
                  <a:pt x="610549" y="73744"/>
                </a:cubicBezTo>
                <a:lnTo>
                  <a:pt x="610549" y="86838"/>
                </a:lnTo>
                <a:cubicBezTo>
                  <a:pt x="606185" y="89802"/>
                  <a:pt x="601563" y="92026"/>
                  <a:pt x="596683" y="93508"/>
                </a:cubicBezTo>
                <a:cubicBezTo>
                  <a:pt x="591804" y="94990"/>
                  <a:pt x="586647" y="95732"/>
                  <a:pt x="581212" y="95732"/>
                </a:cubicBezTo>
                <a:cubicBezTo>
                  <a:pt x="567254" y="95732"/>
                  <a:pt x="556260" y="91457"/>
                  <a:pt x="548231" y="82908"/>
                </a:cubicBezTo>
                <a:cubicBezTo>
                  <a:pt x="540202" y="74358"/>
                  <a:pt x="536187" y="62687"/>
                  <a:pt x="536187" y="47897"/>
                </a:cubicBezTo>
                <a:cubicBezTo>
                  <a:pt x="536187" y="33065"/>
                  <a:pt x="540202" y="21374"/>
                  <a:pt x="548231" y="12825"/>
                </a:cubicBezTo>
                <a:cubicBezTo>
                  <a:pt x="556260" y="4275"/>
                  <a:pt x="567254" y="0"/>
                  <a:pt x="581212" y="0"/>
                </a:cubicBezTo>
                <a:cubicBezTo>
                  <a:pt x="586729" y="0"/>
                  <a:pt x="591928" y="731"/>
                  <a:pt x="596807" y="2193"/>
                </a:cubicBezTo>
                <a:cubicBezTo>
                  <a:pt x="601686" y="3654"/>
                  <a:pt x="606267" y="5847"/>
                  <a:pt x="610549" y="8770"/>
                </a:cubicBezTo>
                <a:close/>
                <a:moveTo>
                  <a:pt x="688463" y="56451"/>
                </a:moveTo>
                <a:lnTo>
                  <a:pt x="688463" y="62009"/>
                </a:lnTo>
                <a:lnTo>
                  <a:pt x="636212" y="62009"/>
                </a:lnTo>
                <a:cubicBezTo>
                  <a:pt x="636706" y="69853"/>
                  <a:pt x="639063" y="75829"/>
                  <a:pt x="643284" y="79936"/>
                </a:cubicBezTo>
                <a:cubicBezTo>
                  <a:pt x="647504" y="84043"/>
                  <a:pt x="653382" y="86097"/>
                  <a:pt x="660917" y="86097"/>
                </a:cubicBezTo>
                <a:cubicBezTo>
                  <a:pt x="665281" y="86097"/>
                  <a:pt x="669512" y="85561"/>
                  <a:pt x="673609" y="84491"/>
                </a:cubicBezTo>
                <a:cubicBezTo>
                  <a:pt x="677706" y="83420"/>
                  <a:pt x="681772" y="81814"/>
                  <a:pt x="685807" y="79673"/>
                </a:cubicBezTo>
                <a:lnTo>
                  <a:pt x="685807" y="90420"/>
                </a:lnTo>
                <a:cubicBezTo>
                  <a:pt x="681731" y="92149"/>
                  <a:pt x="677552" y="93467"/>
                  <a:pt x="673269" y="94373"/>
                </a:cubicBezTo>
                <a:cubicBezTo>
                  <a:pt x="668987" y="95279"/>
                  <a:pt x="664643" y="95732"/>
                  <a:pt x="660238" y="95732"/>
                </a:cubicBezTo>
                <a:cubicBezTo>
                  <a:pt x="649203" y="95732"/>
                  <a:pt x="640463" y="92515"/>
                  <a:pt x="634019" y="86081"/>
                </a:cubicBezTo>
                <a:cubicBezTo>
                  <a:pt x="627576" y="79646"/>
                  <a:pt x="624354" y="70944"/>
                  <a:pt x="624354" y="59973"/>
                </a:cubicBezTo>
                <a:cubicBezTo>
                  <a:pt x="624354" y="48631"/>
                  <a:pt x="627411" y="39629"/>
                  <a:pt x="633525" y="32968"/>
                </a:cubicBezTo>
                <a:cubicBezTo>
                  <a:pt x="639640" y="26306"/>
                  <a:pt x="647885" y="22976"/>
                  <a:pt x="658261" y="22976"/>
                </a:cubicBezTo>
                <a:cubicBezTo>
                  <a:pt x="667567" y="22976"/>
                  <a:pt x="674927" y="25977"/>
                  <a:pt x="680341" y="31979"/>
                </a:cubicBezTo>
                <a:cubicBezTo>
                  <a:pt x="685756" y="37981"/>
                  <a:pt x="688463" y="46138"/>
                  <a:pt x="688463" y="56451"/>
                </a:cubicBezTo>
                <a:moveTo>
                  <a:pt x="677099" y="53116"/>
                </a:moveTo>
                <a:cubicBezTo>
                  <a:pt x="677016" y="46879"/>
                  <a:pt x="675277" y="41902"/>
                  <a:pt x="671880" y="38186"/>
                </a:cubicBezTo>
                <a:cubicBezTo>
                  <a:pt x="668483" y="34469"/>
                  <a:pt x="663984" y="32610"/>
                  <a:pt x="658385" y="32610"/>
                </a:cubicBezTo>
                <a:cubicBezTo>
                  <a:pt x="652044" y="32610"/>
                  <a:pt x="646969" y="34407"/>
                  <a:pt x="643160" y="38001"/>
                </a:cubicBezTo>
                <a:cubicBezTo>
                  <a:pt x="639352" y="41594"/>
                  <a:pt x="637159" y="46652"/>
                  <a:pt x="636583" y="53177"/>
                </a:cubicBezTo>
                <a:lnTo>
                  <a:pt x="677099" y="53116"/>
                </a:lnTo>
                <a:close/>
                <a:moveTo>
                  <a:pt x="764586" y="52127"/>
                </a:moveTo>
                <a:lnTo>
                  <a:pt x="764586" y="93879"/>
                </a:lnTo>
                <a:lnTo>
                  <a:pt x="753222" y="93879"/>
                </a:lnTo>
                <a:lnTo>
                  <a:pt x="753222" y="52498"/>
                </a:lnTo>
                <a:cubicBezTo>
                  <a:pt x="753222" y="45931"/>
                  <a:pt x="751946" y="41015"/>
                  <a:pt x="749393" y="37752"/>
                </a:cubicBezTo>
                <a:cubicBezTo>
                  <a:pt x="746840" y="34489"/>
                  <a:pt x="743011" y="32858"/>
                  <a:pt x="737905" y="32858"/>
                </a:cubicBezTo>
                <a:cubicBezTo>
                  <a:pt x="731770" y="32858"/>
                  <a:pt x="726932" y="34819"/>
                  <a:pt x="723391" y="38742"/>
                </a:cubicBezTo>
                <a:cubicBezTo>
                  <a:pt x="719850" y="42664"/>
                  <a:pt x="718079" y="48011"/>
                  <a:pt x="718079" y="54783"/>
                </a:cubicBezTo>
                <a:lnTo>
                  <a:pt x="718079" y="93879"/>
                </a:lnTo>
                <a:lnTo>
                  <a:pt x="706653" y="93879"/>
                </a:lnTo>
                <a:lnTo>
                  <a:pt x="706653" y="24705"/>
                </a:lnTo>
                <a:lnTo>
                  <a:pt x="718079" y="24705"/>
                </a:lnTo>
                <a:lnTo>
                  <a:pt x="718079" y="35452"/>
                </a:lnTo>
                <a:cubicBezTo>
                  <a:pt x="720797" y="31272"/>
                  <a:pt x="723998" y="28148"/>
                  <a:pt x="727683" y="26079"/>
                </a:cubicBezTo>
                <a:cubicBezTo>
                  <a:pt x="731368" y="24010"/>
                  <a:pt x="735620" y="22976"/>
                  <a:pt x="740437" y="22976"/>
                </a:cubicBezTo>
                <a:cubicBezTo>
                  <a:pt x="748384" y="22976"/>
                  <a:pt x="754395" y="25441"/>
                  <a:pt x="758472" y="30372"/>
                </a:cubicBezTo>
                <a:cubicBezTo>
                  <a:pt x="762548" y="35302"/>
                  <a:pt x="764586" y="42554"/>
                  <a:pt x="764586" y="52127"/>
                </a:cubicBezTo>
                <a:close/>
                <a:moveTo>
                  <a:pt x="798394" y="5065"/>
                </a:moveTo>
                <a:lnTo>
                  <a:pt x="798394" y="24705"/>
                </a:lnTo>
                <a:lnTo>
                  <a:pt x="821802" y="24705"/>
                </a:lnTo>
                <a:lnTo>
                  <a:pt x="821802" y="33599"/>
                </a:lnTo>
                <a:lnTo>
                  <a:pt x="798394" y="33599"/>
                </a:lnTo>
                <a:lnTo>
                  <a:pt x="798394" y="71104"/>
                </a:lnTo>
                <a:cubicBezTo>
                  <a:pt x="798394" y="76738"/>
                  <a:pt x="799166" y="80358"/>
                  <a:pt x="800710" y="81962"/>
                </a:cubicBezTo>
                <a:cubicBezTo>
                  <a:pt x="802254" y="83566"/>
                  <a:pt x="805394" y="84367"/>
                  <a:pt x="810129" y="84367"/>
                </a:cubicBezTo>
                <a:lnTo>
                  <a:pt x="821802" y="84367"/>
                </a:lnTo>
                <a:lnTo>
                  <a:pt x="821802" y="93879"/>
                </a:lnTo>
                <a:lnTo>
                  <a:pt x="810129" y="93879"/>
                </a:lnTo>
                <a:cubicBezTo>
                  <a:pt x="801359" y="93879"/>
                  <a:pt x="795306" y="92243"/>
                  <a:pt x="791971" y="88972"/>
                </a:cubicBezTo>
                <a:cubicBezTo>
                  <a:pt x="788636" y="85700"/>
                  <a:pt x="786968" y="79744"/>
                  <a:pt x="786968" y="71104"/>
                </a:cubicBezTo>
                <a:lnTo>
                  <a:pt x="786968" y="33599"/>
                </a:lnTo>
                <a:lnTo>
                  <a:pt x="778630" y="33599"/>
                </a:lnTo>
                <a:lnTo>
                  <a:pt x="778630" y="24705"/>
                </a:lnTo>
                <a:lnTo>
                  <a:pt x="786968" y="24705"/>
                </a:lnTo>
                <a:lnTo>
                  <a:pt x="786968" y="5065"/>
                </a:lnTo>
                <a:lnTo>
                  <a:pt x="798394" y="5065"/>
                </a:lnTo>
                <a:close/>
                <a:moveTo>
                  <a:pt x="895905" y="56451"/>
                </a:moveTo>
                <a:lnTo>
                  <a:pt x="895905" y="62009"/>
                </a:lnTo>
                <a:lnTo>
                  <a:pt x="843655" y="62009"/>
                </a:lnTo>
                <a:cubicBezTo>
                  <a:pt x="844149" y="69853"/>
                  <a:pt x="846506" y="75829"/>
                  <a:pt x="850726" y="79936"/>
                </a:cubicBezTo>
                <a:cubicBezTo>
                  <a:pt x="854947" y="84043"/>
                  <a:pt x="860824" y="86097"/>
                  <a:pt x="868359" y="86097"/>
                </a:cubicBezTo>
                <a:cubicBezTo>
                  <a:pt x="872724" y="86097"/>
                  <a:pt x="876955" y="85561"/>
                  <a:pt x="881052" y="84491"/>
                </a:cubicBezTo>
                <a:cubicBezTo>
                  <a:pt x="885148" y="83420"/>
                  <a:pt x="889215" y="81814"/>
                  <a:pt x="893250" y="79673"/>
                </a:cubicBezTo>
                <a:lnTo>
                  <a:pt x="893250" y="90420"/>
                </a:lnTo>
                <a:cubicBezTo>
                  <a:pt x="889173" y="92149"/>
                  <a:pt x="884994" y="93467"/>
                  <a:pt x="880712" y="94373"/>
                </a:cubicBezTo>
                <a:cubicBezTo>
                  <a:pt x="876430" y="95279"/>
                  <a:pt x="872086" y="95732"/>
                  <a:pt x="867680" y="95732"/>
                </a:cubicBezTo>
                <a:cubicBezTo>
                  <a:pt x="856645" y="95732"/>
                  <a:pt x="847906" y="92515"/>
                  <a:pt x="841462" y="86081"/>
                </a:cubicBezTo>
                <a:cubicBezTo>
                  <a:pt x="835018" y="79646"/>
                  <a:pt x="831796" y="70944"/>
                  <a:pt x="831796" y="59973"/>
                </a:cubicBezTo>
                <a:cubicBezTo>
                  <a:pt x="831796" y="48631"/>
                  <a:pt x="834853" y="39629"/>
                  <a:pt x="840968" y="32968"/>
                </a:cubicBezTo>
                <a:cubicBezTo>
                  <a:pt x="847082" y="26306"/>
                  <a:pt x="855328" y="22976"/>
                  <a:pt x="865704" y="22976"/>
                </a:cubicBezTo>
                <a:cubicBezTo>
                  <a:pt x="875009" y="22976"/>
                  <a:pt x="882369" y="25977"/>
                  <a:pt x="887784" y="31979"/>
                </a:cubicBezTo>
                <a:cubicBezTo>
                  <a:pt x="893198" y="37981"/>
                  <a:pt x="895905" y="46138"/>
                  <a:pt x="895905" y="56451"/>
                </a:cubicBezTo>
                <a:moveTo>
                  <a:pt x="884541" y="53116"/>
                </a:moveTo>
                <a:cubicBezTo>
                  <a:pt x="884459" y="46879"/>
                  <a:pt x="882719" y="41902"/>
                  <a:pt x="879322" y="38186"/>
                </a:cubicBezTo>
                <a:cubicBezTo>
                  <a:pt x="875925" y="34469"/>
                  <a:pt x="871427" y="32610"/>
                  <a:pt x="865827" y="32610"/>
                </a:cubicBezTo>
                <a:cubicBezTo>
                  <a:pt x="859486" y="32610"/>
                  <a:pt x="854411" y="34407"/>
                  <a:pt x="850603" y="38001"/>
                </a:cubicBezTo>
                <a:cubicBezTo>
                  <a:pt x="846794" y="41594"/>
                  <a:pt x="844602" y="46652"/>
                  <a:pt x="844025" y="53177"/>
                </a:cubicBezTo>
                <a:lnTo>
                  <a:pt x="884541" y="53116"/>
                </a:lnTo>
                <a:close/>
                <a:moveTo>
                  <a:pt x="954612" y="35328"/>
                </a:moveTo>
                <a:cubicBezTo>
                  <a:pt x="953336" y="34566"/>
                  <a:pt x="951946" y="34005"/>
                  <a:pt x="950443" y="33645"/>
                </a:cubicBezTo>
                <a:cubicBezTo>
                  <a:pt x="948940" y="33285"/>
                  <a:pt x="947283" y="33105"/>
                  <a:pt x="945471" y="33105"/>
                </a:cubicBezTo>
                <a:cubicBezTo>
                  <a:pt x="939048" y="33105"/>
                  <a:pt x="934118" y="35200"/>
                  <a:pt x="930679" y="39391"/>
                </a:cubicBezTo>
                <a:cubicBezTo>
                  <a:pt x="927241" y="43580"/>
                  <a:pt x="925522" y="49596"/>
                  <a:pt x="925522" y="57439"/>
                </a:cubicBezTo>
                <a:lnTo>
                  <a:pt x="925522" y="93879"/>
                </a:lnTo>
                <a:lnTo>
                  <a:pt x="914096" y="93879"/>
                </a:lnTo>
                <a:lnTo>
                  <a:pt x="914096" y="24705"/>
                </a:lnTo>
                <a:lnTo>
                  <a:pt x="925522" y="24705"/>
                </a:lnTo>
                <a:lnTo>
                  <a:pt x="925522" y="35452"/>
                </a:lnTo>
                <a:cubicBezTo>
                  <a:pt x="927910" y="31231"/>
                  <a:pt x="931019" y="28097"/>
                  <a:pt x="934848" y="26048"/>
                </a:cubicBezTo>
                <a:cubicBezTo>
                  <a:pt x="938678" y="24000"/>
                  <a:pt x="943330" y="22976"/>
                  <a:pt x="948807" y="22976"/>
                </a:cubicBezTo>
                <a:cubicBezTo>
                  <a:pt x="949589" y="22976"/>
                  <a:pt x="950454" y="23027"/>
                  <a:pt x="951401" y="23130"/>
                </a:cubicBezTo>
                <a:cubicBezTo>
                  <a:pt x="952348" y="23233"/>
                  <a:pt x="953398" y="23387"/>
                  <a:pt x="954551" y="23593"/>
                </a:cubicBezTo>
                <a:lnTo>
                  <a:pt x="954612" y="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ImagePlane">
            <a:extLst xmlns:a="http://schemas.openxmlformats.org/drawingml/2006/main">
              <a:ext uri="{FF2B5EF4-FFF2-40B4-BE49-F238E27FC236}">
                <a16:creationId xmlns:a16="http://schemas.microsoft.com/office/drawing/2014/main" id="{4D33E345-BE3F-47EE-83F6-2E9D44F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988" y="2313713"/>
            <a:ext cx="763345" cy="122413"/>
          </a:xfrm>
          <a:custGeom xmlns:a="http://schemas.openxmlformats.org/drawingml/2006/main">
            <a:pathLst>
              <a:path w="763345" h="122413">
                <a:moveTo>
                  <a:pt x="0" y="3829"/>
                </a:moveTo>
                <a:lnTo>
                  <a:pt x="12476" y="3829"/>
                </a:lnTo>
                <a:lnTo>
                  <a:pt x="12476" y="96102"/>
                </a:lnTo>
                <a:lnTo>
                  <a:pt x="0" y="96102"/>
                </a:lnTo>
                <a:lnTo>
                  <a:pt x="0" y="3829"/>
                </a:lnTo>
                <a:close/>
                <a:moveTo>
                  <a:pt x="90550" y="40207"/>
                </a:moveTo>
                <a:cubicBezTo>
                  <a:pt x="93391" y="35081"/>
                  <a:pt x="96788" y="31298"/>
                  <a:pt x="100741" y="28858"/>
                </a:cubicBezTo>
                <a:cubicBezTo>
                  <a:pt x="104694" y="26419"/>
                  <a:pt x="109347" y="25199"/>
                  <a:pt x="114699" y="25199"/>
                </a:cubicBezTo>
                <a:cubicBezTo>
                  <a:pt x="121905" y="25199"/>
                  <a:pt x="127464" y="27727"/>
                  <a:pt x="131375" y="32782"/>
                </a:cubicBezTo>
                <a:cubicBezTo>
                  <a:pt x="135287" y="37836"/>
                  <a:pt x="137243" y="45026"/>
                  <a:pt x="137243" y="54351"/>
                </a:cubicBezTo>
                <a:lnTo>
                  <a:pt x="137243" y="96102"/>
                </a:lnTo>
                <a:lnTo>
                  <a:pt x="125817" y="96102"/>
                </a:lnTo>
                <a:lnTo>
                  <a:pt x="125817" y="54721"/>
                </a:lnTo>
                <a:cubicBezTo>
                  <a:pt x="125817" y="48072"/>
                  <a:pt x="124643" y="43136"/>
                  <a:pt x="122296" y="39914"/>
                </a:cubicBezTo>
                <a:cubicBezTo>
                  <a:pt x="119949" y="36692"/>
                  <a:pt x="116367" y="35081"/>
                  <a:pt x="111550" y="35081"/>
                </a:cubicBezTo>
                <a:cubicBezTo>
                  <a:pt x="105662" y="35081"/>
                  <a:pt x="101009" y="37043"/>
                  <a:pt x="97591" y="40966"/>
                </a:cubicBezTo>
                <a:cubicBezTo>
                  <a:pt x="94174" y="44888"/>
                  <a:pt x="92465" y="50235"/>
                  <a:pt x="92465" y="57007"/>
                </a:cubicBezTo>
                <a:lnTo>
                  <a:pt x="92465" y="96102"/>
                </a:lnTo>
                <a:lnTo>
                  <a:pt x="81039" y="96102"/>
                </a:lnTo>
                <a:lnTo>
                  <a:pt x="81039" y="54721"/>
                </a:lnTo>
                <a:cubicBezTo>
                  <a:pt x="81039" y="48030"/>
                  <a:pt x="79866" y="43084"/>
                  <a:pt x="77519" y="39883"/>
                </a:cubicBezTo>
                <a:cubicBezTo>
                  <a:pt x="75172" y="36682"/>
                  <a:pt x="71548" y="35081"/>
                  <a:pt x="66648" y="35081"/>
                </a:cubicBezTo>
                <a:cubicBezTo>
                  <a:pt x="60843" y="35081"/>
                  <a:pt x="56231" y="37053"/>
                  <a:pt x="52814" y="40997"/>
                </a:cubicBezTo>
                <a:cubicBezTo>
                  <a:pt x="49396" y="44939"/>
                  <a:pt x="47687" y="50276"/>
                  <a:pt x="47687" y="57007"/>
                </a:cubicBezTo>
                <a:lnTo>
                  <a:pt x="47687" y="96102"/>
                </a:lnTo>
                <a:lnTo>
                  <a:pt x="36261" y="96102"/>
                </a:lnTo>
                <a:lnTo>
                  <a:pt x="36261" y="26928"/>
                </a:lnTo>
                <a:lnTo>
                  <a:pt x="47687" y="26928"/>
                </a:lnTo>
                <a:lnTo>
                  <a:pt x="47687" y="37675"/>
                </a:lnTo>
                <a:cubicBezTo>
                  <a:pt x="50281" y="33413"/>
                  <a:pt x="53390" y="30269"/>
                  <a:pt x="57013" y="28241"/>
                </a:cubicBezTo>
                <a:cubicBezTo>
                  <a:pt x="60637" y="26213"/>
                  <a:pt x="64940" y="25199"/>
                  <a:pt x="69922" y="25199"/>
                </a:cubicBezTo>
                <a:cubicBezTo>
                  <a:pt x="74945" y="25199"/>
                  <a:pt x="79217" y="26481"/>
                  <a:pt x="82737" y="29044"/>
                </a:cubicBezTo>
                <a:cubicBezTo>
                  <a:pt x="86258" y="31607"/>
                  <a:pt x="88862" y="35328"/>
                  <a:pt x="90550" y="40207"/>
                </a:cubicBezTo>
                <a:close/>
                <a:moveTo>
                  <a:pt x="191331" y="61268"/>
                </a:moveTo>
                <a:cubicBezTo>
                  <a:pt x="182149" y="61268"/>
                  <a:pt x="175788" y="62323"/>
                  <a:pt x="172247" y="64434"/>
                </a:cubicBezTo>
                <a:cubicBezTo>
                  <a:pt x="168706" y="66542"/>
                  <a:pt x="166935" y="70141"/>
                  <a:pt x="166935" y="75228"/>
                </a:cubicBezTo>
                <a:cubicBezTo>
                  <a:pt x="166935" y="79282"/>
                  <a:pt x="168263" y="82498"/>
                  <a:pt x="170919" y="84877"/>
                </a:cubicBezTo>
                <a:cubicBezTo>
                  <a:pt x="173575" y="87255"/>
                  <a:pt x="177188" y="88444"/>
                  <a:pt x="181758" y="88444"/>
                </a:cubicBezTo>
                <a:cubicBezTo>
                  <a:pt x="188058" y="88444"/>
                  <a:pt x="193112" y="86200"/>
                  <a:pt x="196921" y="81712"/>
                </a:cubicBezTo>
                <a:cubicBezTo>
                  <a:pt x="200729" y="77222"/>
                  <a:pt x="202634" y="71254"/>
                  <a:pt x="202634" y="63806"/>
                </a:cubicBezTo>
                <a:lnTo>
                  <a:pt x="202634" y="61268"/>
                </a:lnTo>
                <a:lnTo>
                  <a:pt x="191331" y="61268"/>
                </a:lnTo>
                <a:moveTo>
                  <a:pt x="213998" y="56574"/>
                </a:moveTo>
                <a:lnTo>
                  <a:pt x="213998" y="96102"/>
                </a:lnTo>
                <a:lnTo>
                  <a:pt x="202634" y="96102"/>
                </a:lnTo>
                <a:lnTo>
                  <a:pt x="202634" y="85603"/>
                </a:lnTo>
                <a:cubicBezTo>
                  <a:pt x="200040" y="89823"/>
                  <a:pt x="196807" y="92937"/>
                  <a:pt x="192937" y="94944"/>
                </a:cubicBezTo>
                <a:cubicBezTo>
                  <a:pt x="189067" y="96951"/>
                  <a:pt x="184332" y="97955"/>
                  <a:pt x="178732" y="97955"/>
                </a:cubicBezTo>
                <a:cubicBezTo>
                  <a:pt x="171650" y="97955"/>
                  <a:pt x="166019" y="95963"/>
                  <a:pt x="161840" y="91979"/>
                </a:cubicBezTo>
                <a:cubicBezTo>
                  <a:pt x="157660" y="87995"/>
                  <a:pt x="155571" y="82658"/>
                  <a:pt x="155571" y="75970"/>
                </a:cubicBezTo>
                <a:cubicBezTo>
                  <a:pt x="155571" y="68167"/>
                  <a:pt x="158175" y="62284"/>
                  <a:pt x="163384" y="58321"/>
                </a:cubicBezTo>
                <a:cubicBezTo>
                  <a:pt x="168592" y="54357"/>
                  <a:pt x="176364" y="52374"/>
                  <a:pt x="186699" y="52374"/>
                </a:cubicBezTo>
                <a:lnTo>
                  <a:pt x="202634" y="52374"/>
                </a:lnTo>
                <a:lnTo>
                  <a:pt x="202634" y="51263"/>
                </a:lnTo>
                <a:cubicBezTo>
                  <a:pt x="202634" y="46033"/>
                  <a:pt x="200915" y="41988"/>
                  <a:pt x="197477" y="39126"/>
                </a:cubicBezTo>
                <a:cubicBezTo>
                  <a:pt x="194038" y="36265"/>
                  <a:pt x="189211" y="34834"/>
                  <a:pt x="182993" y="34834"/>
                </a:cubicBezTo>
                <a:cubicBezTo>
                  <a:pt x="179041" y="34834"/>
                  <a:pt x="175191" y="35307"/>
                  <a:pt x="171444" y="36254"/>
                </a:cubicBezTo>
                <a:cubicBezTo>
                  <a:pt x="167697" y="37201"/>
                  <a:pt x="164094" y="38622"/>
                  <a:pt x="160635" y="40516"/>
                </a:cubicBezTo>
                <a:lnTo>
                  <a:pt x="160635" y="30016"/>
                </a:lnTo>
                <a:cubicBezTo>
                  <a:pt x="164794" y="28411"/>
                  <a:pt x="168829" y="27206"/>
                  <a:pt x="172741" y="26403"/>
                </a:cubicBezTo>
                <a:cubicBezTo>
                  <a:pt x="176652" y="25600"/>
                  <a:pt x="180461" y="25199"/>
                  <a:pt x="184167" y="25199"/>
                </a:cubicBezTo>
                <a:cubicBezTo>
                  <a:pt x="194172" y="25199"/>
                  <a:pt x="201646" y="27793"/>
                  <a:pt x="206587" y="32981"/>
                </a:cubicBezTo>
                <a:cubicBezTo>
                  <a:pt x="211528" y="38169"/>
                  <a:pt x="213998" y="46033"/>
                  <a:pt x="213998" y="56574"/>
                </a:cubicBezTo>
                <a:close/>
                <a:moveTo>
                  <a:pt x="282824" y="60681"/>
                </a:moveTo>
                <a:cubicBezTo>
                  <a:pt x="282824" y="52436"/>
                  <a:pt x="281126" y="46046"/>
                  <a:pt x="277729" y="41512"/>
                </a:cubicBezTo>
                <a:cubicBezTo>
                  <a:pt x="274332" y="36978"/>
                  <a:pt x="269566" y="34710"/>
                  <a:pt x="263431" y="34710"/>
                </a:cubicBezTo>
                <a:cubicBezTo>
                  <a:pt x="257337" y="34710"/>
                  <a:pt x="252592" y="36978"/>
                  <a:pt x="249195" y="41512"/>
                </a:cubicBezTo>
                <a:cubicBezTo>
                  <a:pt x="245798" y="46046"/>
                  <a:pt x="244099" y="52436"/>
                  <a:pt x="244099" y="60681"/>
                </a:cubicBezTo>
                <a:cubicBezTo>
                  <a:pt x="244099" y="68886"/>
                  <a:pt x="245798" y="75255"/>
                  <a:pt x="249195" y="79789"/>
                </a:cubicBezTo>
                <a:cubicBezTo>
                  <a:pt x="252592" y="84324"/>
                  <a:pt x="257337" y="86591"/>
                  <a:pt x="263431" y="86591"/>
                </a:cubicBezTo>
                <a:cubicBezTo>
                  <a:pt x="269566" y="86591"/>
                  <a:pt x="274332" y="84324"/>
                  <a:pt x="277729" y="79789"/>
                </a:cubicBezTo>
                <a:cubicBezTo>
                  <a:pt x="281126" y="75255"/>
                  <a:pt x="282824" y="68886"/>
                  <a:pt x="282824" y="60681"/>
                </a:cubicBezTo>
                <a:moveTo>
                  <a:pt x="294189" y="87517"/>
                </a:moveTo>
                <a:cubicBezTo>
                  <a:pt x="294189" y="99293"/>
                  <a:pt x="291574" y="108053"/>
                  <a:pt x="286345" y="113797"/>
                </a:cubicBezTo>
                <a:cubicBezTo>
                  <a:pt x="281116" y="119541"/>
                  <a:pt x="273107" y="122413"/>
                  <a:pt x="262319" y="122413"/>
                </a:cubicBezTo>
                <a:cubicBezTo>
                  <a:pt x="258325" y="122413"/>
                  <a:pt x="254558" y="122119"/>
                  <a:pt x="251017" y="121533"/>
                </a:cubicBezTo>
                <a:cubicBezTo>
                  <a:pt x="247476" y="120946"/>
                  <a:pt x="244038" y="120045"/>
                  <a:pt x="240703" y="118831"/>
                </a:cubicBezTo>
                <a:lnTo>
                  <a:pt x="240703" y="107713"/>
                </a:lnTo>
                <a:cubicBezTo>
                  <a:pt x="244038" y="109525"/>
                  <a:pt x="247332" y="110863"/>
                  <a:pt x="250585" y="111728"/>
                </a:cubicBezTo>
                <a:cubicBezTo>
                  <a:pt x="253837" y="112593"/>
                  <a:pt x="257152" y="113025"/>
                  <a:pt x="260528" y="113025"/>
                </a:cubicBezTo>
                <a:cubicBezTo>
                  <a:pt x="267981" y="113025"/>
                  <a:pt x="273560" y="111079"/>
                  <a:pt x="277266" y="107188"/>
                </a:cubicBezTo>
                <a:cubicBezTo>
                  <a:pt x="280972" y="103297"/>
                  <a:pt x="282824" y="97420"/>
                  <a:pt x="282824" y="89555"/>
                </a:cubicBezTo>
                <a:lnTo>
                  <a:pt x="282824" y="83873"/>
                </a:lnTo>
                <a:cubicBezTo>
                  <a:pt x="280477" y="87970"/>
                  <a:pt x="277472" y="91032"/>
                  <a:pt x="273807" y="93060"/>
                </a:cubicBezTo>
                <a:cubicBezTo>
                  <a:pt x="270143" y="95088"/>
                  <a:pt x="265757" y="96102"/>
                  <a:pt x="260652" y="96102"/>
                </a:cubicBezTo>
                <a:cubicBezTo>
                  <a:pt x="252170" y="96102"/>
                  <a:pt x="245335" y="92867"/>
                  <a:pt x="240147" y="86398"/>
                </a:cubicBezTo>
                <a:cubicBezTo>
                  <a:pt x="234959" y="79927"/>
                  <a:pt x="232365" y="71355"/>
                  <a:pt x="232365" y="60681"/>
                </a:cubicBezTo>
                <a:cubicBezTo>
                  <a:pt x="232365" y="49967"/>
                  <a:pt x="234959" y="41375"/>
                  <a:pt x="240147" y="34905"/>
                </a:cubicBezTo>
                <a:cubicBezTo>
                  <a:pt x="245335" y="28434"/>
                  <a:pt x="252170" y="25199"/>
                  <a:pt x="260652" y="25199"/>
                </a:cubicBezTo>
                <a:cubicBezTo>
                  <a:pt x="265757" y="25199"/>
                  <a:pt x="270143" y="26213"/>
                  <a:pt x="273807" y="28241"/>
                </a:cubicBezTo>
                <a:cubicBezTo>
                  <a:pt x="277472" y="30269"/>
                  <a:pt x="280477" y="33331"/>
                  <a:pt x="282824" y="37428"/>
                </a:cubicBezTo>
                <a:lnTo>
                  <a:pt x="282824" y="26928"/>
                </a:lnTo>
                <a:lnTo>
                  <a:pt x="294189" y="26928"/>
                </a:lnTo>
                <a:lnTo>
                  <a:pt x="294189" y="87517"/>
                </a:lnTo>
                <a:close/>
                <a:moveTo>
                  <a:pt x="376668" y="58674"/>
                </a:moveTo>
                <a:lnTo>
                  <a:pt x="376668" y="64233"/>
                </a:lnTo>
                <a:lnTo>
                  <a:pt x="324417" y="64233"/>
                </a:lnTo>
                <a:cubicBezTo>
                  <a:pt x="324911" y="72077"/>
                  <a:pt x="327268" y="78052"/>
                  <a:pt x="331489" y="82159"/>
                </a:cubicBezTo>
                <a:cubicBezTo>
                  <a:pt x="335709" y="86266"/>
                  <a:pt x="341587" y="88320"/>
                  <a:pt x="349122" y="88320"/>
                </a:cubicBezTo>
                <a:cubicBezTo>
                  <a:pt x="353486" y="88320"/>
                  <a:pt x="357717" y="87785"/>
                  <a:pt x="361814" y="86714"/>
                </a:cubicBezTo>
                <a:cubicBezTo>
                  <a:pt x="365911" y="85644"/>
                  <a:pt x="369977" y="84038"/>
                  <a:pt x="374012" y="81897"/>
                </a:cubicBezTo>
                <a:lnTo>
                  <a:pt x="374012" y="92643"/>
                </a:lnTo>
                <a:cubicBezTo>
                  <a:pt x="369936" y="94373"/>
                  <a:pt x="365757" y="95690"/>
                  <a:pt x="361474" y="96596"/>
                </a:cubicBezTo>
                <a:cubicBezTo>
                  <a:pt x="357192" y="97502"/>
                  <a:pt x="352848" y="97955"/>
                  <a:pt x="348443" y="97955"/>
                </a:cubicBezTo>
                <a:cubicBezTo>
                  <a:pt x="337408" y="97955"/>
                  <a:pt x="328668" y="94738"/>
                  <a:pt x="322224" y="88305"/>
                </a:cubicBezTo>
                <a:cubicBezTo>
                  <a:pt x="315781" y="81870"/>
                  <a:pt x="312559" y="73167"/>
                  <a:pt x="312559" y="62197"/>
                </a:cubicBezTo>
                <a:cubicBezTo>
                  <a:pt x="312559" y="50854"/>
                  <a:pt x="315616" y="41852"/>
                  <a:pt x="321730" y="35191"/>
                </a:cubicBezTo>
                <a:cubicBezTo>
                  <a:pt x="327845" y="28530"/>
                  <a:pt x="336090" y="25199"/>
                  <a:pt x="346466" y="25199"/>
                </a:cubicBezTo>
                <a:cubicBezTo>
                  <a:pt x="355772" y="25199"/>
                  <a:pt x="363132" y="28200"/>
                  <a:pt x="368546" y="34203"/>
                </a:cubicBezTo>
                <a:cubicBezTo>
                  <a:pt x="373961" y="40204"/>
                  <a:pt x="376668" y="48361"/>
                  <a:pt x="376668" y="58674"/>
                </a:cubicBezTo>
                <a:moveTo>
                  <a:pt x="365304" y="55339"/>
                </a:moveTo>
                <a:cubicBezTo>
                  <a:pt x="365221" y="49102"/>
                  <a:pt x="363482" y="44126"/>
                  <a:pt x="360085" y="40410"/>
                </a:cubicBezTo>
                <a:cubicBezTo>
                  <a:pt x="356688" y="36693"/>
                  <a:pt x="352189" y="34834"/>
                  <a:pt x="346590" y="34834"/>
                </a:cubicBezTo>
                <a:cubicBezTo>
                  <a:pt x="340249" y="34834"/>
                  <a:pt x="335174" y="36631"/>
                  <a:pt x="331365" y="40225"/>
                </a:cubicBezTo>
                <a:cubicBezTo>
                  <a:pt x="327557" y="43817"/>
                  <a:pt x="325364" y="48876"/>
                  <a:pt x="324788" y="55401"/>
                </a:cubicBezTo>
                <a:lnTo>
                  <a:pt x="365304" y="55339"/>
                </a:lnTo>
                <a:close/>
                <a:moveTo>
                  <a:pt x="448358" y="14082"/>
                </a:moveTo>
                <a:lnTo>
                  <a:pt x="448358" y="48792"/>
                </a:lnTo>
                <a:lnTo>
                  <a:pt x="464045" y="48792"/>
                </a:lnTo>
                <a:cubicBezTo>
                  <a:pt x="469851" y="48792"/>
                  <a:pt x="474339" y="47287"/>
                  <a:pt x="477509" y="44276"/>
                </a:cubicBezTo>
                <a:cubicBezTo>
                  <a:pt x="480680" y="41265"/>
                  <a:pt x="482265" y="36975"/>
                  <a:pt x="482265" y="31406"/>
                </a:cubicBezTo>
                <a:cubicBezTo>
                  <a:pt x="482265" y="25878"/>
                  <a:pt x="480680" y="21609"/>
                  <a:pt x="477509" y="18598"/>
                </a:cubicBezTo>
                <a:cubicBezTo>
                  <a:pt x="474339" y="15587"/>
                  <a:pt x="469851" y="14082"/>
                  <a:pt x="464045" y="14082"/>
                </a:cubicBezTo>
                <a:lnTo>
                  <a:pt x="448358" y="14082"/>
                </a:lnTo>
                <a:moveTo>
                  <a:pt x="435882" y="3829"/>
                </a:moveTo>
                <a:lnTo>
                  <a:pt x="464045" y="3829"/>
                </a:lnTo>
                <a:cubicBezTo>
                  <a:pt x="474380" y="3829"/>
                  <a:pt x="482193" y="6169"/>
                  <a:pt x="487484" y="10847"/>
                </a:cubicBezTo>
                <a:cubicBezTo>
                  <a:pt x="492775" y="15525"/>
                  <a:pt x="495420" y="22379"/>
                  <a:pt x="495420" y="31406"/>
                </a:cubicBezTo>
                <a:cubicBezTo>
                  <a:pt x="495420" y="40516"/>
                  <a:pt x="492775" y="47400"/>
                  <a:pt x="487484" y="52058"/>
                </a:cubicBezTo>
                <a:cubicBezTo>
                  <a:pt x="482193" y="56716"/>
                  <a:pt x="474380" y="59045"/>
                  <a:pt x="464045" y="59045"/>
                </a:cubicBezTo>
                <a:lnTo>
                  <a:pt x="448358" y="59045"/>
                </a:lnTo>
                <a:lnTo>
                  <a:pt x="448358" y="96102"/>
                </a:lnTo>
                <a:lnTo>
                  <a:pt x="435882" y="96102"/>
                </a:lnTo>
                <a:lnTo>
                  <a:pt x="435882" y="3829"/>
                </a:lnTo>
                <a:close/>
                <a:moveTo>
                  <a:pt x="511660" y="0"/>
                </a:moveTo>
                <a:lnTo>
                  <a:pt x="523025" y="0"/>
                </a:lnTo>
                <a:lnTo>
                  <a:pt x="523025" y="96102"/>
                </a:lnTo>
                <a:lnTo>
                  <a:pt x="511660" y="96102"/>
                </a:lnTo>
                <a:lnTo>
                  <a:pt x="511660" y="0"/>
                </a:lnTo>
                <a:close/>
                <a:moveTo>
                  <a:pt x="578135" y="61268"/>
                </a:moveTo>
                <a:cubicBezTo>
                  <a:pt x="568953" y="61268"/>
                  <a:pt x="562592" y="62323"/>
                  <a:pt x="559050" y="64434"/>
                </a:cubicBezTo>
                <a:cubicBezTo>
                  <a:pt x="555509" y="66542"/>
                  <a:pt x="553739" y="70141"/>
                  <a:pt x="553739" y="75228"/>
                </a:cubicBezTo>
                <a:cubicBezTo>
                  <a:pt x="553739" y="79282"/>
                  <a:pt x="555067" y="82498"/>
                  <a:pt x="557723" y="84877"/>
                </a:cubicBezTo>
                <a:cubicBezTo>
                  <a:pt x="560378" y="87255"/>
                  <a:pt x="563991" y="88444"/>
                  <a:pt x="568562" y="88444"/>
                </a:cubicBezTo>
                <a:cubicBezTo>
                  <a:pt x="574862" y="88444"/>
                  <a:pt x="579916" y="86200"/>
                  <a:pt x="583725" y="81712"/>
                </a:cubicBezTo>
                <a:cubicBezTo>
                  <a:pt x="587533" y="77222"/>
                  <a:pt x="589438" y="71254"/>
                  <a:pt x="589438" y="63806"/>
                </a:cubicBezTo>
                <a:lnTo>
                  <a:pt x="589438" y="61268"/>
                </a:lnTo>
                <a:lnTo>
                  <a:pt x="578135" y="61268"/>
                </a:lnTo>
                <a:moveTo>
                  <a:pt x="600802" y="56574"/>
                </a:moveTo>
                <a:lnTo>
                  <a:pt x="600802" y="96102"/>
                </a:lnTo>
                <a:lnTo>
                  <a:pt x="589438" y="96102"/>
                </a:lnTo>
                <a:lnTo>
                  <a:pt x="589438" y="85603"/>
                </a:lnTo>
                <a:cubicBezTo>
                  <a:pt x="586843" y="89823"/>
                  <a:pt x="583611" y="92937"/>
                  <a:pt x="579741" y="94944"/>
                </a:cubicBezTo>
                <a:cubicBezTo>
                  <a:pt x="575870" y="96951"/>
                  <a:pt x="571135" y="97955"/>
                  <a:pt x="565536" y="97955"/>
                </a:cubicBezTo>
                <a:cubicBezTo>
                  <a:pt x="558453" y="97955"/>
                  <a:pt x="552823" y="95963"/>
                  <a:pt x="548644" y="91979"/>
                </a:cubicBezTo>
                <a:cubicBezTo>
                  <a:pt x="544464" y="87995"/>
                  <a:pt x="542375" y="82658"/>
                  <a:pt x="542375" y="75970"/>
                </a:cubicBezTo>
                <a:cubicBezTo>
                  <a:pt x="542375" y="68167"/>
                  <a:pt x="544979" y="62284"/>
                  <a:pt x="550188" y="58321"/>
                </a:cubicBezTo>
                <a:cubicBezTo>
                  <a:pt x="555396" y="54357"/>
                  <a:pt x="563168" y="52374"/>
                  <a:pt x="573503" y="52374"/>
                </a:cubicBezTo>
                <a:lnTo>
                  <a:pt x="589438" y="52374"/>
                </a:lnTo>
                <a:lnTo>
                  <a:pt x="589438" y="51263"/>
                </a:lnTo>
                <a:cubicBezTo>
                  <a:pt x="589438" y="46033"/>
                  <a:pt x="587718" y="41988"/>
                  <a:pt x="584280" y="39126"/>
                </a:cubicBezTo>
                <a:cubicBezTo>
                  <a:pt x="580842" y="36265"/>
                  <a:pt x="576015" y="34834"/>
                  <a:pt x="569797" y="34834"/>
                </a:cubicBezTo>
                <a:cubicBezTo>
                  <a:pt x="565844" y="34834"/>
                  <a:pt x="561994" y="35307"/>
                  <a:pt x="558248" y="36254"/>
                </a:cubicBezTo>
                <a:cubicBezTo>
                  <a:pt x="554501" y="37201"/>
                  <a:pt x="550898" y="38622"/>
                  <a:pt x="547439" y="40516"/>
                </a:cubicBezTo>
                <a:lnTo>
                  <a:pt x="547439" y="30016"/>
                </a:lnTo>
                <a:cubicBezTo>
                  <a:pt x="551598" y="28411"/>
                  <a:pt x="555633" y="27206"/>
                  <a:pt x="559545" y="26403"/>
                </a:cubicBezTo>
                <a:cubicBezTo>
                  <a:pt x="563456" y="25600"/>
                  <a:pt x="567265" y="25199"/>
                  <a:pt x="570971" y="25199"/>
                </a:cubicBezTo>
                <a:cubicBezTo>
                  <a:pt x="580976" y="25199"/>
                  <a:pt x="588449" y="27793"/>
                  <a:pt x="593390" y="32981"/>
                </a:cubicBezTo>
                <a:cubicBezTo>
                  <a:pt x="598331" y="38169"/>
                  <a:pt x="600802" y="46033"/>
                  <a:pt x="600802" y="56574"/>
                </a:cubicBezTo>
                <a:close/>
                <a:moveTo>
                  <a:pt x="681610" y="54351"/>
                </a:moveTo>
                <a:lnTo>
                  <a:pt x="681610" y="96102"/>
                </a:lnTo>
                <a:lnTo>
                  <a:pt x="670246" y="96102"/>
                </a:lnTo>
                <a:lnTo>
                  <a:pt x="670246" y="54721"/>
                </a:lnTo>
                <a:cubicBezTo>
                  <a:pt x="670246" y="48154"/>
                  <a:pt x="668969" y="43239"/>
                  <a:pt x="666417" y="39976"/>
                </a:cubicBezTo>
                <a:cubicBezTo>
                  <a:pt x="663864" y="36713"/>
                  <a:pt x="660034" y="35081"/>
                  <a:pt x="654929" y="35081"/>
                </a:cubicBezTo>
                <a:cubicBezTo>
                  <a:pt x="648794" y="35081"/>
                  <a:pt x="643956" y="37043"/>
                  <a:pt x="640415" y="40966"/>
                </a:cubicBezTo>
                <a:cubicBezTo>
                  <a:pt x="636874" y="44888"/>
                  <a:pt x="635103" y="50235"/>
                  <a:pt x="635103" y="57007"/>
                </a:cubicBezTo>
                <a:lnTo>
                  <a:pt x="635103" y="96102"/>
                </a:lnTo>
                <a:lnTo>
                  <a:pt x="623677" y="96102"/>
                </a:lnTo>
                <a:lnTo>
                  <a:pt x="623677" y="26928"/>
                </a:lnTo>
                <a:lnTo>
                  <a:pt x="635103" y="26928"/>
                </a:lnTo>
                <a:lnTo>
                  <a:pt x="635103" y="37675"/>
                </a:lnTo>
                <a:cubicBezTo>
                  <a:pt x="637821" y="33496"/>
                  <a:pt x="641022" y="30372"/>
                  <a:pt x="644707" y="28303"/>
                </a:cubicBezTo>
                <a:cubicBezTo>
                  <a:pt x="648392" y="26234"/>
                  <a:pt x="652644" y="25199"/>
                  <a:pt x="657461" y="25199"/>
                </a:cubicBezTo>
                <a:cubicBezTo>
                  <a:pt x="665408" y="25199"/>
                  <a:pt x="671419" y="27664"/>
                  <a:pt x="675496" y="32595"/>
                </a:cubicBezTo>
                <a:cubicBezTo>
                  <a:pt x="679572" y="37526"/>
                  <a:pt x="681610" y="44778"/>
                  <a:pt x="681610" y="54351"/>
                </a:cubicBezTo>
                <a:close/>
                <a:moveTo>
                  <a:pt x="763345" y="58674"/>
                </a:moveTo>
                <a:lnTo>
                  <a:pt x="763345" y="64233"/>
                </a:lnTo>
                <a:lnTo>
                  <a:pt x="711094" y="64233"/>
                </a:lnTo>
                <a:cubicBezTo>
                  <a:pt x="711588" y="72077"/>
                  <a:pt x="713946" y="78052"/>
                  <a:pt x="718166" y="82159"/>
                </a:cubicBezTo>
                <a:cubicBezTo>
                  <a:pt x="722386" y="86266"/>
                  <a:pt x="728264" y="88320"/>
                  <a:pt x="735799" y="88320"/>
                </a:cubicBezTo>
                <a:cubicBezTo>
                  <a:pt x="740164" y="88320"/>
                  <a:pt x="744394" y="87785"/>
                  <a:pt x="748491" y="86714"/>
                </a:cubicBezTo>
                <a:cubicBezTo>
                  <a:pt x="752588" y="85644"/>
                  <a:pt x="756654" y="84038"/>
                  <a:pt x="760689" y="81897"/>
                </a:cubicBezTo>
                <a:lnTo>
                  <a:pt x="760689" y="92643"/>
                </a:lnTo>
                <a:cubicBezTo>
                  <a:pt x="756613" y="94373"/>
                  <a:pt x="752434" y="95690"/>
                  <a:pt x="748152" y="96596"/>
                </a:cubicBezTo>
                <a:cubicBezTo>
                  <a:pt x="743869" y="97502"/>
                  <a:pt x="739525" y="97955"/>
                  <a:pt x="735120" y="97955"/>
                </a:cubicBezTo>
                <a:cubicBezTo>
                  <a:pt x="724085" y="97955"/>
                  <a:pt x="715346" y="94738"/>
                  <a:pt x="708902" y="88305"/>
                </a:cubicBezTo>
                <a:cubicBezTo>
                  <a:pt x="702458" y="81870"/>
                  <a:pt x="699236" y="73167"/>
                  <a:pt x="699236" y="62197"/>
                </a:cubicBezTo>
                <a:cubicBezTo>
                  <a:pt x="699236" y="50854"/>
                  <a:pt x="702293" y="41852"/>
                  <a:pt x="708408" y="35191"/>
                </a:cubicBezTo>
                <a:cubicBezTo>
                  <a:pt x="714522" y="28530"/>
                  <a:pt x="722767" y="25199"/>
                  <a:pt x="733143" y="25199"/>
                </a:cubicBezTo>
                <a:cubicBezTo>
                  <a:pt x="742449" y="25199"/>
                  <a:pt x="749809" y="28200"/>
                  <a:pt x="755223" y="34203"/>
                </a:cubicBezTo>
                <a:cubicBezTo>
                  <a:pt x="760638" y="40204"/>
                  <a:pt x="763345" y="48361"/>
                  <a:pt x="763345" y="58674"/>
                </a:cubicBezTo>
                <a:moveTo>
                  <a:pt x="751981" y="55339"/>
                </a:moveTo>
                <a:cubicBezTo>
                  <a:pt x="751898" y="49102"/>
                  <a:pt x="750159" y="44126"/>
                  <a:pt x="746762" y="40410"/>
                </a:cubicBezTo>
                <a:cubicBezTo>
                  <a:pt x="743365" y="36693"/>
                  <a:pt x="738867" y="34834"/>
                  <a:pt x="733267" y="34834"/>
                </a:cubicBezTo>
                <a:cubicBezTo>
                  <a:pt x="726926" y="34834"/>
                  <a:pt x="721851" y="36631"/>
                  <a:pt x="718042" y="40225"/>
                </a:cubicBezTo>
                <a:cubicBezTo>
                  <a:pt x="714234" y="43817"/>
                  <a:pt x="712041" y="48876"/>
                  <a:pt x="711465" y="55401"/>
                </a:cubicBezTo>
                <a:lnTo>
                  <a:pt x="751981" y="553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(ScreenSpace)">
            <a:extLst xmlns:a="http://schemas.openxmlformats.org/drawingml/2006/main">
              <a:ext uri="{FF2B5EF4-FFF2-40B4-BE49-F238E27FC236}">
                <a16:creationId xmlns:a16="http://schemas.microsoft.com/office/drawing/2014/main" id="{DA9DF300-7164-44F4-95F2-8AA54E93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64" y="2471948"/>
            <a:ext cx="936558" cy="122289"/>
          </a:xfrm>
          <a:custGeom xmlns:a="http://schemas.openxmlformats.org/drawingml/2006/main">
            <a:pathLst>
              <a:path w="936558" h="122289">
                <a:moveTo>
                  <a:pt x="28349" y="0"/>
                </a:moveTo>
                <a:cubicBezTo>
                  <a:pt x="22831" y="9470"/>
                  <a:pt x="18735" y="18837"/>
                  <a:pt x="16058" y="28102"/>
                </a:cubicBezTo>
                <a:cubicBezTo>
                  <a:pt x="13382" y="37366"/>
                  <a:pt x="12044" y="46754"/>
                  <a:pt x="12044" y="56265"/>
                </a:cubicBezTo>
                <a:cubicBezTo>
                  <a:pt x="12044" y="65777"/>
                  <a:pt x="13392" y="75196"/>
                  <a:pt x="16089" y="84522"/>
                </a:cubicBezTo>
                <a:cubicBezTo>
                  <a:pt x="18786" y="93848"/>
                  <a:pt x="22873" y="103225"/>
                  <a:pt x="28349" y="112654"/>
                </a:cubicBezTo>
                <a:lnTo>
                  <a:pt x="18467" y="112654"/>
                </a:lnTo>
                <a:cubicBezTo>
                  <a:pt x="12291" y="102978"/>
                  <a:pt x="7669" y="93467"/>
                  <a:pt x="4601" y="84120"/>
                </a:cubicBezTo>
                <a:cubicBezTo>
                  <a:pt x="1534" y="74774"/>
                  <a:pt x="0" y="65489"/>
                  <a:pt x="0" y="56265"/>
                </a:cubicBezTo>
                <a:cubicBezTo>
                  <a:pt x="0" y="47083"/>
                  <a:pt x="1523" y="37840"/>
                  <a:pt x="4570" y="28534"/>
                </a:cubicBezTo>
                <a:cubicBezTo>
                  <a:pt x="7617" y="19229"/>
                  <a:pt x="12250" y="9717"/>
                  <a:pt x="18467" y="0"/>
                </a:cubicBezTo>
                <a:lnTo>
                  <a:pt x="28349" y="0"/>
                </a:lnTo>
                <a:close/>
                <a:moveTo>
                  <a:pt x="106152" y="6794"/>
                </a:moveTo>
                <a:lnTo>
                  <a:pt x="106152" y="19023"/>
                </a:lnTo>
                <a:cubicBezTo>
                  <a:pt x="101417" y="16738"/>
                  <a:pt x="96949" y="15034"/>
                  <a:pt x="92750" y="13912"/>
                </a:cubicBezTo>
                <a:cubicBezTo>
                  <a:pt x="88550" y="12790"/>
                  <a:pt x="84494" y="12229"/>
                  <a:pt x="80582" y="12229"/>
                </a:cubicBezTo>
                <a:cubicBezTo>
                  <a:pt x="73789" y="12229"/>
                  <a:pt x="68549" y="13548"/>
                  <a:pt x="64864" y="16188"/>
                </a:cubicBezTo>
                <a:cubicBezTo>
                  <a:pt x="61179" y="18825"/>
                  <a:pt x="59336" y="22577"/>
                  <a:pt x="59336" y="27442"/>
                </a:cubicBezTo>
                <a:cubicBezTo>
                  <a:pt x="59336" y="31523"/>
                  <a:pt x="60561" y="34606"/>
                  <a:pt x="63011" y="36689"/>
                </a:cubicBezTo>
                <a:cubicBezTo>
                  <a:pt x="65461" y="38771"/>
                  <a:pt x="70103" y="40450"/>
                  <a:pt x="76938" y="41728"/>
                </a:cubicBezTo>
                <a:lnTo>
                  <a:pt x="84473" y="43270"/>
                </a:lnTo>
                <a:cubicBezTo>
                  <a:pt x="93779" y="45042"/>
                  <a:pt x="100645" y="48163"/>
                  <a:pt x="105071" y="52633"/>
                </a:cubicBezTo>
                <a:cubicBezTo>
                  <a:pt x="109497" y="57102"/>
                  <a:pt x="111711" y="63085"/>
                  <a:pt x="111711" y="70583"/>
                </a:cubicBezTo>
                <a:cubicBezTo>
                  <a:pt x="111711" y="79522"/>
                  <a:pt x="108715" y="86298"/>
                  <a:pt x="102724" y="90912"/>
                </a:cubicBezTo>
                <a:cubicBezTo>
                  <a:pt x="96733" y="95525"/>
                  <a:pt x="87953" y="97831"/>
                  <a:pt x="76383" y="97831"/>
                </a:cubicBezTo>
                <a:cubicBezTo>
                  <a:pt x="72018" y="97831"/>
                  <a:pt x="67376" y="97332"/>
                  <a:pt x="62455" y="96334"/>
                </a:cubicBezTo>
                <a:cubicBezTo>
                  <a:pt x="57535" y="95335"/>
                  <a:pt x="52439" y="93858"/>
                  <a:pt x="47169" y="91902"/>
                </a:cubicBezTo>
                <a:lnTo>
                  <a:pt x="47169" y="79056"/>
                </a:lnTo>
                <a:cubicBezTo>
                  <a:pt x="52234" y="81917"/>
                  <a:pt x="57195" y="84074"/>
                  <a:pt x="62054" y="85525"/>
                </a:cubicBezTo>
                <a:cubicBezTo>
                  <a:pt x="66912" y="86977"/>
                  <a:pt x="71689" y="87702"/>
                  <a:pt x="76383" y="87702"/>
                </a:cubicBezTo>
                <a:cubicBezTo>
                  <a:pt x="83506" y="87702"/>
                  <a:pt x="89003" y="86301"/>
                  <a:pt x="92873" y="83499"/>
                </a:cubicBezTo>
                <a:cubicBezTo>
                  <a:pt x="96744" y="80695"/>
                  <a:pt x="98679" y="76697"/>
                  <a:pt x="98679" y="71503"/>
                </a:cubicBezTo>
                <a:cubicBezTo>
                  <a:pt x="98679" y="66969"/>
                  <a:pt x="97289" y="63424"/>
                  <a:pt x="94510" y="60869"/>
                </a:cubicBezTo>
                <a:cubicBezTo>
                  <a:pt x="91731" y="58312"/>
                  <a:pt x="87170" y="56395"/>
                  <a:pt x="80830" y="55117"/>
                </a:cubicBezTo>
                <a:lnTo>
                  <a:pt x="73233" y="53637"/>
                </a:lnTo>
                <a:cubicBezTo>
                  <a:pt x="63927" y="51783"/>
                  <a:pt x="57195" y="48878"/>
                  <a:pt x="53036" y="44924"/>
                </a:cubicBezTo>
                <a:cubicBezTo>
                  <a:pt x="48878" y="40969"/>
                  <a:pt x="46798" y="35469"/>
                  <a:pt x="46798" y="28424"/>
                </a:cubicBezTo>
                <a:cubicBezTo>
                  <a:pt x="46798" y="20268"/>
                  <a:pt x="49670" y="13841"/>
                  <a:pt x="55414" y="9145"/>
                </a:cubicBezTo>
                <a:cubicBezTo>
                  <a:pt x="61158" y="4448"/>
                  <a:pt x="69074" y="2100"/>
                  <a:pt x="79162" y="2100"/>
                </a:cubicBezTo>
                <a:cubicBezTo>
                  <a:pt x="83485" y="2100"/>
                  <a:pt x="87891" y="2491"/>
                  <a:pt x="92379" y="3273"/>
                </a:cubicBezTo>
                <a:cubicBezTo>
                  <a:pt x="96867" y="4056"/>
                  <a:pt x="101458" y="5229"/>
                  <a:pt x="106152" y="6794"/>
                </a:cubicBezTo>
                <a:close/>
                <a:moveTo>
                  <a:pt x="180355" y="29399"/>
                </a:moveTo>
                <a:lnTo>
                  <a:pt x="180355" y="40022"/>
                </a:lnTo>
                <a:cubicBezTo>
                  <a:pt x="177143" y="38251"/>
                  <a:pt x="173921" y="36924"/>
                  <a:pt x="170689" y="36038"/>
                </a:cubicBezTo>
                <a:cubicBezTo>
                  <a:pt x="167457" y="35153"/>
                  <a:pt x="164194" y="34710"/>
                  <a:pt x="160900" y="34710"/>
                </a:cubicBezTo>
                <a:cubicBezTo>
                  <a:pt x="153529" y="34710"/>
                  <a:pt x="147806" y="37053"/>
                  <a:pt x="143730" y="41738"/>
                </a:cubicBezTo>
                <a:cubicBezTo>
                  <a:pt x="139653" y="46421"/>
                  <a:pt x="137615" y="52993"/>
                  <a:pt x="137615" y="61453"/>
                </a:cubicBezTo>
                <a:cubicBezTo>
                  <a:pt x="137615" y="69914"/>
                  <a:pt x="139653" y="76486"/>
                  <a:pt x="143730" y="81171"/>
                </a:cubicBezTo>
                <a:cubicBezTo>
                  <a:pt x="147806" y="85855"/>
                  <a:pt x="153529" y="88197"/>
                  <a:pt x="160900" y="88197"/>
                </a:cubicBezTo>
                <a:cubicBezTo>
                  <a:pt x="164194" y="88197"/>
                  <a:pt x="167457" y="87754"/>
                  <a:pt x="170689" y="86869"/>
                </a:cubicBezTo>
                <a:cubicBezTo>
                  <a:pt x="173921" y="85983"/>
                  <a:pt x="177143" y="84656"/>
                  <a:pt x="180355" y="82885"/>
                </a:cubicBezTo>
                <a:lnTo>
                  <a:pt x="180355" y="93385"/>
                </a:lnTo>
                <a:cubicBezTo>
                  <a:pt x="177184" y="94867"/>
                  <a:pt x="173901" y="95979"/>
                  <a:pt x="170504" y="96720"/>
                </a:cubicBezTo>
                <a:cubicBezTo>
                  <a:pt x="167107" y="97461"/>
                  <a:pt x="163494" y="97831"/>
                  <a:pt x="159664" y="97831"/>
                </a:cubicBezTo>
                <a:cubicBezTo>
                  <a:pt x="149247" y="97831"/>
                  <a:pt x="140971" y="94553"/>
                  <a:pt x="134836" y="87996"/>
                </a:cubicBezTo>
                <a:cubicBezTo>
                  <a:pt x="128701" y="81437"/>
                  <a:pt x="125633" y="72590"/>
                  <a:pt x="125633" y="61453"/>
                </a:cubicBezTo>
                <a:cubicBezTo>
                  <a:pt x="125633" y="50152"/>
                  <a:pt x="128732" y="41264"/>
                  <a:pt x="134929" y="34790"/>
                </a:cubicBezTo>
                <a:cubicBezTo>
                  <a:pt x="141125" y="28314"/>
                  <a:pt x="149618" y="25075"/>
                  <a:pt x="160406" y="25075"/>
                </a:cubicBezTo>
                <a:cubicBezTo>
                  <a:pt x="163905" y="25075"/>
                  <a:pt x="167323" y="25436"/>
                  <a:pt x="170658" y="26156"/>
                </a:cubicBezTo>
                <a:cubicBezTo>
                  <a:pt x="173993" y="26877"/>
                  <a:pt x="177226" y="27958"/>
                  <a:pt x="180355" y="29399"/>
                </a:cubicBezTo>
                <a:close/>
                <a:moveTo>
                  <a:pt x="240101" y="37428"/>
                </a:moveTo>
                <a:cubicBezTo>
                  <a:pt x="238824" y="36666"/>
                  <a:pt x="237435" y="36105"/>
                  <a:pt x="235932" y="35745"/>
                </a:cubicBezTo>
                <a:cubicBezTo>
                  <a:pt x="234429" y="35385"/>
                  <a:pt x="232772" y="35205"/>
                  <a:pt x="230960" y="35205"/>
                </a:cubicBezTo>
                <a:cubicBezTo>
                  <a:pt x="224537" y="35205"/>
                  <a:pt x="219606" y="37300"/>
                  <a:pt x="216168" y="41491"/>
                </a:cubicBezTo>
                <a:cubicBezTo>
                  <a:pt x="212730" y="45680"/>
                  <a:pt x="211011" y="51696"/>
                  <a:pt x="211011" y="59539"/>
                </a:cubicBezTo>
                <a:lnTo>
                  <a:pt x="211011" y="95979"/>
                </a:lnTo>
                <a:lnTo>
                  <a:pt x="199585" y="95979"/>
                </a:lnTo>
                <a:lnTo>
                  <a:pt x="199585" y="26805"/>
                </a:lnTo>
                <a:lnTo>
                  <a:pt x="211011" y="26805"/>
                </a:lnTo>
                <a:lnTo>
                  <a:pt x="211011" y="37551"/>
                </a:lnTo>
                <a:cubicBezTo>
                  <a:pt x="213399" y="33331"/>
                  <a:pt x="216508" y="30197"/>
                  <a:pt x="220337" y="28148"/>
                </a:cubicBezTo>
                <a:cubicBezTo>
                  <a:pt x="224166" y="26100"/>
                  <a:pt x="228819" y="25075"/>
                  <a:pt x="234295" y="25075"/>
                </a:cubicBezTo>
                <a:cubicBezTo>
                  <a:pt x="235078" y="25075"/>
                  <a:pt x="235942" y="25127"/>
                  <a:pt x="236889" y="25230"/>
                </a:cubicBezTo>
                <a:cubicBezTo>
                  <a:pt x="237836" y="25333"/>
                  <a:pt x="238886" y="25487"/>
                  <a:pt x="240039" y="25693"/>
                </a:cubicBezTo>
                <a:lnTo>
                  <a:pt x="240101" y="37428"/>
                </a:lnTo>
                <a:close/>
                <a:moveTo>
                  <a:pt x="308390" y="58551"/>
                </a:moveTo>
                <a:lnTo>
                  <a:pt x="308390" y="64109"/>
                </a:lnTo>
                <a:lnTo>
                  <a:pt x="256139" y="64109"/>
                </a:lnTo>
                <a:cubicBezTo>
                  <a:pt x="256633" y="71953"/>
                  <a:pt x="258990" y="77929"/>
                  <a:pt x="263211" y="82036"/>
                </a:cubicBezTo>
                <a:cubicBezTo>
                  <a:pt x="267431" y="86143"/>
                  <a:pt x="273309" y="88197"/>
                  <a:pt x="280844" y="88197"/>
                </a:cubicBezTo>
                <a:cubicBezTo>
                  <a:pt x="285208" y="88197"/>
                  <a:pt x="289439" y="87661"/>
                  <a:pt x="293536" y="86591"/>
                </a:cubicBezTo>
                <a:cubicBezTo>
                  <a:pt x="297633" y="85520"/>
                  <a:pt x="301699" y="83914"/>
                  <a:pt x="305734" y="81773"/>
                </a:cubicBezTo>
                <a:lnTo>
                  <a:pt x="305734" y="92520"/>
                </a:lnTo>
                <a:cubicBezTo>
                  <a:pt x="301658" y="94249"/>
                  <a:pt x="297478" y="95567"/>
                  <a:pt x="293196" y="96473"/>
                </a:cubicBezTo>
                <a:cubicBezTo>
                  <a:pt x="288914" y="97379"/>
                  <a:pt x="284570" y="97831"/>
                  <a:pt x="280164" y="97831"/>
                </a:cubicBezTo>
                <a:cubicBezTo>
                  <a:pt x="269130" y="97831"/>
                  <a:pt x="260390" y="94615"/>
                  <a:pt x="253946" y="88181"/>
                </a:cubicBezTo>
                <a:cubicBezTo>
                  <a:pt x="247502" y="81746"/>
                  <a:pt x="244281" y="73044"/>
                  <a:pt x="244281" y="62073"/>
                </a:cubicBezTo>
                <a:cubicBezTo>
                  <a:pt x="244281" y="50731"/>
                  <a:pt x="247338" y="41729"/>
                  <a:pt x="253452" y="35067"/>
                </a:cubicBezTo>
                <a:cubicBezTo>
                  <a:pt x="259567" y="28406"/>
                  <a:pt x="267812" y="25075"/>
                  <a:pt x="278188" y="25075"/>
                </a:cubicBezTo>
                <a:cubicBezTo>
                  <a:pt x="287494" y="25075"/>
                  <a:pt x="294854" y="28077"/>
                  <a:pt x="300268" y="34079"/>
                </a:cubicBezTo>
                <a:cubicBezTo>
                  <a:pt x="305683" y="40081"/>
                  <a:pt x="308390" y="48238"/>
                  <a:pt x="308390" y="58551"/>
                </a:cubicBezTo>
                <a:moveTo>
                  <a:pt x="297026" y="55215"/>
                </a:moveTo>
                <a:cubicBezTo>
                  <a:pt x="296943" y="48979"/>
                  <a:pt x="295204" y="44002"/>
                  <a:pt x="291807" y="40286"/>
                </a:cubicBezTo>
                <a:cubicBezTo>
                  <a:pt x="288410" y="36569"/>
                  <a:pt x="283911" y="34710"/>
                  <a:pt x="278312" y="34710"/>
                </a:cubicBezTo>
                <a:cubicBezTo>
                  <a:pt x="271971" y="34710"/>
                  <a:pt x="266896" y="36507"/>
                  <a:pt x="263087" y="40101"/>
                </a:cubicBezTo>
                <a:cubicBezTo>
                  <a:pt x="259279" y="43694"/>
                  <a:pt x="257086" y="48752"/>
                  <a:pt x="256509" y="55277"/>
                </a:cubicBezTo>
                <a:lnTo>
                  <a:pt x="297026" y="55215"/>
                </a:lnTo>
                <a:close/>
                <a:moveTo>
                  <a:pt x="386181" y="58551"/>
                </a:moveTo>
                <a:lnTo>
                  <a:pt x="386181" y="64109"/>
                </a:lnTo>
                <a:lnTo>
                  <a:pt x="333930" y="64109"/>
                </a:lnTo>
                <a:cubicBezTo>
                  <a:pt x="334424" y="71953"/>
                  <a:pt x="336781" y="77929"/>
                  <a:pt x="341002" y="82036"/>
                </a:cubicBezTo>
                <a:cubicBezTo>
                  <a:pt x="345222" y="86143"/>
                  <a:pt x="351100" y="88197"/>
                  <a:pt x="358635" y="88197"/>
                </a:cubicBezTo>
                <a:cubicBezTo>
                  <a:pt x="362999" y="88197"/>
                  <a:pt x="367230" y="87661"/>
                  <a:pt x="371327" y="86591"/>
                </a:cubicBezTo>
                <a:cubicBezTo>
                  <a:pt x="375424" y="85520"/>
                  <a:pt x="379490" y="83914"/>
                  <a:pt x="383525" y="81773"/>
                </a:cubicBezTo>
                <a:lnTo>
                  <a:pt x="383525" y="92520"/>
                </a:lnTo>
                <a:cubicBezTo>
                  <a:pt x="379449" y="94249"/>
                  <a:pt x="375269" y="95567"/>
                  <a:pt x="370987" y="96473"/>
                </a:cubicBezTo>
                <a:cubicBezTo>
                  <a:pt x="366705" y="97379"/>
                  <a:pt x="362361" y="97831"/>
                  <a:pt x="357955" y="97831"/>
                </a:cubicBezTo>
                <a:cubicBezTo>
                  <a:pt x="346920" y="97831"/>
                  <a:pt x="338181" y="94615"/>
                  <a:pt x="331737" y="88181"/>
                </a:cubicBezTo>
                <a:cubicBezTo>
                  <a:pt x="325293" y="81746"/>
                  <a:pt x="322071" y="73044"/>
                  <a:pt x="322071" y="62073"/>
                </a:cubicBezTo>
                <a:cubicBezTo>
                  <a:pt x="322071" y="50731"/>
                  <a:pt x="325129" y="41729"/>
                  <a:pt x="331243" y="35067"/>
                </a:cubicBezTo>
                <a:cubicBezTo>
                  <a:pt x="337358" y="28406"/>
                  <a:pt x="345603" y="25075"/>
                  <a:pt x="355979" y="25075"/>
                </a:cubicBezTo>
                <a:cubicBezTo>
                  <a:pt x="365284" y="25075"/>
                  <a:pt x="372644" y="28077"/>
                  <a:pt x="378059" y="34079"/>
                </a:cubicBezTo>
                <a:cubicBezTo>
                  <a:pt x="383473" y="40081"/>
                  <a:pt x="386181" y="48238"/>
                  <a:pt x="386181" y="58551"/>
                </a:cubicBezTo>
                <a:moveTo>
                  <a:pt x="374816" y="55215"/>
                </a:moveTo>
                <a:cubicBezTo>
                  <a:pt x="374734" y="48979"/>
                  <a:pt x="372994" y="44002"/>
                  <a:pt x="369598" y="40286"/>
                </a:cubicBezTo>
                <a:cubicBezTo>
                  <a:pt x="366201" y="36569"/>
                  <a:pt x="361702" y="34710"/>
                  <a:pt x="356102" y="34710"/>
                </a:cubicBezTo>
                <a:cubicBezTo>
                  <a:pt x="349762" y="34710"/>
                  <a:pt x="344687" y="36507"/>
                  <a:pt x="340878" y="40101"/>
                </a:cubicBezTo>
                <a:cubicBezTo>
                  <a:pt x="337069" y="43694"/>
                  <a:pt x="334877" y="48752"/>
                  <a:pt x="334300" y="55277"/>
                </a:cubicBezTo>
                <a:lnTo>
                  <a:pt x="374816" y="55215"/>
                </a:lnTo>
                <a:close/>
                <a:moveTo>
                  <a:pt x="462304" y="54227"/>
                </a:moveTo>
                <a:lnTo>
                  <a:pt x="462304" y="95979"/>
                </a:lnTo>
                <a:lnTo>
                  <a:pt x="450939" y="95979"/>
                </a:lnTo>
                <a:lnTo>
                  <a:pt x="450939" y="54598"/>
                </a:lnTo>
                <a:cubicBezTo>
                  <a:pt x="450939" y="48030"/>
                  <a:pt x="449663" y="43115"/>
                  <a:pt x="447110" y="39852"/>
                </a:cubicBezTo>
                <a:cubicBezTo>
                  <a:pt x="444557" y="36589"/>
                  <a:pt x="440728" y="34957"/>
                  <a:pt x="435622" y="34957"/>
                </a:cubicBezTo>
                <a:cubicBezTo>
                  <a:pt x="429487" y="34957"/>
                  <a:pt x="424649" y="36919"/>
                  <a:pt x="421108" y="40842"/>
                </a:cubicBezTo>
                <a:cubicBezTo>
                  <a:pt x="417567" y="44764"/>
                  <a:pt x="415797" y="50111"/>
                  <a:pt x="415797" y="56883"/>
                </a:cubicBezTo>
                <a:lnTo>
                  <a:pt x="415797" y="95979"/>
                </a:lnTo>
                <a:lnTo>
                  <a:pt x="404371" y="95979"/>
                </a:lnTo>
                <a:lnTo>
                  <a:pt x="404371" y="26805"/>
                </a:lnTo>
                <a:lnTo>
                  <a:pt x="415797" y="26805"/>
                </a:lnTo>
                <a:lnTo>
                  <a:pt x="415797" y="37551"/>
                </a:lnTo>
                <a:cubicBezTo>
                  <a:pt x="418514" y="33372"/>
                  <a:pt x="421716" y="30248"/>
                  <a:pt x="425401" y="28179"/>
                </a:cubicBezTo>
                <a:cubicBezTo>
                  <a:pt x="429086" y="26110"/>
                  <a:pt x="433337" y="25075"/>
                  <a:pt x="438155" y="25075"/>
                </a:cubicBezTo>
                <a:cubicBezTo>
                  <a:pt x="446101" y="25075"/>
                  <a:pt x="452113" y="27541"/>
                  <a:pt x="456189" y="32472"/>
                </a:cubicBezTo>
                <a:cubicBezTo>
                  <a:pt x="460266" y="37402"/>
                  <a:pt x="462304" y="44654"/>
                  <a:pt x="462304" y="54227"/>
                </a:cubicBezTo>
                <a:close/>
                <a:moveTo>
                  <a:pt x="580739" y="6794"/>
                </a:moveTo>
                <a:lnTo>
                  <a:pt x="580739" y="19023"/>
                </a:lnTo>
                <a:cubicBezTo>
                  <a:pt x="576004" y="16738"/>
                  <a:pt x="571537" y="15034"/>
                  <a:pt x="567337" y="13912"/>
                </a:cubicBezTo>
                <a:cubicBezTo>
                  <a:pt x="563137" y="12790"/>
                  <a:pt x="559081" y="12229"/>
                  <a:pt x="555170" y="12229"/>
                </a:cubicBezTo>
                <a:cubicBezTo>
                  <a:pt x="548376" y="12229"/>
                  <a:pt x="543136" y="13548"/>
                  <a:pt x="539451" y="16188"/>
                </a:cubicBezTo>
                <a:cubicBezTo>
                  <a:pt x="535766" y="18825"/>
                  <a:pt x="533924" y="22577"/>
                  <a:pt x="533924" y="27442"/>
                </a:cubicBezTo>
                <a:cubicBezTo>
                  <a:pt x="533924" y="31523"/>
                  <a:pt x="535148" y="34606"/>
                  <a:pt x="537598" y="36689"/>
                </a:cubicBezTo>
                <a:cubicBezTo>
                  <a:pt x="540048" y="38771"/>
                  <a:pt x="544691" y="40450"/>
                  <a:pt x="551526" y="41728"/>
                </a:cubicBezTo>
                <a:lnTo>
                  <a:pt x="559061" y="43270"/>
                </a:lnTo>
                <a:cubicBezTo>
                  <a:pt x="568366" y="45042"/>
                  <a:pt x="575232" y="48163"/>
                  <a:pt x="579659" y="52633"/>
                </a:cubicBezTo>
                <a:cubicBezTo>
                  <a:pt x="584085" y="57102"/>
                  <a:pt x="586298" y="63085"/>
                  <a:pt x="586298" y="70583"/>
                </a:cubicBezTo>
                <a:cubicBezTo>
                  <a:pt x="586298" y="79522"/>
                  <a:pt x="583302" y="86298"/>
                  <a:pt x="577312" y="90912"/>
                </a:cubicBezTo>
                <a:cubicBezTo>
                  <a:pt x="571321" y="95525"/>
                  <a:pt x="562540" y="97831"/>
                  <a:pt x="550970" y="97831"/>
                </a:cubicBezTo>
                <a:cubicBezTo>
                  <a:pt x="546605" y="97831"/>
                  <a:pt x="541963" y="97332"/>
                  <a:pt x="537043" y="96334"/>
                </a:cubicBezTo>
                <a:cubicBezTo>
                  <a:pt x="532122" y="95335"/>
                  <a:pt x="527027" y="93858"/>
                  <a:pt x="521756" y="91902"/>
                </a:cubicBezTo>
                <a:lnTo>
                  <a:pt x="521756" y="79056"/>
                </a:lnTo>
                <a:cubicBezTo>
                  <a:pt x="526821" y="81917"/>
                  <a:pt x="531782" y="84074"/>
                  <a:pt x="536641" y="85525"/>
                </a:cubicBezTo>
                <a:cubicBezTo>
                  <a:pt x="541500" y="86977"/>
                  <a:pt x="546276" y="87702"/>
                  <a:pt x="550970" y="87702"/>
                </a:cubicBezTo>
                <a:cubicBezTo>
                  <a:pt x="558093" y="87702"/>
                  <a:pt x="563590" y="86301"/>
                  <a:pt x="567460" y="83499"/>
                </a:cubicBezTo>
                <a:cubicBezTo>
                  <a:pt x="571331" y="80695"/>
                  <a:pt x="573266" y="76697"/>
                  <a:pt x="573266" y="71503"/>
                </a:cubicBezTo>
                <a:cubicBezTo>
                  <a:pt x="573266" y="66969"/>
                  <a:pt x="571876" y="63424"/>
                  <a:pt x="569097" y="60869"/>
                </a:cubicBezTo>
                <a:cubicBezTo>
                  <a:pt x="566318" y="58312"/>
                  <a:pt x="561758" y="56395"/>
                  <a:pt x="555417" y="55117"/>
                </a:cubicBezTo>
                <a:lnTo>
                  <a:pt x="547820" y="53637"/>
                </a:lnTo>
                <a:cubicBezTo>
                  <a:pt x="538515" y="51783"/>
                  <a:pt x="531782" y="48878"/>
                  <a:pt x="527624" y="44924"/>
                </a:cubicBezTo>
                <a:cubicBezTo>
                  <a:pt x="523465" y="40969"/>
                  <a:pt x="521386" y="35469"/>
                  <a:pt x="521386" y="28424"/>
                </a:cubicBezTo>
                <a:cubicBezTo>
                  <a:pt x="521386" y="20268"/>
                  <a:pt x="524258" y="13841"/>
                  <a:pt x="530002" y="9145"/>
                </a:cubicBezTo>
                <a:cubicBezTo>
                  <a:pt x="535746" y="4448"/>
                  <a:pt x="543661" y="2100"/>
                  <a:pt x="553749" y="2100"/>
                </a:cubicBezTo>
                <a:cubicBezTo>
                  <a:pt x="558073" y="2100"/>
                  <a:pt x="562478" y="2491"/>
                  <a:pt x="566966" y="3273"/>
                </a:cubicBezTo>
                <a:cubicBezTo>
                  <a:pt x="571454" y="4056"/>
                  <a:pt x="576045" y="5229"/>
                  <a:pt x="580739" y="6794"/>
                </a:cubicBezTo>
                <a:close/>
                <a:moveTo>
                  <a:pt x="616156" y="85603"/>
                </a:moveTo>
                <a:lnTo>
                  <a:pt x="616156" y="122289"/>
                </a:lnTo>
                <a:lnTo>
                  <a:pt x="604730" y="122289"/>
                </a:lnTo>
                <a:lnTo>
                  <a:pt x="604730" y="26805"/>
                </a:lnTo>
                <a:lnTo>
                  <a:pt x="616156" y="26805"/>
                </a:lnTo>
                <a:lnTo>
                  <a:pt x="616156" y="37304"/>
                </a:lnTo>
                <a:cubicBezTo>
                  <a:pt x="618544" y="33166"/>
                  <a:pt x="621560" y="30094"/>
                  <a:pt x="625204" y="28086"/>
                </a:cubicBezTo>
                <a:cubicBezTo>
                  <a:pt x="628848" y="26079"/>
                  <a:pt x="633202" y="25075"/>
                  <a:pt x="638267" y="25075"/>
                </a:cubicBezTo>
                <a:cubicBezTo>
                  <a:pt x="646666" y="25075"/>
                  <a:pt x="653491" y="28416"/>
                  <a:pt x="658741" y="35098"/>
                </a:cubicBezTo>
                <a:cubicBezTo>
                  <a:pt x="663991" y="41780"/>
                  <a:pt x="666616" y="50565"/>
                  <a:pt x="666616" y="61453"/>
                </a:cubicBezTo>
                <a:cubicBezTo>
                  <a:pt x="666616" y="72342"/>
                  <a:pt x="663991" y="81127"/>
                  <a:pt x="658741" y="87809"/>
                </a:cubicBezTo>
                <a:cubicBezTo>
                  <a:pt x="653491" y="94491"/>
                  <a:pt x="646666" y="97831"/>
                  <a:pt x="638267" y="97831"/>
                </a:cubicBezTo>
                <a:cubicBezTo>
                  <a:pt x="633202" y="97831"/>
                  <a:pt x="628848" y="96828"/>
                  <a:pt x="625204" y="94821"/>
                </a:cubicBezTo>
                <a:cubicBezTo>
                  <a:pt x="621560" y="92813"/>
                  <a:pt x="618544" y="89741"/>
                  <a:pt x="616156" y="85603"/>
                </a:cubicBezTo>
                <a:moveTo>
                  <a:pt x="654819" y="61453"/>
                </a:moveTo>
                <a:cubicBezTo>
                  <a:pt x="654819" y="53076"/>
                  <a:pt x="653100" y="46504"/>
                  <a:pt x="649662" y="41738"/>
                </a:cubicBezTo>
                <a:cubicBezTo>
                  <a:pt x="646224" y="36971"/>
                  <a:pt x="641499" y="34587"/>
                  <a:pt x="635487" y="34587"/>
                </a:cubicBezTo>
                <a:cubicBezTo>
                  <a:pt x="629476" y="34587"/>
                  <a:pt x="624751" y="36971"/>
                  <a:pt x="621313" y="41738"/>
                </a:cubicBezTo>
                <a:cubicBezTo>
                  <a:pt x="617875" y="46504"/>
                  <a:pt x="616156" y="53076"/>
                  <a:pt x="616156" y="61453"/>
                </a:cubicBezTo>
                <a:cubicBezTo>
                  <a:pt x="616156" y="69831"/>
                  <a:pt x="617875" y="76404"/>
                  <a:pt x="621313" y="81171"/>
                </a:cubicBezTo>
                <a:cubicBezTo>
                  <a:pt x="624751" y="85937"/>
                  <a:pt x="629476" y="88320"/>
                  <a:pt x="635487" y="88320"/>
                </a:cubicBezTo>
                <a:cubicBezTo>
                  <a:pt x="641499" y="88320"/>
                  <a:pt x="646224" y="85937"/>
                  <a:pt x="649662" y="81171"/>
                </a:cubicBezTo>
                <a:cubicBezTo>
                  <a:pt x="653100" y="76404"/>
                  <a:pt x="654819" y="69831"/>
                  <a:pt x="654819" y="61453"/>
                </a:cubicBezTo>
                <a:close/>
                <a:moveTo>
                  <a:pt x="716793" y="61145"/>
                </a:moveTo>
                <a:cubicBezTo>
                  <a:pt x="707611" y="61145"/>
                  <a:pt x="701250" y="62200"/>
                  <a:pt x="697709" y="64310"/>
                </a:cubicBezTo>
                <a:cubicBezTo>
                  <a:pt x="694167" y="66419"/>
                  <a:pt x="692397" y="70017"/>
                  <a:pt x="692397" y="75105"/>
                </a:cubicBezTo>
                <a:cubicBezTo>
                  <a:pt x="692397" y="79158"/>
                  <a:pt x="693725" y="82374"/>
                  <a:pt x="696381" y="84753"/>
                </a:cubicBezTo>
                <a:cubicBezTo>
                  <a:pt x="699036" y="87131"/>
                  <a:pt x="702649" y="88320"/>
                  <a:pt x="707220" y="88320"/>
                </a:cubicBezTo>
                <a:cubicBezTo>
                  <a:pt x="713520" y="88320"/>
                  <a:pt x="718574" y="86076"/>
                  <a:pt x="722383" y="81588"/>
                </a:cubicBezTo>
                <a:cubicBezTo>
                  <a:pt x="726191" y="77099"/>
                  <a:pt x="728096" y="71130"/>
                  <a:pt x="728096" y="63683"/>
                </a:cubicBezTo>
                <a:lnTo>
                  <a:pt x="728096" y="61145"/>
                </a:lnTo>
                <a:lnTo>
                  <a:pt x="716793" y="61145"/>
                </a:lnTo>
                <a:moveTo>
                  <a:pt x="739460" y="56451"/>
                </a:moveTo>
                <a:lnTo>
                  <a:pt x="739460" y="95979"/>
                </a:lnTo>
                <a:lnTo>
                  <a:pt x="728096" y="95979"/>
                </a:lnTo>
                <a:lnTo>
                  <a:pt x="728096" y="85479"/>
                </a:lnTo>
                <a:cubicBezTo>
                  <a:pt x="725502" y="89699"/>
                  <a:pt x="722269" y="92813"/>
                  <a:pt x="718399" y="94821"/>
                </a:cubicBezTo>
                <a:cubicBezTo>
                  <a:pt x="714528" y="96828"/>
                  <a:pt x="709793" y="97831"/>
                  <a:pt x="704194" y="97831"/>
                </a:cubicBezTo>
                <a:cubicBezTo>
                  <a:pt x="697111" y="97831"/>
                  <a:pt x="691481" y="95840"/>
                  <a:pt x="687302" y="91856"/>
                </a:cubicBezTo>
                <a:cubicBezTo>
                  <a:pt x="683122" y="87871"/>
                  <a:pt x="681033" y="82534"/>
                  <a:pt x="681033" y="75846"/>
                </a:cubicBezTo>
                <a:cubicBezTo>
                  <a:pt x="681033" y="68043"/>
                  <a:pt x="683637" y="62161"/>
                  <a:pt x="688846" y="58197"/>
                </a:cubicBezTo>
                <a:cubicBezTo>
                  <a:pt x="694054" y="54233"/>
                  <a:pt x="701826" y="52251"/>
                  <a:pt x="712161" y="52251"/>
                </a:cubicBezTo>
                <a:lnTo>
                  <a:pt x="728096" y="52251"/>
                </a:lnTo>
                <a:lnTo>
                  <a:pt x="728096" y="51139"/>
                </a:lnTo>
                <a:cubicBezTo>
                  <a:pt x="728096" y="45910"/>
                  <a:pt x="726377" y="41865"/>
                  <a:pt x="722938" y="39003"/>
                </a:cubicBezTo>
                <a:cubicBezTo>
                  <a:pt x="719500" y="36141"/>
                  <a:pt x="714673" y="34710"/>
                  <a:pt x="708455" y="34710"/>
                </a:cubicBezTo>
                <a:cubicBezTo>
                  <a:pt x="704502" y="34710"/>
                  <a:pt x="700653" y="35184"/>
                  <a:pt x="696906" y="36131"/>
                </a:cubicBezTo>
                <a:cubicBezTo>
                  <a:pt x="693159" y="37078"/>
                  <a:pt x="689556" y="38498"/>
                  <a:pt x="686097" y="40393"/>
                </a:cubicBezTo>
                <a:lnTo>
                  <a:pt x="686097" y="29893"/>
                </a:lnTo>
                <a:cubicBezTo>
                  <a:pt x="690256" y="28287"/>
                  <a:pt x="694291" y="27083"/>
                  <a:pt x="698203" y="26280"/>
                </a:cubicBezTo>
                <a:cubicBezTo>
                  <a:pt x="702114" y="25477"/>
                  <a:pt x="705923" y="25075"/>
                  <a:pt x="709629" y="25075"/>
                </a:cubicBezTo>
                <a:cubicBezTo>
                  <a:pt x="719634" y="25075"/>
                  <a:pt x="727107" y="27670"/>
                  <a:pt x="732048" y="32858"/>
                </a:cubicBezTo>
                <a:cubicBezTo>
                  <a:pt x="736989" y="38046"/>
                  <a:pt x="739460" y="45910"/>
                  <a:pt x="739460" y="56451"/>
                </a:cubicBezTo>
                <a:close/>
                <a:moveTo>
                  <a:pt x="812548" y="29399"/>
                </a:moveTo>
                <a:lnTo>
                  <a:pt x="812548" y="40022"/>
                </a:lnTo>
                <a:cubicBezTo>
                  <a:pt x="809336" y="38251"/>
                  <a:pt x="806114" y="36924"/>
                  <a:pt x="802882" y="36038"/>
                </a:cubicBezTo>
                <a:cubicBezTo>
                  <a:pt x="799650" y="35153"/>
                  <a:pt x="796387" y="34710"/>
                  <a:pt x="793093" y="34710"/>
                </a:cubicBezTo>
                <a:cubicBezTo>
                  <a:pt x="785722" y="34710"/>
                  <a:pt x="779999" y="37053"/>
                  <a:pt x="775923" y="41738"/>
                </a:cubicBezTo>
                <a:cubicBezTo>
                  <a:pt x="771847" y="46421"/>
                  <a:pt x="769808" y="52993"/>
                  <a:pt x="769808" y="61453"/>
                </a:cubicBezTo>
                <a:cubicBezTo>
                  <a:pt x="769808" y="69914"/>
                  <a:pt x="771847" y="76486"/>
                  <a:pt x="775923" y="81171"/>
                </a:cubicBezTo>
                <a:cubicBezTo>
                  <a:pt x="779999" y="85855"/>
                  <a:pt x="785722" y="88197"/>
                  <a:pt x="793093" y="88197"/>
                </a:cubicBezTo>
                <a:cubicBezTo>
                  <a:pt x="796387" y="88197"/>
                  <a:pt x="799650" y="87754"/>
                  <a:pt x="802882" y="86869"/>
                </a:cubicBezTo>
                <a:cubicBezTo>
                  <a:pt x="806114" y="85983"/>
                  <a:pt x="809336" y="84656"/>
                  <a:pt x="812548" y="82885"/>
                </a:cubicBezTo>
                <a:lnTo>
                  <a:pt x="812548" y="93385"/>
                </a:lnTo>
                <a:cubicBezTo>
                  <a:pt x="809377" y="94867"/>
                  <a:pt x="806094" y="95979"/>
                  <a:pt x="802697" y="96720"/>
                </a:cubicBezTo>
                <a:cubicBezTo>
                  <a:pt x="799300" y="97461"/>
                  <a:pt x="795687" y="97831"/>
                  <a:pt x="791857" y="97831"/>
                </a:cubicBezTo>
                <a:cubicBezTo>
                  <a:pt x="781440" y="97831"/>
                  <a:pt x="773164" y="94553"/>
                  <a:pt x="767029" y="87996"/>
                </a:cubicBezTo>
                <a:cubicBezTo>
                  <a:pt x="760894" y="81437"/>
                  <a:pt x="757826" y="72590"/>
                  <a:pt x="757826" y="61453"/>
                </a:cubicBezTo>
                <a:cubicBezTo>
                  <a:pt x="757826" y="50152"/>
                  <a:pt x="760925" y="41264"/>
                  <a:pt x="767122" y="34790"/>
                </a:cubicBezTo>
                <a:cubicBezTo>
                  <a:pt x="773319" y="28314"/>
                  <a:pt x="781811" y="25075"/>
                  <a:pt x="792599" y="25075"/>
                </a:cubicBezTo>
                <a:cubicBezTo>
                  <a:pt x="796098" y="25075"/>
                  <a:pt x="799516" y="25436"/>
                  <a:pt x="802851" y="26156"/>
                </a:cubicBezTo>
                <a:cubicBezTo>
                  <a:pt x="806186" y="26877"/>
                  <a:pt x="809419" y="27958"/>
                  <a:pt x="812548" y="29399"/>
                </a:cubicBezTo>
                <a:close/>
                <a:moveTo>
                  <a:pt x="891378" y="58551"/>
                </a:moveTo>
                <a:lnTo>
                  <a:pt x="891378" y="64109"/>
                </a:lnTo>
                <a:lnTo>
                  <a:pt x="839127" y="64109"/>
                </a:lnTo>
                <a:cubicBezTo>
                  <a:pt x="839621" y="71953"/>
                  <a:pt x="841979" y="77929"/>
                  <a:pt x="846199" y="82036"/>
                </a:cubicBezTo>
                <a:cubicBezTo>
                  <a:pt x="850419" y="86143"/>
                  <a:pt x="856297" y="88197"/>
                  <a:pt x="863832" y="88197"/>
                </a:cubicBezTo>
                <a:cubicBezTo>
                  <a:pt x="868197" y="88197"/>
                  <a:pt x="872427" y="87661"/>
                  <a:pt x="876524" y="86591"/>
                </a:cubicBezTo>
                <a:cubicBezTo>
                  <a:pt x="880621" y="85520"/>
                  <a:pt x="884687" y="83914"/>
                  <a:pt x="888722" y="81773"/>
                </a:cubicBezTo>
                <a:lnTo>
                  <a:pt x="888722" y="92520"/>
                </a:lnTo>
                <a:cubicBezTo>
                  <a:pt x="884646" y="94249"/>
                  <a:pt x="880467" y="95567"/>
                  <a:pt x="876185" y="96473"/>
                </a:cubicBezTo>
                <a:cubicBezTo>
                  <a:pt x="871902" y="97379"/>
                  <a:pt x="867558" y="97831"/>
                  <a:pt x="863153" y="97831"/>
                </a:cubicBezTo>
                <a:cubicBezTo>
                  <a:pt x="852118" y="97831"/>
                  <a:pt x="843379" y="94615"/>
                  <a:pt x="836935" y="88181"/>
                </a:cubicBezTo>
                <a:cubicBezTo>
                  <a:pt x="830491" y="81746"/>
                  <a:pt x="827269" y="73044"/>
                  <a:pt x="827269" y="62073"/>
                </a:cubicBezTo>
                <a:cubicBezTo>
                  <a:pt x="827269" y="50731"/>
                  <a:pt x="830326" y="41729"/>
                  <a:pt x="836441" y="35067"/>
                </a:cubicBezTo>
                <a:cubicBezTo>
                  <a:pt x="842555" y="28406"/>
                  <a:pt x="850800" y="25075"/>
                  <a:pt x="861176" y="25075"/>
                </a:cubicBezTo>
                <a:cubicBezTo>
                  <a:pt x="870482" y="25075"/>
                  <a:pt x="877842" y="28077"/>
                  <a:pt x="883256" y="34079"/>
                </a:cubicBezTo>
                <a:cubicBezTo>
                  <a:pt x="888671" y="40081"/>
                  <a:pt x="891378" y="48238"/>
                  <a:pt x="891378" y="58551"/>
                </a:cubicBezTo>
                <a:moveTo>
                  <a:pt x="880014" y="55215"/>
                </a:moveTo>
                <a:cubicBezTo>
                  <a:pt x="879932" y="48979"/>
                  <a:pt x="878192" y="44002"/>
                  <a:pt x="874795" y="40286"/>
                </a:cubicBezTo>
                <a:cubicBezTo>
                  <a:pt x="871398" y="36569"/>
                  <a:pt x="866900" y="34710"/>
                  <a:pt x="861300" y="34710"/>
                </a:cubicBezTo>
                <a:cubicBezTo>
                  <a:pt x="854959" y="34710"/>
                  <a:pt x="849884" y="36507"/>
                  <a:pt x="846075" y="40101"/>
                </a:cubicBezTo>
                <a:cubicBezTo>
                  <a:pt x="842267" y="43694"/>
                  <a:pt x="840074" y="48752"/>
                  <a:pt x="839498" y="55277"/>
                </a:cubicBezTo>
                <a:lnTo>
                  <a:pt x="880014" y="55215"/>
                </a:lnTo>
                <a:close/>
                <a:moveTo>
                  <a:pt x="908209" y="0"/>
                </a:moveTo>
                <a:lnTo>
                  <a:pt x="918091" y="0"/>
                </a:lnTo>
                <a:cubicBezTo>
                  <a:pt x="924268" y="9717"/>
                  <a:pt x="928889" y="19229"/>
                  <a:pt x="931957" y="28534"/>
                </a:cubicBezTo>
                <a:cubicBezTo>
                  <a:pt x="935024" y="37840"/>
                  <a:pt x="936558" y="47083"/>
                  <a:pt x="936558" y="56265"/>
                </a:cubicBezTo>
                <a:cubicBezTo>
                  <a:pt x="936558" y="65489"/>
                  <a:pt x="935024" y="74774"/>
                  <a:pt x="931957" y="84120"/>
                </a:cubicBezTo>
                <a:cubicBezTo>
                  <a:pt x="928889" y="93467"/>
                  <a:pt x="924268" y="102978"/>
                  <a:pt x="918091" y="112654"/>
                </a:cubicBezTo>
                <a:lnTo>
                  <a:pt x="908209" y="112654"/>
                </a:lnTo>
                <a:cubicBezTo>
                  <a:pt x="913686" y="103225"/>
                  <a:pt x="917772" y="93848"/>
                  <a:pt x="920469" y="84522"/>
                </a:cubicBezTo>
                <a:cubicBezTo>
                  <a:pt x="923166" y="75196"/>
                  <a:pt x="924515" y="65777"/>
                  <a:pt x="924515" y="56265"/>
                </a:cubicBezTo>
                <a:cubicBezTo>
                  <a:pt x="924515" y="46754"/>
                  <a:pt x="923166" y="37366"/>
                  <a:pt x="920469" y="28102"/>
                </a:cubicBezTo>
                <a:cubicBezTo>
                  <a:pt x="917772" y="18837"/>
                  <a:pt x="913686" y="9470"/>
                  <a:pt x="90820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Decreased">
            <a:extLst xmlns:a="http://schemas.openxmlformats.org/drawingml/2006/main">
              <a:ext uri="{FF2B5EF4-FFF2-40B4-BE49-F238E27FC236}">
                <a16:creationId xmlns:a16="http://schemas.microsoft.com/office/drawing/2014/main" id="{7F768BCD-4BC9-462F-A3CF-2AB5F1FA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82" y="5148677"/>
            <a:ext cx="648990" cy="97955"/>
          </a:xfrm>
          <a:custGeom xmlns:a="http://schemas.openxmlformats.org/drawingml/2006/main">
            <a:pathLst>
              <a:path w="648990" h="97955">
                <a:moveTo>
                  <a:pt x="12476" y="14082"/>
                </a:moveTo>
                <a:lnTo>
                  <a:pt x="12476" y="85850"/>
                </a:lnTo>
                <a:lnTo>
                  <a:pt x="27546" y="85850"/>
                </a:lnTo>
                <a:cubicBezTo>
                  <a:pt x="40269" y="85850"/>
                  <a:pt x="49585" y="82965"/>
                  <a:pt x="55493" y="77195"/>
                </a:cubicBezTo>
                <a:cubicBezTo>
                  <a:pt x="61402" y="71426"/>
                  <a:pt x="64356" y="62318"/>
                  <a:pt x="64356" y="49873"/>
                </a:cubicBezTo>
                <a:cubicBezTo>
                  <a:pt x="64356" y="37510"/>
                  <a:pt x="61402" y="28454"/>
                  <a:pt x="55493" y="22705"/>
                </a:cubicBezTo>
                <a:cubicBezTo>
                  <a:pt x="49585" y="16956"/>
                  <a:pt x="40269" y="14082"/>
                  <a:pt x="27546" y="14082"/>
                </a:cubicBezTo>
                <a:lnTo>
                  <a:pt x="12476" y="14082"/>
                </a:lnTo>
                <a:moveTo>
                  <a:pt x="0" y="3829"/>
                </a:moveTo>
                <a:lnTo>
                  <a:pt x="25631" y="3829"/>
                </a:lnTo>
                <a:cubicBezTo>
                  <a:pt x="43501" y="3829"/>
                  <a:pt x="56615" y="7548"/>
                  <a:pt x="64974" y="14985"/>
                </a:cubicBezTo>
                <a:cubicBezTo>
                  <a:pt x="73332" y="22422"/>
                  <a:pt x="77512" y="34052"/>
                  <a:pt x="77512" y="49873"/>
                </a:cubicBezTo>
                <a:cubicBezTo>
                  <a:pt x="77512" y="65777"/>
                  <a:pt x="73312" y="77458"/>
                  <a:pt x="64912" y="84915"/>
                </a:cubicBezTo>
                <a:cubicBezTo>
                  <a:pt x="56512" y="92373"/>
                  <a:pt x="43419" y="96102"/>
                  <a:pt x="25631" y="96102"/>
                </a:cubicBezTo>
                <a:lnTo>
                  <a:pt x="0" y="96102"/>
                </a:lnTo>
                <a:lnTo>
                  <a:pt x="0" y="3829"/>
                </a:lnTo>
                <a:close/>
                <a:moveTo>
                  <a:pt x="156070" y="58674"/>
                </a:moveTo>
                <a:lnTo>
                  <a:pt x="156070" y="64233"/>
                </a:lnTo>
                <a:lnTo>
                  <a:pt x="103819" y="64233"/>
                </a:lnTo>
                <a:cubicBezTo>
                  <a:pt x="104314" y="72077"/>
                  <a:pt x="106671" y="78052"/>
                  <a:pt x="110891" y="82159"/>
                </a:cubicBezTo>
                <a:cubicBezTo>
                  <a:pt x="115112" y="86266"/>
                  <a:pt x="120989" y="88320"/>
                  <a:pt x="128524" y="88320"/>
                </a:cubicBezTo>
                <a:cubicBezTo>
                  <a:pt x="132889" y="88320"/>
                  <a:pt x="137120" y="87785"/>
                  <a:pt x="141217" y="86714"/>
                </a:cubicBezTo>
                <a:cubicBezTo>
                  <a:pt x="145313" y="85644"/>
                  <a:pt x="149379" y="84038"/>
                  <a:pt x="153415" y="81897"/>
                </a:cubicBezTo>
                <a:lnTo>
                  <a:pt x="153415" y="92643"/>
                </a:lnTo>
                <a:cubicBezTo>
                  <a:pt x="149338" y="94373"/>
                  <a:pt x="145159" y="95690"/>
                  <a:pt x="140877" y="96596"/>
                </a:cubicBezTo>
                <a:cubicBezTo>
                  <a:pt x="136595" y="97502"/>
                  <a:pt x="132251" y="97955"/>
                  <a:pt x="127845" y="97955"/>
                </a:cubicBezTo>
                <a:cubicBezTo>
                  <a:pt x="116810" y="97955"/>
                  <a:pt x="108071" y="94738"/>
                  <a:pt x="101627" y="88305"/>
                </a:cubicBezTo>
                <a:cubicBezTo>
                  <a:pt x="95183" y="81870"/>
                  <a:pt x="91961" y="73167"/>
                  <a:pt x="91961" y="62197"/>
                </a:cubicBezTo>
                <a:cubicBezTo>
                  <a:pt x="91961" y="50854"/>
                  <a:pt x="95018" y="41852"/>
                  <a:pt x="101133" y="35191"/>
                </a:cubicBezTo>
                <a:cubicBezTo>
                  <a:pt x="107247" y="28530"/>
                  <a:pt x="115493" y="25199"/>
                  <a:pt x="125869" y="25199"/>
                </a:cubicBezTo>
                <a:cubicBezTo>
                  <a:pt x="135174" y="25199"/>
                  <a:pt x="142534" y="28200"/>
                  <a:pt x="147949" y="34203"/>
                </a:cubicBezTo>
                <a:cubicBezTo>
                  <a:pt x="153363" y="40204"/>
                  <a:pt x="156070" y="48361"/>
                  <a:pt x="156070" y="58674"/>
                </a:cubicBezTo>
                <a:moveTo>
                  <a:pt x="144706" y="55339"/>
                </a:moveTo>
                <a:cubicBezTo>
                  <a:pt x="144624" y="49102"/>
                  <a:pt x="142884" y="44126"/>
                  <a:pt x="139487" y="40410"/>
                </a:cubicBezTo>
                <a:cubicBezTo>
                  <a:pt x="136090" y="36693"/>
                  <a:pt x="131592" y="34834"/>
                  <a:pt x="125992" y="34834"/>
                </a:cubicBezTo>
                <a:cubicBezTo>
                  <a:pt x="119651" y="34834"/>
                  <a:pt x="114576" y="36631"/>
                  <a:pt x="110768" y="40225"/>
                </a:cubicBezTo>
                <a:cubicBezTo>
                  <a:pt x="106959" y="43817"/>
                  <a:pt x="104766" y="48876"/>
                  <a:pt x="104190" y="55401"/>
                </a:cubicBezTo>
                <a:lnTo>
                  <a:pt x="144706" y="55339"/>
                </a:lnTo>
                <a:close/>
                <a:moveTo>
                  <a:pt x="224474" y="29522"/>
                </a:moveTo>
                <a:lnTo>
                  <a:pt x="224474" y="40145"/>
                </a:lnTo>
                <a:cubicBezTo>
                  <a:pt x="221262" y="38375"/>
                  <a:pt x="218040" y="37047"/>
                  <a:pt x="214808" y="36162"/>
                </a:cubicBezTo>
                <a:cubicBezTo>
                  <a:pt x="211576" y="35277"/>
                  <a:pt x="208312" y="34834"/>
                  <a:pt x="205019" y="34834"/>
                </a:cubicBezTo>
                <a:cubicBezTo>
                  <a:pt x="197648" y="34834"/>
                  <a:pt x="191925" y="37176"/>
                  <a:pt x="187849" y="41861"/>
                </a:cubicBezTo>
                <a:cubicBezTo>
                  <a:pt x="183772" y="46545"/>
                  <a:pt x="181734" y="53117"/>
                  <a:pt x="181734" y="61577"/>
                </a:cubicBezTo>
                <a:cubicBezTo>
                  <a:pt x="181734" y="70037"/>
                  <a:pt x="183772" y="76610"/>
                  <a:pt x="187849" y="81295"/>
                </a:cubicBezTo>
                <a:cubicBezTo>
                  <a:pt x="191925" y="85978"/>
                  <a:pt x="197648" y="88320"/>
                  <a:pt x="205019" y="88320"/>
                </a:cubicBezTo>
                <a:cubicBezTo>
                  <a:pt x="208312" y="88320"/>
                  <a:pt x="211576" y="87877"/>
                  <a:pt x="214808" y="86992"/>
                </a:cubicBezTo>
                <a:cubicBezTo>
                  <a:pt x="218040" y="86107"/>
                  <a:pt x="221262" y="84779"/>
                  <a:pt x="224474" y="83009"/>
                </a:cubicBezTo>
                <a:lnTo>
                  <a:pt x="224474" y="93508"/>
                </a:lnTo>
                <a:cubicBezTo>
                  <a:pt x="221303" y="94990"/>
                  <a:pt x="218019" y="96102"/>
                  <a:pt x="214623" y="96843"/>
                </a:cubicBezTo>
                <a:cubicBezTo>
                  <a:pt x="211226" y="97584"/>
                  <a:pt x="207613" y="97955"/>
                  <a:pt x="203783" y="97955"/>
                </a:cubicBezTo>
                <a:cubicBezTo>
                  <a:pt x="193366" y="97955"/>
                  <a:pt x="185090" y="94676"/>
                  <a:pt x="178955" y="88119"/>
                </a:cubicBezTo>
                <a:cubicBezTo>
                  <a:pt x="172820" y="81561"/>
                  <a:pt x="169752" y="72714"/>
                  <a:pt x="169752" y="61577"/>
                </a:cubicBezTo>
                <a:cubicBezTo>
                  <a:pt x="169752" y="50276"/>
                  <a:pt x="172851" y="41388"/>
                  <a:pt x="179047" y="34913"/>
                </a:cubicBezTo>
                <a:cubicBezTo>
                  <a:pt x="185244" y="28437"/>
                  <a:pt x="193737" y="25199"/>
                  <a:pt x="204524" y="25199"/>
                </a:cubicBezTo>
                <a:cubicBezTo>
                  <a:pt x="208024" y="25199"/>
                  <a:pt x="211442" y="25559"/>
                  <a:pt x="214777" y="26280"/>
                </a:cubicBezTo>
                <a:cubicBezTo>
                  <a:pt x="218112" y="27000"/>
                  <a:pt x="221344" y="28081"/>
                  <a:pt x="224474" y="29522"/>
                </a:cubicBezTo>
                <a:close/>
                <a:moveTo>
                  <a:pt x="284219" y="37551"/>
                </a:moveTo>
                <a:cubicBezTo>
                  <a:pt x="282943" y="36790"/>
                  <a:pt x="281553" y="36229"/>
                  <a:pt x="280050" y="35868"/>
                </a:cubicBezTo>
                <a:cubicBezTo>
                  <a:pt x="278548" y="35508"/>
                  <a:pt x="276890" y="35328"/>
                  <a:pt x="275079" y="35328"/>
                </a:cubicBezTo>
                <a:cubicBezTo>
                  <a:pt x="268655" y="35328"/>
                  <a:pt x="263725" y="37423"/>
                  <a:pt x="260286" y="41614"/>
                </a:cubicBezTo>
                <a:cubicBezTo>
                  <a:pt x="256848" y="45804"/>
                  <a:pt x="255129" y="51820"/>
                  <a:pt x="255129" y="59662"/>
                </a:cubicBezTo>
                <a:lnTo>
                  <a:pt x="255129" y="96102"/>
                </a:lnTo>
                <a:lnTo>
                  <a:pt x="243703" y="96102"/>
                </a:lnTo>
                <a:lnTo>
                  <a:pt x="243703" y="26928"/>
                </a:lnTo>
                <a:lnTo>
                  <a:pt x="255129" y="26928"/>
                </a:lnTo>
                <a:lnTo>
                  <a:pt x="255129" y="37675"/>
                </a:lnTo>
                <a:cubicBezTo>
                  <a:pt x="257517" y="33455"/>
                  <a:pt x="260626" y="30320"/>
                  <a:pt x="264455" y="28272"/>
                </a:cubicBezTo>
                <a:cubicBezTo>
                  <a:pt x="268285" y="26223"/>
                  <a:pt x="272937" y="25199"/>
                  <a:pt x="278414" y="25199"/>
                </a:cubicBezTo>
                <a:cubicBezTo>
                  <a:pt x="279196" y="25199"/>
                  <a:pt x="280061" y="25250"/>
                  <a:pt x="281008" y="25353"/>
                </a:cubicBezTo>
                <a:cubicBezTo>
                  <a:pt x="281955" y="25456"/>
                  <a:pt x="283005" y="25611"/>
                  <a:pt x="284158" y="25817"/>
                </a:cubicBezTo>
                <a:lnTo>
                  <a:pt x="284219" y="37551"/>
                </a:lnTo>
                <a:close/>
                <a:moveTo>
                  <a:pt x="352508" y="58674"/>
                </a:moveTo>
                <a:lnTo>
                  <a:pt x="352508" y="64233"/>
                </a:lnTo>
                <a:lnTo>
                  <a:pt x="300257" y="64233"/>
                </a:lnTo>
                <a:cubicBezTo>
                  <a:pt x="300752" y="72077"/>
                  <a:pt x="303109" y="78052"/>
                  <a:pt x="307329" y="82159"/>
                </a:cubicBezTo>
                <a:cubicBezTo>
                  <a:pt x="311550" y="86266"/>
                  <a:pt x="317427" y="88320"/>
                  <a:pt x="324962" y="88320"/>
                </a:cubicBezTo>
                <a:cubicBezTo>
                  <a:pt x="329327" y="88320"/>
                  <a:pt x="333558" y="87785"/>
                  <a:pt x="337655" y="86714"/>
                </a:cubicBezTo>
                <a:cubicBezTo>
                  <a:pt x="341751" y="85644"/>
                  <a:pt x="345817" y="84038"/>
                  <a:pt x="349853" y="81897"/>
                </a:cubicBezTo>
                <a:lnTo>
                  <a:pt x="349853" y="92643"/>
                </a:lnTo>
                <a:cubicBezTo>
                  <a:pt x="345776" y="94373"/>
                  <a:pt x="341597" y="95690"/>
                  <a:pt x="337315" y="96596"/>
                </a:cubicBezTo>
                <a:cubicBezTo>
                  <a:pt x="333033" y="97502"/>
                  <a:pt x="328689" y="97955"/>
                  <a:pt x="324283" y="97955"/>
                </a:cubicBezTo>
                <a:cubicBezTo>
                  <a:pt x="313248" y="97955"/>
                  <a:pt x="304509" y="94738"/>
                  <a:pt x="298065" y="88305"/>
                </a:cubicBezTo>
                <a:cubicBezTo>
                  <a:pt x="291621" y="81870"/>
                  <a:pt x="288399" y="73167"/>
                  <a:pt x="288399" y="62197"/>
                </a:cubicBezTo>
                <a:cubicBezTo>
                  <a:pt x="288399" y="50854"/>
                  <a:pt x="291456" y="41852"/>
                  <a:pt x="297571" y="35191"/>
                </a:cubicBezTo>
                <a:cubicBezTo>
                  <a:pt x="303685" y="28530"/>
                  <a:pt x="311931" y="25199"/>
                  <a:pt x="322307" y="25199"/>
                </a:cubicBezTo>
                <a:cubicBezTo>
                  <a:pt x="331612" y="25199"/>
                  <a:pt x="338972" y="28200"/>
                  <a:pt x="344387" y="34203"/>
                </a:cubicBezTo>
                <a:cubicBezTo>
                  <a:pt x="349801" y="40204"/>
                  <a:pt x="352508" y="48361"/>
                  <a:pt x="352508" y="58674"/>
                </a:cubicBezTo>
                <a:moveTo>
                  <a:pt x="341144" y="55339"/>
                </a:moveTo>
                <a:cubicBezTo>
                  <a:pt x="341062" y="49102"/>
                  <a:pt x="339322" y="44126"/>
                  <a:pt x="335925" y="40410"/>
                </a:cubicBezTo>
                <a:cubicBezTo>
                  <a:pt x="332528" y="36693"/>
                  <a:pt x="328030" y="34834"/>
                  <a:pt x="322430" y="34834"/>
                </a:cubicBezTo>
                <a:cubicBezTo>
                  <a:pt x="316089" y="34834"/>
                  <a:pt x="311014" y="36631"/>
                  <a:pt x="307206" y="40225"/>
                </a:cubicBezTo>
                <a:cubicBezTo>
                  <a:pt x="303397" y="43817"/>
                  <a:pt x="301204" y="48876"/>
                  <a:pt x="300628" y="55401"/>
                </a:cubicBezTo>
                <a:lnTo>
                  <a:pt x="341144" y="55339"/>
                </a:lnTo>
                <a:close/>
                <a:moveTo>
                  <a:pt x="402568" y="61268"/>
                </a:moveTo>
                <a:cubicBezTo>
                  <a:pt x="393386" y="61268"/>
                  <a:pt x="387024" y="62323"/>
                  <a:pt x="383483" y="64434"/>
                </a:cubicBezTo>
                <a:cubicBezTo>
                  <a:pt x="379942" y="66542"/>
                  <a:pt x="378172" y="70141"/>
                  <a:pt x="378172" y="75228"/>
                </a:cubicBezTo>
                <a:cubicBezTo>
                  <a:pt x="378172" y="79282"/>
                  <a:pt x="379500" y="82498"/>
                  <a:pt x="382155" y="84877"/>
                </a:cubicBezTo>
                <a:cubicBezTo>
                  <a:pt x="384811" y="87255"/>
                  <a:pt x="388424" y="88444"/>
                  <a:pt x="392995" y="88444"/>
                </a:cubicBezTo>
                <a:cubicBezTo>
                  <a:pt x="399295" y="88444"/>
                  <a:pt x="404349" y="86200"/>
                  <a:pt x="408157" y="81712"/>
                </a:cubicBezTo>
                <a:cubicBezTo>
                  <a:pt x="411966" y="77222"/>
                  <a:pt x="413870" y="71254"/>
                  <a:pt x="413870" y="63806"/>
                </a:cubicBezTo>
                <a:lnTo>
                  <a:pt x="413870" y="61268"/>
                </a:lnTo>
                <a:lnTo>
                  <a:pt x="402568" y="61268"/>
                </a:lnTo>
                <a:moveTo>
                  <a:pt x="425235" y="56574"/>
                </a:moveTo>
                <a:lnTo>
                  <a:pt x="425235" y="96102"/>
                </a:lnTo>
                <a:lnTo>
                  <a:pt x="413870" y="96102"/>
                </a:lnTo>
                <a:lnTo>
                  <a:pt x="413870" y="85603"/>
                </a:lnTo>
                <a:cubicBezTo>
                  <a:pt x="411276" y="89823"/>
                  <a:pt x="408044" y="92937"/>
                  <a:pt x="404174" y="94944"/>
                </a:cubicBezTo>
                <a:cubicBezTo>
                  <a:pt x="400303" y="96951"/>
                  <a:pt x="395568" y="97955"/>
                  <a:pt x="389968" y="97955"/>
                </a:cubicBezTo>
                <a:cubicBezTo>
                  <a:pt x="382886" y="97955"/>
                  <a:pt x="377256" y="95963"/>
                  <a:pt x="373076" y="91979"/>
                </a:cubicBezTo>
                <a:cubicBezTo>
                  <a:pt x="368897" y="87995"/>
                  <a:pt x="366808" y="82658"/>
                  <a:pt x="366808" y="75970"/>
                </a:cubicBezTo>
                <a:cubicBezTo>
                  <a:pt x="366808" y="68167"/>
                  <a:pt x="369412" y="62284"/>
                  <a:pt x="374620" y="58321"/>
                </a:cubicBezTo>
                <a:cubicBezTo>
                  <a:pt x="379829" y="54357"/>
                  <a:pt x="387601" y="52374"/>
                  <a:pt x="397936" y="52374"/>
                </a:cubicBezTo>
                <a:lnTo>
                  <a:pt x="413870" y="52374"/>
                </a:lnTo>
                <a:lnTo>
                  <a:pt x="413870" y="51263"/>
                </a:lnTo>
                <a:cubicBezTo>
                  <a:pt x="413870" y="46033"/>
                  <a:pt x="412151" y="41988"/>
                  <a:pt x="408713" y="39126"/>
                </a:cubicBezTo>
                <a:cubicBezTo>
                  <a:pt x="405275" y="36265"/>
                  <a:pt x="400447" y="34834"/>
                  <a:pt x="394230" y="34834"/>
                </a:cubicBezTo>
                <a:cubicBezTo>
                  <a:pt x="390277" y="34834"/>
                  <a:pt x="386427" y="35307"/>
                  <a:pt x="382680" y="36254"/>
                </a:cubicBezTo>
                <a:cubicBezTo>
                  <a:pt x="378934" y="37201"/>
                  <a:pt x="375331" y="38622"/>
                  <a:pt x="371872" y="40516"/>
                </a:cubicBezTo>
                <a:lnTo>
                  <a:pt x="371872" y="30016"/>
                </a:lnTo>
                <a:cubicBezTo>
                  <a:pt x="376031" y="28411"/>
                  <a:pt x="380066" y="27206"/>
                  <a:pt x="383977" y="26403"/>
                </a:cubicBezTo>
                <a:cubicBezTo>
                  <a:pt x="387889" y="25600"/>
                  <a:pt x="391698" y="25199"/>
                  <a:pt x="395403" y="25199"/>
                </a:cubicBezTo>
                <a:cubicBezTo>
                  <a:pt x="405409" y="25199"/>
                  <a:pt x="412882" y="27793"/>
                  <a:pt x="417823" y="32981"/>
                </a:cubicBezTo>
                <a:cubicBezTo>
                  <a:pt x="422764" y="38169"/>
                  <a:pt x="425235" y="46033"/>
                  <a:pt x="425235" y="56574"/>
                </a:cubicBezTo>
                <a:close/>
                <a:moveTo>
                  <a:pt x="492640" y="28905"/>
                </a:moveTo>
                <a:lnTo>
                  <a:pt x="492640" y="39651"/>
                </a:lnTo>
                <a:cubicBezTo>
                  <a:pt x="489428" y="38004"/>
                  <a:pt x="486093" y="36769"/>
                  <a:pt x="482635" y="35946"/>
                </a:cubicBezTo>
                <a:cubicBezTo>
                  <a:pt x="479176" y="35122"/>
                  <a:pt x="475594" y="34710"/>
                  <a:pt x="471888" y="34710"/>
                </a:cubicBezTo>
                <a:cubicBezTo>
                  <a:pt x="466247" y="34710"/>
                  <a:pt x="462016" y="35577"/>
                  <a:pt x="459196" y="37310"/>
                </a:cubicBezTo>
                <a:cubicBezTo>
                  <a:pt x="456375" y="39043"/>
                  <a:pt x="454965" y="41643"/>
                  <a:pt x="454965" y="45110"/>
                </a:cubicBezTo>
                <a:cubicBezTo>
                  <a:pt x="454965" y="47750"/>
                  <a:pt x="455974" y="49824"/>
                  <a:pt x="457991" y="51330"/>
                </a:cubicBezTo>
                <a:cubicBezTo>
                  <a:pt x="460009" y="52837"/>
                  <a:pt x="464065" y="54271"/>
                  <a:pt x="470159" y="55632"/>
                </a:cubicBezTo>
                <a:lnTo>
                  <a:pt x="474050" y="56501"/>
                </a:lnTo>
                <a:cubicBezTo>
                  <a:pt x="482120" y="58233"/>
                  <a:pt x="487853" y="60677"/>
                  <a:pt x="491250" y="63833"/>
                </a:cubicBezTo>
                <a:cubicBezTo>
                  <a:pt x="494647" y="66988"/>
                  <a:pt x="496346" y="71391"/>
                  <a:pt x="496346" y="77043"/>
                </a:cubicBezTo>
                <a:cubicBezTo>
                  <a:pt x="496346" y="83478"/>
                  <a:pt x="493803" y="88572"/>
                  <a:pt x="488718" y="92325"/>
                </a:cubicBezTo>
                <a:cubicBezTo>
                  <a:pt x="483633" y="96078"/>
                  <a:pt x="476644" y="97955"/>
                  <a:pt x="467750" y="97955"/>
                </a:cubicBezTo>
                <a:cubicBezTo>
                  <a:pt x="464044" y="97955"/>
                  <a:pt x="460184" y="97595"/>
                  <a:pt x="456169" y="96874"/>
                </a:cubicBezTo>
                <a:cubicBezTo>
                  <a:pt x="452155" y="96154"/>
                  <a:pt x="447924" y="95073"/>
                  <a:pt x="443477" y="93632"/>
                </a:cubicBezTo>
                <a:lnTo>
                  <a:pt x="443477" y="81897"/>
                </a:lnTo>
                <a:cubicBezTo>
                  <a:pt x="447677" y="84079"/>
                  <a:pt x="451815" y="85716"/>
                  <a:pt x="455891" y="86807"/>
                </a:cubicBezTo>
                <a:cubicBezTo>
                  <a:pt x="459968" y="87898"/>
                  <a:pt x="464003" y="88444"/>
                  <a:pt x="467997" y="88444"/>
                </a:cubicBezTo>
                <a:cubicBezTo>
                  <a:pt x="473350" y="88444"/>
                  <a:pt x="477467" y="87526"/>
                  <a:pt x="480349" y="85689"/>
                </a:cubicBezTo>
                <a:cubicBezTo>
                  <a:pt x="483232" y="83853"/>
                  <a:pt x="484673" y="81264"/>
                  <a:pt x="484673" y="77923"/>
                </a:cubicBezTo>
                <a:cubicBezTo>
                  <a:pt x="484673" y="74828"/>
                  <a:pt x="483633" y="72456"/>
                  <a:pt x="481554" y="70805"/>
                </a:cubicBezTo>
                <a:cubicBezTo>
                  <a:pt x="479474" y="69154"/>
                  <a:pt x="474914" y="67565"/>
                  <a:pt x="467873" y="66039"/>
                </a:cubicBezTo>
                <a:lnTo>
                  <a:pt x="463921" y="65111"/>
                </a:lnTo>
                <a:cubicBezTo>
                  <a:pt x="456880" y="63626"/>
                  <a:pt x="451795" y="61347"/>
                  <a:pt x="448665" y="58275"/>
                </a:cubicBezTo>
                <a:cubicBezTo>
                  <a:pt x="445536" y="55201"/>
                  <a:pt x="443971" y="50982"/>
                  <a:pt x="443971" y="45619"/>
                </a:cubicBezTo>
                <a:cubicBezTo>
                  <a:pt x="443971" y="39101"/>
                  <a:pt x="446277" y="34068"/>
                  <a:pt x="450889" y="30520"/>
                </a:cubicBezTo>
                <a:cubicBezTo>
                  <a:pt x="455500" y="26973"/>
                  <a:pt x="462047" y="25199"/>
                  <a:pt x="470529" y="25199"/>
                </a:cubicBezTo>
                <a:cubicBezTo>
                  <a:pt x="474729" y="25199"/>
                  <a:pt x="478682" y="25508"/>
                  <a:pt x="482387" y="26125"/>
                </a:cubicBezTo>
                <a:cubicBezTo>
                  <a:pt x="486093" y="26743"/>
                  <a:pt x="489511" y="27670"/>
                  <a:pt x="492640" y="28905"/>
                </a:cubicBezTo>
                <a:close/>
                <a:moveTo>
                  <a:pt x="573485" y="58674"/>
                </a:moveTo>
                <a:lnTo>
                  <a:pt x="573485" y="64233"/>
                </a:lnTo>
                <a:lnTo>
                  <a:pt x="521234" y="64233"/>
                </a:lnTo>
                <a:cubicBezTo>
                  <a:pt x="521728" y="72077"/>
                  <a:pt x="524085" y="78052"/>
                  <a:pt x="528305" y="82159"/>
                </a:cubicBezTo>
                <a:cubicBezTo>
                  <a:pt x="532526" y="86266"/>
                  <a:pt x="538404" y="88320"/>
                  <a:pt x="545939" y="88320"/>
                </a:cubicBezTo>
                <a:cubicBezTo>
                  <a:pt x="550303" y="88320"/>
                  <a:pt x="554534" y="87785"/>
                  <a:pt x="558631" y="86714"/>
                </a:cubicBezTo>
                <a:cubicBezTo>
                  <a:pt x="562728" y="85644"/>
                  <a:pt x="566794" y="84038"/>
                  <a:pt x="570829" y="81897"/>
                </a:cubicBezTo>
                <a:lnTo>
                  <a:pt x="570829" y="92643"/>
                </a:lnTo>
                <a:cubicBezTo>
                  <a:pt x="566752" y="94373"/>
                  <a:pt x="562573" y="95690"/>
                  <a:pt x="558291" y="96596"/>
                </a:cubicBezTo>
                <a:cubicBezTo>
                  <a:pt x="554009" y="97502"/>
                  <a:pt x="549665" y="97955"/>
                  <a:pt x="545259" y="97955"/>
                </a:cubicBezTo>
                <a:cubicBezTo>
                  <a:pt x="534224" y="97955"/>
                  <a:pt x="525485" y="94738"/>
                  <a:pt x="519041" y="88305"/>
                </a:cubicBezTo>
                <a:cubicBezTo>
                  <a:pt x="512597" y="81870"/>
                  <a:pt x="509375" y="73167"/>
                  <a:pt x="509375" y="62197"/>
                </a:cubicBezTo>
                <a:cubicBezTo>
                  <a:pt x="509375" y="50854"/>
                  <a:pt x="512432" y="41852"/>
                  <a:pt x="518547" y="35191"/>
                </a:cubicBezTo>
                <a:cubicBezTo>
                  <a:pt x="524661" y="28530"/>
                  <a:pt x="532907" y="25199"/>
                  <a:pt x="543283" y="25199"/>
                </a:cubicBezTo>
                <a:cubicBezTo>
                  <a:pt x="552588" y="25199"/>
                  <a:pt x="559948" y="28200"/>
                  <a:pt x="565363" y="34203"/>
                </a:cubicBezTo>
                <a:cubicBezTo>
                  <a:pt x="570777" y="40204"/>
                  <a:pt x="573485" y="48361"/>
                  <a:pt x="573485" y="58674"/>
                </a:cubicBezTo>
                <a:moveTo>
                  <a:pt x="562120" y="55339"/>
                </a:moveTo>
                <a:cubicBezTo>
                  <a:pt x="562038" y="49102"/>
                  <a:pt x="560298" y="44126"/>
                  <a:pt x="556901" y="40410"/>
                </a:cubicBezTo>
                <a:cubicBezTo>
                  <a:pt x="553504" y="36693"/>
                  <a:pt x="549006" y="34834"/>
                  <a:pt x="543406" y="34834"/>
                </a:cubicBezTo>
                <a:cubicBezTo>
                  <a:pt x="537065" y="34834"/>
                  <a:pt x="531991" y="36631"/>
                  <a:pt x="528182" y="40225"/>
                </a:cubicBezTo>
                <a:cubicBezTo>
                  <a:pt x="524373" y="43817"/>
                  <a:pt x="522181" y="48876"/>
                  <a:pt x="521604" y="55401"/>
                </a:cubicBezTo>
                <a:lnTo>
                  <a:pt x="562120" y="55339"/>
                </a:lnTo>
                <a:close/>
                <a:moveTo>
                  <a:pt x="637626" y="37428"/>
                </a:moveTo>
                <a:lnTo>
                  <a:pt x="637626" y="0"/>
                </a:lnTo>
                <a:lnTo>
                  <a:pt x="648990" y="0"/>
                </a:lnTo>
                <a:lnTo>
                  <a:pt x="648990" y="96102"/>
                </a:lnTo>
                <a:lnTo>
                  <a:pt x="637626" y="96102"/>
                </a:lnTo>
                <a:lnTo>
                  <a:pt x="637626" y="85726"/>
                </a:lnTo>
                <a:cubicBezTo>
                  <a:pt x="635238" y="89864"/>
                  <a:pt x="632222" y="92937"/>
                  <a:pt x="628578" y="94944"/>
                </a:cubicBezTo>
                <a:cubicBezTo>
                  <a:pt x="624934" y="96951"/>
                  <a:pt x="620559" y="97955"/>
                  <a:pt x="615453" y="97955"/>
                </a:cubicBezTo>
                <a:cubicBezTo>
                  <a:pt x="607095" y="97955"/>
                  <a:pt x="600291" y="94614"/>
                  <a:pt x="595041" y="87932"/>
                </a:cubicBezTo>
                <a:cubicBezTo>
                  <a:pt x="589791" y="81250"/>
                  <a:pt x="587166" y="72465"/>
                  <a:pt x="587166" y="61577"/>
                </a:cubicBezTo>
                <a:cubicBezTo>
                  <a:pt x="587166" y="50689"/>
                  <a:pt x="589791" y="41904"/>
                  <a:pt x="595041" y="35222"/>
                </a:cubicBezTo>
                <a:cubicBezTo>
                  <a:pt x="600291" y="28540"/>
                  <a:pt x="607095" y="25199"/>
                  <a:pt x="615453" y="25199"/>
                </a:cubicBezTo>
                <a:cubicBezTo>
                  <a:pt x="620559" y="25199"/>
                  <a:pt x="624934" y="26203"/>
                  <a:pt x="628578" y="28210"/>
                </a:cubicBezTo>
                <a:cubicBezTo>
                  <a:pt x="632222" y="30217"/>
                  <a:pt x="635238" y="33290"/>
                  <a:pt x="637626" y="37428"/>
                </a:cubicBezTo>
                <a:moveTo>
                  <a:pt x="598901" y="61577"/>
                </a:moveTo>
                <a:cubicBezTo>
                  <a:pt x="598901" y="69955"/>
                  <a:pt x="600620" y="76527"/>
                  <a:pt x="604058" y="81295"/>
                </a:cubicBezTo>
                <a:cubicBezTo>
                  <a:pt x="607496" y="86061"/>
                  <a:pt x="612221" y="88444"/>
                  <a:pt x="618233" y="88444"/>
                </a:cubicBezTo>
                <a:cubicBezTo>
                  <a:pt x="624244" y="88444"/>
                  <a:pt x="628979" y="86061"/>
                  <a:pt x="632438" y="81295"/>
                </a:cubicBezTo>
                <a:cubicBezTo>
                  <a:pt x="635897" y="76527"/>
                  <a:pt x="637626" y="69955"/>
                  <a:pt x="637626" y="61577"/>
                </a:cubicBezTo>
                <a:cubicBezTo>
                  <a:pt x="637626" y="53199"/>
                  <a:pt x="635897" y="46627"/>
                  <a:pt x="632438" y="41861"/>
                </a:cubicBezTo>
                <a:cubicBezTo>
                  <a:pt x="628979" y="37094"/>
                  <a:pt x="624244" y="34710"/>
                  <a:pt x="618233" y="34710"/>
                </a:cubicBezTo>
                <a:cubicBezTo>
                  <a:pt x="612221" y="34710"/>
                  <a:pt x="607496" y="37094"/>
                  <a:pt x="604058" y="41861"/>
                </a:cubicBezTo>
                <a:cubicBezTo>
                  <a:pt x="600620" y="46627"/>
                  <a:pt x="598901" y="53199"/>
                  <a:pt x="598901" y="61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Focallength">
            <a:extLst xmlns:a="http://schemas.openxmlformats.org/drawingml/2006/main">
              <a:ext uri="{FF2B5EF4-FFF2-40B4-BE49-F238E27FC236}">
                <a16:creationId xmlns:a16="http://schemas.microsoft.com/office/drawing/2014/main" id="{153D1178-6D08-4400-84DE-19C16757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82" y="5306788"/>
            <a:ext cx="747131" cy="122413"/>
          </a:xfrm>
          <a:custGeom xmlns:a="http://schemas.openxmlformats.org/drawingml/2006/main">
            <a:pathLst>
              <a:path w="747131" h="122413">
                <a:moveTo>
                  <a:pt x="0" y="3829"/>
                </a:moveTo>
                <a:lnTo>
                  <a:pt x="52992" y="3829"/>
                </a:lnTo>
                <a:lnTo>
                  <a:pt x="52992" y="14329"/>
                </a:lnTo>
                <a:lnTo>
                  <a:pt x="12476" y="14329"/>
                </a:lnTo>
                <a:lnTo>
                  <a:pt x="12476" y="41504"/>
                </a:lnTo>
                <a:lnTo>
                  <a:pt x="49039" y="41504"/>
                </a:lnTo>
                <a:lnTo>
                  <a:pt x="49039" y="52004"/>
                </a:lnTo>
                <a:lnTo>
                  <a:pt x="12476" y="52004"/>
                </a:lnTo>
                <a:lnTo>
                  <a:pt x="12476" y="96102"/>
                </a:lnTo>
                <a:lnTo>
                  <a:pt x="0" y="96102"/>
                </a:lnTo>
                <a:lnTo>
                  <a:pt x="0" y="3829"/>
                </a:lnTo>
                <a:close/>
                <a:moveTo>
                  <a:pt x="94488" y="34834"/>
                </a:moveTo>
                <a:cubicBezTo>
                  <a:pt x="88395" y="34834"/>
                  <a:pt x="83577" y="37218"/>
                  <a:pt x="80036" y="41985"/>
                </a:cubicBezTo>
                <a:cubicBezTo>
                  <a:pt x="76495" y="46751"/>
                  <a:pt x="74724" y="53282"/>
                  <a:pt x="74724" y="61577"/>
                </a:cubicBezTo>
                <a:cubicBezTo>
                  <a:pt x="74724" y="69872"/>
                  <a:pt x="76485" y="76404"/>
                  <a:pt x="80005" y="81171"/>
                </a:cubicBezTo>
                <a:cubicBezTo>
                  <a:pt x="83526" y="85937"/>
                  <a:pt x="88353" y="88320"/>
                  <a:pt x="94488" y="88320"/>
                </a:cubicBezTo>
                <a:cubicBezTo>
                  <a:pt x="100541" y="88320"/>
                  <a:pt x="105338" y="85927"/>
                  <a:pt x="108879" y="81140"/>
                </a:cubicBezTo>
                <a:cubicBezTo>
                  <a:pt x="112420" y="76352"/>
                  <a:pt x="114191" y="69831"/>
                  <a:pt x="114191" y="61577"/>
                </a:cubicBezTo>
                <a:cubicBezTo>
                  <a:pt x="114191" y="53364"/>
                  <a:pt x="112420" y="46854"/>
                  <a:pt x="108879" y="42047"/>
                </a:cubicBezTo>
                <a:cubicBezTo>
                  <a:pt x="105338" y="37238"/>
                  <a:pt x="100541" y="34834"/>
                  <a:pt x="94488" y="34834"/>
                </a:cubicBezTo>
                <a:moveTo>
                  <a:pt x="94488" y="25199"/>
                </a:moveTo>
                <a:cubicBezTo>
                  <a:pt x="104370" y="25199"/>
                  <a:pt x="112132" y="28416"/>
                  <a:pt x="117773" y="34851"/>
                </a:cubicBezTo>
                <a:cubicBezTo>
                  <a:pt x="123414" y="41285"/>
                  <a:pt x="126234" y="50193"/>
                  <a:pt x="126234" y="61577"/>
                </a:cubicBezTo>
                <a:cubicBezTo>
                  <a:pt x="126234" y="72919"/>
                  <a:pt x="123414" y="81818"/>
                  <a:pt x="117773" y="88274"/>
                </a:cubicBezTo>
                <a:cubicBezTo>
                  <a:pt x="112132" y="94728"/>
                  <a:pt x="104370" y="97955"/>
                  <a:pt x="94488" y="97955"/>
                </a:cubicBezTo>
                <a:cubicBezTo>
                  <a:pt x="84565" y="97955"/>
                  <a:pt x="76794" y="94728"/>
                  <a:pt x="71173" y="88274"/>
                </a:cubicBezTo>
                <a:cubicBezTo>
                  <a:pt x="65553" y="81818"/>
                  <a:pt x="62743" y="72919"/>
                  <a:pt x="62743" y="61577"/>
                </a:cubicBezTo>
                <a:cubicBezTo>
                  <a:pt x="62743" y="50193"/>
                  <a:pt x="65553" y="41285"/>
                  <a:pt x="71173" y="34851"/>
                </a:cubicBezTo>
                <a:cubicBezTo>
                  <a:pt x="76794" y="28416"/>
                  <a:pt x="84565" y="25199"/>
                  <a:pt x="94488" y="25199"/>
                </a:cubicBezTo>
                <a:close/>
                <a:moveTo>
                  <a:pt x="194749" y="29522"/>
                </a:moveTo>
                <a:lnTo>
                  <a:pt x="194749" y="40145"/>
                </a:lnTo>
                <a:cubicBezTo>
                  <a:pt x="191537" y="38375"/>
                  <a:pt x="188315" y="37047"/>
                  <a:pt x="185083" y="36162"/>
                </a:cubicBezTo>
                <a:cubicBezTo>
                  <a:pt x="181851" y="35277"/>
                  <a:pt x="178588" y="34834"/>
                  <a:pt x="175294" y="34834"/>
                </a:cubicBezTo>
                <a:cubicBezTo>
                  <a:pt x="167924" y="34834"/>
                  <a:pt x="162200" y="37176"/>
                  <a:pt x="158124" y="41861"/>
                </a:cubicBezTo>
                <a:cubicBezTo>
                  <a:pt x="154048" y="46545"/>
                  <a:pt x="152010" y="53117"/>
                  <a:pt x="152010" y="61577"/>
                </a:cubicBezTo>
                <a:cubicBezTo>
                  <a:pt x="152010" y="70037"/>
                  <a:pt x="154048" y="76610"/>
                  <a:pt x="158124" y="81295"/>
                </a:cubicBezTo>
                <a:cubicBezTo>
                  <a:pt x="162200" y="85978"/>
                  <a:pt x="167924" y="88320"/>
                  <a:pt x="175294" y="88320"/>
                </a:cubicBezTo>
                <a:cubicBezTo>
                  <a:pt x="178588" y="88320"/>
                  <a:pt x="181851" y="87877"/>
                  <a:pt x="185083" y="86992"/>
                </a:cubicBezTo>
                <a:cubicBezTo>
                  <a:pt x="188315" y="86107"/>
                  <a:pt x="191537" y="84779"/>
                  <a:pt x="194749" y="83009"/>
                </a:cubicBezTo>
                <a:lnTo>
                  <a:pt x="194749" y="93508"/>
                </a:lnTo>
                <a:cubicBezTo>
                  <a:pt x="191579" y="94990"/>
                  <a:pt x="188295" y="96102"/>
                  <a:pt x="184898" y="96843"/>
                </a:cubicBezTo>
                <a:cubicBezTo>
                  <a:pt x="181501" y="97584"/>
                  <a:pt x="177888" y="97955"/>
                  <a:pt x="174059" y="97955"/>
                </a:cubicBezTo>
                <a:cubicBezTo>
                  <a:pt x="163641" y="97955"/>
                  <a:pt x="155365" y="94676"/>
                  <a:pt x="149230" y="88119"/>
                </a:cubicBezTo>
                <a:cubicBezTo>
                  <a:pt x="143095" y="81561"/>
                  <a:pt x="140028" y="72714"/>
                  <a:pt x="140028" y="61577"/>
                </a:cubicBezTo>
                <a:cubicBezTo>
                  <a:pt x="140028" y="50276"/>
                  <a:pt x="143126" y="41388"/>
                  <a:pt x="149323" y="34913"/>
                </a:cubicBezTo>
                <a:cubicBezTo>
                  <a:pt x="155520" y="28437"/>
                  <a:pt x="164012" y="25199"/>
                  <a:pt x="174800" y="25199"/>
                </a:cubicBezTo>
                <a:cubicBezTo>
                  <a:pt x="178300" y="25199"/>
                  <a:pt x="181717" y="25559"/>
                  <a:pt x="185052" y="26280"/>
                </a:cubicBezTo>
                <a:cubicBezTo>
                  <a:pt x="188388" y="27000"/>
                  <a:pt x="191620" y="28081"/>
                  <a:pt x="194749" y="29522"/>
                </a:cubicBezTo>
                <a:close/>
                <a:moveTo>
                  <a:pt x="245848" y="61268"/>
                </a:moveTo>
                <a:cubicBezTo>
                  <a:pt x="236666" y="61268"/>
                  <a:pt x="230304" y="62323"/>
                  <a:pt x="226763" y="64434"/>
                </a:cubicBezTo>
                <a:cubicBezTo>
                  <a:pt x="223222" y="66542"/>
                  <a:pt x="221452" y="70141"/>
                  <a:pt x="221452" y="75228"/>
                </a:cubicBezTo>
                <a:cubicBezTo>
                  <a:pt x="221452" y="79282"/>
                  <a:pt x="222780" y="82498"/>
                  <a:pt x="225435" y="84877"/>
                </a:cubicBezTo>
                <a:cubicBezTo>
                  <a:pt x="228091" y="87255"/>
                  <a:pt x="231704" y="88444"/>
                  <a:pt x="236275" y="88444"/>
                </a:cubicBezTo>
                <a:cubicBezTo>
                  <a:pt x="242574" y="88444"/>
                  <a:pt x="247629" y="86200"/>
                  <a:pt x="251437" y="81712"/>
                </a:cubicBezTo>
                <a:cubicBezTo>
                  <a:pt x="255246" y="77222"/>
                  <a:pt x="257150" y="71254"/>
                  <a:pt x="257150" y="63806"/>
                </a:cubicBezTo>
                <a:lnTo>
                  <a:pt x="257150" y="61268"/>
                </a:lnTo>
                <a:lnTo>
                  <a:pt x="245848" y="61268"/>
                </a:lnTo>
                <a:moveTo>
                  <a:pt x="268515" y="56574"/>
                </a:moveTo>
                <a:lnTo>
                  <a:pt x="268515" y="96102"/>
                </a:lnTo>
                <a:lnTo>
                  <a:pt x="257150" y="96102"/>
                </a:lnTo>
                <a:lnTo>
                  <a:pt x="257150" y="85603"/>
                </a:lnTo>
                <a:cubicBezTo>
                  <a:pt x="254556" y="89823"/>
                  <a:pt x="251324" y="92937"/>
                  <a:pt x="247454" y="94944"/>
                </a:cubicBezTo>
                <a:cubicBezTo>
                  <a:pt x="243583" y="96951"/>
                  <a:pt x="238848" y="97955"/>
                  <a:pt x="233248" y="97955"/>
                </a:cubicBezTo>
                <a:cubicBezTo>
                  <a:pt x="226166" y="97955"/>
                  <a:pt x="220536" y="95963"/>
                  <a:pt x="216356" y="91979"/>
                </a:cubicBezTo>
                <a:cubicBezTo>
                  <a:pt x="212177" y="87995"/>
                  <a:pt x="210087" y="82658"/>
                  <a:pt x="210087" y="75970"/>
                </a:cubicBezTo>
                <a:cubicBezTo>
                  <a:pt x="210087" y="68167"/>
                  <a:pt x="212692" y="62284"/>
                  <a:pt x="217900" y="58321"/>
                </a:cubicBezTo>
                <a:cubicBezTo>
                  <a:pt x="223109" y="54357"/>
                  <a:pt x="230881" y="52374"/>
                  <a:pt x="241216" y="52374"/>
                </a:cubicBezTo>
                <a:lnTo>
                  <a:pt x="257150" y="52374"/>
                </a:lnTo>
                <a:lnTo>
                  <a:pt x="257150" y="51263"/>
                </a:lnTo>
                <a:cubicBezTo>
                  <a:pt x="257150" y="46033"/>
                  <a:pt x="255431" y="41988"/>
                  <a:pt x="251993" y="39126"/>
                </a:cubicBezTo>
                <a:cubicBezTo>
                  <a:pt x="248555" y="36265"/>
                  <a:pt x="243727" y="34834"/>
                  <a:pt x="237510" y="34834"/>
                </a:cubicBezTo>
                <a:cubicBezTo>
                  <a:pt x="233557" y="34834"/>
                  <a:pt x="229707" y="35307"/>
                  <a:pt x="225960" y="36254"/>
                </a:cubicBezTo>
                <a:cubicBezTo>
                  <a:pt x="222213" y="37201"/>
                  <a:pt x="218611" y="38622"/>
                  <a:pt x="215152" y="40516"/>
                </a:cubicBezTo>
                <a:lnTo>
                  <a:pt x="215152" y="30016"/>
                </a:lnTo>
                <a:cubicBezTo>
                  <a:pt x="219311" y="28411"/>
                  <a:pt x="223346" y="27206"/>
                  <a:pt x="227257" y="26403"/>
                </a:cubicBezTo>
                <a:cubicBezTo>
                  <a:pt x="231169" y="25600"/>
                  <a:pt x="234978" y="25199"/>
                  <a:pt x="238683" y="25199"/>
                </a:cubicBezTo>
                <a:cubicBezTo>
                  <a:pt x="248689" y="25199"/>
                  <a:pt x="256162" y="27793"/>
                  <a:pt x="261103" y="32981"/>
                </a:cubicBezTo>
                <a:cubicBezTo>
                  <a:pt x="266044" y="38169"/>
                  <a:pt x="268515" y="46033"/>
                  <a:pt x="268515" y="56574"/>
                </a:cubicBezTo>
                <a:close/>
                <a:moveTo>
                  <a:pt x="291822" y="0"/>
                </a:moveTo>
                <a:lnTo>
                  <a:pt x="303186" y="0"/>
                </a:lnTo>
                <a:lnTo>
                  <a:pt x="303186" y="96102"/>
                </a:lnTo>
                <a:lnTo>
                  <a:pt x="291822" y="96102"/>
                </a:lnTo>
                <a:lnTo>
                  <a:pt x="291822" y="0"/>
                </a:lnTo>
                <a:close/>
                <a:moveTo>
                  <a:pt x="366957" y="0"/>
                </a:moveTo>
                <a:lnTo>
                  <a:pt x="378321" y="0"/>
                </a:lnTo>
                <a:lnTo>
                  <a:pt x="378321" y="96102"/>
                </a:lnTo>
                <a:lnTo>
                  <a:pt x="366957" y="96102"/>
                </a:lnTo>
                <a:lnTo>
                  <a:pt x="366957" y="0"/>
                </a:lnTo>
                <a:close/>
                <a:moveTo>
                  <a:pt x="461162" y="58674"/>
                </a:moveTo>
                <a:lnTo>
                  <a:pt x="461162" y="64233"/>
                </a:lnTo>
                <a:lnTo>
                  <a:pt x="408911" y="64233"/>
                </a:lnTo>
                <a:cubicBezTo>
                  <a:pt x="409405" y="72077"/>
                  <a:pt x="411763" y="78052"/>
                  <a:pt x="415983" y="82159"/>
                </a:cubicBezTo>
                <a:cubicBezTo>
                  <a:pt x="420204" y="86266"/>
                  <a:pt x="426081" y="88320"/>
                  <a:pt x="433616" y="88320"/>
                </a:cubicBezTo>
                <a:cubicBezTo>
                  <a:pt x="437981" y="88320"/>
                  <a:pt x="442211" y="87785"/>
                  <a:pt x="446308" y="86714"/>
                </a:cubicBezTo>
                <a:cubicBezTo>
                  <a:pt x="450405" y="85644"/>
                  <a:pt x="454471" y="84038"/>
                  <a:pt x="458506" y="81897"/>
                </a:cubicBezTo>
                <a:lnTo>
                  <a:pt x="458506" y="92643"/>
                </a:lnTo>
                <a:cubicBezTo>
                  <a:pt x="454430" y="94373"/>
                  <a:pt x="450251" y="95690"/>
                  <a:pt x="445969" y="96596"/>
                </a:cubicBezTo>
                <a:cubicBezTo>
                  <a:pt x="441686" y="97502"/>
                  <a:pt x="437343" y="97955"/>
                  <a:pt x="432937" y="97955"/>
                </a:cubicBezTo>
                <a:cubicBezTo>
                  <a:pt x="421902" y="97955"/>
                  <a:pt x="413163" y="94738"/>
                  <a:pt x="406719" y="88305"/>
                </a:cubicBezTo>
                <a:cubicBezTo>
                  <a:pt x="400275" y="81870"/>
                  <a:pt x="397053" y="73167"/>
                  <a:pt x="397053" y="62197"/>
                </a:cubicBezTo>
                <a:cubicBezTo>
                  <a:pt x="397053" y="50854"/>
                  <a:pt x="400110" y="41852"/>
                  <a:pt x="406225" y="35191"/>
                </a:cubicBezTo>
                <a:cubicBezTo>
                  <a:pt x="412339" y="28530"/>
                  <a:pt x="420584" y="25199"/>
                  <a:pt x="430960" y="25199"/>
                </a:cubicBezTo>
                <a:cubicBezTo>
                  <a:pt x="440266" y="25199"/>
                  <a:pt x="447626" y="28200"/>
                  <a:pt x="453040" y="34203"/>
                </a:cubicBezTo>
                <a:cubicBezTo>
                  <a:pt x="458455" y="40204"/>
                  <a:pt x="461162" y="48361"/>
                  <a:pt x="461162" y="58674"/>
                </a:cubicBezTo>
                <a:moveTo>
                  <a:pt x="449798" y="55339"/>
                </a:moveTo>
                <a:cubicBezTo>
                  <a:pt x="449716" y="49102"/>
                  <a:pt x="447976" y="44126"/>
                  <a:pt x="444579" y="40410"/>
                </a:cubicBezTo>
                <a:cubicBezTo>
                  <a:pt x="441182" y="36693"/>
                  <a:pt x="436684" y="34834"/>
                  <a:pt x="431084" y="34834"/>
                </a:cubicBezTo>
                <a:cubicBezTo>
                  <a:pt x="424743" y="34834"/>
                  <a:pt x="419668" y="36631"/>
                  <a:pt x="415860" y="40225"/>
                </a:cubicBezTo>
                <a:cubicBezTo>
                  <a:pt x="412051" y="43817"/>
                  <a:pt x="409858" y="48876"/>
                  <a:pt x="409282" y="55401"/>
                </a:cubicBezTo>
                <a:lnTo>
                  <a:pt x="449798" y="55339"/>
                </a:lnTo>
                <a:close/>
                <a:moveTo>
                  <a:pt x="537285" y="54351"/>
                </a:moveTo>
                <a:lnTo>
                  <a:pt x="537285" y="96102"/>
                </a:lnTo>
                <a:lnTo>
                  <a:pt x="525921" y="96102"/>
                </a:lnTo>
                <a:lnTo>
                  <a:pt x="525921" y="54721"/>
                </a:lnTo>
                <a:cubicBezTo>
                  <a:pt x="525921" y="48154"/>
                  <a:pt x="524645" y="43239"/>
                  <a:pt x="522092" y="39976"/>
                </a:cubicBezTo>
                <a:cubicBezTo>
                  <a:pt x="519539" y="36713"/>
                  <a:pt x="515710" y="35081"/>
                  <a:pt x="510604" y="35081"/>
                </a:cubicBezTo>
                <a:cubicBezTo>
                  <a:pt x="504469" y="35081"/>
                  <a:pt x="499631" y="37043"/>
                  <a:pt x="496090" y="40966"/>
                </a:cubicBezTo>
                <a:cubicBezTo>
                  <a:pt x="492549" y="44888"/>
                  <a:pt x="490778" y="50235"/>
                  <a:pt x="490778" y="57007"/>
                </a:cubicBezTo>
                <a:lnTo>
                  <a:pt x="490778" y="96102"/>
                </a:lnTo>
                <a:lnTo>
                  <a:pt x="479352" y="96102"/>
                </a:lnTo>
                <a:lnTo>
                  <a:pt x="479352" y="26928"/>
                </a:lnTo>
                <a:lnTo>
                  <a:pt x="490778" y="26928"/>
                </a:lnTo>
                <a:lnTo>
                  <a:pt x="490778" y="37675"/>
                </a:lnTo>
                <a:cubicBezTo>
                  <a:pt x="493496" y="33496"/>
                  <a:pt x="496697" y="30372"/>
                  <a:pt x="500383" y="28303"/>
                </a:cubicBezTo>
                <a:cubicBezTo>
                  <a:pt x="504068" y="26234"/>
                  <a:pt x="508319" y="25199"/>
                  <a:pt x="513136" y="25199"/>
                </a:cubicBezTo>
                <a:cubicBezTo>
                  <a:pt x="521083" y="25199"/>
                  <a:pt x="527095" y="27664"/>
                  <a:pt x="531171" y="32595"/>
                </a:cubicBezTo>
                <a:cubicBezTo>
                  <a:pt x="535247" y="37526"/>
                  <a:pt x="537285" y="44778"/>
                  <a:pt x="537285" y="54351"/>
                </a:cubicBezTo>
                <a:close/>
                <a:moveTo>
                  <a:pt x="605372" y="60681"/>
                </a:moveTo>
                <a:cubicBezTo>
                  <a:pt x="605372" y="52436"/>
                  <a:pt x="603673" y="46046"/>
                  <a:pt x="600276" y="41512"/>
                </a:cubicBezTo>
                <a:cubicBezTo>
                  <a:pt x="596879" y="36978"/>
                  <a:pt x="592113" y="34710"/>
                  <a:pt x="585978" y="34710"/>
                </a:cubicBezTo>
                <a:cubicBezTo>
                  <a:pt x="579884" y="34710"/>
                  <a:pt x="575139" y="36978"/>
                  <a:pt x="571742" y="41512"/>
                </a:cubicBezTo>
                <a:cubicBezTo>
                  <a:pt x="568345" y="46046"/>
                  <a:pt x="566647" y="52436"/>
                  <a:pt x="566647" y="60681"/>
                </a:cubicBezTo>
                <a:cubicBezTo>
                  <a:pt x="566647" y="68886"/>
                  <a:pt x="568345" y="75255"/>
                  <a:pt x="571742" y="79789"/>
                </a:cubicBezTo>
                <a:cubicBezTo>
                  <a:pt x="575139" y="84324"/>
                  <a:pt x="579884" y="86591"/>
                  <a:pt x="585978" y="86591"/>
                </a:cubicBezTo>
                <a:cubicBezTo>
                  <a:pt x="592113" y="86591"/>
                  <a:pt x="596879" y="84324"/>
                  <a:pt x="600276" y="79789"/>
                </a:cubicBezTo>
                <a:cubicBezTo>
                  <a:pt x="603673" y="75255"/>
                  <a:pt x="605372" y="68886"/>
                  <a:pt x="605372" y="60681"/>
                </a:cubicBezTo>
                <a:moveTo>
                  <a:pt x="616736" y="87517"/>
                </a:moveTo>
                <a:cubicBezTo>
                  <a:pt x="616736" y="99293"/>
                  <a:pt x="614121" y="108053"/>
                  <a:pt x="608892" y="113797"/>
                </a:cubicBezTo>
                <a:cubicBezTo>
                  <a:pt x="603663" y="119541"/>
                  <a:pt x="595654" y="122413"/>
                  <a:pt x="584867" y="122413"/>
                </a:cubicBezTo>
                <a:cubicBezTo>
                  <a:pt x="580873" y="122413"/>
                  <a:pt x="577105" y="122119"/>
                  <a:pt x="573564" y="121533"/>
                </a:cubicBezTo>
                <a:cubicBezTo>
                  <a:pt x="570023" y="120946"/>
                  <a:pt x="566585" y="120045"/>
                  <a:pt x="563250" y="118831"/>
                </a:cubicBezTo>
                <a:lnTo>
                  <a:pt x="563250" y="107713"/>
                </a:lnTo>
                <a:cubicBezTo>
                  <a:pt x="566585" y="109525"/>
                  <a:pt x="569879" y="110863"/>
                  <a:pt x="573132" y="111728"/>
                </a:cubicBezTo>
                <a:cubicBezTo>
                  <a:pt x="576384" y="112593"/>
                  <a:pt x="579699" y="113025"/>
                  <a:pt x="583075" y="113025"/>
                </a:cubicBezTo>
                <a:cubicBezTo>
                  <a:pt x="590528" y="113025"/>
                  <a:pt x="596107" y="111079"/>
                  <a:pt x="599813" y="107188"/>
                </a:cubicBezTo>
                <a:cubicBezTo>
                  <a:pt x="603519" y="103297"/>
                  <a:pt x="605372" y="97420"/>
                  <a:pt x="605372" y="89555"/>
                </a:cubicBezTo>
                <a:lnTo>
                  <a:pt x="605372" y="83873"/>
                </a:lnTo>
                <a:cubicBezTo>
                  <a:pt x="603025" y="87970"/>
                  <a:pt x="600019" y="91032"/>
                  <a:pt x="596354" y="93060"/>
                </a:cubicBezTo>
                <a:cubicBezTo>
                  <a:pt x="592690" y="95088"/>
                  <a:pt x="588305" y="96102"/>
                  <a:pt x="583199" y="96102"/>
                </a:cubicBezTo>
                <a:cubicBezTo>
                  <a:pt x="574717" y="96102"/>
                  <a:pt x="567882" y="92867"/>
                  <a:pt x="562694" y="86398"/>
                </a:cubicBezTo>
                <a:cubicBezTo>
                  <a:pt x="557506" y="79927"/>
                  <a:pt x="554912" y="71355"/>
                  <a:pt x="554912" y="60681"/>
                </a:cubicBezTo>
                <a:cubicBezTo>
                  <a:pt x="554912" y="49967"/>
                  <a:pt x="557506" y="41375"/>
                  <a:pt x="562694" y="34905"/>
                </a:cubicBezTo>
                <a:cubicBezTo>
                  <a:pt x="567882" y="28434"/>
                  <a:pt x="574717" y="25199"/>
                  <a:pt x="583199" y="25199"/>
                </a:cubicBezTo>
                <a:cubicBezTo>
                  <a:pt x="588305" y="25199"/>
                  <a:pt x="592690" y="26213"/>
                  <a:pt x="596354" y="28241"/>
                </a:cubicBezTo>
                <a:cubicBezTo>
                  <a:pt x="600019" y="30269"/>
                  <a:pt x="603025" y="33331"/>
                  <a:pt x="605372" y="37428"/>
                </a:cubicBezTo>
                <a:lnTo>
                  <a:pt x="605372" y="26928"/>
                </a:lnTo>
                <a:lnTo>
                  <a:pt x="616736" y="26928"/>
                </a:lnTo>
                <a:lnTo>
                  <a:pt x="616736" y="87517"/>
                </a:lnTo>
                <a:close/>
                <a:moveTo>
                  <a:pt x="651288" y="7288"/>
                </a:moveTo>
                <a:lnTo>
                  <a:pt x="651288" y="26928"/>
                </a:lnTo>
                <a:lnTo>
                  <a:pt x="674695" y="26928"/>
                </a:lnTo>
                <a:lnTo>
                  <a:pt x="674695" y="35822"/>
                </a:lnTo>
                <a:lnTo>
                  <a:pt x="651288" y="35822"/>
                </a:lnTo>
                <a:lnTo>
                  <a:pt x="651288" y="73327"/>
                </a:lnTo>
                <a:cubicBezTo>
                  <a:pt x="651288" y="78962"/>
                  <a:pt x="652060" y="82581"/>
                  <a:pt x="653604" y="84186"/>
                </a:cubicBezTo>
                <a:cubicBezTo>
                  <a:pt x="655148" y="85789"/>
                  <a:pt x="658287" y="86591"/>
                  <a:pt x="663022" y="86591"/>
                </a:cubicBezTo>
                <a:lnTo>
                  <a:pt x="674695" y="86591"/>
                </a:lnTo>
                <a:lnTo>
                  <a:pt x="674695" y="96102"/>
                </a:lnTo>
                <a:lnTo>
                  <a:pt x="663022" y="96102"/>
                </a:lnTo>
                <a:cubicBezTo>
                  <a:pt x="654252" y="96102"/>
                  <a:pt x="648199" y="94467"/>
                  <a:pt x="644864" y="91196"/>
                </a:cubicBezTo>
                <a:cubicBezTo>
                  <a:pt x="641529" y="87924"/>
                  <a:pt x="639862" y="81968"/>
                  <a:pt x="639862" y="73327"/>
                </a:cubicBezTo>
                <a:lnTo>
                  <a:pt x="639862" y="35822"/>
                </a:lnTo>
                <a:lnTo>
                  <a:pt x="631524" y="35822"/>
                </a:lnTo>
                <a:lnTo>
                  <a:pt x="631524" y="26928"/>
                </a:lnTo>
                <a:lnTo>
                  <a:pt x="639862" y="26928"/>
                </a:lnTo>
                <a:lnTo>
                  <a:pt x="639862" y="7288"/>
                </a:lnTo>
                <a:lnTo>
                  <a:pt x="651288" y="7288"/>
                </a:lnTo>
                <a:close/>
                <a:moveTo>
                  <a:pt x="747131" y="54351"/>
                </a:moveTo>
                <a:lnTo>
                  <a:pt x="747131" y="96102"/>
                </a:lnTo>
                <a:lnTo>
                  <a:pt x="735767" y="96102"/>
                </a:lnTo>
                <a:lnTo>
                  <a:pt x="735767" y="54721"/>
                </a:lnTo>
                <a:cubicBezTo>
                  <a:pt x="735767" y="48154"/>
                  <a:pt x="734491" y="43239"/>
                  <a:pt x="731938" y="39976"/>
                </a:cubicBezTo>
                <a:cubicBezTo>
                  <a:pt x="729385" y="36713"/>
                  <a:pt x="725556" y="35081"/>
                  <a:pt x="720450" y="35081"/>
                </a:cubicBezTo>
                <a:cubicBezTo>
                  <a:pt x="714315" y="35081"/>
                  <a:pt x="709477" y="37043"/>
                  <a:pt x="705936" y="40966"/>
                </a:cubicBezTo>
                <a:cubicBezTo>
                  <a:pt x="702395" y="44888"/>
                  <a:pt x="700624" y="50235"/>
                  <a:pt x="700624" y="57007"/>
                </a:cubicBezTo>
                <a:lnTo>
                  <a:pt x="700624" y="96102"/>
                </a:lnTo>
                <a:lnTo>
                  <a:pt x="689198" y="96102"/>
                </a:lnTo>
                <a:lnTo>
                  <a:pt x="689198" y="0"/>
                </a:lnTo>
                <a:lnTo>
                  <a:pt x="700624" y="0"/>
                </a:lnTo>
                <a:lnTo>
                  <a:pt x="700624" y="37675"/>
                </a:lnTo>
                <a:cubicBezTo>
                  <a:pt x="703342" y="33496"/>
                  <a:pt x="706543" y="30372"/>
                  <a:pt x="710228" y="28303"/>
                </a:cubicBezTo>
                <a:cubicBezTo>
                  <a:pt x="713914" y="26234"/>
                  <a:pt x="718165" y="25199"/>
                  <a:pt x="722982" y="25199"/>
                </a:cubicBezTo>
                <a:cubicBezTo>
                  <a:pt x="730929" y="25199"/>
                  <a:pt x="736941" y="27664"/>
                  <a:pt x="741017" y="32595"/>
                </a:cubicBezTo>
                <a:cubicBezTo>
                  <a:pt x="745093" y="37526"/>
                  <a:pt x="747131" y="44778"/>
                  <a:pt x="747131" y="54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Increased">
            <a:extLst xmlns:a="http://schemas.openxmlformats.org/drawingml/2006/main">
              <a:ext uri="{FF2B5EF4-FFF2-40B4-BE49-F238E27FC236}">
                <a16:creationId xmlns:a16="http://schemas.microsoft.com/office/drawing/2014/main" id="{E3362CBA-5850-41CB-8DF8-E97A972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233" y="5144713"/>
            <a:ext cx="591060" cy="97955"/>
          </a:xfrm>
          <a:custGeom xmlns:a="http://schemas.openxmlformats.org/drawingml/2006/main">
            <a:pathLst>
              <a:path w="591060" h="97955">
                <a:moveTo>
                  <a:pt x="0" y="3829"/>
                </a:moveTo>
                <a:lnTo>
                  <a:pt x="12476" y="3829"/>
                </a:lnTo>
                <a:lnTo>
                  <a:pt x="12476" y="96102"/>
                </a:lnTo>
                <a:lnTo>
                  <a:pt x="0" y="96102"/>
                </a:lnTo>
                <a:lnTo>
                  <a:pt x="0" y="3829"/>
                </a:lnTo>
                <a:close/>
                <a:moveTo>
                  <a:pt x="94194" y="54351"/>
                </a:moveTo>
                <a:lnTo>
                  <a:pt x="94194" y="96102"/>
                </a:lnTo>
                <a:lnTo>
                  <a:pt x="82830" y="96102"/>
                </a:lnTo>
                <a:lnTo>
                  <a:pt x="82830" y="54721"/>
                </a:lnTo>
                <a:cubicBezTo>
                  <a:pt x="82830" y="48154"/>
                  <a:pt x="81553" y="43239"/>
                  <a:pt x="79001" y="39976"/>
                </a:cubicBezTo>
                <a:cubicBezTo>
                  <a:pt x="76448" y="36713"/>
                  <a:pt x="72618" y="35081"/>
                  <a:pt x="67513" y="35081"/>
                </a:cubicBezTo>
                <a:cubicBezTo>
                  <a:pt x="61378" y="35081"/>
                  <a:pt x="56540" y="37043"/>
                  <a:pt x="52999" y="40966"/>
                </a:cubicBezTo>
                <a:cubicBezTo>
                  <a:pt x="49458" y="44888"/>
                  <a:pt x="47687" y="50235"/>
                  <a:pt x="47687" y="57007"/>
                </a:cubicBezTo>
                <a:lnTo>
                  <a:pt x="47687" y="96102"/>
                </a:lnTo>
                <a:lnTo>
                  <a:pt x="36261" y="96102"/>
                </a:lnTo>
                <a:lnTo>
                  <a:pt x="36261" y="26928"/>
                </a:lnTo>
                <a:lnTo>
                  <a:pt x="47687" y="26928"/>
                </a:lnTo>
                <a:lnTo>
                  <a:pt x="47687" y="37675"/>
                </a:lnTo>
                <a:cubicBezTo>
                  <a:pt x="50405" y="33496"/>
                  <a:pt x="53606" y="30372"/>
                  <a:pt x="57291" y="28303"/>
                </a:cubicBezTo>
                <a:cubicBezTo>
                  <a:pt x="60976" y="26234"/>
                  <a:pt x="65228" y="25199"/>
                  <a:pt x="70045" y="25199"/>
                </a:cubicBezTo>
                <a:cubicBezTo>
                  <a:pt x="77992" y="25199"/>
                  <a:pt x="84003" y="27664"/>
                  <a:pt x="88080" y="32595"/>
                </a:cubicBezTo>
                <a:cubicBezTo>
                  <a:pt x="92156" y="37526"/>
                  <a:pt x="94194" y="44778"/>
                  <a:pt x="94194" y="54351"/>
                </a:cubicBezTo>
                <a:close/>
                <a:moveTo>
                  <a:pt x="166542" y="29522"/>
                </a:moveTo>
                <a:lnTo>
                  <a:pt x="166542" y="40145"/>
                </a:lnTo>
                <a:cubicBezTo>
                  <a:pt x="163330" y="38375"/>
                  <a:pt x="160108" y="37047"/>
                  <a:pt x="156876" y="36162"/>
                </a:cubicBezTo>
                <a:cubicBezTo>
                  <a:pt x="153644" y="35277"/>
                  <a:pt x="150381" y="34834"/>
                  <a:pt x="147087" y="34834"/>
                </a:cubicBezTo>
                <a:cubicBezTo>
                  <a:pt x="139716" y="34834"/>
                  <a:pt x="133993" y="37176"/>
                  <a:pt x="129917" y="41861"/>
                </a:cubicBezTo>
                <a:cubicBezTo>
                  <a:pt x="125840" y="46545"/>
                  <a:pt x="123802" y="53117"/>
                  <a:pt x="123802" y="61577"/>
                </a:cubicBezTo>
                <a:cubicBezTo>
                  <a:pt x="123802" y="70037"/>
                  <a:pt x="125840" y="76610"/>
                  <a:pt x="129917" y="81295"/>
                </a:cubicBezTo>
                <a:cubicBezTo>
                  <a:pt x="133993" y="85978"/>
                  <a:pt x="139716" y="88320"/>
                  <a:pt x="147087" y="88320"/>
                </a:cubicBezTo>
                <a:cubicBezTo>
                  <a:pt x="150381" y="88320"/>
                  <a:pt x="153644" y="87877"/>
                  <a:pt x="156876" y="86992"/>
                </a:cubicBezTo>
                <a:cubicBezTo>
                  <a:pt x="160108" y="86107"/>
                  <a:pt x="163330" y="84779"/>
                  <a:pt x="166542" y="83009"/>
                </a:cubicBezTo>
                <a:lnTo>
                  <a:pt x="166542" y="93508"/>
                </a:lnTo>
                <a:cubicBezTo>
                  <a:pt x="163371" y="94990"/>
                  <a:pt x="160088" y="96102"/>
                  <a:pt x="156691" y="96843"/>
                </a:cubicBezTo>
                <a:cubicBezTo>
                  <a:pt x="153294" y="97584"/>
                  <a:pt x="149681" y="97955"/>
                  <a:pt x="145851" y="97955"/>
                </a:cubicBezTo>
                <a:cubicBezTo>
                  <a:pt x="135434" y="97955"/>
                  <a:pt x="127158" y="94676"/>
                  <a:pt x="121023" y="88119"/>
                </a:cubicBezTo>
                <a:cubicBezTo>
                  <a:pt x="114888" y="81561"/>
                  <a:pt x="111820" y="72714"/>
                  <a:pt x="111820" y="61577"/>
                </a:cubicBezTo>
                <a:cubicBezTo>
                  <a:pt x="111820" y="50276"/>
                  <a:pt x="114919" y="41388"/>
                  <a:pt x="121116" y="34913"/>
                </a:cubicBezTo>
                <a:cubicBezTo>
                  <a:pt x="127312" y="28437"/>
                  <a:pt x="135805" y="25199"/>
                  <a:pt x="146593" y="25199"/>
                </a:cubicBezTo>
                <a:cubicBezTo>
                  <a:pt x="150092" y="25199"/>
                  <a:pt x="153510" y="25559"/>
                  <a:pt x="156845" y="26280"/>
                </a:cubicBezTo>
                <a:cubicBezTo>
                  <a:pt x="160180" y="27000"/>
                  <a:pt x="163413" y="28081"/>
                  <a:pt x="166542" y="29522"/>
                </a:cubicBezTo>
                <a:close/>
                <a:moveTo>
                  <a:pt x="226287" y="37551"/>
                </a:moveTo>
                <a:cubicBezTo>
                  <a:pt x="225011" y="36790"/>
                  <a:pt x="223621" y="36229"/>
                  <a:pt x="222118" y="35868"/>
                </a:cubicBezTo>
                <a:cubicBezTo>
                  <a:pt x="220615" y="35508"/>
                  <a:pt x="218958" y="35328"/>
                  <a:pt x="217146" y="35328"/>
                </a:cubicBezTo>
                <a:cubicBezTo>
                  <a:pt x="210723" y="35328"/>
                  <a:pt x="205792" y="37423"/>
                  <a:pt x="202354" y="41614"/>
                </a:cubicBezTo>
                <a:cubicBezTo>
                  <a:pt x="198916" y="45804"/>
                  <a:pt x="197197" y="51820"/>
                  <a:pt x="197197" y="59662"/>
                </a:cubicBezTo>
                <a:lnTo>
                  <a:pt x="197197" y="96102"/>
                </a:lnTo>
                <a:lnTo>
                  <a:pt x="185771" y="96102"/>
                </a:lnTo>
                <a:lnTo>
                  <a:pt x="185771" y="26928"/>
                </a:lnTo>
                <a:lnTo>
                  <a:pt x="197197" y="26928"/>
                </a:lnTo>
                <a:lnTo>
                  <a:pt x="197197" y="37675"/>
                </a:lnTo>
                <a:cubicBezTo>
                  <a:pt x="199585" y="33455"/>
                  <a:pt x="202694" y="30320"/>
                  <a:pt x="206523" y="28272"/>
                </a:cubicBezTo>
                <a:cubicBezTo>
                  <a:pt x="210353" y="26223"/>
                  <a:pt x="215005" y="25199"/>
                  <a:pt x="220482" y="25199"/>
                </a:cubicBezTo>
                <a:cubicBezTo>
                  <a:pt x="221264" y="25199"/>
                  <a:pt x="222129" y="25250"/>
                  <a:pt x="223076" y="25353"/>
                </a:cubicBezTo>
                <a:cubicBezTo>
                  <a:pt x="224023" y="25456"/>
                  <a:pt x="225073" y="25611"/>
                  <a:pt x="226225" y="25817"/>
                </a:cubicBezTo>
                <a:lnTo>
                  <a:pt x="226287" y="37551"/>
                </a:lnTo>
                <a:close/>
                <a:moveTo>
                  <a:pt x="294577" y="58674"/>
                </a:moveTo>
                <a:lnTo>
                  <a:pt x="294577" y="64233"/>
                </a:lnTo>
                <a:lnTo>
                  <a:pt x="242326" y="64233"/>
                </a:lnTo>
                <a:cubicBezTo>
                  <a:pt x="242820" y="72077"/>
                  <a:pt x="245177" y="78052"/>
                  <a:pt x="249398" y="82159"/>
                </a:cubicBezTo>
                <a:cubicBezTo>
                  <a:pt x="253618" y="86266"/>
                  <a:pt x="259496" y="88320"/>
                  <a:pt x="267031" y="88320"/>
                </a:cubicBezTo>
                <a:cubicBezTo>
                  <a:pt x="271395" y="88320"/>
                  <a:pt x="275626" y="87785"/>
                  <a:pt x="279723" y="86714"/>
                </a:cubicBezTo>
                <a:cubicBezTo>
                  <a:pt x="283820" y="85644"/>
                  <a:pt x="287886" y="84038"/>
                  <a:pt x="291921" y="81897"/>
                </a:cubicBezTo>
                <a:lnTo>
                  <a:pt x="291921" y="92643"/>
                </a:lnTo>
                <a:cubicBezTo>
                  <a:pt x="287845" y="94373"/>
                  <a:pt x="283665" y="95690"/>
                  <a:pt x="279383" y="96596"/>
                </a:cubicBezTo>
                <a:cubicBezTo>
                  <a:pt x="275101" y="97502"/>
                  <a:pt x="270757" y="97955"/>
                  <a:pt x="266351" y="97955"/>
                </a:cubicBezTo>
                <a:cubicBezTo>
                  <a:pt x="255317" y="97955"/>
                  <a:pt x="246577" y="94738"/>
                  <a:pt x="240133" y="88305"/>
                </a:cubicBezTo>
                <a:cubicBezTo>
                  <a:pt x="233689" y="81870"/>
                  <a:pt x="230468" y="73167"/>
                  <a:pt x="230468" y="62197"/>
                </a:cubicBezTo>
                <a:cubicBezTo>
                  <a:pt x="230468" y="50854"/>
                  <a:pt x="233525" y="41852"/>
                  <a:pt x="239639" y="35191"/>
                </a:cubicBezTo>
                <a:cubicBezTo>
                  <a:pt x="245754" y="28530"/>
                  <a:pt x="253999" y="25199"/>
                  <a:pt x="264375" y="25199"/>
                </a:cubicBezTo>
                <a:cubicBezTo>
                  <a:pt x="273681" y="25199"/>
                  <a:pt x="281041" y="28200"/>
                  <a:pt x="286455" y="34203"/>
                </a:cubicBezTo>
                <a:cubicBezTo>
                  <a:pt x="291870" y="40204"/>
                  <a:pt x="294577" y="48361"/>
                  <a:pt x="294577" y="58674"/>
                </a:cubicBezTo>
                <a:moveTo>
                  <a:pt x="283213" y="55339"/>
                </a:moveTo>
                <a:cubicBezTo>
                  <a:pt x="283130" y="49102"/>
                  <a:pt x="281391" y="44126"/>
                  <a:pt x="277994" y="40410"/>
                </a:cubicBezTo>
                <a:cubicBezTo>
                  <a:pt x="274597" y="36693"/>
                  <a:pt x="270098" y="34834"/>
                  <a:pt x="264499" y="34834"/>
                </a:cubicBezTo>
                <a:cubicBezTo>
                  <a:pt x="258158" y="34834"/>
                  <a:pt x="253083" y="36631"/>
                  <a:pt x="249274" y="40225"/>
                </a:cubicBezTo>
                <a:cubicBezTo>
                  <a:pt x="245465" y="43817"/>
                  <a:pt x="243273" y="48876"/>
                  <a:pt x="242696" y="55401"/>
                </a:cubicBezTo>
                <a:lnTo>
                  <a:pt x="283213" y="55339"/>
                </a:lnTo>
                <a:close/>
                <a:moveTo>
                  <a:pt x="344636" y="61268"/>
                </a:moveTo>
                <a:cubicBezTo>
                  <a:pt x="335454" y="61268"/>
                  <a:pt x="329093" y="62323"/>
                  <a:pt x="325552" y="64434"/>
                </a:cubicBezTo>
                <a:cubicBezTo>
                  <a:pt x="322011" y="66542"/>
                  <a:pt x="320240" y="70141"/>
                  <a:pt x="320240" y="75228"/>
                </a:cubicBezTo>
                <a:cubicBezTo>
                  <a:pt x="320240" y="79282"/>
                  <a:pt x="321568" y="82498"/>
                  <a:pt x="324224" y="84877"/>
                </a:cubicBezTo>
                <a:cubicBezTo>
                  <a:pt x="326880" y="87255"/>
                  <a:pt x="330493" y="88444"/>
                  <a:pt x="335063" y="88444"/>
                </a:cubicBezTo>
                <a:cubicBezTo>
                  <a:pt x="341363" y="88444"/>
                  <a:pt x="346417" y="86200"/>
                  <a:pt x="350226" y="81712"/>
                </a:cubicBezTo>
                <a:cubicBezTo>
                  <a:pt x="354035" y="77222"/>
                  <a:pt x="355939" y="71254"/>
                  <a:pt x="355939" y="63806"/>
                </a:cubicBezTo>
                <a:lnTo>
                  <a:pt x="355939" y="61268"/>
                </a:lnTo>
                <a:lnTo>
                  <a:pt x="344636" y="61268"/>
                </a:lnTo>
                <a:moveTo>
                  <a:pt x="367303" y="56574"/>
                </a:moveTo>
                <a:lnTo>
                  <a:pt x="367303" y="96102"/>
                </a:lnTo>
                <a:lnTo>
                  <a:pt x="355939" y="96102"/>
                </a:lnTo>
                <a:lnTo>
                  <a:pt x="355939" y="85603"/>
                </a:lnTo>
                <a:cubicBezTo>
                  <a:pt x="353345" y="89823"/>
                  <a:pt x="350113" y="92937"/>
                  <a:pt x="346242" y="94944"/>
                </a:cubicBezTo>
                <a:cubicBezTo>
                  <a:pt x="342372" y="96951"/>
                  <a:pt x="337637" y="97955"/>
                  <a:pt x="332037" y="97955"/>
                </a:cubicBezTo>
                <a:cubicBezTo>
                  <a:pt x="324955" y="97955"/>
                  <a:pt x="319324" y="95963"/>
                  <a:pt x="315145" y="91979"/>
                </a:cubicBezTo>
                <a:cubicBezTo>
                  <a:pt x="310966" y="87995"/>
                  <a:pt x="308876" y="82658"/>
                  <a:pt x="308876" y="75970"/>
                </a:cubicBezTo>
                <a:cubicBezTo>
                  <a:pt x="308876" y="68167"/>
                  <a:pt x="311480" y="62284"/>
                  <a:pt x="316689" y="58321"/>
                </a:cubicBezTo>
                <a:cubicBezTo>
                  <a:pt x="321898" y="54357"/>
                  <a:pt x="329669" y="52374"/>
                  <a:pt x="340004" y="52374"/>
                </a:cubicBezTo>
                <a:lnTo>
                  <a:pt x="355939" y="52374"/>
                </a:lnTo>
                <a:lnTo>
                  <a:pt x="355939" y="51263"/>
                </a:lnTo>
                <a:cubicBezTo>
                  <a:pt x="355939" y="46033"/>
                  <a:pt x="354220" y="41988"/>
                  <a:pt x="350782" y="39126"/>
                </a:cubicBezTo>
                <a:cubicBezTo>
                  <a:pt x="347344" y="36265"/>
                  <a:pt x="342516" y="34834"/>
                  <a:pt x="336298" y="34834"/>
                </a:cubicBezTo>
                <a:cubicBezTo>
                  <a:pt x="332346" y="34834"/>
                  <a:pt x="328496" y="35307"/>
                  <a:pt x="324749" y="36254"/>
                </a:cubicBezTo>
                <a:cubicBezTo>
                  <a:pt x="321002" y="37201"/>
                  <a:pt x="317399" y="38622"/>
                  <a:pt x="313941" y="40516"/>
                </a:cubicBezTo>
                <a:lnTo>
                  <a:pt x="313941" y="30016"/>
                </a:lnTo>
                <a:cubicBezTo>
                  <a:pt x="318099" y="28411"/>
                  <a:pt x="322134" y="27206"/>
                  <a:pt x="326046" y="26403"/>
                </a:cubicBezTo>
                <a:cubicBezTo>
                  <a:pt x="329958" y="25600"/>
                  <a:pt x="333766" y="25199"/>
                  <a:pt x="337472" y="25199"/>
                </a:cubicBezTo>
                <a:cubicBezTo>
                  <a:pt x="347477" y="25199"/>
                  <a:pt x="354951" y="27793"/>
                  <a:pt x="359892" y="32981"/>
                </a:cubicBezTo>
                <a:cubicBezTo>
                  <a:pt x="364833" y="38169"/>
                  <a:pt x="367303" y="46033"/>
                  <a:pt x="367303" y="56574"/>
                </a:cubicBezTo>
                <a:close/>
                <a:moveTo>
                  <a:pt x="434709" y="28905"/>
                </a:moveTo>
                <a:lnTo>
                  <a:pt x="434709" y="39651"/>
                </a:lnTo>
                <a:cubicBezTo>
                  <a:pt x="431497" y="38004"/>
                  <a:pt x="428162" y="36769"/>
                  <a:pt x="424704" y="35946"/>
                </a:cubicBezTo>
                <a:cubicBezTo>
                  <a:pt x="421245" y="35122"/>
                  <a:pt x="417663" y="34710"/>
                  <a:pt x="413957" y="34710"/>
                </a:cubicBezTo>
                <a:cubicBezTo>
                  <a:pt x="408316" y="34710"/>
                  <a:pt x="404085" y="35577"/>
                  <a:pt x="401265" y="37310"/>
                </a:cubicBezTo>
                <a:cubicBezTo>
                  <a:pt x="398444" y="39043"/>
                  <a:pt x="397034" y="41643"/>
                  <a:pt x="397034" y="45110"/>
                </a:cubicBezTo>
                <a:cubicBezTo>
                  <a:pt x="397034" y="47750"/>
                  <a:pt x="398043" y="49824"/>
                  <a:pt x="400060" y="51330"/>
                </a:cubicBezTo>
                <a:cubicBezTo>
                  <a:pt x="402078" y="52837"/>
                  <a:pt x="406134" y="54271"/>
                  <a:pt x="412228" y="55632"/>
                </a:cubicBezTo>
                <a:lnTo>
                  <a:pt x="416119" y="56501"/>
                </a:lnTo>
                <a:cubicBezTo>
                  <a:pt x="424189" y="58233"/>
                  <a:pt x="429922" y="60677"/>
                  <a:pt x="433319" y="63833"/>
                </a:cubicBezTo>
                <a:cubicBezTo>
                  <a:pt x="436716" y="66988"/>
                  <a:pt x="438415" y="71391"/>
                  <a:pt x="438415" y="77043"/>
                </a:cubicBezTo>
                <a:cubicBezTo>
                  <a:pt x="438415" y="83478"/>
                  <a:pt x="435872" y="88572"/>
                  <a:pt x="430787" y="92325"/>
                </a:cubicBezTo>
                <a:cubicBezTo>
                  <a:pt x="425702" y="96078"/>
                  <a:pt x="418713" y="97955"/>
                  <a:pt x="409819" y="97955"/>
                </a:cubicBezTo>
                <a:cubicBezTo>
                  <a:pt x="406113" y="97955"/>
                  <a:pt x="402253" y="97595"/>
                  <a:pt x="398238" y="96874"/>
                </a:cubicBezTo>
                <a:cubicBezTo>
                  <a:pt x="394224" y="96154"/>
                  <a:pt x="389993" y="95073"/>
                  <a:pt x="385546" y="93632"/>
                </a:cubicBezTo>
                <a:lnTo>
                  <a:pt x="385546" y="81897"/>
                </a:lnTo>
                <a:cubicBezTo>
                  <a:pt x="389746" y="84079"/>
                  <a:pt x="393884" y="85716"/>
                  <a:pt x="397960" y="86807"/>
                </a:cubicBezTo>
                <a:cubicBezTo>
                  <a:pt x="402037" y="87898"/>
                  <a:pt x="406072" y="88444"/>
                  <a:pt x="410066" y="88444"/>
                </a:cubicBezTo>
                <a:cubicBezTo>
                  <a:pt x="415419" y="88444"/>
                  <a:pt x="419536" y="87526"/>
                  <a:pt x="422418" y="85689"/>
                </a:cubicBezTo>
                <a:cubicBezTo>
                  <a:pt x="425301" y="83853"/>
                  <a:pt x="426742" y="81264"/>
                  <a:pt x="426742" y="77923"/>
                </a:cubicBezTo>
                <a:cubicBezTo>
                  <a:pt x="426742" y="74828"/>
                  <a:pt x="425702" y="72456"/>
                  <a:pt x="423623" y="70805"/>
                </a:cubicBezTo>
                <a:cubicBezTo>
                  <a:pt x="421543" y="69154"/>
                  <a:pt x="416983" y="67565"/>
                  <a:pt x="409942" y="66039"/>
                </a:cubicBezTo>
                <a:lnTo>
                  <a:pt x="405990" y="65111"/>
                </a:lnTo>
                <a:cubicBezTo>
                  <a:pt x="398949" y="63626"/>
                  <a:pt x="393864" y="61347"/>
                  <a:pt x="390734" y="58275"/>
                </a:cubicBezTo>
                <a:cubicBezTo>
                  <a:pt x="387605" y="55201"/>
                  <a:pt x="386040" y="50982"/>
                  <a:pt x="386040" y="45619"/>
                </a:cubicBezTo>
                <a:cubicBezTo>
                  <a:pt x="386040" y="39101"/>
                  <a:pt x="388346" y="34068"/>
                  <a:pt x="392958" y="30520"/>
                </a:cubicBezTo>
                <a:cubicBezTo>
                  <a:pt x="397569" y="26973"/>
                  <a:pt x="404116" y="25199"/>
                  <a:pt x="412598" y="25199"/>
                </a:cubicBezTo>
                <a:cubicBezTo>
                  <a:pt x="416798" y="25199"/>
                  <a:pt x="420751" y="25508"/>
                  <a:pt x="424457" y="26125"/>
                </a:cubicBezTo>
                <a:cubicBezTo>
                  <a:pt x="428162" y="26743"/>
                  <a:pt x="431580" y="27670"/>
                  <a:pt x="434709" y="28905"/>
                </a:cubicBezTo>
                <a:close/>
                <a:moveTo>
                  <a:pt x="515554" y="58674"/>
                </a:moveTo>
                <a:lnTo>
                  <a:pt x="515554" y="64233"/>
                </a:lnTo>
                <a:lnTo>
                  <a:pt x="463303" y="64233"/>
                </a:lnTo>
                <a:cubicBezTo>
                  <a:pt x="463797" y="72077"/>
                  <a:pt x="466154" y="78052"/>
                  <a:pt x="470374" y="82159"/>
                </a:cubicBezTo>
                <a:cubicBezTo>
                  <a:pt x="474595" y="86266"/>
                  <a:pt x="480473" y="88320"/>
                  <a:pt x="488008" y="88320"/>
                </a:cubicBezTo>
                <a:cubicBezTo>
                  <a:pt x="492372" y="88320"/>
                  <a:pt x="496603" y="87785"/>
                  <a:pt x="500700" y="86714"/>
                </a:cubicBezTo>
                <a:cubicBezTo>
                  <a:pt x="504797" y="85644"/>
                  <a:pt x="508863" y="84038"/>
                  <a:pt x="512898" y="81897"/>
                </a:cubicBezTo>
                <a:lnTo>
                  <a:pt x="512898" y="92643"/>
                </a:lnTo>
                <a:cubicBezTo>
                  <a:pt x="508821" y="94373"/>
                  <a:pt x="504642" y="95690"/>
                  <a:pt x="500360" y="96596"/>
                </a:cubicBezTo>
                <a:cubicBezTo>
                  <a:pt x="496078" y="97502"/>
                  <a:pt x="491734" y="97955"/>
                  <a:pt x="487328" y="97955"/>
                </a:cubicBezTo>
                <a:cubicBezTo>
                  <a:pt x="476293" y="97955"/>
                  <a:pt x="467554" y="94738"/>
                  <a:pt x="461110" y="88305"/>
                </a:cubicBezTo>
                <a:cubicBezTo>
                  <a:pt x="454666" y="81870"/>
                  <a:pt x="451444" y="73167"/>
                  <a:pt x="451444" y="62197"/>
                </a:cubicBezTo>
                <a:cubicBezTo>
                  <a:pt x="451444" y="50854"/>
                  <a:pt x="454502" y="41852"/>
                  <a:pt x="460616" y="35191"/>
                </a:cubicBezTo>
                <a:cubicBezTo>
                  <a:pt x="466730" y="28530"/>
                  <a:pt x="474976" y="25199"/>
                  <a:pt x="485352" y="25199"/>
                </a:cubicBezTo>
                <a:cubicBezTo>
                  <a:pt x="494657" y="25199"/>
                  <a:pt x="502017" y="28200"/>
                  <a:pt x="507432" y="34203"/>
                </a:cubicBezTo>
                <a:cubicBezTo>
                  <a:pt x="512846" y="40204"/>
                  <a:pt x="515554" y="48361"/>
                  <a:pt x="515554" y="58674"/>
                </a:cubicBezTo>
                <a:moveTo>
                  <a:pt x="504189" y="55339"/>
                </a:moveTo>
                <a:cubicBezTo>
                  <a:pt x="504107" y="49102"/>
                  <a:pt x="502367" y="44126"/>
                  <a:pt x="498970" y="40410"/>
                </a:cubicBezTo>
                <a:cubicBezTo>
                  <a:pt x="495573" y="36693"/>
                  <a:pt x="491075" y="34834"/>
                  <a:pt x="485475" y="34834"/>
                </a:cubicBezTo>
                <a:cubicBezTo>
                  <a:pt x="479134" y="34834"/>
                  <a:pt x="474060" y="36631"/>
                  <a:pt x="470251" y="40225"/>
                </a:cubicBezTo>
                <a:cubicBezTo>
                  <a:pt x="466442" y="43817"/>
                  <a:pt x="464250" y="48876"/>
                  <a:pt x="463673" y="55401"/>
                </a:cubicBezTo>
                <a:lnTo>
                  <a:pt x="504189" y="55339"/>
                </a:lnTo>
                <a:close/>
                <a:moveTo>
                  <a:pt x="579695" y="37428"/>
                </a:moveTo>
                <a:lnTo>
                  <a:pt x="579695" y="0"/>
                </a:lnTo>
                <a:lnTo>
                  <a:pt x="591060" y="0"/>
                </a:lnTo>
                <a:lnTo>
                  <a:pt x="591060" y="96102"/>
                </a:lnTo>
                <a:lnTo>
                  <a:pt x="579695" y="96102"/>
                </a:lnTo>
                <a:lnTo>
                  <a:pt x="579695" y="85726"/>
                </a:lnTo>
                <a:cubicBezTo>
                  <a:pt x="577307" y="89864"/>
                  <a:pt x="574291" y="92937"/>
                  <a:pt x="570647" y="94944"/>
                </a:cubicBezTo>
                <a:cubicBezTo>
                  <a:pt x="567003" y="96951"/>
                  <a:pt x="562628" y="97955"/>
                  <a:pt x="557523" y="97955"/>
                </a:cubicBezTo>
                <a:cubicBezTo>
                  <a:pt x="549164" y="97955"/>
                  <a:pt x="542360" y="94614"/>
                  <a:pt x="537110" y="87932"/>
                </a:cubicBezTo>
                <a:cubicBezTo>
                  <a:pt x="531860" y="81250"/>
                  <a:pt x="529235" y="72465"/>
                  <a:pt x="529235" y="61577"/>
                </a:cubicBezTo>
                <a:cubicBezTo>
                  <a:pt x="529235" y="50689"/>
                  <a:pt x="531860" y="41904"/>
                  <a:pt x="537110" y="35222"/>
                </a:cubicBezTo>
                <a:cubicBezTo>
                  <a:pt x="542360" y="28540"/>
                  <a:pt x="549164" y="25199"/>
                  <a:pt x="557523" y="25199"/>
                </a:cubicBezTo>
                <a:cubicBezTo>
                  <a:pt x="562628" y="25199"/>
                  <a:pt x="567003" y="26203"/>
                  <a:pt x="570647" y="28210"/>
                </a:cubicBezTo>
                <a:cubicBezTo>
                  <a:pt x="574291" y="30217"/>
                  <a:pt x="577307" y="33290"/>
                  <a:pt x="579695" y="37428"/>
                </a:cubicBezTo>
                <a:moveTo>
                  <a:pt x="540970" y="61577"/>
                </a:moveTo>
                <a:cubicBezTo>
                  <a:pt x="540970" y="69955"/>
                  <a:pt x="542689" y="76527"/>
                  <a:pt x="546127" y="81295"/>
                </a:cubicBezTo>
                <a:cubicBezTo>
                  <a:pt x="549566" y="86061"/>
                  <a:pt x="554290" y="88444"/>
                  <a:pt x="560302" y="88444"/>
                </a:cubicBezTo>
                <a:cubicBezTo>
                  <a:pt x="566313" y="88444"/>
                  <a:pt x="571049" y="86061"/>
                  <a:pt x="574507" y="81295"/>
                </a:cubicBezTo>
                <a:cubicBezTo>
                  <a:pt x="577966" y="76527"/>
                  <a:pt x="579695" y="69955"/>
                  <a:pt x="579695" y="61577"/>
                </a:cubicBezTo>
                <a:cubicBezTo>
                  <a:pt x="579695" y="53199"/>
                  <a:pt x="577966" y="46627"/>
                  <a:pt x="574507" y="41861"/>
                </a:cubicBezTo>
                <a:cubicBezTo>
                  <a:pt x="571049" y="37094"/>
                  <a:pt x="566313" y="34710"/>
                  <a:pt x="560302" y="34710"/>
                </a:cubicBezTo>
                <a:cubicBezTo>
                  <a:pt x="554290" y="34710"/>
                  <a:pt x="549566" y="37094"/>
                  <a:pt x="546127" y="41861"/>
                </a:cubicBezTo>
                <a:cubicBezTo>
                  <a:pt x="542689" y="46627"/>
                  <a:pt x="540970" y="53199"/>
                  <a:pt x="540970" y="61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Focallength">
            <a:extLst xmlns:a="http://schemas.openxmlformats.org/drawingml/2006/main">
              <a:ext uri="{FF2B5EF4-FFF2-40B4-BE49-F238E27FC236}">
                <a16:creationId xmlns:a16="http://schemas.microsoft.com/office/drawing/2014/main" id="{11AAE985-325A-4409-95BC-09B71AA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233" y="5302824"/>
            <a:ext cx="747132" cy="122413"/>
          </a:xfrm>
          <a:custGeom xmlns:a="http://schemas.openxmlformats.org/drawingml/2006/main">
            <a:pathLst>
              <a:path w="747132" h="122413">
                <a:moveTo>
                  <a:pt x="0" y="3829"/>
                </a:moveTo>
                <a:lnTo>
                  <a:pt x="52992" y="3829"/>
                </a:lnTo>
                <a:lnTo>
                  <a:pt x="52992" y="14329"/>
                </a:lnTo>
                <a:lnTo>
                  <a:pt x="12476" y="14329"/>
                </a:lnTo>
                <a:lnTo>
                  <a:pt x="12476" y="41504"/>
                </a:lnTo>
                <a:lnTo>
                  <a:pt x="49039" y="41504"/>
                </a:lnTo>
                <a:lnTo>
                  <a:pt x="49039" y="52004"/>
                </a:lnTo>
                <a:lnTo>
                  <a:pt x="12476" y="52004"/>
                </a:lnTo>
                <a:lnTo>
                  <a:pt x="12476" y="96102"/>
                </a:lnTo>
                <a:lnTo>
                  <a:pt x="0" y="96102"/>
                </a:lnTo>
                <a:lnTo>
                  <a:pt x="0" y="3829"/>
                </a:lnTo>
                <a:close/>
                <a:moveTo>
                  <a:pt x="94488" y="34834"/>
                </a:moveTo>
                <a:cubicBezTo>
                  <a:pt x="88394" y="34834"/>
                  <a:pt x="83576" y="37218"/>
                  <a:pt x="80035" y="41985"/>
                </a:cubicBezTo>
                <a:cubicBezTo>
                  <a:pt x="76494" y="46751"/>
                  <a:pt x="74724" y="53282"/>
                  <a:pt x="74724" y="61577"/>
                </a:cubicBezTo>
                <a:cubicBezTo>
                  <a:pt x="74724" y="69872"/>
                  <a:pt x="76484" y="76404"/>
                  <a:pt x="80005" y="81171"/>
                </a:cubicBezTo>
                <a:cubicBezTo>
                  <a:pt x="83525" y="85937"/>
                  <a:pt x="88353" y="88320"/>
                  <a:pt x="94488" y="88320"/>
                </a:cubicBezTo>
                <a:cubicBezTo>
                  <a:pt x="100541" y="88320"/>
                  <a:pt x="105337" y="85927"/>
                  <a:pt x="108878" y="81140"/>
                </a:cubicBezTo>
                <a:cubicBezTo>
                  <a:pt x="112419" y="76352"/>
                  <a:pt x="114190" y="69831"/>
                  <a:pt x="114190" y="61577"/>
                </a:cubicBezTo>
                <a:cubicBezTo>
                  <a:pt x="114190" y="53364"/>
                  <a:pt x="112419" y="46854"/>
                  <a:pt x="108878" y="42047"/>
                </a:cubicBezTo>
                <a:cubicBezTo>
                  <a:pt x="105337" y="37238"/>
                  <a:pt x="100541" y="34834"/>
                  <a:pt x="94488" y="34834"/>
                </a:cubicBezTo>
                <a:moveTo>
                  <a:pt x="94488" y="25199"/>
                </a:moveTo>
                <a:cubicBezTo>
                  <a:pt x="104370" y="25199"/>
                  <a:pt x="112131" y="28416"/>
                  <a:pt x="117772" y="34851"/>
                </a:cubicBezTo>
                <a:cubicBezTo>
                  <a:pt x="123413" y="41285"/>
                  <a:pt x="126234" y="50193"/>
                  <a:pt x="126234" y="61577"/>
                </a:cubicBezTo>
                <a:cubicBezTo>
                  <a:pt x="126234" y="72919"/>
                  <a:pt x="123413" y="81818"/>
                  <a:pt x="117772" y="88274"/>
                </a:cubicBezTo>
                <a:cubicBezTo>
                  <a:pt x="112131" y="94728"/>
                  <a:pt x="104370" y="97955"/>
                  <a:pt x="94488" y="97955"/>
                </a:cubicBezTo>
                <a:cubicBezTo>
                  <a:pt x="84565" y="97955"/>
                  <a:pt x="76793" y="94728"/>
                  <a:pt x="71173" y="88274"/>
                </a:cubicBezTo>
                <a:cubicBezTo>
                  <a:pt x="65552" y="81818"/>
                  <a:pt x="62742" y="72919"/>
                  <a:pt x="62742" y="61577"/>
                </a:cubicBezTo>
                <a:cubicBezTo>
                  <a:pt x="62742" y="50193"/>
                  <a:pt x="65552" y="41285"/>
                  <a:pt x="71173" y="34851"/>
                </a:cubicBezTo>
                <a:cubicBezTo>
                  <a:pt x="76793" y="28416"/>
                  <a:pt x="84565" y="25199"/>
                  <a:pt x="94488" y="25199"/>
                </a:cubicBezTo>
                <a:close/>
                <a:moveTo>
                  <a:pt x="194749" y="29522"/>
                </a:moveTo>
                <a:lnTo>
                  <a:pt x="194749" y="40145"/>
                </a:lnTo>
                <a:cubicBezTo>
                  <a:pt x="191537" y="38375"/>
                  <a:pt x="188315" y="37047"/>
                  <a:pt x="185083" y="36162"/>
                </a:cubicBezTo>
                <a:cubicBezTo>
                  <a:pt x="181851" y="35277"/>
                  <a:pt x="178588" y="34834"/>
                  <a:pt x="175294" y="34834"/>
                </a:cubicBezTo>
                <a:cubicBezTo>
                  <a:pt x="167924" y="34834"/>
                  <a:pt x="162200" y="37176"/>
                  <a:pt x="158124" y="41861"/>
                </a:cubicBezTo>
                <a:cubicBezTo>
                  <a:pt x="154048" y="46545"/>
                  <a:pt x="152010" y="53117"/>
                  <a:pt x="152010" y="61577"/>
                </a:cubicBezTo>
                <a:cubicBezTo>
                  <a:pt x="152010" y="70037"/>
                  <a:pt x="154048" y="76610"/>
                  <a:pt x="158124" y="81295"/>
                </a:cubicBezTo>
                <a:cubicBezTo>
                  <a:pt x="162200" y="85978"/>
                  <a:pt x="167924" y="88320"/>
                  <a:pt x="175294" y="88320"/>
                </a:cubicBezTo>
                <a:cubicBezTo>
                  <a:pt x="178588" y="88320"/>
                  <a:pt x="181851" y="87877"/>
                  <a:pt x="185083" y="86992"/>
                </a:cubicBezTo>
                <a:cubicBezTo>
                  <a:pt x="188315" y="86107"/>
                  <a:pt x="191537" y="84779"/>
                  <a:pt x="194749" y="83009"/>
                </a:cubicBezTo>
                <a:lnTo>
                  <a:pt x="194749" y="93508"/>
                </a:lnTo>
                <a:cubicBezTo>
                  <a:pt x="191579" y="94990"/>
                  <a:pt x="188295" y="96102"/>
                  <a:pt x="184898" y="96843"/>
                </a:cubicBezTo>
                <a:cubicBezTo>
                  <a:pt x="181501" y="97584"/>
                  <a:pt x="177888" y="97955"/>
                  <a:pt x="174059" y="97955"/>
                </a:cubicBezTo>
                <a:cubicBezTo>
                  <a:pt x="163641" y="97955"/>
                  <a:pt x="155365" y="94676"/>
                  <a:pt x="149230" y="88119"/>
                </a:cubicBezTo>
                <a:cubicBezTo>
                  <a:pt x="143095" y="81561"/>
                  <a:pt x="140028" y="72714"/>
                  <a:pt x="140028" y="61577"/>
                </a:cubicBezTo>
                <a:cubicBezTo>
                  <a:pt x="140028" y="50276"/>
                  <a:pt x="143126" y="41388"/>
                  <a:pt x="149323" y="34913"/>
                </a:cubicBezTo>
                <a:cubicBezTo>
                  <a:pt x="155520" y="28437"/>
                  <a:pt x="164012" y="25199"/>
                  <a:pt x="174800" y="25199"/>
                </a:cubicBezTo>
                <a:cubicBezTo>
                  <a:pt x="178300" y="25199"/>
                  <a:pt x="181717" y="25559"/>
                  <a:pt x="185052" y="26280"/>
                </a:cubicBezTo>
                <a:cubicBezTo>
                  <a:pt x="188388" y="27000"/>
                  <a:pt x="191620" y="28081"/>
                  <a:pt x="194749" y="29522"/>
                </a:cubicBezTo>
                <a:close/>
                <a:moveTo>
                  <a:pt x="245848" y="61268"/>
                </a:moveTo>
                <a:cubicBezTo>
                  <a:pt x="236666" y="61268"/>
                  <a:pt x="230304" y="62323"/>
                  <a:pt x="226763" y="64434"/>
                </a:cubicBezTo>
                <a:cubicBezTo>
                  <a:pt x="223222" y="66542"/>
                  <a:pt x="221452" y="70141"/>
                  <a:pt x="221452" y="75228"/>
                </a:cubicBezTo>
                <a:cubicBezTo>
                  <a:pt x="221452" y="79282"/>
                  <a:pt x="222780" y="82498"/>
                  <a:pt x="225435" y="84877"/>
                </a:cubicBezTo>
                <a:cubicBezTo>
                  <a:pt x="228091" y="87255"/>
                  <a:pt x="231704" y="88444"/>
                  <a:pt x="236275" y="88444"/>
                </a:cubicBezTo>
                <a:cubicBezTo>
                  <a:pt x="242574" y="88444"/>
                  <a:pt x="247629" y="86200"/>
                  <a:pt x="251437" y="81712"/>
                </a:cubicBezTo>
                <a:cubicBezTo>
                  <a:pt x="255246" y="77222"/>
                  <a:pt x="257150" y="71254"/>
                  <a:pt x="257150" y="63806"/>
                </a:cubicBezTo>
                <a:lnTo>
                  <a:pt x="257150" y="61268"/>
                </a:lnTo>
                <a:lnTo>
                  <a:pt x="245848" y="61268"/>
                </a:lnTo>
                <a:moveTo>
                  <a:pt x="268515" y="56574"/>
                </a:moveTo>
                <a:lnTo>
                  <a:pt x="268515" y="96102"/>
                </a:lnTo>
                <a:lnTo>
                  <a:pt x="257150" y="96102"/>
                </a:lnTo>
                <a:lnTo>
                  <a:pt x="257150" y="85603"/>
                </a:lnTo>
                <a:cubicBezTo>
                  <a:pt x="254556" y="89823"/>
                  <a:pt x="251324" y="92937"/>
                  <a:pt x="247454" y="94944"/>
                </a:cubicBezTo>
                <a:cubicBezTo>
                  <a:pt x="243583" y="96951"/>
                  <a:pt x="238848" y="97955"/>
                  <a:pt x="233248" y="97955"/>
                </a:cubicBezTo>
                <a:cubicBezTo>
                  <a:pt x="226166" y="97955"/>
                  <a:pt x="220536" y="95963"/>
                  <a:pt x="216356" y="91979"/>
                </a:cubicBezTo>
                <a:cubicBezTo>
                  <a:pt x="212177" y="87995"/>
                  <a:pt x="210087" y="82658"/>
                  <a:pt x="210087" y="75970"/>
                </a:cubicBezTo>
                <a:cubicBezTo>
                  <a:pt x="210087" y="68167"/>
                  <a:pt x="212692" y="62284"/>
                  <a:pt x="217900" y="58321"/>
                </a:cubicBezTo>
                <a:cubicBezTo>
                  <a:pt x="223109" y="54357"/>
                  <a:pt x="230881" y="52374"/>
                  <a:pt x="241216" y="52374"/>
                </a:cubicBezTo>
                <a:lnTo>
                  <a:pt x="257150" y="52374"/>
                </a:lnTo>
                <a:lnTo>
                  <a:pt x="257150" y="51263"/>
                </a:lnTo>
                <a:cubicBezTo>
                  <a:pt x="257150" y="46033"/>
                  <a:pt x="255431" y="41988"/>
                  <a:pt x="251993" y="39126"/>
                </a:cubicBezTo>
                <a:cubicBezTo>
                  <a:pt x="248555" y="36265"/>
                  <a:pt x="243727" y="34834"/>
                  <a:pt x="237510" y="34834"/>
                </a:cubicBezTo>
                <a:cubicBezTo>
                  <a:pt x="233557" y="34834"/>
                  <a:pt x="229707" y="35307"/>
                  <a:pt x="225960" y="36254"/>
                </a:cubicBezTo>
                <a:cubicBezTo>
                  <a:pt x="222213" y="37201"/>
                  <a:pt x="218611" y="38622"/>
                  <a:pt x="215152" y="40516"/>
                </a:cubicBezTo>
                <a:lnTo>
                  <a:pt x="215152" y="30016"/>
                </a:lnTo>
                <a:cubicBezTo>
                  <a:pt x="219311" y="28411"/>
                  <a:pt x="223346" y="27206"/>
                  <a:pt x="227257" y="26403"/>
                </a:cubicBezTo>
                <a:cubicBezTo>
                  <a:pt x="231169" y="25600"/>
                  <a:pt x="234978" y="25199"/>
                  <a:pt x="238683" y="25199"/>
                </a:cubicBezTo>
                <a:cubicBezTo>
                  <a:pt x="248689" y="25199"/>
                  <a:pt x="256162" y="27793"/>
                  <a:pt x="261103" y="32981"/>
                </a:cubicBezTo>
                <a:cubicBezTo>
                  <a:pt x="266044" y="38169"/>
                  <a:pt x="268515" y="46033"/>
                  <a:pt x="268515" y="56574"/>
                </a:cubicBezTo>
                <a:close/>
                <a:moveTo>
                  <a:pt x="291822" y="0"/>
                </a:moveTo>
                <a:lnTo>
                  <a:pt x="303186" y="0"/>
                </a:lnTo>
                <a:lnTo>
                  <a:pt x="303186" y="96102"/>
                </a:lnTo>
                <a:lnTo>
                  <a:pt x="291822" y="96102"/>
                </a:lnTo>
                <a:lnTo>
                  <a:pt x="291822" y="0"/>
                </a:lnTo>
                <a:close/>
                <a:moveTo>
                  <a:pt x="366957" y="0"/>
                </a:moveTo>
                <a:lnTo>
                  <a:pt x="378321" y="0"/>
                </a:lnTo>
                <a:lnTo>
                  <a:pt x="378321" y="96102"/>
                </a:lnTo>
                <a:lnTo>
                  <a:pt x="366957" y="96102"/>
                </a:lnTo>
                <a:lnTo>
                  <a:pt x="366957" y="0"/>
                </a:lnTo>
                <a:close/>
                <a:moveTo>
                  <a:pt x="461163" y="58674"/>
                </a:moveTo>
                <a:lnTo>
                  <a:pt x="461163" y="64233"/>
                </a:lnTo>
                <a:lnTo>
                  <a:pt x="408912" y="64233"/>
                </a:lnTo>
                <a:cubicBezTo>
                  <a:pt x="409406" y="72077"/>
                  <a:pt x="411763" y="78052"/>
                  <a:pt x="415984" y="82159"/>
                </a:cubicBezTo>
                <a:cubicBezTo>
                  <a:pt x="420204" y="86266"/>
                  <a:pt x="426082" y="88320"/>
                  <a:pt x="433617" y="88320"/>
                </a:cubicBezTo>
                <a:cubicBezTo>
                  <a:pt x="437981" y="88320"/>
                  <a:pt x="442212" y="87785"/>
                  <a:pt x="446309" y="86714"/>
                </a:cubicBezTo>
                <a:cubicBezTo>
                  <a:pt x="450406" y="85644"/>
                  <a:pt x="454472" y="84038"/>
                  <a:pt x="458507" y="81897"/>
                </a:cubicBezTo>
                <a:lnTo>
                  <a:pt x="458507" y="92643"/>
                </a:lnTo>
                <a:cubicBezTo>
                  <a:pt x="454431" y="94373"/>
                  <a:pt x="450251" y="95690"/>
                  <a:pt x="445969" y="96596"/>
                </a:cubicBezTo>
                <a:cubicBezTo>
                  <a:pt x="441687" y="97502"/>
                  <a:pt x="437343" y="97955"/>
                  <a:pt x="432937" y="97955"/>
                </a:cubicBezTo>
                <a:cubicBezTo>
                  <a:pt x="421903" y="97955"/>
                  <a:pt x="413163" y="94738"/>
                  <a:pt x="406719" y="88305"/>
                </a:cubicBezTo>
                <a:cubicBezTo>
                  <a:pt x="400275" y="81870"/>
                  <a:pt x="397054" y="73167"/>
                  <a:pt x="397054" y="62197"/>
                </a:cubicBezTo>
                <a:cubicBezTo>
                  <a:pt x="397054" y="50854"/>
                  <a:pt x="400111" y="41852"/>
                  <a:pt x="406225" y="35191"/>
                </a:cubicBezTo>
                <a:cubicBezTo>
                  <a:pt x="412340" y="28530"/>
                  <a:pt x="420585" y="25199"/>
                  <a:pt x="430961" y="25199"/>
                </a:cubicBezTo>
                <a:cubicBezTo>
                  <a:pt x="440267" y="25199"/>
                  <a:pt x="447627" y="28200"/>
                  <a:pt x="453041" y="34203"/>
                </a:cubicBezTo>
                <a:cubicBezTo>
                  <a:pt x="458456" y="40204"/>
                  <a:pt x="461163" y="48361"/>
                  <a:pt x="461163" y="58674"/>
                </a:cubicBezTo>
                <a:moveTo>
                  <a:pt x="449799" y="55339"/>
                </a:moveTo>
                <a:cubicBezTo>
                  <a:pt x="449716" y="49102"/>
                  <a:pt x="447977" y="44126"/>
                  <a:pt x="444580" y="40410"/>
                </a:cubicBezTo>
                <a:cubicBezTo>
                  <a:pt x="441183" y="36693"/>
                  <a:pt x="436684" y="34834"/>
                  <a:pt x="431085" y="34834"/>
                </a:cubicBezTo>
                <a:cubicBezTo>
                  <a:pt x="424744" y="34834"/>
                  <a:pt x="419669" y="36631"/>
                  <a:pt x="415860" y="40225"/>
                </a:cubicBezTo>
                <a:cubicBezTo>
                  <a:pt x="412051" y="43817"/>
                  <a:pt x="409859" y="48876"/>
                  <a:pt x="409282" y="55401"/>
                </a:cubicBezTo>
                <a:lnTo>
                  <a:pt x="449799" y="55339"/>
                </a:lnTo>
                <a:close/>
                <a:moveTo>
                  <a:pt x="537286" y="54351"/>
                </a:moveTo>
                <a:lnTo>
                  <a:pt x="537286" y="96102"/>
                </a:lnTo>
                <a:lnTo>
                  <a:pt x="525922" y="96102"/>
                </a:lnTo>
                <a:lnTo>
                  <a:pt x="525922" y="54721"/>
                </a:lnTo>
                <a:cubicBezTo>
                  <a:pt x="525922" y="48154"/>
                  <a:pt x="524646" y="43239"/>
                  <a:pt x="522093" y="39976"/>
                </a:cubicBezTo>
                <a:cubicBezTo>
                  <a:pt x="519540" y="36713"/>
                  <a:pt x="515711" y="35081"/>
                  <a:pt x="510605" y="35081"/>
                </a:cubicBezTo>
                <a:cubicBezTo>
                  <a:pt x="504470" y="35081"/>
                  <a:pt x="499632" y="37043"/>
                  <a:pt x="496091" y="40966"/>
                </a:cubicBezTo>
                <a:cubicBezTo>
                  <a:pt x="492550" y="44888"/>
                  <a:pt x="490779" y="50235"/>
                  <a:pt x="490779" y="57007"/>
                </a:cubicBezTo>
                <a:lnTo>
                  <a:pt x="490779" y="96102"/>
                </a:lnTo>
                <a:lnTo>
                  <a:pt x="479353" y="96102"/>
                </a:lnTo>
                <a:lnTo>
                  <a:pt x="479353" y="26928"/>
                </a:lnTo>
                <a:lnTo>
                  <a:pt x="490779" y="26928"/>
                </a:lnTo>
                <a:lnTo>
                  <a:pt x="490779" y="37675"/>
                </a:lnTo>
                <a:cubicBezTo>
                  <a:pt x="493497" y="33496"/>
                  <a:pt x="496698" y="30372"/>
                  <a:pt x="500383" y="28303"/>
                </a:cubicBezTo>
                <a:cubicBezTo>
                  <a:pt x="504069" y="26234"/>
                  <a:pt x="508320" y="25199"/>
                  <a:pt x="513137" y="25199"/>
                </a:cubicBezTo>
                <a:cubicBezTo>
                  <a:pt x="521084" y="25199"/>
                  <a:pt x="527096" y="27664"/>
                  <a:pt x="531172" y="32595"/>
                </a:cubicBezTo>
                <a:cubicBezTo>
                  <a:pt x="535248" y="37526"/>
                  <a:pt x="537286" y="44778"/>
                  <a:pt x="537286" y="54351"/>
                </a:cubicBezTo>
                <a:close/>
                <a:moveTo>
                  <a:pt x="605372" y="60681"/>
                </a:moveTo>
                <a:cubicBezTo>
                  <a:pt x="605372" y="52436"/>
                  <a:pt x="603673" y="46046"/>
                  <a:pt x="600276" y="41512"/>
                </a:cubicBezTo>
                <a:cubicBezTo>
                  <a:pt x="596879" y="36978"/>
                  <a:pt x="592113" y="34710"/>
                  <a:pt x="585978" y="34710"/>
                </a:cubicBezTo>
                <a:cubicBezTo>
                  <a:pt x="579884" y="34710"/>
                  <a:pt x="575139" y="36978"/>
                  <a:pt x="571742" y="41512"/>
                </a:cubicBezTo>
                <a:cubicBezTo>
                  <a:pt x="568345" y="46046"/>
                  <a:pt x="566647" y="52436"/>
                  <a:pt x="566647" y="60681"/>
                </a:cubicBezTo>
                <a:cubicBezTo>
                  <a:pt x="566647" y="68886"/>
                  <a:pt x="568345" y="75255"/>
                  <a:pt x="571742" y="79789"/>
                </a:cubicBezTo>
                <a:cubicBezTo>
                  <a:pt x="575139" y="84324"/>
                  <a:pt x="579884" y="86591"/>
                  <a:pt x="585978" y="86591"/>
                </a:cubicBezTo>
                <a:cubicBezTo>
                  <a:pt x="592113" y="86591"/>
                  <a:pt x="596879" y="84324"/>
                  <a:pt x="600276" y="79789"/>
                </a:cubicBezTo>
                <a:cubicBezTo>
                  <a:pt x="603673" y="75255"/>
                  <a:pt x="605372" y="68886"/>
                  <a:pt x="605372" y="60681"/>
                </a:cubicBezTo>
                <a:moveTo>
                  <a:pt x="616736" y="87517"/>
                </a:moveTo>
                <a:cubicBezTo>
                  <a:pt x="616736" y="99293"/>
                  <a:pt x="614121" y="108053"/>
                  <a:pt x="608892" y="113797"/>
                </a:cubicBezTo>
                <a:cubicBezTo>
                  <a:pt x="603663" y="119541"/>
                  <a:pt x="595654" y="122413"/>
                  <a:pt x="584867" y="122413"/>
                </a:cubicBezTo>
                <a:cubicBezTo>
                  <a:pt x="580873" y="122413"/>
                  <a:pt x="577105" y="122119"/>
                  <a:pt x="573564" y="121533"/>
                </a:cubicBezTo>
                <a:cubicBezTo>
                  <a:pt x="570023" y="120946"/>
                  <a:pt x="566585" y="120045"/>
                  <a:pt x="563250" y="118831"/>
                </a:cubicBezTo>
                <a:lnTo>
                  <a:pt x="563250" y="107713"/>
                </a:lnTo>
                <a:cubicBezTo>
                  <a:pt x="566585" y="109525"/>
                  <a:pt x="569879" y="110863"/>
                  <a:pt x="573132" y="111728"/>
                </a:cubicBezTo>
                <a:cubicBezTo>
                  <a:pt x="576384" y="112593"/>
                  <a:pt x="579699" y="113025"/>
                  <a:pt x="583075" y="113025"/>
                </a:cubicBezTo>
                <a:cubicBezTo>
                  <a:pt x="590528" y="113025"/>
                  <a:pt x="596107" y="111079"/>
                  <a:pt x="599813" y="107188"/>
                </a:cubicBezTo>
                <a:cubicBezTo>
                  <a:pt x="603519" y="103297"/>
                  <a:pt x="605372" y="97420"/>
                  <a:pt x="605372" y="89555"/>
                </a:cubicBezTo>
                <a:lnTo>
                  <a:pt x="605372" y="83873"/>
                </a:lnTo>
                <a:cubicBezTo>
                  <a:pt x="603025" y="87970"/>
                  <a:pt x="600019" y="91032"/>
                  <a:pt x="596354" y="93060"/>
                </a:cubicBezTo>
                <a:cubicBezTo>
                  <a:pt x="592690" y="95088"/>
                  <a:pt x="588305" y="96102"/>
                  <a:pt x="583199" y="96102"/>
                </a:cubicBezTo>
                <a:cubicBezTo>
                  <a:pt x="574717" y="96102"/>
                  <a:pt x="567882" y="92867"/>
                  <a:pt x="562694" y="86398"/>
                </a:cubicBezTo>
                <a:cubicBezTo>
                  <a:pt x="557506" y="79927"/>
                  <a:pt x="554912" y="71355"/>
                  <a:pt x="554912" y="60681"/>
                </a:cubicBezTo>
                <a:cubicBezTo>
                  <a:pt x="554912" y="49967"/>
                  <a:pt x="557506" y="41375"/>
                  <a:pt x="562694" y="34905"/>
                </a:cubicBezTo>
                <a:cubicBezTo>
                  <a:pt x="567882" y="28434"/>
                  <a:pt x="574717" y="25199"/>
                  <a:pt x="583199" y="25199"/>
                </a:cubicBezTo>
                <a:cubicBezTo>
                  <a:pt x="588305" y="25199"/>
                  <a:pt x="592690" y="26213"/>
                  <a:pt x="596354" y="28241"/>
                </a:cubicBezTo>
                <a:cubicBezTo>
                  <a:pt x="600019" y="30269"/>
                  <a:pt x="603025" y="33331"/>
                  <a:pt x="605372" y="37428"/>
                </a:cubicBezTo>
                <a:lnTo>
                  <a:pt x="605372" y="26928"/>
                </a:lnTo>
                <a:lnTo>
                  <a:pt x="616736" y="26928"/>
                </a:lnTo>
                <a:lnTo>
                  <a:pt x="616736" y="87517"/>
                </a:lnTo>
                <a:close/>
                <a:moveTo>
                  <a:pt x="651288" y="7288"/>
                </a:moveTo>
                <a:lnTo>
                  <a:pt x="651288" y="26928"/>
                </a:lnTo>
                <a:lnTo>
                  <a:pt x="674696" y="26928"/>
                </a:lnTo>
                <a:lnTo>
                  <a:pt x="674696" y="35822"/>
                </a:lnTo>
                <a:lnTo>
                  <a:pt x="651288" y="35822"/>
                </a:lnTo>
                <a:lnTo>
                  <a:pt x="651288" y="73327"/>
                </a:lnTo>
                <a:cubicBezTo>
                  <a:pt x="651288" y="78962"/>
                  <a:pt x="652060" y="82581"/>
                  <a:pt x="653604" y="84186"/>
                </a:cubicBezTo>
                <a:cubicBezTo>
                  <a:pt x="655148" y="85789"/>
                  <a:pt x="658288" y="86591"/>
                  <a:pt x="663023" y="86591"/>
                </a:cubicBezTo>
                <a:lnTo>
                  <a:pt x="674696" y="86591"/>
                </a:lnTo>
                <a:lnTo>
                  <a:pt x="674696" y="96102"/>
                </a:lnTo>
                <a:lnTo>
                  <a:pt x="663023" y="96102"/>
                </a:lnTo>
                <a:cubicBezTo>
                  <a:pt x="654253" y="96102"/>
                  <a:pt x="648200" y="94467"/>
                  <a:pt x="644865" y="91196"/>
                </a:cubicBezTo>
                <a:cubicBezTo>
                  <a:pt x="641530" y="87924"/>
                  <a:pt x="639862" y="81968"/>
                  <a:pt x="639862" y="73327"/>
                </a:cubicBezTo>
                <a:lnTo>
                  <a:pt x="639862" y="35822"/>
                </a:lnTo>
                <a:lnTo>
                  <a:pt x="631524" y="35822"/>
                </a:lnTo>
                <a:lnTo>
                  <a:pt x="631524" y="26928"/>
                </a:lnTo>
                <a:lnTo>
                  <a:pt x="639862" y="26928"/>
                </a:lnTo>
                <a:lnTo>
                  <a:pt x="639862" y="7288"/>
                </a:lnTo>
                <a:lnTo>
                  <a:pt x="651288" y="7288"/>
                </a:lnTo>
                <a:close/>
                <a:moveTo>
                  <a:pt x="747132" y="54351"/>
                </a:moveTo>
                <a:lnTo>
                  <a:pt x="747132" y="96102"/>
                </a:lnTo>
                <a:lnTo>
                  <a:pt x="735768" y="96102"/>
                </a:lnTo>
                <a:lnTo>
                  <a:pt x="735768" y="54721"/>
                </a:lnTo>
                <a:cubicBezTo>
                  <a:pt x="735768" y="48154"/>
                  <a:pt x="734492" y="43239"/>
                  <a:pt x="731939" y="39976"/>
                </a:cubicBezTo>
                <a:cubicBezTo>
                  <a:pt x="729386" y="36713"/>
                  <a:pt x="725557" y="35081"/>
                  <a:pt x="720451" y="35081"/>
                </a:cubicBezTo>
                <a:cubicBezTo>
                  <a:pt x="714316" y="35081"/>
                  <a:pt x="709478" y="37043"/>
                  <a:pt x="705937" y="40966"/>
                </a:cubicBezTo>
                <a:cubicBezTo>
                  <a:pt x="702396" y="44888"/>
                  <a:pt x="700625" y="50235"/>
                  <a:pt x="700625" y="57007"/>
                </a:cubicBezTo>
                <a:lnTo>
                  <a:pt x="700625" y="96102"/>
                </a:lnTo>
                <a:lnTo>
                  <a:pt x="689199" y="96102"/>
                </a:lnTo>
                <a:lnTo>
                  <a:pt x="689199" y="0"/>
                </a:lnTo>
                <a:lnTo>
                  <a:pt x="700625" y="0"/>
                </a:lnTo>
                <a:lnTo>
                  <a:pt x="700625" y="37675"/>
                </a:lnTo>
                <a:cubicBezTo>
                  <a:pt x="703343" y="33496"/>
                  <a:pt x="706544" y="30372"/>
                  <a:pt x="710229" y="28303"/>
                </a:cubicBezTo>
                <a:cubicBezTo>
                  <a:pt x="713914" y="26234"/>
                  <a:pt x="718166" y="25199"/>
                  <a:pt x="722983" y="25199"/>
                </a:cubicBezTo>
                <a:cubicBezTo>
                  <a:pt x="730930" y="25199"/>
                  <a:pt x="736942" y="27664"/>
                  <a:pt x="741018" y="32595"/>
                </a:cubicBezTo>
                <a:cubicBezTo>
                  <a:pt x="745094" y="37526"/>
                  <a:pt x="747132" y="44778"/>
                  <a:pt x="747132" y="54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2DGaussian">
            <a:extLst xmlns:a="http://schemas.openxmlformats.org/drawingml/2006/main">
              <a:ext uri="{FF2B5EF4-FFF2-40B4-BE49-F238E27FC236}">
                <a16:creationId xmlns:a16="http://schemas.microsoft.com/office/drawing/2014/main" id="{A235D0E8-9714-4FD5-8E89-E4BC135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592" y="1789929"/>
            <a:ext cx="777476" cy="97955"/>
          </a:xfrm>
          <a:custGeom xmlns:a="http://schemas.openxmlformats.org/drawingml/2006/main">
            <a:pathLst>
              <a:path w="777476" h="97955">
                <a:moveTo>
                  <a:pt x="15008" y="85603"/>
                </a:moveTo>
                <a:lnTo>
                  <a:pt x="58551" y="85603"/>
                </a:lnTo>
                <a:lnTo>
                  <a:pt x="58551" y="96102"/>
                </a:lnTo>
                <a:lnTo>
                  <a:pt x="0" y="96102"/>
                </a:lnTo>
                <a:lnTo>
                  <a:pt x="0" y="85603"/>
                </a:lnTo>
                <a:cubicBezTo>
                  <a:pt x="4735" y="80703"/>
                  <a:pt x="11189" y="74125"/>
                  <a:pt x="19362" y="65869"/>
                </a:cubicBezTo>
                <a:cubicBezTo>
                  <a:pt x="27536" y="57614"/>
                  <a:pt x="32672" y="52292"/>
                  <a:pt x="34772" y="49904"/>
                </a:cubicBezTo>
                <a:cubicBezTo>
                  <a:pt x="38766" y="45416"/>
                  <a:pt x="41556" y="41617"/>
                  <a:pt x="43141" y="38509"/>
                </a:cubicBezTo>
                <a:cubicBezTo>
                  <a:pt x="44726" y="35400"/>
                  <a:pt x="45519" y="32343"/>
                  <a:pt x="45519" y="29337"/>
                </a:cubicBezTo>
                <a:cubicBezTo>
                  <a:pt x="45519" y="24437"/>
                  <a:pt x="43800" y="20443"/>
                  <a:pt x="40362" y="17355"/>
                </a:cubicBezTo>
                <a:cubicBezTo>
                  <a:pt x="36924" y="14267"/>
                  <a:pt x="32446" y="12723"/>
                  <a:pt x="26928" y="12723"/>
                </a:cubicBezTo>
                <a:cubicBezTo>
                  <a:pt x="23017" y="12723"/>
                  <a:pt x="18889" y="13408"/>
                  <a:pt x="14545" y="14777"/>
                </a:cubicBezTo>
                <a:cubicBezTo>
                  <a:pt x="10201" y="16146"/>
                  <a:pt x="5559" y="18220"/>
                  <a:pt x="618" y="20999"/>
                </a:cubicBezTo>
                <a:lnTo>
                  <a:pt x="618" y="8400"/>
                </a:lnTo>
                <a:cubicBezTo>
                  <a:pt x="5641" y="6362"/>
                  <a:pt x="10335" y="4823"/>
                  <a:pt x="14699" y="3783"/>
                </a:cubicBezTo>
                <a:cubicBezTo>
                  <a:pt x="19064" y="2743"/>
                  <a:pt x="23058" y="2223"/>
                  <a:pt x="26681" y="2223"/>
                </a:cubicBezTo>
                <a:cubicBezTo>
                  <a:pt x="36234" y="2223"/>
                  <a:pt x="43851" y="4612"/>
                  <a:pt x="49533" y="9388"/>
                </a:cubicBezTo>
                <a:cubicBezTo>
                  <a:pt x="55215" y="14164"/>
                  <a:pt x="58057" y="20546"/>
                  <a:pt x="58057" y="28534"/>
                </a:cubicBezTo>
                <a:cubicBezTo>
                  <a:pt x="58057" y="32322"/>
                  <a:pt x="57346" y="35915"/>
                  <a:pt x="55926" y="39312"/>
                </a:cubicBezTo>
                <a:cubicBezTo>
                  <a:pt x="54505" y="42709"/>
                  <a:pt x="51922" y="46713"/>
                  <a:pt x="48175" y="51324"/>
                </a:cubicBezTo>
                <a:cubicBezTo>
                  <a:pt x="47145" y="52519"/>
                  <a:pt x="43872" y="55967"/>
                  <a:pt x="38354" y="61670"/>
                </a:cubicBezTo>
                <a:cubicBezTo>
                  <a:pt x="32837" y="67372"/>
                  <a:pt x="25055" y="75350"/>
                  <a:pt x="15008" y="85603"/>
                </a:cubicBezTo>
                <a:close/>
                <a:moveTo>
                  <a:pt x="96073" y="14082"/>
                </a:moveTo>
                <a:lnTo>
                  <a:pt x="96073" y="85850"/>
                </a:lnTo>
                <a:lnTo>
                  <a:pt x="111143" y="85850"/>
                </a:lnTo>
                <a:cubicBezTo>
                  <a:pt x="123866" y="85850"/>
                  <a:pt x="133182" y="82965"/>
                  <a:pt x="139090" y="77195"/>
                </a:cubicBezTo>
                <a:cubicBezTo>
                  <a:pt x="144999" y="71426"/>
                  <a:pt x="147953" y="62318"/>
                  <a:pt x="147953" y="49873"/>
                </a:cubicBezTo>
                <a:cubicBezTo>
                  <a:pt x="147953" y="37510"/>
                  <a:pt x="144999" y="28454"/>
                  <a:pt x="139090" y="22705"/>
                </a:cubicBezTo>
                <a:cubicBezTo>
                  <a:pt x="133182" y="16956"/>
                  <a:pt x="123866" y="14082"/>
                  <a:pt x="111143" y="14082"/>
                </a:cubicBezTo>
                <a:lnTo>
                  <a:pt x="96073" y="14082"/>
                </a:lnTo>
                <a:moveTo>
                  <a:pt x="83597" y="3829"/>
                </a:moveTo>
                <a:lnTo>
                  <a:pt x="109228" y="3829"/>
                </a:lnTo>
                <a:cubicBezTo>
                  <a:pt x="127098" y="3829"/>
                  <a:pt x="140212" y="7548"/>
                  <a:pt x="148571" y="14985"/>
                </a:cubicBezTo>
                <a:cubicBezTo>
                  <a:pt x="156929" y="22422"/>
                  <a:pt x="161108" y="34052"/>
                  <a:pt x="161108" y="49873"/>
                </a:cubicBezTo>
                <a:cubicBezTo>
                  <a:pt x="161108" y="65777"/>
                  <a:pt x="156909" y="77458"/>
                  <a:pt x="148509" y="84915"/>
                </a:cubicBezTo>
                <a:cubicBezTo>
                  <a:pt x="140109" y="92373"/>
                  <a:pt x="127016" y="96102"/>
                  <a:pt x="109228" y="96102"/>
                </a:cubicBezTo>
                <a:lnTo>
                  <a:pt x="83597" y="96102"/>
                </a:lnTo>
                <a:lnTo>
                  <a:pt x="83597" y="3829"/>
                </a:lnTo>
                <a:close/>
                <a:moveTo>
                  <a:pt x="283965" y="82999"/>
                </a:moveTo>
                <a:lnTo>
                  <a:pt x="283965" y="58180"/>
                </a:lnTo>
                <a:lnTo>
                  <a:pt x="263583" y="58180"/>
                </a:lnTo>
                <a:lnTo>
                  <a:pt x="263583" y="47928"/>
                </a:lnTo>
                <a:lnTo>
                  <a:pt x="296317" y="47928"/>
                </a:lnTo>
                <a:lnTo>
                  <a:pt x="296317" y="87579"/>
                </a:lnTo>
                <a:cubicBezTo>
                  <a:pt x="291500" y="90996"/>
                  <a:pt x="286188" y="93580"/>
                  <a:pt x="280383" y="95330"/>
                </a:cubicBezTo>
                <a:cubicBezTo>
                  <a:pt x="274577" y="97080"/>
                  <a:pt x="268380" y="97955"/>
                  <a:pt x="261792" y="97955"/>
                </a:cubicBezTo>
                <a:cubicBezTo>
                  <a:pt x="247381" y="97955"/>
                  <a:pt x="236109" y="93742"/>
                  <a:pt x="227977" y="85317"/>
                </a:cubicBezTo>
                <a:cubicBezTo>
                  <a:pt x="219845" y="76891"/>
                  <a:pt x="215779" y="65159"/>
                  <a:pt x="215779" y="50120"/>
                </a:cubicBezTo>
                <a:cubicBezTo>
                  <a:pt x="215779" y="35040"/>
                  <a:pt x="219845" y="23287"/>
                  <a:pt x="227977" y="14862"/>
                </a:cubicBezTo>
                <a:cubicBezTo>
                  <a:pt x="236109" y="6436"/>
                  <a:pt x="247381" y="2223"/>
                  <a:pt x="261792" y="2223"/>
                </a:cubicBezTo>
                <a:cubicBezTo>
                  <a:pt x="267804" y="2223"/>
                  <a:pt x="273517" y="2965"/>
                  <a:pt x="278931" y="4447"/>
                </a:cubicBezTo>
                <a:cubicBezTo>
                  <a:pt x="284346" y="5929"/>
                  <a:pt x="289338" y="8111"/>
                  <a:pt x="293909" y="10994"/>
                </a:cubicBezTo>
                <a:lnTo>
                  <a:pt x="293909" y="24334"/>
                </a:lnTo>
                <a:cubicBezTo>
                  <a:pt x="289297" y="20402"/>
                  <a:pt x="284397" y="17443"/>
                  <a:pt x="279209" y="15456"/>
                </a:cubicBezTo>
                <a:cubicBezTo>
                  <a:pt x="274021" y="13469"/>
                  <a:pt x="268565" y="12476"/>
                  <a:pt x="262842" y="12476"/>
                </a:cubicBezTo>
                <a:cubicBezTo>
                  <a:pt x="251560" y="12476"/>
                  <a:pt x="243089" y="15628"/>
                  <a:pt x="237427" y="21933"/>
                </a:cubicBezTo>
                <a:cubicBezTo>
                  <a:pt x="231765" y="28238"/>
                  <a:pt x="228935" y="37634"/>
                  <a:pt x="228935" y="50120"/>
                </a:cubicBezTo>
                <a:cubicBezTo>
                  <a:pt x="228935" y="62565"/>
                  <a:pt x="231765" y="71940"/>
                  <a:pt x="237427" y="78245"/>
                </a:cubicBezTo>
                <a:cubicBezTo>
                  <a:pt x="243089" y="84550"/>
                  <a:pt x="251560" y="87702"/>
                  <a:pt x="262842" y="87702"/>
                </a:cubicBezTo>
                <a:cubicBezTo>
                  <a:pt x="267248" y="87702"/>
                  <a:pt x="271180" y="87321"/>
                  <a:pt x="274639" y="86558"/>
                </a:cubicBezTo>
                <a:cubicBezTo>
                  <a:pt x="278097" y="85795"/>
                  <a:pt x="281206" y="84609"/>
                  <a:pt x="283965" y="82999"/>
                </a:cubicBezTo>
                <a:close/>
                <a:moveTo>
                  <a:pt x="349936" y="61268"/>
                </a:moveTo>
                <a:cubicBezTo>
                  <a:pt x="340754" y="61268"/>
                  <a:pt x="334393" y="62323"/>
                  <a:pt x="330852" y="64434"/>
                </a:cubicBezTo>
                <a:cubicBezTo>
                  <a:pt x="327311" y="66542"/>
                  <a:pt x="325540" y="70141"/>
                  <a:pt x="325540" y="75228"/>
                </a:cubicBezTo>
                <a:cubicBezTo>
                  <a:pt x="325540" y="79282"/>
                  <a:pt x="326868" y="82498"/>
                  <a:pt x="329524" y="84877"/>
                </a:cubicBezTo>
                <a:cubicBezTo>
                  <a:pt x="332180" y="87255"/>
                  <a:pt x="335793" y="88444"/>
                  <a:pt x="340363" y="88444"/>
                </a:cubicBezTo>
                <a:cubicBezTo>
                  <a:pt x="346663" y="88444"/>
                  <a:pt x="351717" y="86200"/>
                  <a:pt x="355526" y="81712"/>
                </a:cubicBezTo>
                <a:cubicBezTo>
                  <a:pt x="359334" y="77222"/>
                  <a:pt x="361239" y="71254"/>
                  <a:pt x="361239" y="63806"/>
                </a:cubicBezTo>
                <a:lnTo>
                  <a:pt x="361239" y="61268"/>
                </a:lnTo>
                <a:lnTo>
                  <a:pt x="349936" y="61268"/>
                </a:lnTo>
                <a:moveTo>
                  <a:pt x="372603" y="56574"/>
                </a:moveTo>
                <a:lnTo>
                  <a:pt x="372603" y="96102"/>
                </a:lnTo>
                <a:lnTo>
                  <a:pt x="361239" y="96102"/>
                </a:lnTo>
                <a:lnTo>
                  <a:pt x="361239" y="85603"/>
                </a:lnTo>
                <a:cubicBezTo>
                  <a:pt x="358645" y="89823"/>
                  <a:pt x="355413" y="92937"/>
                  <a:pt x="351542" y="94944"/>
                </a:cubicBezTo>
                <a:cubicBezTo>
                  <a:pt x="347672" y="96951"/>
                  <a:pt x="342937" y="97955"/>
                  <a:pt x="337337" y="97955"/>
                </a:cubicBezTo>
                <a:cubicBezTo>
                  <a:pt x="330255" y="97955"/>
                  <a:pt x="324624" y="95963"/>
                  <a:pt x="320445" y="91979"/>
                </a:cubicBezTo>
                <a:cubicBezTo>
                  <a:pt x="316266" y="87995"/>
                  <a:pt x="314176" y="82658"/>
                  <a:pt x="314176" y="75970"/>
                </a:cubicBezTo>
                <a:cubicBezTo>
                  <a:pt x="314176" y="68167"/>
                  <a:pt x="316780" y="62284"/>
                  <a:pt x="321989" y="58321"/>
                </a:cubicBezTo>
                <a:cubicBezTo>
                  <a:pt x="327197" y="54357"/>
                  <a:pt x="334969" y="52374"/>
                  <a:pt x="345304" y="52374"/>
                </a:cubicBezTo>
                <a:lnTo>
                  <a:pt x="361239" y="52374"/>
                </a:lnTo>
                <a:lnTo>
                  <a:pt x="361239" y="51263"/>
                </a:lnTo>
                <a:cubicBezTo>
                  <a:pt x="361239" y="46033"/>
                  <a:pt x="359520" y="41988"/>
                  <a:pt x="356082" y="39126"/>
                </a:cubicBezTo>
                <a:cubicBezTo>
                  <a:pt x="352644" y="36265"/>
                  <a:pt x="347816" y="34834"/>
                  <a:pt x="341598" y="34834"/>
                </a:cubicBezTo>
                <a:cubicBezTo>
                  <a:pt x="337646" y="34834"/>
                  <a:pt x="333796" y="35307"/>
                  <a:pt x="330049" y="36254"/>
                </a:cubicBezTo>
                <a:cubicBezTo>
                  <a:pt x="326302" y="37201"/>
                  <a:pt x="322699" y="38622"/>
                  <a:pt x="319240" y="40516"/>
                </a:cubicBezTo>
                <a:lnTo>
                  <a:pt x="319240" y="30016"/>
                </a:lnTo>
                <a:cubicBezTo>
                  <a:pt x="323399" y="28411"/>
                  <a:pt x="327434" y="27206"/>
                  <a:pt x="331346" y="26403"/>
                </a:cubicBezTo>
                <a:cubicBezTo>
                  <a:pt x="335257" y="25600"/>
                  <a:pt x="339066" y="25199"/>
                  <a:pt x="342772" y="25199"/>
                </a:cubicBezTo>
                <a:cubicBezTo>
                  <a:pt x="352777" y="25199"/>
                  <a:pt x="360251" y="27793"/>
                  <a:pt x="365192" y="32981"/>
                </a:cubicBezTo>
                <a:cubicBezTo>
                  <a:pt x="370133" y="38169"/>
                  <a:pt x="372603" y="46033"/>
                  <a:pt x="372603" y="56574"/>
                </a:cubicBezTo>
                <a:close/>
                <a:moveTo>
                  <a:pt x="394737" y="68803"/>
                </a:moveTo>
                <a:lnTo>
                  <a:pt x="394737" y="26928"/>
                </a:lnTo>
                <a:lnTo>
                  <a:pt x="406101" y="26928"/>
                </a:lnTo>
                <a:lnTo>
                  <a:pt x="406101" y="68371"/>
                </a:lnTo>
                <a:cubicBezTo>
                  <a:pt x="406101" y="74938"/>
                  <a:pt x="407378" y="79864"/>
                  <a:pt x="409931" y="83147"/>
                </a:cubicBezTo>
                <a:cubicBezTo>
                  <a:pt x="412484" y="86431"/>
                  <a:pt x="416313" y="88073"/>
                  <a:pt x="421418" y="88073"/>
                </a:cubicBezTo>
                <a:cubicBezTo>
                  <a:pt x="427554" y="88073"/>
                  <a:pt x="432402" y="86112"/>
                  <a:pt x="435963" y="82190"/>
                </a:cubicBezTo>
                <a:cubicBezTo>
                  <a:pt x="439525" y="78267"/>
                  <a:pt x="441306" y="72919"/>
                  <a:pt x="441306" y="66147"/>
                </a:cubicBezTo>
                <a:lnTo>
                  <a:pt x="441306" y="26928"/>
                </a:lnTo>
                <a:lnTo>
                  <a:pt x="452670" y="26928"/>
                </a:lnTo>
                <a:lnTo>
                  <a:pt x="452670" y="96102"/>
                </a:lnTo>
                <a:lnTo>
                  <a:pt x="441306" y="96102"/>
                </a:lnTo>
                <a:lnTo>
                  <a:pt x="441306" y="85479"/>
                </a:lnTo>
                <a:cubicBezTo>
                  <a:pt x="438547" y="89699"/>
                  <a:pt x="435346" y="92834"/>
                  <a:pt x="431702" y="94882"/>
                </a:cubicBezTo>
                <a:cubicBezTo>
                  <a:pt x="428058" y="96931"/>
                  <a:pt x="423827" y="97955"/>
                  <a:pt x="419010" y="97955"/>
                </a:cubicBezTo>
                <a:cubicBezTo>
                  <a:pt x="411063" y="97955"/>
                  <a:pt x="405031" y="95479"/>
                  <a:pt x="400913" y="90528"/>
                </a:cubicBezTo>
                <a:cubicBezTo>
                  <a:pt x="396796" y="85577"/>
                  <a:pt x="394737" y="78335"/>
                  <a:pt x="394737" y="68803"/>
                </a:cubicBezTo>
                <a:moveTo>
                  <a:pt x="423333" y="25199"/>
                </a:moveTo>
                <a:lnTo>
                  <a:pt x="423333" y="25199"/>
                </a:lnTo>
                <a:close/>
                <a:moveTo>
                  <a:pt x="520077" y="28905"/>
                </a:moveTo>
                <a:lnTo>
                  <a:pt x="520077" y="39651"/>
                </a:lnTo>
                <a:cubicBezTo>
                  <a:pt x="516865" y="38004"/>
                  <a:pt x="513530" y="36769"/>
                  <a:pt x="510071" y="35946"/>
                </a:cubicBezTo>
                <a:cubicBezTo>
                  <a:pt x="506612" y="35122"/>
                  <a:pt x="503030" y="34710"/>
                  <a:pt x="499325" y="34710"/>
                </a:cubicBezTo>
                <a:cubicBezTo>
                  <a:pt x="493684" y="34710"/>
                  <a:pt x="489453" y="35577"/>
                  <a:pt x="486632" y="37310"/>
                </a:cubicBezTo>
                <a:cubicBezTo>
                  <a:pt x="483812" y="39043"/>
                  <a:pt x="482402" y="41643"/>
                  <a:pt x="482402" y="45110"/>
                </a:cubicBezTo>
                <a:cubicBezTo>
                  <a:pt x="482402" y="47750"/>
                  <a:pt x="483410" y="49824"/>
                  <a:pt x="485428" y="51330"/>
                </a:cubicBezTo>
                <a:cubicBezTo>
                  <a:pt x="487446" y="52837"/>
                  <a:pt x="491501" y="54271"/>
                  <a:pt x="497595" y="55632"/>
                </a:cubicBezTo>
                <a:lnTo>
                  <a:pt x="501486" y="56501"/>
                </a:lnTo>
                <a:cubicBezTo>
                  <a:pt x="509556" y="58233"/>
                  <a:pt x="515290" y="60677"/>
                  <a:pt x="518687" y="63833"/>
                </a:cubicBezTo>
                <a:cubicBezTo>
                  <a:pt x="522084" y="66988"/>
                  <a:pt x="523782" y="71391"/>
                  <a:pt x="523782" y="77043"/>
                </a:cubicBezTo>
                <a:cubicBezTo>
                  <a:pt x="523782" y="83478"/>
                  <a:pt x="521240" y="88572"/>
                  <a:pt x="516155" y="92325"/>
                </a:cubicBezTo>
                <a:cubicBezTo>
                  <a:pt x="511070" y="96078"/>
                  <a:pt x="504080" y="97955"/>
                  <a:pt x="495186" y="97955"/>
                </a:cubicBezTo>
                <a:cubicBezTo>
                  <a:pt x="491481" y="97955"/>
                  <a:pt x="487621" y="97595"/>
                  <a:pt x="483606" y="96874"/>
                </a:cubicBezTo>
                <a:cubicBezTo>
                  <a:pt x="479591" y="96154"/>
                  <a:pt x="475361" y="95073"/>
                  <a:pt x="470914" y="93632"/>
                </a:cubicBezTo>
                <a:lnTo>
                  <a:pt x="470914" y="81897"/>
                </a:lnTo>
                <a:cubicBezTo>
                  <a:pt x="475114" y="84079"/>
                  <a:pt x="479252" y="85716"/>
                  <a:pt x="483328" y="86807"/>
                </a:cubicBezTo>
                <a:cubicBezTo>
                  <a:pt x="487404" y="87898"/>
                  <a:pt x="491440" y="88444"/>
                  <a:pt x="495433" y="88444"/>
                </a:cubicBezTo>
                <a:cubicBezTo>
                  <a:pt x="500786" y="88444"/>
                  <a:pt x="504904" y="87526"/>
                  <a:pt x="507786" y="85689"/>
                </a:cubicBezTo>
                <a:cubicBezTo>
                  <a:pt x="510668" y="83853"/>
                  <a:pt x="512109" y="81264"/>
                  <a:pt x="512109" y="77923"/>
                </a:cubicBezTo>
                <a:cubicBezTo>
                  <a:pt x="512109" y="74828"/>
                  <a:pt x="511070" y="72456"/>
                  <a:pt x="508990" y="70805"/>
                </a:cubicBezTo>
                <a:cubicBezTo>
                  <a:pt x="506911" y="69154"/>
                  <a:pt x="502351" y="67565"/>
                  <a:pt x="495310" y="66039"/>
                </a:cubicBezTo>
                <a:lnTo>
                  <a:pt x="491357" y="65111"/>
                </a:lnTo>
                <a:cubicBezTo>
                  <a:pt x="484316" y="63626"/>
                  <a:pt x="479231" y="61347"/>
                  <a:pt x="476102" y="58275"/>
                </a:cubicBezTo>
                <a:cubicBezTo>
                  <a:pt x="472973" y="55201"/>
                  <a:pt x="471408" y="50982"/>
                  <a:pt x="471408" y="45619"/>
                </a:cubicBezTo>
                <a:cubicBezTo>
                  <a:pt x="471408" y="39101"/>
                  <a:pt x="473714" y="34068"/>
                  <a:pt x="478325" y="30520"/>
                </a:cubicBezTo>
                <a:cubicBezTo>
                  <a:pt x="482937" y="26973"/>
                  <a:pt x="489484" y="25199"/>
                  <a:pt x="497966" y="25199"/>
                </a:cubicBezTo>
                <a:cubicBezTo>
                  <a:pt x="502166" y="25199"/>
                  <a:pt x="506118" y="25508"/>
                  <a:pt x="509824" y="26125"/>
                </a:cubicBezTo>
                <a:cubicBezTo>
                  <a:pt x="513530" y="26743"/>
                  <a:pt x="516947" y="27670"/>
                  <a:pt x="520077" y="28905"/>
                </a:cubicBezTo>
                <a:close/>
                <a:moveTo>
                  <a:pt x="585851" y="28905"/>
                </a:moveTo>
                <a:lnTo>
                  <a:pt x="585851" y="39651"/>
                </a:lnTo>
                <a:cubicBezTo>
                  <a:pt x="582639" y="38004"/>
                  <a:pt x="579304" y="36769"/>
                  <a:pt x="575845" y="35946"/>
                </a:cubicBezTo>
                <a:cubicBezTo>
                  <a:pt x="572386" y="35122"/>
                  <a:pt x="568804" y="34710"/>
                  <a:pt x="565098" y="34710"/>
                </a:cubicBezTo>
                <a:cubicBezTo>
                  <a:pt x="559457" y="34710"/>
                  <a:pt x="555227" y="35577"/>
                  <a:pt x="552406" y="37310"/>
                </a:cubicBezTo>
                <a:cubicBezTo>
                  <a:pt x="549586" y="39043"/>
                  <a:pt x="548176" y="41643"/>
                  <a:pt x="548176" y="45110"/>
                </a:cubicBezTo>
                <a:cubicBezTo>
                  <a:pt x="548176" y="47750"/>
                  <a:pt x="549184" y="49824"/>
                  <a:pt x="551202" y="51330"/>
                </a:cubicBezTo>
                <a:cubicBezTo>
                  <a:pt x="553219" y="52837"/>
                  <a:pt x="557275" y="54271"/>
                  <a:pt x="563369" y="55632"/>
                </a:cubicBezTo>
                <a:lnTo>
                  <a:pt x="567260" y="56501"/>
                </a:lnTo>
                <a:cubicBezTo>
                  <a:pt x="575330" y="58233"/>
                  <a:pt x="581064" y="60677"/>
                  <a:pt x="584461" y="63833"/>
                </a:cubicBezTo>
                <a:cubicBezTo>
                  <a:pt x="587858" y="66988"/>
                  <a:pt x="589556" y="71391"/>
                  <a:pt x="589556" y="77043"/>
                </a:cubicBezTo>
                <a:cubicBezTo>
                  <a:pt x="589556" y="83478"/>
                  <a:pt x="587014" y="88572"/>
                  <a:pt x="581929" y="92325"/>
                </a:cubicBezTo>
                <a:cubicBezTo>
                  <a:pt x="576844" y="96078"/>
                  <a:pt x="569854" y="97955"/>
                  <a:pt x="560960" y="97955"/>
                </a:cubicBezTo>
                <a:cubicBezTo>
                  <a:pt x="557255" y="97955"/>
                  <a:pt x="553394" y="97595"/>
                  <a:pt x="549380" y="96874"/>
                </a:cubicBezTo>
                <a:cubicBezTo>
                  <a:pt x="545365" y="96154"/>
                  <a:pt x="541135" y="95073"/>
                  <a:pt x="536688" y="93632"/>
                </a:cubicBezTo>
                <a:lnTo>
                  <a:pt x="536688" y="81897"/>
                </a:lnTo>
                <a:cubicBezTo>
                  <a:pt x="540888" y="84079"/>
                  <a:pt x="545026" y="85716"/>
                  <a:pt x="549102" y="86807"/>
                </a:cubicBezTo>
                <a:cubicBezTo>
                  <a:pt x="553178" y="87898"/>
                  <a:pt x="557213" y="88444"/>
                  <a:pt x="561207" y="88444"/>
                </a:cubicBezTo>
                <a:cubicBezTo>
                  <a:pt x="566560" y="88444"/>
                  <a:pt x="570678" y="87526"/>
                  <a:pt x="573560" y="85689"/>
                </a:cubicBezTo>
                <a:cubicBezTo>
                  <a:pt x="576442" y="83853"/>
                  <a:pt x="577883" y="81264"/>
                  <a:pt x="577883" y="77923"/>
                </a:cubicBezTo>
                <a:cubicBezTo>
                  <a:pt x="577883" y="74828"/>
                  <a:pt x="576844" y="72456"/>
                  <a:pt x="574764" y="70805"/>
                </a:cubicBezTo>
                <a:cubicBezTo>
                  <a:pt x="572685" y="69154"/>
                  <a:pt x="568125" y="67565"/>
                  <a:pt x="561084" y="66039"/>
                </a:cubicBezTo>
                <a:lnTo>
                  <a:pt x="557131" y="65111"/>
                </a:lnTo>
                <a:cubicBezTo>
                  <a:pt x="550090" y="63626"/>
                  <a:pt x="545005" y="61347"/>
                  <a:pt x="541876" y="58275"/>
                </a:cubicBezTo>
                <a:cubicBezTo>
                  <a:pt x="538747" y="55201"/>
                  <a:pt x="537182" y="50982"/>
                  <a:pt x="537182" y="45619"/>
                </a:cubicBezTo>
                <a:cubicBezTo>
                  <a:pt x="537182" y="39101"/>
                  <a:pt x="539488" y="34068"/>
                  <a:pt x="544099" y="30520"/>
                </a:cubicBezTo>
                <a:cubicBezTo>
                  <a:pt x="548711" y="26973"/>
                  <a:pt x="555258" y="25199"/>
                  <a:pt x="563740" y="25199"/>
                </a:cubicBezTo>
                <a:cubicBezTo>
                  <a:pt x="567940" y="25199"/>
                  <a:pt x="571892" y="25508"/>
                  <a:pt x="575598" y="26125"/>
                </a:cubicBezTo>
                <a:cubicBezTo>
                  <a:pt x="579304" y="26743"/>
                  <a:pt x="582721" y="27670"/>
                  <a:pt x="585851" y="28905"/>
                </a:cubicBezTo>
                <a:close/>
                <a:moveTo>
                  <a:pt x="607527" y="26928"/>
                </a:moveTo>
                <a:lnTo>
                  <a:pt x="618891" y="26928"/>
                </a:lnTo>
                <a:lnTo>
                  <a:pt x="618891" y="96102"/>
                </a:lnTo>
                <a:lnTo>
                  <a:pt x="607527" y="96102"/>
                </a:lnTo>
                <a:lnTo>
                  <a:pt x="607527" y="26928"/>
                </a:lnTo>
                <a:moveTo>
                  <a:pt x="607527" y="0"/>
                </a:moveTo>
                <a:lnTo>
                  <a:pt x="618891" y="0"/>
                </a:lnTo>
                <a:lnTo>
                  <a:pt x="618891" y="14452"/>
                </a:lnTo>
                <a:lnTo>
                  <a:pt x="607527" y="14452"/>
                </a:lnTo>
                <a:lnTo>
                  <a:pt x="607527" y="0"/>
                </a:lnTo>
                <a:close/>
                <a:moveTo>
                  <a:pt x="674001" y="61268"/>
                </a:moveTo>
                <a:cubicBezTo>
                  <a:pt x="664819" y="61268"/>
                  <a:pt x="658458" y="62323"/>
                  <a:pt x="654917" y="64434"/>
                </a:cubicBezTo>
                <a:cubicBezTo>
                  <a:pt x="651375" y="66542"/>
                  <a:pt x="649605" y="70141"/>
                  <a:pt x="649605" y="75228"/>
                </a:cubicBezTo>
                <a:cubicBezTo>
                  <a:pt x="649605" y="79282"/>
                  <a:pt x="650933" y="82498"/>
                  <a:pt x="653589" y="84877"/>
                </a:cubicBezTo>
                <a:cubicBezTo>
                  <a:pt x="656244" y="87255"/>
                  <a:pt x="659857" y="88444"/>
                  <a:pt x="664428" y="88444"/>
                </a:cubicBezTo>
                <a:cubicBezTo>
                  <a:pt x="670728" y="88444"/>
                  <a:pt x="675782" y="86200"/>
                  <a:pt x="679591" y="81712"/>
                </a:cubicBezTo>
                <a:cubicBezTo>
                  <a:pt x="683399" y="77222"/>
                  <a:pt x="685304" y="71254"/>
                  <a:pt x="685304" y="63806"/>
                </a:cubicBezTo>
                <a:lnTo>
                  <a:pt x="685304" y="61268"/>
                </a:lnTo>
                <a:lnTo>
                  <a:pt x="674001" y="61268"/>
                </a:lnTo>
                <a:moveTo>
                  <a:pt x="696668" y="56574"/>
                </a:moveTo>
                <a:lnTo>
                  <a:pt x="696668" y="96102"/>
                </a:lnTo>
                <a:lnTo>
                  <a:pt x="685304" y="96102"/>
                </a:lnTo>
                <a:lnTo>
                  <a:pt x="685304" y="85603"/>
                </a:lnTo>
                <a:cubicBezTo>
                  <a:pt x="682710" y="89823"/>
                  <a:pt x="679477" y="92937"/>
                  <a:pt x="675607" y="94944"/>
                </a:cubicBezTo>
                <a:cubicBezTo>
                  <a:pt x="671736" y="96951"/>
                  <a:pt x="667001" y="97955"/>
                  <a:pt x="661402" y="97955"/>
                </a:cubicBezTo>
                <a:cubicBezTo>
                  <a:pt x="654319" y="97955"/>
                  <a:pt x="648689" y="95963"/>
                  <a:pt x="644510" y="91979"/>
                </a:cubicBezTo>
                <a:cubicBezTo>
                  <a:pt x="640330" y="87995"/>
                  <a:pt x="638241" y="82658"/>
                  <a:pt x="638241" y="75970"/>
                </a:cubicBezTo>
                <a:cubicBezTo>
                  <a:pt x="638241" y="68167"/>
                  <a:pt x="640845" y="62284"/>
                  <a:pt x="646054" y="58321"/>
                </a:cubicBezTo>
                <a:cubicBezTo>
                  <a:pt x="651262" y="54357"/>
                  <a:pt x="659034" y="52374"/>
                  <a:pt x="669369" y="52374"/>
                </a:cubicBezTo>
                <a:lnTo>
                  <a:pt x="685304" y="52374"/>
                </a:lnTo>
                <a:lnTo>
                  <a:pt x="685304" y="51263"/>
                </a:lnTo>
                <a:cubicBezTo>
                  <a:pt x="685304" y="46033"/>
                  <a:pt x="683584" y="41988"/>
                  <a:pt x="680146" y="39126"/>
                </a:cubicBezTo>
                <a:cubicBezTo>
                  <a:pt x="676708" y="36265"/>
                  <a:pt x="671881" y="34834"/>
                  <a:pt x="665663" y="34834"/>
                </a:cubicBezTo>
                <a:cubicBezTo>
                  <a:pt x="661710" y="34834"/>
                  <a:pt x="657861" y="35307"/>
                  <a:pt x="654114" y="36254"/>
                </a:cubicBezTo>
                <a:cubicBezTo>
                  <a:pt x="650367" y="37201"/>
                  <a:pt x="646764" y="38622"/>
                  <a:pt x="643305" y="40516"/>
                </a:cubicBezTo>
                <a:lnTo>
                  <a:pt x="643305" y="30016"/>
                </a:lnTo>
                <a:cubicBezTo>
                  <a:pt x="647464" y="28411"/>
                  <a:pt x="651499" y="27206"/>
                  <a:pt x="655411" y="26403"/>
                </a:cubicBezTo>
                <a:cubicBezTo>
                  <a:pt x="659322" y="25600"/>
                  <a:pt x="663131" y="25199"/>
                  <a:pt x="666837" y="25199"/>
                </a:cubicBezTo>
                <a:cubicBezTo>
                  <a:pt x="676842" y="25199"/>
                  <a:pt x="684315" y="27793"/>
                  <a:pt x="689256" y="32981"/>
                </a:cubicBezTo>
                <a:cubicBezTo>
                  <a:pt x="694197" y="38169"/>
                  <a:pt x="696668" y="46033"/>
                  <a:pt x="696668" y="56574"/>
                </a:cubicBezTo>
                <a:close/>
                <a:moveTo>
                  <a:pt x="777476" y="54351"/>
                </a:moveTo>
                <a:lnTo>
                  <a:pt x="777476" y="96102"/>
                </a:lnTo>
                <a:lnTo>
                  <a:pt x="766112" y="96102"/>
                </a:lnTo>
                <a:lnTo>
                  <a:pt x="766112" y="54721"/>
                </a:lnTo>
                <a:cubicBezTo>
                  <a:pt x="766112" y="48154"/>
                  <a:pt x="764835" y="43239"/>
                  <a:pt x="762283" y="39976"/>
                </a:cubicBezTo>
                <a:cubicBezTo>
                  <a:pt x="759730" y="36713"/>
                  <a:pt x="755901" y="35081"/>
                  <a:pt x="750795" y="35081"/>
                </a:cubicBezTo>
                <a:cubicBezTo>
                  <a:pt x="744660" y="35081"/>
                  <a:pt x="739822" y="37043"/>
                  <a:pt x="736281" y="40966"/>
                </a:cubicBezTo>
                <a:cubicBezTo>
                  <a:pt x="732740" y="44888"/>
                  <a:pt x="730969" y="50235"/>
                  <a:pt x="730969" y="57007"/>
                </a:cubicBezTo>
                <a:lnTo>
                  <a:pt x="730969" y="96102"/>
                </a:lnTo>
                <a:lnTo>
                  <a:pt x="719543" y="96102"/>
                </a:lnTo>
                <a:lnTo>
                  <a:pt x="719543" y="26928"/>
                </a:lnTo>
                <a:lnTo>
                  <a:pt x="730969" y="26928"/>
                </a:lnTo>
                <a:lnTo>
                  <a:pt x="730969" y="37675"/>
                </a:lnTo>
                <a:cubicBezTo>
                  <a:pt x="733687" y="33496"/>
                  <a:pt x="736888" y="30372"/>
                  <a:pt x="740573" y="28303"/>
                </a:cubicBezTo>
                <a:cubicBezTo>
                  <a:pt x="744258" y="26234"/>
                  <a:pt x="748510" y="25199"/>
                  <a:pt x="753327" y="25199"/>
                </a:cubicBezTo>
                <a:cubicBezTo>
                  <a:pt x="761274" y="25199"/>
                  <a:pt x="767285" y="27664"/>
                  <a:pt x="771362" y="32595"/>
                </a:cubicBezTo>
                <a:cubicBezTo>
                  <a:pt x="775438" y="37526"/>
                  <a:pt x="777476" y="44778"/>
                  <a:pt x="777476" y="54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Dilated">
            <a:extLst xmlns:a="http://schemas.openxmlformats.org/drawingml/2006/main">
              <a:ext uri="{FF2B5EF4-FFF2-40B4-BE49-F238E27FC236}">
                <a16:creationId xmlns:a16="http://schemas.microsoft.com/office/drawing/2014/main" id="{AF3A4934-C1B1-4E5A-8932-25810E8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708" y="1686733"/>
            <a:ext cx="428647" cy="97955"/>
          </a:xfrm>
          <a:custGeom xmlns:a="http://schemas.openxmlformats.org/drawingml/2006/main">
            <a:pathLst>
              <a:path w="428647" h="97955">
                <a:moveTo>
                  <a:pt x="12476" y="14082"/>
                </a:moveTo>
                <a:lnTo>
                  <a:pt x="12476" y="85850"/>
                </a:lnTo>
                <a:lnTo>
                  <a:pt x="27546" y="85850"/>
                </a:lnTo>
                <a:cubicBezTo>
                  <a:pt x="40269" y="85850"/>
                  <a:pt x="49585" y="82965"/>
                  <a:pt x="55493" y="77195"/>
                </a:cubicBezTo>
                <a:cubicBezTo>
                  <a:pt x="61402" y="71426"/>
                  <a:pt x="64356" y="62318"/>
                  <a:pt x="64356" y="49873"/>
                </a:cubicBezTo>
                <a:cubicBezTo>
                  <a:pt x="64356" y="37510"/>
                  <a:pt x="61402" y="28454"/>
                  <a:pt x="55493" y="22705"/>
                </a:cubicBezTo>
                <a:cubicBezTo>
                  <a:pt x="49585" y="16956"/>
                  <a:pt x="40269" y="14082"/>
                  <a:pt x="27546" y="14082"/>
                </a:cubicBezTo>
                <a:lnTo>
                  <a:pt x="12476" y="14082"/>
                </a:lnTo>
                <a:moveTo>
                  <a:pt x="0" y="3829"/>
                </a:moveTo>
                <a:lnTo>
                  <a:pt x="25631" y="3829"/>
                </a:lnTo>
                <a:cubicBezTo>
                  <a:pt x="43501" y="3829"/>
                  <a:pt x="56615" y="7548"/>
                  <a:pt x="64974" y="14985"/>
                </a:cubicBezTo>
                <a:cubicBezTo>
                  <a:pt x="73332" y="22422"/>
                  <a:pt x="77512" y="34052"/>
                  <a:pt x="77512" y="49873"/>
                </a:cubicBezTo>
                <a:cubicBezTo>
                  <a:pt x="77512" y="65777"/>
                  <a:pt x="73312" y="77458"/>
                  <a:pt x="64912" y="84915"/>
                </a:cubicBezTo>
                <a:cubicBezTo>
                  <a:pt x="56512" y="92373"/>
                  <a:pt x="43419" y="96102"/>
                  <a:pt x="25631" y="96102"/>
                </a:cubicBezTo>
                <a:lnTo>
                  <a:pt x="0" y="96102"/>
                </a:lnTo>
                <a:lnTo>
                  <a:pt x="0" y="3829"/>
                </a:lnTo>
                <a:close/>
                <a:moveTo>
                  <a:pt x="96903" y="26928"/>
                </a:moveTo>
                <a:lnTo>
                  <a:pt x="108267" y="26928"/>
                </a:lnTo>
                <a:lnTo>
                  <a:pt x="108267" y="96102"/>
                </a:lnTo>
                <a:lnTo>
                  <a:pt x="96903" y="96102"/>
                </a:lnTo>
                <a:lnTo>
                  <a:pt x="96903" y="26928"/>
                </a:lnTo>
                <a:moveTo>
                  <a:pt x="96903" y="0"/>
                </a:moveTo>
                <a:lnTo>
                  <a:pt x="108267" y="0"/>
                </a:lnTo>
                <a:lnTo>
                  <a:pt x="108267" y="14452"/>
                </a:lnTo>
                <a:lnTo>
                  <a:pt x="96903" y="14452"/>
                </a:lnTo>
                <a:lnTo>
                  <a:pt x="96903" y="0"/>
                </a:lnTo>
                <a:close/>
                <a:moveTo>
                  <a:pt x="131940" y="0"/>
                </a:moveTo>
                <a:lnTo>
                  <a:pt x="143304" y="0"/>
                </a:lnTo>
                <a:lnTo>
                  <a:pt x="143304" y="96102"/>
                </a:lnTo>
                <a:lnTo>
                  <a:pt x="131940" y="96102"/>
                </a:lnTo>
                <a:lnTo>
                  <a:pt x="131940" y="0"/>
                </a:lnTo>
                <a:close/>
                <a:moveTo>
                  <a:pt x="198414" y="61268"/>
                </a:moveTo>
                <a:cubicBezTo>
                  <a:pt x="189232" y="61268"/>
                  <a:pt x="182871" y="62323"/>
                  <a:pt x="179330" y="64434"/>
                </a:cubicBezTo>
                <a:cubicBezTo>
                  <a:pt x="175789" y="66542"/>
                  <a:pt x="174018" y="70141"/>
                  <a:pt x="174018" y="75228"/>
                </a:cubicBezTo>
                <a:cubicBezTo>
                  <a:pt x="174018" y="79282"/>
                  <a:pt x="175346" y="82498"/>
                  <a:pt x="178002" y="84877"/>
                </a:cubicBezTo>
                <a:cubicBezTo>
                  <a:pt x="180658" y="87255"/>
                  <a:pt x="184271" y="88444"/>
                  <a:pt x="188841" y="88444"/>
                </a:cubicBezTo>
                <a:cubicBezTo>
                  <a:pt x="195141" y="88444"/>
                  <a:pt x="200195" y="86200"/>
                  <a:pt x="204004" y="81712"/>
                </a:cubicBezTo>
                <a:cubicBezTo>
                  <a:pt x="207813" y="77222"/>
                  <a:pt x="209717" y="71254"/>
                  <a:pt x="209717" y="63806"/>
                </a:cubicBezTo>
                <a:lnTo>
                  <a:pt x="209717" y="61268"/>
                </a:lnTo>
                <a:lnTo>
                  <a:pt x="198414" y="61268"/>
                </a:lnTo>
                <a:moveTo>
                  <a:pt x="221081" y="56574"/>
                </a:moveTo>
                <a:lnTo>
                  <a:pt x="221081" y="96102"/>
                </a:lnTo>
                <a:lnTo>
                  <a:pt x="209717" y="96102"/>
                </a:lnTo>
                <a:lnTo>
                  <a:pt x="209717" y="85603"/>
                </a:lnTo>
                <a:cubicBezTo>
                  <a:pt x="207123" y="89823"/>
                  <a:pt x="203891" y="92937"/>
                  <a:pt x="200020" y="94944"/>
                </a:cubicBezTo>
                <a:cubicBezTo>
                  <a:pt x="196150" y="96951"/>
                  <a:pt x="191415" y="97955"/>
                  <a:pt x="185815" y="97955"/>
                </a:cubicBezTo>
                <a:cubicBezTo>
                  <a:pt x="178733" y="97955"/>
                  <a:pt x="173102" y="95963"/>
                  <a:pt x="168923" y="91979"/>
                </a:cubicBezTo>
                <a:cubicBezTo>
                  <a:pt x="164744" y="87995"/>
                  <a:pt x="162654" y="82658"/>
                  <a:pt x="162654" y="75970"/>
                </a:cubicBezTo>
                <a:cubicBezTo>
                  <a:pt x="162654" y="68167"/>
                  <a:pt x="165258" y="62284"/>
                  <a:pt x="170467" y="58321"/>
                </a:cubicBezTo>
                <a:cubicBezTo>
                  <a:pt x="175676" y="54357"/>
                  <a:pt x="183447" y="52374"/>
                  <a:pt x="193782" y="52374"/>
                </a:cubicBezTo>
                <a:lnTo>
                  <a:pt x="209717" y="52374"/>
                </a:lnTo>
                <a:lnTo>
                  <a:pt x="209717" y="51263"/>
                </a:lnTo>
                <a:cubicBezTo>
                  <a:pt x="209717" y="46033"/>
                  <a:pt x="207998" y="41988"/>
                  <a:pt x="204560" y="39126"/>
                </a:cubicBezTo>
                <a:cubicBezTo>
                  <a:pt x="201122" y="36265"/>
                  <a:pt x="196294" y="34834"/>
                  <a:pt x="190077" y="34834"/>
                </a:cubicBezTo>
                <a:cubicBezTo>
                  <a:pt x="186124" y="34834"/>
                  <a:pt x="182274" y="35307"/>
                  <a:pt x="178527" y="36254"/>
                </a:cubicBezTo>
                <a:cubicBezTo>
                  <a:pt x="174780" y="37201"/>
                  <a:pt x="171177" y="38622"/>
                  <a:pt x="167719" y="40516"/>
                </a:cubicBezTo>
                <a:lnTo>
                  <a:pt x="167719" y="30016"/>
                </a:lnTo>
                <a:cubicBezTo>
                  <a:pt x="171877" y="28411"/>
                  <a:pt x="175912" y="27206"/>
                  <a:pt x="179824" y="26403"/>
                </a:cubicBezTo>
                <a:cubicBezTo>
                  <a:pt x="183736" y="25600"/>
                  <a:pt x="187544" y="25199"/>
                  <a:pt x="191250" y="25199"/>
                </a:cubicBezTo>
                <a:cubicBezTo>
                  <a:pt x="201255" y="25199"/>
                  <a:pt x="208729" y="27793"/>
                  <a:pt x="213670" y="32981"/>
                </a:cubicBezTo>
                <a:cubicBezTo>
                  <a:pt x="218611" y="38169"/>
                  <a:pt x="221081" y="46033"/>
                  <a:pt x="221081" y="56574"/>
                </a:cubicBezTo>
                <a:close/>
                <a:moveTo>
                  <a:pt x="255630" y="7288"/>
                </a:moveTo>
                <a:lnTo>
                  <a:pt x="255630" y="26928"/>
                </a:lnTo>
                <a:lnTo>
                  <a:pt x="279037" y="26928"/>
                </a:lnTo>
                <a:lnTo>
                  <a:pt x="279037" y="35822"/>
                </a:lnTo>
                <a:lnTo>
                  <a:pt x="255630" y="35822"/>
                </a:lnTo>
                <a:lnTo>
                  <a:pt x="255630" y="73327"/>
                </a:lnTo>
                <a:cubicBezTo>
                  <a:pt x="255630" y="78962"/>
                  <a:pt x="256402" y="82581"/>
                  <a:pt x="257946" y="84186"/>
                </a:cubicBezTo>
                <a:cubicBezTo>
                  <a:pt x="259490" y="85789"/>
                  <a:pt x="262629" y="86591"/>
                  <a:pt x="267364" y="86591"/>
                </a:cubicBezTo>
                <a:lnTo>
                  <a:pt x="279037" y="86591"/>
                </a:lnTo>
                <a:lnTo>
                  <a:pt x="279037" y="96102"/>
                </a:lnTo>
                <a:lnTo>
                  <a:pt x="267364" y="96102"/>
                </a:lnTo>
                <a:cubicBezTo>
                  <a:pt x="258594" y="96102"/>
                  <a:pt x="252541" y="94467"/>
                  <a:pt x="249206" y="91196"/>
                </a:cubicBezTo>
                <a:cubicBezTo>
                  <a:pt x="245871" y="87924"/>
                  <a:pt x="244204" y="81968"/>
                  <a:pt x="244204" y="73327"/>
                </a:cubicBezTo>
                <a:lnTo>
                  <a:pt x="244204" y="35822"/>
                </a:lnTo>
                <a:lnTo>
                  <a:pt x="235866" y="35822"/>
                </a:lnTo>
                <a:lnTo>
                  <a:pt x="235866" y="26928"/>
                </a:lnTo>
                <a:lnTo>
                  <a:pt x="244204" y="26928"/>
                </a:lnTo>
                <a:lnTo>
                  <a:pt x="244204" y="7288"/>
                </a:lnTo>
                <a:lnTo>
                  <a:pt x="255630" y="7288"/>
                </a:lnTo>
                <a:close/>
                <a:moveTo>
                  <a:pt x="353141" y="58674"/>
                </a:moveTo>
                <a:lnTo>
                  <a:pt x="353141" y="64233"/>
                </a:lnTo>
                <a:lnTo>
                  <a:pt x="300890" y="64233"/>
                </a:lnTo>
                <a:cubicBezTo>
                  <a:pt x="301384" y="72077"/>
                  <a:pt x="303742" y="78052"/>
                  <a:pt x="307962" y="82159"/>
                </a:cubicBezTo>
                <a:cubicBezTo>
                  <a:pt x="312183" y="86266"/>
                  <a:pt x="318060" y="88320"/>
                  <a:pt x="325595" y="88320"/>
                </a:cubicBezTo>
                <a:cubicBezTo>
                  <a:pt x="329960" y="88320"/>
                  <a:pt x="334191" y="87785"/>
                  <a:pt x="338287" y="86714"/>
                </a:cubicBezTo>
                <a:cubicBezTo>
                  <a:pt x="342384" y="85644"/>
                  <a:pt x="346450" y="84038"/>
                  <a:pt x="350485" y="81897"/>
                </a:cubicBezTo>
                <a:lnTo>
                  <a:pt x="350485" y="92643"/>
                </a:lnTo>
                <a:cubicBezTo>
                  <a:pt x="346409" y="94373"/>
                  <a:pt x="342230" y="95690"/>
                  <a:pt x="337948" y="96596"/>
                </a:cubicBezTo>
                <a:cubicBezTo>
                  <a:pt x="333666" y="97502"/>
                  <a:pt x="329322" y="97955"/>
                  <a:pt x="324916" y="97955"/>
                </a:cubicBezTo>
                <a:cubicBezTo>
                  <a:pt x="313881" y="97955"/>
                  <a:pt x="305142" y="94738"/>
                  <a:pt x="298698" y="88305"/>
                </a:cubicBezTo>
                <a:cubicBezTo>
                  <a:pt x="292254" y="81870"/>
                  <a:pt x="289032" y="73167"/>
                  <a:pt x="289032" y="62197"/>
                </a:cubicBezTo>
                <a:cubicBezTo>
                  <a:pt x="289032" y="50854"/>
                  <a:pt x="292089" y="41852"/>
                  <a:pt x="298204" y="35191"/>
                </a:cubicBezTo>
                <a:cubicBezTo>
                  <a:pt x="304318" y="28530"/>
                  <a:pt x="312563" y="25199"/>
                  <a:pt x="322940" y="25199"/>
                </a:cubicBezTo>
                <a:cubicBezTo>
                  <a:pt x="332245" y="25199"/>
                  <a:pt x="339605" y="28200"/>
                  <a:pt x="345020" y="34203"/>
                </a:cubicBezTo>
                <a:cubicBezTo>
                  <a:pt x="350434" y="40204"/>
                  <a:pt x="353141" y="48361"/>
                  <a:pt x="353141" y="58674"/>
                </a:cubicBezTo>
                <a:moveTo>
                  <a:pt x="341777" y="55339"/>
                </a:moveTo>
                <a:cubicBezTo>
                  <a:pt x="341695" y="49102"/>
                  <a:pt x="339955" y="44126"/>
                  <a:pt x="336558" y="40410"/>
                </a:cubicBezTo>
                <a:cubicBezTo>
                  <a:pt x="333161" y="36693"/>
                  <a:pt x="328663" y="34834"/>
                  <a:pt x="323063" y="34834"/>
                </a:cubicBezTo>
                <a:cubicBezTo>
                  <a:pt x="316722" y="34834"/>
                  <a:pt x="311647" y="36631"/>
                  <a:pt x="307839" y="40225"/>
                </a:cubicBezTo>
                <a:cubicBezTo>
                  <a:pt x="304030" y="43817"/>
                  <a:pt x="301837" y="48876"/>
                  <a:pt x="301261" y="55401"/>
                </a:cubicBezTo>
                <a:lnTo>
                  <a:pt x="341777" y="55339"/>
                </a:lnTo>
                <a:close/>
                <a:moveTo>
                  <a:pt x="417282" y="37428"/>
                </a:moveTo>
                <a:lnTo>
                  <a:pt x="417282" y="0"/>
                </a:lnTo>
                <a:lnTo>
                  <a:pt x="428647" y="0"/>
                </a:lnTo>
                <a:lnTo>
                  <a:pt x="428647" y="96102"/>
                </a:lnTo>
                <a:lnTo>
                  <a:pt x="417282" y="96102"/>
                </a:lnTo>
                <a:lnTo>
                  <a:pt x="417282" y="85726"/>
                </a:lnTo>
                <a:cubicBezTo>
                  <a:pt x="414894" y="89864"/>
                  <a:pt x="411878" y="92937"/>
                  <a:pt x="408234" y="94944"/>
                </a:cubicBezTo>
                <a:cubicBezTo>
                  <a:pt x="404590" y="96951"/>
                  <a:pt x="400215" y="97955"/>
                  <a:pt x="395110" y="97955"/>
                </a:cubicBezTo>
                <a:cubicBezTo>
                  <a:pt x="386751" y="97955"/>
                  <a:pt x="379947" y="94614"/>
                  <a:pt x="374697" y="87932"/>
                </a:cubicBezTo>
                <a:cubicBezTo>
                  <a:pt x="369447" y="81250"/>
                  <a:pt x="366823" y="72465"/>
                  <a:pt x="366823" y="61577"/>
                </a:cubicBezTo>
                <a:cubicBezTo>
                  <a:pt x="366823" y="50689"/>
                  <a:pt x="369447" y="41904"/>
                  <a:pt x="374697" y="35222"/>
                </a:cubicBezTo>
                <a:cubicBezTo>
                  <a:pt x="379947" y="28540"/>
                  <a:pt x="386751" y="25199"/>
                  <a:pt x="395110" y="25199"/>
                </a:cubicBezTo>
                <a:cubicBezTo>
                  <a:pt x="400215" y="25199"/>
                  <a:pt x="404590" y="26203"/>
                  <a:pt x="408234" y="28210"/>
                </a:cubicBezTo>
                <a:cubicBezTo>
                  <a:pt x="411878" y="30217"/>
                  <a:pt x="414894" y="33290"/>
                  <a:pt x="417282" y="37428"/>
                </a:cubicBezTo>
                <a:moveTo>
                  <a:pt x="378557" y="61577"/>
                </a:moveTo>
                <a:cubicBezTo>
                  <a:pt x="378557" y="69955"/>
                  <a:pt x="380276" y="76527"/>
                  <a:pt x="383715" y="81295"/>
                </a:cubicBezTo>
                <a:cubicBezTo>
                  <a:pt x="387153" y="86061"/>
                  <a:pt x="391877" y="88444"/>
                  <a:pt x="397889" y="88444"/>
                </a:cubicBezTo>
                <a:cubicBezTo>
                  <a:pt x="403901" y="88444"/>
                  <a:pt x="408636" y="86061"/>
                  <a:pt x="412094" y="81295"/>
                </a:cubicBezTo>
                <a:cubicBezTo>
                  <a:pt x="415553" y="76527"/>
                  <a:pt x="417282" y="69955"/>
                  <a:pt x="417282" y="61577"/>
                </a:cubicBezTo>
                <a:cubicBezTo>
                  <a:pt x="417282" y="53199"/>
                  <a:pt x="415553" y="46627"/>
                  <a:pt x="412094" y="41861"/>
                </a:cubicBezTo>
                <a:cubicBezTo>
                  <a:pt x="408636" y="37094"/>
                  <a:pt x="403901" y="34710"/>
                  <a:pt x="397889" y="34710"/>
                </a:cubicBezTo>
                <a:cubicBezTo>
                  <a:pt x="391877" y="34710"/>
                  <a:pt x="387153" y="37094"/>
                  <a:pt x="383715" y="41861"/>
                </a:cubicBezTo>
                <a:cubicBezTo>
                  <a:pt x="380276" y="46627"/>
                  <a:pt x="378557" y="53199"/>
                  <a:pt x="378557" y="61577"/>
                </a:cubicBezTo>
                <a:close/>
              </a:path>
            </a:pathLst>
          </a:custGeom>
          <a:solidFill xmlns:a="http://schemas.openxmlformats.org/drawingml/2006/main">
            <a:srgbClr val="F229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2DGaussian">
            <a:extLst xmlns:a="http://schemas.openxmlformats.org/drawingml/2006/main">
              <a:ext uri="{FF2B5EF4-FFF2-40B4-BE49-F238E27FC236}">
                <a16:creationId xmlns:a16="http://schemas.microsoft.com/office/drawing/2014/main" id="{24406219-3DF0-4397-A70C-84F1077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558" y="1844845"/>
            <a:ext cx="777476" cy="97955"/>
          </a:xfrm>
          <a:custGeom xmlns:a="http://schemas.openxmlformats.org/drawingml/2006/main">
            <a:pathLst>
              <a:path w="777476" h="97955">
                <a:moveTo>
                  <a:pt x="15008" y="85603"/>
                </a:moveTo>
                <a:lnTo>
                  <a:pt x="58551" y="85603"/>
                </a:lnTo>
                <a:lnTo>
                  <a:pt x="58551" y="96102"/>
                </a:lnTo>
                <a:lnTo>
                  <a:pt x="0" y="96102"/>
                </a:lnTo>
                <a:lnTo>
                  <a:pt x="0" y="85603"/>
                </a:lnTo>
                <a:cubicBezTo>
                  <a:pt x="4735" y="80703"/>
                  <a:pt x="11189" y="74125"/>
                  <a:pt x="19362" y="65869"/>
                </a:cubicBezTo>
                <a:cubicBezTo>
                  <a:pt x="27536" y="57614"/>
                  <a:pt x="32672" y="52292"/>
                  <a:pt x="34772" y="49904"/>
                </a:cubicBezTo>
                <a:cubicBezTo>
                  <a:pt x="38766" y="45416"/>
                  <a:pt x="41556" y="41617"/>
                  <a:pt x="43141" y="38509"/>
                </a:cubicBezTo>
                <a:cubicBezTo>
                  <a:pt x="44726" y="35400"/>
                  <a:pt x="45519" y="32343"/>
                  <a:pt x="45519" y="29337"/>
                </a:cubicBezTo>
                <a:cubicBezTo>
                  <a:pt x="45519" y="24437"/>
                  <a:pt x="43800" y="20443"/>
                  <a:pt x="40362" y="17355"/>
                </a:cubicBezTo>
                <a:cubicBezTo>
                  <a:pt x="36924" y="14267"/>
                  <a:pt x="32446" y="12723"/>
                  <a:pt x="26928" y="12723"/>
                </a:cubicBezTo>
                <a:cubicBezTo>
                  <a:pt x="23017" y="12723"/>
                  <a:pt x="18889" y="13408"/>
                  <a:pt x="14545" y="14777"/>
                </a:cubicBezTo>
                <a:cubicBezTo>
                  <a:pt x="10201" y="16146"/>
                  <a:pt x="5559" y="18220"/>
                  <a:pt x="618" y="20999"/>
                </a:cubicBezTo>
                <a:lnTo>
                  <a:pt x="618" y="8400"/>
                </a:lnTo>
                <a:cubicBezTo>
                  <a:pt x="5641" y="6362"/>
                  <a:pt x="10335" y="4823"/>
                  <a:pt x="14699" y="3783"/>
                </a:cubicBezTo>
                <a:cubicBezTo>
                  <a:pt x="19064" y="2743"/>
                  <a:pt x="23058" y="2223"/>
                  <a:pt x="26681" y="2223"/>
                </a:cubicBezTo>
                <a:cubicBezTo>
                  <a:pt x="36234" y="2223"/>
                  <a:pt x="43851" y="4612"/>
                  <a:pt x="49533" y="9388"/>
                </a:cubicBezTo>
                <a:cubicBezTo>
                  <a:pt x="55215" y="14164"/>
                  <a:pt x="58057" y="20546"/>
                  <a:pt x="58057" y="28534"/>
                </a:cubicBezTo>
                <a:cubicBezTo>
                  <a:pt x="58057" y="32322"/>
                  <a:pt x="57346" y="35915"/>
                  <a:pt x="55926" y="39312"/>
                </a:cubicBezTo>
                <a:cubicBezTo>
                  <a:pt x="54505" y="42709"/>
                  <a:pt x="51922" y="46713"/>
                  <a:pt x="48175" y="51324"/>
                </a:cubicBezTo>
                <a:cubicBezTo>
                  <a:pt x="47145" y="52519"/>
                  <a:pt x="43872" y="55967"/>
                  <a:pt x="38354" y="61670"/>
                </a:cubicBezTo>
                <a:cubicBezTo>
                  <a:pt x="32837" y="67372"/>
                  <a:pt x="25055" y="75350"/>
                  <a:pt x="15008" y="85603"/>
                </a:cubicBezTo>
                <a:close/>
                <a:moveTo>
                  <a:pt x="96073" y="14082"/>
                </a:moveTo>
                <a:lnTo>
                  <a:pt x="96073" y="85850"/>
                </a:lnTo>
                <a:lnTo>
                  <a:pt x="111143" y="85850"/>
                </a:lnTo>
                <a:cubicBezTo>
                  <a:pt x="123866" y="85850"/>
                  <a:pt x="133182" y="82965"/>
                  <a:pt x="139090" y="77195"/>
                </a:cubicBezTo>
                <a:cubicBezTo>
                  <a:pt x="144999" y="71426"/>
                  <a:pt x="147953" y="62318"/>
                  <a:pt x="147953" y="49873"/>
                </a:cubicBezTo>
                <a:cubicBezTo>
                  <a:pt x="147953" y="37510"/>
                  <a:pt x="144999" y="28454"/>
                  <a:pt x="139090" y="22705"/>
                </a:cubicBezTo>
                <a:cubicBezTo>
                  <a:pt x="133182" y="16956"/>
                  <a:pt x="123866" y="14082"/>
                  <a:pt x="111143" y="14082"/>
                </a:cubicBezTo>
                <a:lnTo>
                  <a:pt x="96073" y="14082"/>
                </a:lnTo>
                <a:moveTo>
                  <a:pt x="83597" y="3829"/>
                </a:moveTo>
                <a:lnTo>
                  <a:pt x="109228" y="3829"/>
                </a:lnTo>
                <a:cubicBezTo>
                  <a:pt x="127098" y="3829"/>
                  <a:pt x="140213" y="7548"/>
                  <a:pt x="148571" y="14985"/>
                </a:cubicBezTo>
                <a:cubicBezTo>
                  <a:pt x="156930" y="22422"/>
                  <a:pt x="161109" y="34052"/>
                  <a:pt x="161109" y="49873"/>
                </a:cubicBezTo>
                <a:cubicBezTo>
                  <a:pt x="161109" y="65777"/>
                  <a:pt x="156909" y="77458"/>
                  <a:pt x="148509" y="84915"/>
                </a:cubicBezTo>
                <a:cubicBezTo>
                  <a:pt x="140110" y="92373"/>
                  <a:pt x="127016" y="96102"/>
                  <a:pt x="109228" y="96102"/>
                </a:cubicBezTo>
                <a:lnTo>
                  <a:pt x="83597" y="96102"/>
                </a:lnTo>
                <a:lnTo>
                  <a:pt x="83597" y="3829"/>
                </a:lnTo>
                <a:close/>
                <a:moveTo>
                  <a:pt x="283965" y="82999"/>
                </a:moveTo>
                <a:lnTo>
                  <a:pt x="283965" y="58180"/>
                </a:lnTo>
                <a:lnTo>
                  <a:pt x="263584" y="58180"/>
                </a:lnTo>
                <a:lnTo>
                  <a:pt x="263584" y="47928"/>
                </a:lnTo>
                <a:lnTo>
                  <a:pt x="296318" y="47928"/>
                </a:lnTo>
                <a:lnTo>
                  <a:pt x="296318" y="87579"/>
                </a:lnTo>
                <a:cubicBezTo>
                  <a:pt x="291500" y="90996"/>
                  <a:pt x="286189" y="93580"/>
                  <a:pt x="280383" y="95330"/>
                </a:cubicBezTo>
                <a:cubicBezTo>
                  <a:pt x="274577" y="97080"/>
                  <a:pt x="268380" y="97955"/>
                  <a:pt x="261792" y="97955"/>
                </a:cubicBezTo>
                <a:cubicBezTo>
                  <a:pt x="247381" y="97955"/>
                  <a:pt x="236110" y="93742"/>
                  <a:pt x="227978" y="85317"/>
                </a:cubicBezTo>
                <a:cubicBezTo>
                  <a:pt x="219846" y="76891"/>
                  <a:pt x="215780" y="65159"/>
                  <a:pt x="215780" y="50120"/>
                </a:cubicBezTo>
                <a:cubicBezTo>
                  <a:pt x="215780" y="35040"/>
                  <a:pt x="219846" y="23287"/>
                  <a:pt x="227978" y="14862"/>
                </a:cubicBezTo>
                <a:cubicBezTo>
                  <a:pt x="236110" y="6436"/>
                  <a:pt x="247381" y="2223"/>
                  <a:pt x="261792" y="2223"/>
                </a:cubicBezTo>
                <a:cubicBezTo>
                  <a:pt x="267804" y="2223"/>
                  <a:pt x="273517" y="2965"/>
                  <a:pt x="278931" y="4447"/>
                </a:cubicBezTo>
                <a:cubicBezTo>
                  <a:pt x="284346" y="5929"/>
                  <a:pt x="289338" y="8111"/>
                  <a:pt x="293909" y="10994"/>
                </a:cubicBezTo>
                <a:lnTo>
                  <a:pt x="293909" y="24334"/>
                </a:lnTo>
                <a:cubicBezTo>
                  <a:pt x="289297" y="20402"/>
                  <a:pt x="284397" y="17443"/>
                  <a:pt x="279209" y="15456"/>
                </a:cubicBezTo>
                <a:cubicBezTo>
                  <a:pt x="274021" y="13469"/>
                  <a:pt x="268566" y="12476"/>
                  <a:pt x="262842" y="12476"/>
                </a:cubicBezTo>
                <a:cubicBezTo>
                  <a:pt x="251561" y="12476"/>
                  <a:pt x="243089" y="15628"/>
                  <a:pt x="237427" y="21933"/>
                </a:cubicBezTo>
                <a:cubicBezTo>
                  <a:pt x="231766" y="28238"/>
                  <a:pt x="228935" y="37634"/>
                  <a:pt x="228935" y="50120"/>
                </a:cubicBezTo>
                <a:cubicBezTo>
                  <a:pt x="228935" y="62565"/>
                  <a:pt x="231766" y="71940"/>
                  <a:pt x="237427" y="78245"/>
                </a:cubicBezTo>
                <a:cubicBezTo>
                  <a:pt x="243089" y="84550"/>
                  <a:pt x="251561" y="87702"/>
                  <a:pt x="262842" y="87702"/>
                </a:cubicBezTo>
                <a:cubicBezTo>
                  <a:pt x="267248" y="87702"/>
                  <a:pt x="271180" y="87321"/>
                  <a:pt x="274639" y="86558"/>
                </a:cubicBezTo>
                <a:cubicBezTo>
                  <a:pt x="278098" y="85795"/>
                  <a:pt x="281206" y="84609"/>
                  <a:pt x="283965" y="82999"/>
                </a:cubicBezTo>
                <a:close/>
                <a:moveTo>
                  <a:pt x="349936" y="61268"/>
                </a:moveTo>
                <a:cubicBezTo>
                  <a:pt x="340754" y="61268"/>
                  <a:pt x="334392" y="62323"/>
                  <a:pt x="330851" y="64434"/>
                </a:cubicBezTo>
                <a:cubicBezTo>
                  <a:pt x="327310" y="66542"/>
                  <a:pt x="325540" y="70141"/>
                  <a:pt x="325540" y="75228"/>
                </a:cubicBezTo>
                <a:cubicBezTo>
                  <a:pt x="325540" y="79282"/>
                  <a:pt x="326868" y="82498"/>
                  <a:pt x="329524" y="84877"/>
                </a:cubicBezTo>
                <a:cubicBezTo>
                  <a:pt x="332179" y="87255"/>
                  <a:pt x="335792" y="88444"/>
                  <a:pt x="340363" y="88444"/>
                </a:cubicBezTo>
                <a:cubicBezTo>
                  <a:pt x="346663" y="88444"/>
                  <a:pt x="351717" y="86200"/>
                  <a:pt x="355525" y="81712"/>
                </a:cubicBezTo>
                <a:cubicBezTo>
                  <a:pt x="359334" y="77222"/>
                  <a:pt x="361238" y="71254"/>
                  <a:pt x="361238" y="63806"/>
                </a:cubicBezTo>
                <a:lnTo>
                  <a:pt x="361238" y="61268"/>
                </a:lnTo>
                <a:lnTo>
                  <a:pt x="349936" y="61268"/>
                </a:lnTo>
                <a:moveTo>
                  <a:pt x="372603" y="56574"/>
                </a:moveTo>
                <a:lnTo>
                  <a:pt x="372603" y="96102"/>
                </a:lnTo>
                <a:lnTo>
                  <a:pt x="361238" y="96102"/>
                </a:lnTo>
                <a:lnTo>
                  <a:pt x="361238" y="85603"/>
                </a:lnTo>
                <a:cubicBezTo>
                  <a:pt x="358644" y="89823"/>
                  <a:pt x="355412" y="92937"/>
                  <a:pt x="351542" y="94944"/>
                </a:cubicBezTo>
                <a:cubicBezTo>
                  <a:pt x="347671" y="96951"/>
                  <a:pt x="342936" y="97955"/>
                  <a:pt x="337336" y="97955"/>
                </a:cubicBezTo>
                <a:cubicBezTo>
                  <a:pt x="330254" y="97955"/>
                  <a:pt x="324624" y="95963"/>
                  <a:pt x="320444" y="91979"/>
                </a:cubicBezTo>
                <a:cubicBezTo>
                  <a:pt x="316265" y="87995"/>
                  <a:pt x="314176" y="82658"/>
                  <a:pt x="314176" y="75970"/>
                </a:cubicBezTo>
                <a:cubicBezTo>
                  <a:pt x="314176" y="68167"/>
                  <a:pt x="316780" y="62284"/>
                  <a:pt x="321989" y="58321"/>
                </a:cubicBezTo>
                <a:cubicBezTo>
                  <a:pt x="327197" y="54357"/>
                  <a:pt x="334969" y="52374"/>
                  <a:pt x="345304" y="52374"/>
                </a:cubicBezTo>
                <a:lnTo>
                  <a:pt x="361238" y="52374"/>
                </a:lnTo>
                <a:lnTo>
                  <a:pt x="361238" y="51263"/>
                </a:lnTo>
                <a:cubicBezTo>
                  <a:pt x="361238" y="46033"/>
                  <a:pt x="359519" y="41988"/>
                  <a:pt x="356081" y="39126"/>
                </a:cubicBezTo>
                <a:cubicBezTo>
                  <a:pt x="352643" y="36265"/>
                  <a:pt x="347815" y="34834"/>
                  <a:pt x="341598" y="34834"/>
                </a:cubicBezTo>
                <a:cubicBezTo>
                  <a:pt x="337645" y="34834"/>
                  <a:pt x="333795" y="35307"/>
                  <a:pt x="330049" y="36254"/>
                </a:cubicBezTo>
                <a:cubicBezTo>
                  <a:pt x="326302" y="37201"/>
                  <a:pt x="322699" y="38622"/>
                  <a:pt x="319240" y="40516"/>
                </a:cubicBezTo>
                <a:lnTo>
                  <a:pt x="319240" y="30016"/>
                </a:lnTo>
                <a:cubicBezTo>
                  <a:pt x="323399" y="28411"/>
                  <a:pt x="327434" y="27206"/>
                  <a:pt x="331346" y="26403"/>
                </a:cubicBezTo>
                <a:cubicBezTo>
                  <a:pt x="335257" y="25600"/>
                  <a:pt x="339066" y="25199"/>
                  <a:pt x="342772" y="25199"/>
                </a:cubicBezTo>
                <a:cubicBezTo>
                  <a:pt x="352777" y="25199"/>
                  <a:pt x="360250" y="27793"/>
                  <a:pt x="365191" y="32981"/>
                </a:cubicBezTo>
                <a:cubicBezTo>
                  <a:pt x="370132" y="38169"/>
                  <a:pt x="372603" y="46033"/>
                  <a:pt x="372603" y="56574"/>
                </a:cubicBezTo>
                <a:close/>
                <a:moveTo>
                  <a:pt x="394737" y="68803"/>
                </a:moveTo>
                <a:lnTo>
                  <a:pt x="394737" y="26928"/>
                </a:lnTo>
                <a:lnTo>
                  <a:pt x="406101" y="26928"/>
                </a:lnTo>
                <a:lnTo>
                  <a:pt x="406101" y="68371"/>
                </a:lnTo>
                <a:cubicBezTo>
                  <a:pt x="406101" y="74938"/>
                  <a:pt x="407378" y="79864"/>
                  <a:pt x="409930" y="83147"/>
                </a:cubicBezTo>
                <a:cubicBezTo>
                  <a:pt x="412483" y="86431"/>
                  <a:pt x="416313" y="88073"/>
                  <a:pt x="421418" y="88073"/>
                </a:cubicBezTo>
                <a:cubicBezTo>
                  <a:pt x="427553" y="88073"/>
                  <a:pt x="432402" y="86112"/>
                  <a:pt x="435963" y="82190"/>
                </a:cubicBezTo>
                <a:cubicBezTo>
                  <a:pt x="439525" y="78267"/>
                  <a:pt x="441306" y="72919"/>
                  <a:pt x="441306" y="66147"/>
                </a:cubicBezTo>
                <a:lnTo>
                  <a:pt x="441306" y="26928"/>
                </a:lnTo>
                <a:lnTo>
                  <a:pt x="452670" y="26928"/>
                </a:lnTo>
                <a:lnTo>
                  <a:pt x="452670" y="96102"/>
                </a:lnTo>
                <a:lnTo>
                  <a:pt x="441306" y="96102"/>
                </a:lnTo>
                <a:lnTo>
                  <a:pt x="441306" y="85479"/>
                </a:lnTo>
                <a:cubicBezTo>
                  <a:pt x="438547" y="89699"/>
                  <a:pt x="435346" y="92834"/>
                  <a:pt x="431702" y="94882"/>
                </a:cubicBezTo>
                <a:cubicBezTo>
                  <a:pt x="428058" y="96931"/>
                  <a:pt x="423827" y="97955"/>
                  <a:pt x="419009" y="97955"/>
                </a:cubicBezTo>
                <a:cubicBezTo>
                  <a:pt x="411063" y="97955"/>
                  <a:pt x="405031" y="95479"/>
                  <a:pt x="400913" y="90528"/>
                </a:cubicBezTo>
                <a:cubicBezTo>
                  <a:pt x="396796" y="85577"/>
                  <a:pt x="394737" y="78335"/>
                  <a:pt x="394737" y="68803"/>
                </a:cubicBezTo>
                <a:moveTo>
                  <a:pt x="423333" y="25199"/>
                </a:moveTo>
                <a:lnTo>
                  <a:pt x="423333" y="25199"/>
                </a:lnTo>
                <a:close/>
                <a:moveTo>
                  <a:pt x="520076" y="28905"/>
                </a:moveTo>
                <a:lnTo>
                  <a:pt x="520076" y="39651"/>
                </a:lnTo>
                <a:cubicBezTo>
                  <a:pt x="516865" y="38004"/>
                  <a:pt x="513530" y="36769"/>
                  <a:pt x="510071" y="35946"/>
                </a:cubicBezTo>
                <a:cubicBezTo>
                  <a:pt x="506612" y="35122"/>
                  <a:pt x="503030" y="34710"/>
                  <a:pt x="499324" y="34710"/>
                </a:cubicBezTo>
                <a:cubicBezTo>
                  <a:pt x="493683" y="34710"/>
                  <a:pt x="489453" y="35577"/>
                  <a:pt x="486632" y="37310"/>
                </a:cubicBezTo>
                <a:cubicBezTo>
                  <a:pt x="483812" y="39043"/>
                  <a:pt x="482401" y="41643"/>
                  <a:pt x="482401" y="45110"/>
                </a:cubicBezTo>
                <a:cubicBezTo>
                  <a:pt x="482401" y="47750"/>
                  <a:pt x="483410" y="49824"/>
                  <a:pt x="485428" y="51330"/>
                </a:cubicBezTo>
                <a:cubicBezTo>
                  <a:pt x="487445" y="52837"/>
                  <a:pt x="491501" y="54271"/>
                  <a:pt x="497595" y="55632"/>
                </a:cubicBezTo>
                <a:lnTo>
                  <a:pt x="501486" y="56501"/>
                </a:lnTo>
                <a:cubicBezTo>
                  <a:pt x="509556" y="58233"/>
                  <a:pt x="515290" y="60677"/>
                  <a:pt x="518687" y="63833"/>
                </a:cubicBezTo>
                <a:cubicBezTo>
                  <a:pt x="522084" y="66988"/>
                  <a:pt x="523782" y="71391"/>
                  <a:pt x="523782" y="77043"/>
                </a:cubicBezTo>
                <a:cubicBezTo>
                  <a:pt x="523782" y="83478"/>
                  <a:pt x="521240" y="88572"/>
                  <a:pt x="516154" y="92325"/>
                </a:cubicBezTo>
                <a:cubicBezTo>
                  <a:pt x="511069" y="96078"/>
                  <a:pt x="504080" y="97955"/>
                  <a:pt x="495186" y="97955"/>
                </a:cubicBezTo>
                <a:cubicBezTo>
                  <a:pt x="491480" y="97955"/>
                  <a:pt x="487620" y="97595"/>
                  <a:pt x="483606" y="96874"/>
                </a:cubicBezTo>
                <a:cubicBezTo>
                  <a:pt x="479591" y="96154"/>
                  <a:pt x="475360" y="95073"/>
                  <a:pt x="470914" y="93632"/>
                </a:cubicBezTo>
                <a:lnTo>
                  <a:pt x="470914" y="81897"/>
                </a:lnTo>
                <a:cubicBezTo>
                  <a:pt x="475113" y="84079"/>
                  <a:pt x="479251" y="85716"/>
                  <a:pt x="483328" y="86807"/>
                </a:cubicBezTo>
                <a:cubicBezTo>
                  <a:pt x="487404" y="87898"/>
                  <a:pt x="491439" y="88444"/>
                  <a:pt x="495433" y="88444"/>
                </a:cubicBezTo>
                <a:cubicBezTo>
                  <a:pt x="500786" y="88444"/>
                  <a:pt x="504903" y="87526"/>
                  <a:pt x="507786" y="85689"/>
                </a:cubicBezTo>
                <a:cubicBezTo>
                  <a:pt x="510668" y="83853"/>
                  <a:pt x="512109" y="81264"/>
                  <a:pt x="512109" y="77923"/>
                </a:cubicBezTo>
                <a:cubicBezTo>
                  <a:pt x="512109" y="74828"/>
                  <a:pt x="511069" y="72456"/>
                  <a:pt x="508990" y="70805"/>
                </a:cubicBezTo>
                <a:cubicBezTo>
                  <a:pt x="506911" y="69154"/>
                  <a:pt x="502351" y="67565"/>
                  <a:pt x="495310" y="66039"/>
                </a:cubicBezTo>
                <a:lnTo>
                  <a:pt x="491357" y="65111"/>
                </a:lnTo>
                <a:cubicBezTo>
                  <a:pt x="484316" y="63626"/>
                  <a:pt x="479231" y="61347"/>
                  <a:pt x="476102" y="58275"/>
                </a:cubicBezTo>
                <a:cubicBezTo>
                  <a:pt x="472972" y="55201"/>
                  <a:pt x="471408" y="50982"/>
                  <a:pt x="471408" y="45619"/>
                </a:cubicBezTo>
                <a:cubicBezTo>
                  <a:pt x="471408" y="39101"/>
                  <a:pt x="473713" y="34068"/>
                  <a:pt x="478325" y="30520"/>
                </a:cubicBezTo>
                <a:cubicBezTo>
                  <a:pt x="482937" y="26973"/>
                  <a:pt x="489483" y="25199"/>
                  <a:pt x="497965" y="25199"/>
                </a:cubicBezTo>
                <a:cubicBezTo>
                  <a:pt x="502165" y="25199"/>
                  <a:pt x="506118" y="25508"/>
                  <a:pt x="509824" y="26125"/>
                </a:cubicBezTo>
                <a:cubicBezTo>
                  <a:pt x="513530" y="26743"/>
                  <a:pt x="516947" y="27670"/>
                  <a:pt x="520076" y="28905"/>
                </a:cubicBezTo>
                <a:close/>
                <a:moveTo>
                  <a:pt x="585851" y="28905"/>
                </a:moveTo>
                <a:lnTo>
                  <a:pt x="585851" y="39651"/>
                </a:lnTo>
                <a:cubicBezTo>
                  <a:pt x="582639" y="38004"/>
                  <a:pt x="579304" y="36769"/>
                  <a:pt x="575845" y="35946"/>
                </a:cubicBezTo>
                <a:cubicBezTo>
                  <a:pt x="572387" y="35122"/>
                  <a:pt x="568804" y="34710"/>
                  <a:pt x="565099" y="34710"/>
                </a:cubicBezTo>
                <a:cubicBezTo>
                  <a:pt x="559458" y="34710"/>
                  <a:pt x="555227" y="35577"/>
                  <a:pt x="552407" y="37310"/>
                </a:cubicBezTo>
                <a:cubicBezTo>
                  <a:pt x="549586" y="39043"/>
                  <a:pt x="548176" y="41643"/>
                  <a:pt x="548176" y="45110"/>
                </a:cubicBezTo>
                <a:cubicBezTo>
                  <a:pt x="548176" y="47750"/>
                  <a:pt x="549185" y="49824"/>
                  <a:pt x="551202" y="51330"/>
                </a:cubicBezTo>
                <a:cubicBezTo>
                  <a:pt x="553220" y="52837"/>
                  <a:pt x="557276" y="54271"/>
                  <a:pt x="563369" y="55632"/>
                </a:cubicBezTo>
                <a:lnTo>
                  <a:pt x="567260" y="56501"/>
                </a:lnTo>
                <a:cubicBezTo>
                  <a:pt x="575331" y="58233"/>
                  <a:pt x="581064" y="60677"/>
                  <a:pt x="584461" y="63833"/>
                </a:cubicBezTo>
                <a:cubicBezTo>
                  <a:pt x="587858" y="66988"/>
                  <a:pt x="589557" y="71391"/>
                  <a:pt x="589557" y="77043"/>
                </a:cubicBezTo>
                <a:cubicBezTo>
                  <a:pt x="589557" y="83478"/>
                  <a:pt x="587014" y="88572"/>
                  <a:pt x="581929" y="92325"/>
                </a:cubicBezTo>
                <a:cubicBezTo>
                  <a:pt x="576844" y="96078"/>
                  <a:pt x="569854" y="97955"/>
                  <a:pt x="560961" y="97955"/>
                </a:cubicBezTo>
                <a:cubicBezTo>
                  <a:pt x="557255" y="97955"/>
                  <a:pt x="553395" y="97595"/>
                  <a:pt x="549380" y="96874"/>
                </a:cubicBezTo>
                <a:cubicBezTo>
                  <a:pt x="545366" y="96154"/>
                  <a:pt x="541135" y="95073"/>
                  <a:pt x="536688" y="93632"/>
                </a:cubicBezTo>
                <a:lnTo>
                  <a:pt x="536688" y="81897"/>
                </a:lnTo>
                <a:cubicBezTo>
                  <a:pt x="540888" y="84079"/>
                  <a:pt x="545026" y="85716"/>
                  <a:pt x="549102" y="86807"/>
                </a:cubicBezTo>
                <a:cubicBezTo>
                  <a:pt x="553179" y="87898"/>
                  <a:pt x="557214" y="88444"/>
                  <a:pt x="561208" y="88444"/>
                </a:cubicBezTo>
                <a:cubicBezTo>
                  <a:pt x="566560" y="88444"/>
                  <a:pt x="570678" y="87526"/>
                  <a:pt x="573560" y="85689"/>
                </a:cubicBezTo>
                <a:cubicBezTo>
                  <a:pt x="576442" y="83853"/>
                  <a:pt x="577884" y="81264"/>
                  <a:pt x="577884" y="77923"/>
                </a:cubicBezTo>
                <a:cubicBezTo>
                  <a:pt x="577884" y="74828"/>
                  <a:pt x="576844" y="72456"/>
                  <a:pt x="574765" y="70805"/>
                </a:cubicBezTo>
                <a:cubicBezTo>
                  <a:pt x="572685" y="69154"/>
                  <a:pt x="568125" y="67565"/>
                  <a:pt x="561084" y="66039"/>
                </a:cubicBezTo>
                <a:lnTo>
                  <a:pt x="557131" y="65111"/>
                </a:lnTo>
                <a:cubicBezTo>
                  <a:pt x="550090" y="63626"/>
                  <a:pt x="545005" y="61347"/>
                  <a:pt x="541876" y="58275"/>
                </a:cubicBezTo>
                <a:cubicBezTo>
                  <a:pt x="538747" y="55201"/>
                  <a:pt x="537182" y="50982"/>
                  <a:pt x="537182" y="45619"/>
                </a:cubicBezTo>
                <a:cubicBezTo>
                  <a:pt x="537182" y="39101"/>
                  <a:pt x="539488" y="34068"/>
                  <a:pt x="544100" y="30520"/>
                </a:cubicBezTo>
                <a:cubicBezTo>
                  <a:pt x="548711" y="26973"/>
                  <a:pt x="555258" y="25199"/>
                  <a:pt x="563740" y="25199"/>
                </a:cubicBezTo>
                <a:cubicBezTo>
                  <a:pt x="567940" y="25199"/>
                  <a:pt x="571893" y="25508"/>
                  <a:pt x="575598" y="26125"/>
                </a:cubicBezTo>
                <a:cubicBezTo>
                  <a:pt x="579304" y="26743"/>
                  <a:pt x="582722" y="27670"/>
                  <a:pt x="585851" y="28905"/>
                </a:cubicBezTo>
                <a:close/>
                <a:moveTo>
                  <a:pt x="607527" y="26928"/>
                </a:moveTo>
                <a:lnTo>
                  <a:pt x="618891" y="26928"/>
                </a:lnTo>
                <a:lnTo>
                  <a:pt x="618891" y="96102"/>
                </a:lnTo>
                <a:lnTo>
                  <a:pt x="607527" y="96102"/>
                </a:lnTo>
                <a:lnTo>
                  <a:pt x="607527" y="26928"/>
                </a:lnTo>
                <a:moveTo>
                  <a:pt x="607527" y="0"/>
                </a:moveTo>
                <a:lnTo>
                  <a:pt x="618891" y="0"/>
                </a:lnTo>
                <a:lnTo>
                  <a:pt x="618891" y="14452"/>
                </a:lnTo>
                <a:lnTo>
                  <a:pt x="607527" y="14452"/>
                </a:lnTo>
                <a:lnTo>
                  <a:pt x="607527" y="0"/>
                </a:lnTo>
                <a:close/>
                <a:moveTo>
                  <a:pt x="674001" y="61268"/>
                </a:moveTo>
                <a:cubicBezTo>
                  <a:pt x="664819" y="61268"/>
                  <a:pt x="658458" y="62323"/>
                  <a:pt x="654917" y="64434"/>
                </a:cubicBezTo>
                <a:cubicBezTo>
                  <a:pt x="651376" y="66542"/>
                  <a:pt x="649605" y="70141"/>
                  <a:pt x="649605" y="75228"/>
                </a:cubicBezTo>
                <a:cubicBezTo>
                  <a:pt x="649605" y="79282"/>
                  <a:pt x="650933" y="82498"/>
                  <a:pt x="653589" y="84877"/>
                </a:cubicBezTo>
                <a:cubicBezTo>
                  <a:pt x="656245" y="87255"/>
                  <a:pt x="659858" y="88444"/>
                  <a:pt x="664428" y="88444"/>
                </a:cubicBezTo>
                <a:cubicBezTo>
                  <a:pt x="670728" y="88444"/>
                  <a:pt x="675782" y="86200"/>
                  <a:pt x="679591" y="81712"/>
                </a:cubicBezTo>
                <a:cubicBezTo>
                  <a:pt x="683399" y="77222"/>
                  <a:pt x="685304" y="71254"/>
                  <a:pt x="685304" y="63806"/>
                </a:cubicBezTo>
                <a:lnTo>
                  <a:pt x="685304" y="61268"/>
                </a:lnTo>
                <a:lnTo>
                  <a:pt x="674001" y="61268"/>
                </a:lnTo>
                <a:moveTo>
                  <a:pt x="696668" y="56574"/>
                </a:moveTo>
                <a:lnTo>
                  <a:pt x="696668" y="96102"/>
                </a:lnTo>
                <a:lnTo>
                  <a:pt x="685304" y="96102"/>
                </a:lnTo>
                <a:lnTo>
                  <a:pt x="685304" y="85603"/>
                </a:lnTo>
                <a:cubicBezTo>
                  <a:pt x="682710" y="89823"/>
                  <a:pt x="679478" y="92937"/>
                  <a:pt x="675607" y="94944"/>
                </a:cubicBezTo>
                <a:cubicBezTo>
                  <a:pt x="671737" y="96951"/>
                  <a:pt x="667002" y="97955"/>
                  <a:pt x="661402" y="97955"/>
                </a:cubicBezTo>
                <a:cubicBezTo>
                  <a:pt x="654320" y="97955"/>
                  <a:pt x="648689" y="95963"/>
                  <a:pt x="644510" y="91979"/>
                </a:cubicBezTo>
                <a:cubicBezTo>
                  <a:pt x="640331" y="87995"/>
                  <a:pt x="638241" y="82658"/>
                  <a:pt x="638241" y="75970"/>
                </a:cubicBezTo>
                <a:cubicBezTo>
                  <a:pt x="638241" y="68167"/>
                  <a:pt x="640845" y="62284"/>
                  <a:pt x="646054" y="58321"/>
                </a:cubicBezTo>
                <a:cubicBezTo>
                  <a:pt x="651263" y="54357"/>
                  <a:pt x="659034" y="52374"/>
                  <a:pt x="669369" y="52374"/>
                </a:cubicBezTo>
                <a:lnTo>
                  <a:pt x="685304" y="52374"/>
                </a:lnTo>
                <a:lnTo>
                  <a:pt x="685304" y="51263"/>
                </a:lnTo>
                <a:cubicBezTo>
                  <a:pt x="685304" y="46033"/>
                  <a:pt x="683585" y="41988"/>
                  <a:pt x="680147" y="39126"/>
                </a:cubicBezTo>
                <a:cubicBezTo>
                  <a:pt x="676709" y="36265"/>
                  <a:pt x="671881" y="34834"/>
                  <a:pt x="665663" y="34834"/>
                </a:cubicBezTo>
                <a:cubicBezTo>
                  <a:pt x="661711" y="34834"/>
                  <a:pt x="657861" y="35307"/>
                  <a:pt x="654114" y="36254"/>
                </a:cubicBezTo>
                <a:cubicBezTo>
                  <a:pt x="650367" y="37201"/>
                  <a:pt x="646764" y="38622"/>
                  <a:pt x="643305" y="40516"/>
                </a:cubicBezTo>
                <a:lnTo>
                  <a:pt x="643305" y="30016"/>
                </a:lnTo>
                <a:cubicBezTo>
                  <a:pt x="647464" y="28411"/>
                  <a:pt x="651499" y="27206"/>
                  <a:pt x="655411" y="26403"/>
                </a:cubicBezTo>
                <a:cubicBezTo>
                  <a:pt x="659322" y="25600"/>
                  <a:pt x="663131" y="25199"/>
                  <a:pt x="666837" y="25199"/>
                </a:cubicBezTo>
                <a:cubicBezTo>
                  <a:pt x="676842" y="25199"/>
                  <a:pt x="684316" y="27793"/>
                  <a:pt x="689257" y="32981"/>
                </a:cubicBezTo>
                <a:cubicBezTo>
                  <a:pt x="694198" y="38169"/>
                  <a:pt x="696668" y="46033"/>
                  <a:pt x="696668" y="56574"/>
                </a:cubicBezTo>
                <a:close/>
                <a:moveTo>
                  <a:pt x="777476" y="54351"/>
                </a:moveTo>
                <a:lnTo>
                  <a:pt x="777476" y="96102"/>
                </a:lnTo>
                <a:lnTo>
                  <a:pt x="766112" y="96102"/>
                </a:lnTo>
                <a:lnTo>
                  <a:pt x="766112" y="54721"/>
                </a:lnTo>
                <a:cubicBezTo>
                  <a:pt x="766112" y="48154"/>
                  <a:pt x="764836" y="43239"/>
                  <a:pt x="762283" y="39976"/>
                </a:cubicBezTo>
                <a:cubicBezTo>
                  <a:pt x="759730" y="36713"/>
                  <a:pt x="755901" y="35081"/>
                  <a:pt x="750795" y="35081"/>
                </a:cubicBezTo>
                <a:cubicBezTo>
                  <a:pt x="744660" y="35081"/>
                  <a:pt x="739822" y="37043"/>
                  <a:pt x="736281" y="40966"/>
                </a:cubicBezTo>
                <a:cubicBezTo>
                  <a:pt x="732740" y="44888"/>
                  <a:pt x="730969" y="50235"/>
                  <a:pt x="730969" y="57007"/>
                </a:cubicBezTo>
                <a:lnTo>
                  <a:pt x="730969" y="96102"/>
                </a:lnTo>
                <a:lnTo>
                  <a:pt x="719543" y="96102"/>
                </a:lnTo>
                <a:lnTo>
                  <a:pt x="719543" y="26928"/>
                </a:lnTo>
                <a:lnTo>
                  <a:pt x="730969" y="26928"/>
                </a:lnTo>
                <a:lnTo>
                  <a:pt x="730969" y="37675"/>
                </a:lnTo>
                <a:cubicBezTo>
                  <a:pt x="733687" y="33496"/>
                  <a:pt x="736888" y="30372"/>
                  <a:pt x="740573" y="28303"/>
                </a:cubicBezTo>
                <a:cubicBezTo>
                  <a:pt x="744259" y="26234"/>
                  <a:pt x="748510" y="25199"/>
                  <a:pt x="753327" y="25199"/>
                </a:cubicBezTo>
                <a:cubicBezTo>
                  <a:pt x="761274" y="25199"/>
                  <a:pt x="767286" y="27664"/>
                  <a:pt x="771362" y="32595"/>
                </a:cubicBezTo>
                <a:cubicBezTo>
                  <a:pt x="775438" y="37526"/>
                  <a:pt x="777476" y="44778"/>
                  <a:pt x="777476" y="54351"/>
                </a:cubicBezTo>
                <a:close/>
              </a:path>
            </a:pathLst>
          </a:custGeom>
          <a:solidFill xmlns:a="http://schemas.openxmlformats.org/drawingml/2006/main">
            <a:srgbClr val="F229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5Pixels">
            <a:extLst xmlns:a="http://schemas.openxmlformats.org/drawingml/2006/main">
              <a:ext uri="{FF2B5EF4-FFF2-40B4-BE49-F238E27FC236}">
                <a16:creationId xmlns:a16="http://schemas.microsoft.com/office/drawing/2014/main" id="{0F56D698-009F-471E-AFC8-39690EA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92" y="2317358"/>
            <a:ext cx="462700" cy="97955"/>
          </a:xfrm>
          <a:custGeom xmlns:a="http://schemas.openxmlformats.org/drawingml/2006/main">
            <a:pathLst>
              <a:path w="462700" h="97955">
                <a:moveTo>
                  <a:pt x="3891" y="3829"/>
                </a:moveTo>
                <a:lnTo>
                  <a:pt x="52869" y="3829"/>
                </a:lnTo>
                <a:lnTo>
                  <a:pt x="52869" y="14329"/>
                </a:lnTo>
                <a:lnTo>
                  <a:pt x="15317" y="14329"/>
                </a:lnTo>
                <a:lnTo>
                  <a:pt x="15317" y="36934"/>
                </a:lnTo>
                <a:cubicBezTo>
                  <a:pt x="17129" y="36316"/>
                  <a:pt x="18940" y="35853"/>
                  <a:pt x="20752" y="35544"/>
                </a:cubicBezTo>
                <a:cubicBezTo>
                  <a:pt x="22564" y="35235"/>
                  <a:pt x="24376" y="35081"/>
                  <a:pt x="26187" y="35081"/>
                </a:cubicBezTo>
                <a:cubicBezTo>
                  <a:pt x="36481" y="35081"/>
                  <a:pt x="44634" y="37907"/>
                  <a:pt x="50645" y="43560"/>
                </a:cubicBezTo>
                <a:cubicBezTo>
                  <a:pt x="56657" y="49211"/>
                  <a:pt x="59662" y="56864"/>
                  <a:pt x="59662" y="66518"/>
                </a:cubicBezTo>
                <a:cubicBezTo>
                  <a:pt x="59662" y="76460"/>
                  <a:pt x="56574" y="84186"/>
                  <a:pt x="50398" y="89694"/>
                </a:cubicBezTo>
                <a:cubicBezTo>
                  <a:pt x="44222" y="95201"/>
                  <a:pt x="35513" y="97955"/>
                  <a:pt x="24273" y="97955"/>
                </a:cubicBezTo>
                <a:cubicBezTo>
                  <a:pt x="20402" y="97955"/>
                  <a:pt x="16460" y="97626"/>
                  <a:pt x="12445" y="96967"/>
                </a:cubicBezTo>
                <a:cubicBezTo>
                  <a:pt x="8431" y="96308"/>
                  <a:pt x="4282" y="95320"/>
                  <a:pt x="0" y="94002"/>
                </a:cubicBezTo>
                <a:lnTo>
                  <a:pt x="0" y="81403"/>
                </a:lnTo>
                <a:cubicBezTo>
                  <a:pt x="3706" y="83441"/>
                  <a:pt x="7535" y="84959"/>
                  <a:pt x="11488" y="85958"/>
                </a:cubicBezTo>
                <a:cubicBezTo>
                  <a:pt x="15441" y="86956"/>
                  <a:pt x="19620" y="87455"/>
                  <a:pt x="24026" y="87455"/>
                </a:cubicBezTo>
                <a:cubicBezTo>
                  <a:pt x="31149" y="87455"/>
                  <a:pt x="36790" y="85577"/>
                  <a:pt x="40948" y="81820"/>
                </a:cubicBezTo>
                <a:cubicBezTo>
                  <a:pt x="45107" y="78061"/>
                  <a:pt x="47186" y="72961"/>
                  <a:pt x="47186" y="66518"/>
                </a:cubicBezTo>
                <a:cubicBezTo>
                  <a:pt x="47186" y="60075"/>
                  <a:pt x="45107" y="54976"/>
                  <a:pt x="40948" y="51218"/>
                </a:cubicBezTo>
                <a:cubicBezTo>
                  <a:pt x="36790" y="47460"/>
                  <a:pt x="31149" y="45581"/>
                  <a:pt x="24026" y="45581"/>
                </a:cubicBezTo>
                <a:cubicBezTo>
                  <a:pt x="20690" y="45581"/>
                  <a:pt x="17365" y="45951"/>
                  <a:pt x="14051" y="46692"/>
                </a:cubicBezTo>
                <a:cubicBezTo>
                  <a:pt x="10736" y="47433"/>
                  <a:pt x="7350" y="48586"/>
                  <a:pt x="3891" y="50151"/>
                </a:cubicBezTo>
                <a:lnTo>
                  <a:pt x="3891" y="3829"/>
                </a:lnTo>
                <a:close/>
                <a:moveTo>
                  <a:pt x="135675" y="14082"/>
                </a:moveTo>
                <a:lnTo>
                  <a:pt x="135675" y="48792"/>
                </a:lnTo>
                <a:lnTo>
                  <a:pt x="151363" y="48792"/>
                </a:lnTo>
                <a:cubicBezTo>
                  <a:pt x="157169" y="48792"/>
                  <a:pt x="161657" y="47287"/>
                  <a:pt x="164827" y="44276"/>
                </a:cubicBezTo>
                <a:cubicBezTo>
                  <a:pt x="167998" y="41265"/>
                  <a:pt x="169583" y="36975"/>
                  <a:pt x="169583" y="31406"/>
                </a:cubicBezTo>
                <a:cubicBezTo>
                  <a:pt x="169583" y="25878"/>
                  <a:pt x="167998" y="21609"/>
                  <a:pt x="164827" y="18598"/>
                </a:cubicBezTo>
                <a:cubicBezTo>
                  <a:pt x="161657" y="15587"/>
                  <a:pt x="157169" y="14082"/>
                  <a:pt x="151363" y="14082"/>
                </a:cubicBezTo>
                <a:lnTo>
                  <a:pt x="135675" y="14082"/>
                </a:lnTo>
                <a:moveTo>
                  <a:pt x="123199" y="3829"/>
                </a:moveTo>
                <a:lnTo>
                  <a:pt x="151363" y="3829"/>
                </a:lnTo>
                <a:cubicBezTo>
                  <a:pt x="161698" y="3829"/>
                  <a:pt x="169511" y="6169"/>
                  <a:pt x="174802" y="10847"/>
                </a:cubicBezTo>
                <a:cubicBezTo>
                  <a:pt x="180093" y="15525"/>
                  <a:pt x="182738" y="22379"/>
                  <a:pt x="182738" y="31406"/>
                </a:cubicBezTo>
                <a:cubicBezTo>
                  <a:pt x="182738" y="40516"/>
                  <a:pt x="180093" y="47400"/>
                  <a:pt x="174802" y="52058"/>
                </a:cubicBezTo>
                <a:cubicBezTo>
                  <a:pt x="169511" y="56716"/>
                  <a:pt x="161698" y="59045"/>
                  <a:pt x="151363" y="59045"/>
                </a:cubicBezTo>
                <a:lnTo>
                  <a:pt x="135675" y="59045"/>
                </a:lnTo>
                <a:lnTo>
                  <a:pt x="135675" y="96102"/>
                </a:lnTo>
                <a:lnTo>
                  <a:pt x="123199" y="96102"/>
                </a:lnTo>
                <a:lnTo>
                  <a:pt x="123199" y="3829"/>
                </a:lnTo>
                <a:close/>
                <a:moveTo>
                  <a:pt x="196196" y="26928"/>
                </a:moveTo>
                <a:lnTo>
                  <a:pt x="207560" y="26928"/>
                </a:lnTo>
                <a:lnTo>
                  <a:pt x="207560" y="96102"/>
                </a:lnTo>
                <a:lnTo>
                  <a:pt x="196196" y="96102"/>
                </a:lnTo>
                <a:lnTo>
                  <a:pt x="196196" y="26928"/>
                </a:lnTo>
                <a:moveTo>
                  <a:pt x="196196" y="0"/>
                </a:moveTo>
                <a:lnTo>
                  <a:pt x="207560" y="0"/>
                </a:lnTo>
                <a:lnTo>
                  <a:pt x="207560" y="14452"/>
                </a:lnTo>
                <a:lnTo>
                  <a:pt x="196196" y="14452"/>
                </a:lnTo>
                <a:lnTo>
                  <a:pt x="196196" y="0"/>
                </a:lnTo>
                <a:close/>
                <a:moveTo>
                  <a:pt x="288734" y="26928"/>
                </a:moveTo>
                <a:lnTo>
                  <a:pt x="263720" y="60589"/>
                </a:lnTo>
                <a:lnTo>
                  <a:pt x="290031" y="96102"/>
                </a:lnTo>
                <a:lnTo>
                  <a:pt x="276628" y="96102"/>
                </a:lnTo>
                <a:lnTo>
                  <a:pt x="256494" y="68927"/>
                </a:lnTo>
                <a:lnTo>
                  <a:pt x="236359" y="96102"/>
                </a:lnTo>
                <a:lnTo>
                  <a:pt x="222957" y="96102"/>
                </a:lnTo>
                <a:lnTo>
                  <a:pt x="249824" y="59909"/>
                </a:lnTo>
                <a:lnTo>
                  <a:pt x="225242" y="26928"/>
                </a:lnTo>
                <a:lnTo>
                  <a:pt x="238645" y="26928"/>
                </a:lnTo>
                <a:lnTo>
                  <a:pt x="256988" y="51572"/>
                </a:lnTo>
                <a:lnTo>
                  <a:pt x="275331" y="26928"/>
                </a:lnTo>
                <a:lnTo>
                  <a:pt x="288734" y="26928"/>
                </a:lnTo>
                <a:close/>
                <a:moveTo>
                  <a:pt x="361235" y="58674"/>
                </a:moveTo>
                <a:lnTo>
                  <a:pt x="361235" y="64233"/>
                </a:lnTo>
                <a:lnTo>
                  <a:pt x="308985" y="64233"/>
                </a:lnTo>
                <a:cubicBezTo>
                  <a:pt x="309479" y="72077"/>
                  <a:pt x="311836" y="78052"/>
                  <a:pt x="316056" y="82159"/>
                </a:cubicBezTo>
                <a:cubicBezTo>
                  <a:pt x="320277" y="86266"/>
                  <a:pt x="326154" y="88320"/>
                  <a:pt x="333689" y="88320"/>
                </a:cubicBezTo>
                <a:cubicBezTo>
                  <a:pt x="338054" y="88320"/>
                  <a:pt x="342285" y="87785"/>
                  <a:pt x="346382" y="86714"/>
                </a:cubicBezTo>
                <a:cubicBezTo>
                  <a:pt x="350479" y="85644"/>
                  <a:pt x="354545" y="84038"/>
                  <a:pt x="358580" y="81897"/>
                </a:cubicBezTo>
                <a:lnTo>
                  <a:pt x="358580" y="92643"/>
                </a:lnTo>
                <a:cubicBezTo>
                  <a:pt x="354503" y="94373"/>
                  <a:pt x="350324" y="95690"/>
                  <a:pt x="346042" y="96596"/>
                </a:cubicBezTo>
                <a:cubicBezTo>
                  <a:pt x="341760" y="97502"/>
                  <a:pt x="337416" y="97955"/>
                  <a:pt x="333010" y="97955"/>
                </a:cubicBezTo>
                <a:cubicBezTo>
                  <a:pt x="321975" y="97955"/>
                  <a:pt x="313236" y="94738"/>
                  <a:pt x="306792" y="88305"/>
                </a:cubicBezTo>
                <a:cubicBezTo>
                  <a:pt x="300348" y="81870"/>
                  <a:pt x="297126" y="73167"/>
                  <a:pt x="297126" y="62197"/>
                </a:cubicBezTo>
                <a:cubicBezTo>
                  <a:pt x="297126" y="50854"/>
                  <a:pt x="300183" y="41852"/>
                  <a:pt x="306298" y="35191"/>
                </a:cubicBezTo>
                <a:cubicBezTo>
                  <a:pt x="312412" y="28530"/>
                  <a:pt x="320658" y="25199"/>
                  <a:pt x="331034" y="25199"/>
                </a:cubicBezTo>
                <a:cubicBezTo>
                  <a:pt x="340339" y="25199"/>
                  <a:pt x="347699" y="28200"/>
                  <a:pt x="353114" y="34203"/>
                </a:cubicBezTo>
                <a:cubicBezTo>
                  <a:pt x="358528" y="40204"/>
                  <a:pt x="361235" y="48361"/>
                  <a:pt x="361235" y="58674"/>
                </a:cubicBezTo>
                <a:moveTo>
                  <a:pt x="349871" y="55339"/>
                </a:moveTo>
                <a:cubicBezTo>
                  <a:pt x="349789" y="49102"/>
                  <a:pt x="348049" y="44126"/>
                  <a:pt x="344652" y="40410"/>
                </a:cubicBezTo>
                <a:cubicBezTo>
                  <a:pt x="341255" y="36693"/>
                  <a:pt x="336757" y="34834"/>
                  <a:pt x="331157" y="34834"/>
                </a:cubicBezTo>
                <a:cubicBezTo>
                  <a:pt x="324816" y="34834"/>
                  <a:pt x="319741" y="36631"/>
                  <a:pt x="315933" y="40225"/>
                </a:cubicBezTo>
                <a:cubicBezTo>
                  <a:pt x="312124" y="43817"/>
                  <a:pt x="309932" y="48876"/>
                  <a:pt x="309355" y="55401"/>
                </a:cubicBezTo>
                <a:lnTo>
                  <a:pt x="349871" y="55339"/>
                </a:lnTo>
                <a:close/>
                <a:moveTo>
                  <a:pt x="379858" y="0"/>
                </a:moveTo>
                <a:lnTo>
                  <a:pt x="391222" y="0"/>
                </a:lnTo>
                <a:lnTo>
                  <a:pt x="391222" y="96102"/>
                </a:lnTo>
                <a:lnTo>
                  <a:pt x="379858" y="96102"/>
                </a:lnTo>
                <a:lnTo>
                  <a:pt x="379858" y="0"/>
                </a:lnTo>
                <a:close/>
                <a:moveTo>
                  <a:pt x="458994" y="28905"/>
                </a:moveTo>
                <a:lnTo>
                  <a:pt x="458994" y="39651"/>
                </a:lnTo>
                <a:cubicBezTo>
                  <a:pt x="455783" y="38004"/>
                  <a:pt x="452448" y="36769"/>
                  <a:pt x="448989" y="35946"/>
                </a:cubicBezTo>
                <a:cubicBezTo>
                  <a:pt x="445530" y="35122"/>
                  <a:pt x="441948" y="34710"/>
                  <a:pt x="438242" y="34710"/>
                </a:cubicBezTo>
                <a:cubicBezTo>
                  <a:pt x="432601" y="34710"/>
                  <a:pt x="428371" y="35577"/>
                  <a:pt x="425550" y="37310"/>
                </a:cubicBezTo>
                <a:cubicBezTo>
                  <a:pt x="422730" y="39043"/>
                  <a:pt x="421319" y="41643"/>
                  <a:pt x="421319" y="45110"/>
                </a:cubicBezTo>
                <a:cubicBezTo>
                  <a:pt x="421319" y="47750"/>
                  <a:pt x="422328" y="49824"/>
                  <a:pt x="424346" y="51330"/>
                </a:cubicBezTo>
                <a:cubicBezTo>
                  <a:pt x="426363" y="52837"/>
                  <a:pt x="430419" y="54271"/>
                  <a:pt x="436513" y="55632"/>
                </a:cubicBezTo>
                <a:lnTo>
                  <a:pt x="440404" y="56501"/>
                </a:lnTo>
                <a:cubicBezTo>
                  <a:pt x="448474" y="58233"/>
                  <a:pt x="454208" y="60677"/>
                  <a:pt x="457605" y="63833"/>
                </a:cubicBezTo>
                <a:cubicBezTo>
                  <a:pt x="461002" y="66988"/>
                  <a:pt x="462700" y="71391"/>
                  <a:pt x="462700" y="77043"/>
                </a:cubicBezTo>
                <a:cubicBezTo>
                  <a:pt x="462700" y="83478"/>
                  <a:pt x="460158" y="88572"/>
                  <a:pt x="455072" y="92325"/>
                </a:cubicBezTo>
                <a:cubicBezTo>
                  <a:pt x="449987" y="96078"/>
                  <a:pt x="442998" y="97955"/>
                  <a:pt x="434104" y="97955"/>
                </a:cubicBezTo>
                <a:cubicBezTo>
                  <a:pt x="430398" y="97955"/>
                  <a:pt x="426538" y="97595"/>
                  <a:pt x="422524" y="96874"/>
                </a:cubicBezTo>
                <a:cubicBezTo>
                  <a:pt x="418509" y="96154"/>
                  <a:pt x="414278" y="95073"/>
                  <a:pt x="409832" y="93632"/>
                </a:cubicBezTo>
                <a:lnTo>
                  <a:pt x="409832" y="81897"/>
                </a:lnTo>
                <a:cubicBezTo>
                  <a:pt x="414031" y="84079"/>
                  <a:pt x="418170" y="85716"/>
                  <a:pt x="422246" y="86807"/>
                </a:cubicBezTo>
                <a:cubicBezTo>
                  <a:pt x="426322" y="87898"/>
                  <a:pt x="430357" y="88444"/>
                  <a:pt x="434351" y="88444"/>
                </a:cubicBezTo>
                <a:cubicBezTo>
                  <a:pt x="439704" y="88444"/>
                  <a:pt x="443821" y="87526"/>
                  <a:pt x="446704" y="85689"/>
                </a:cubicBezTo>
                <a:cubicBezTo>
                  <a:pt x="449586" y="83853"/>
                  <a:pt x="451027" y="81264"/>
                  <a:pt x="451027" y="77923"/>
                </a:cubicBezTo>
                <a:cubicBezTo>
                  <a:pt x="451027" y="74828"/>
                  <a:pt x="449987" y="72456"/>
                  <a:pt x="447908" y="70805"/>
                </a:cubicBezTo>
                <a:cubicBezTo>
                  <a:pt x="445829" y="69154"/>
                  <a:pt x="441269" y="67565"/>
                  <a:pt x="434228" y="66039"/>
                </a:cubicBezTo>
                <a:lnTo>
                  <a:pt x="430275" y="65111"/>
                </a:lnTo>
                <a:cubicBezTo>
                  <a:pt x="423234" y="63626"/>
                  <a:pt x="418149" y="61347"/>
                  <a:pt x="415020" y="58275"/>
                </a:cubicBezTo>
                <a:cubicBezTo>
                  <a:pt x="411890" y="55201"/>
                  <a:pt x="410326" y="50982"/>
                  <a:pt x="410326" y="45619"/>
                </a:cubicBezTo>
                <a:cubicBezTo>
                  <a:pt x="410326" y="39101"/>
                  <a:pt x="412632" y="34068"/>
                  <a:pt x="417243" y="30520"/>
                </a:cubicBezTo>
                <a:cubicBezTo>
                  <a:pt x="421855" y="26973"/>
                  <a:pt x="428401" y="25199"/>
                  <a:pt x="436883" y="25199"/>
                </a:cubicBezTo>
                <a:cubicBezTo>
                  <a:pt x="441083" y="25199"/>
                  <a:pt x="445036" y="25508"/>
                  <a:pt x="448742" y="26125"/>
                </a:cubicBezTo>
                <a:cubicBezTo>
                  <a:pt x="452448" y="26743"/>
                  <a:pt x="455865" y="27670"/>
                  <a:pt x="458994" y="289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7ADBB-AF02-4A49-B859-93C0D2DB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974" y="5266476"/>
            <a:ext cx="1112404" cy="255238"/>
          </a:xfrm>
          <a:custGeom xmlns:a="http://schemas.openxmlformats.org/drawingml/2006/main">
            <a:pathLst>
              <a:path w="1112404" h="255238">
                <a:moveTo>
                  <a:pt x="46178" y="0"/>
                </a:moveTo>
                <a:lnTo>
                  <a:pt x="1066427" y="0"/>
                </a:lnTo>
                <a:cubicBezTo>
                  <a:pt x="1091930" y="0"/>
                  <a:pt x="1112404" y="20473"/>
                  <a:pt x="1112404" y="45977"/>
                </a:cubicBezTo>
                <a:lnTo>
                  <a:pt x="1112404" y="209261"/>
                </a:lnTo>
                <a:cubicBezTo>
                  <a:pt x="1112404" y="234815"/>
                  <a:pt x="1091930" y="255238"/>
                  <a:pt x="1066427" y="255238"/>
                </a:cubicBezTo>
                <a:lnTo>
                  <a:pt x="46178" y="255238"/>
                </a:lnTo>
                <a:cubicBezTo>
                  <a:pt x="20675" y="255238"/>
                  <a:pt x="0" y="234815"/>
                  <a:pt x="0" y="209261"/>
                </a:cubicBezTo>
                <a:lnTo>
                  <a:pt x="0" y="45977"/>
                </a:lnTo>
                <a:cubicBezTo>
                  <a:pt x="0" y="20473"/>
                  <a:pt x="20675" y="0"/>
                  <a:pt x="46178" y="0"/>
                </a:cubicBezTo>
                <a:close/>
                <a:moveTo>
                  <a:pt x="46178" y="0"/>
                </a:move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Brightening">
            <a:extLst xmlns:a="http://schemas.openxmlformats.org/drawingml/2006/main">
              <a:ext uri="{FF2B5EF4-FFF2-40B4-BE49-F238E27FC236}">
                <a16:creationId xmlns:a16="http://schemas.microsoft.com/office/drawing/2014/main" id="{DD754B89-77E3-4192-981E-62C72A0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266" y="5343763"/>
            <a:ext cx="913129" cy="137410"/>
          </a:xfrm>
          <a:custGeom xmlns:a="http://schemas.openxmlformats.org/drawingml/2006/main">
            <a:pathLst>
              <a:path w="913129" h="137410">
                <a:moveTo>
                  <a:pt x="41127" y="44015"/>
                </a:moveTo>
                <a:cubicBezTo>
                  <a:pt x="45299" y="44015"/>
                  <a:pt x="48463" y="43098"/>
                  <a:pt x="50618" y="41264"/>
                </a:cubicBezTo>
                <a:cubicBezTo>
                  <a:pt x="52772" y="39430"/>
                  <a:pt x="53850" y="36725"/>
                  <a:pt x="53850" y="33149"/>
                </a:cubicBezTo>
                <a:cubicBezTo>
                  <a:pt x="53850" y="29619"/>
                  <a:pt x="52772" y="26925"/>
                  <a:pt x="50618" y="25068"/>
                </a:cubicBezTo>
                <a:cubicBezTo>
                  <a:pt x="48463" y="23211"/>
                  <a:pt x="45299" y="22283"/>
                  <a:pt x="41127" y="22283"/>
                </a:cubicBezTo>
                <a:lnTo>
                  <a:pt x="26478" y="22283"/>
                </a:lnTo>
                <a:lnTo>
                  <a:pt x="26478" y="44015"/>
                </a:lnTo>
                <a:lnTo>
                  <a:pt x="41127" y="44015"/>
                </a:lnTo>
                <a:moveTo>
                  <a:pt x="42021" y="88993"/>
                </a:moveTo>
                <a:cubicBezTo>
                  <a:pt x="47339" y="88993"/>
                  <a:pt x="51340" y="87867"/>
                  <a:pt x="54022" y="85615"/>
                </a:cubicBezTo>
                <a:cubicBezTo>
                  <a:pt x="56704" y="83363"/>
                  <a:pt x="58045" y="79961"/>
                  <a:pt x="58045" y="75411"/>
                </a:cubicBezTo>
                <a:cubicBezTo>
                  <a:pt x="58045" y="70952"/>
                  <a:pt x="56716" y="67608"/>
                  <a:pt x="54056" y="65378"/>
                </a:cubicBezTo>
                <a:cubicBezTo>
                  <a:pt x="51397" y="63149"/>
                  <a:pt x="47385" y="62034"/>
                  <a:pt x="42021" y="62034"/>
                </a:cubicBezTo>
                <a:lnTo>
                  <a:pt x="26478" y="62034"/>
                </a:lnTo>
                <a:lnTo>
                  <a:pt x="26478" y="88993"/>
                </a:lnTo>
                <a:lnTo>
                  <a:pt x="42021" y="88993"/>
                </a:lnTo>
                <a:moveTo>
                  <a:pt x="66642" y="51993"/>
                </a:moveTo>
                <a:cubicBezTo>
                  <a:pt x="72327" y="53645"/>
                  <a:pt x="76729" y="56698"/>
                  <a:pt x="79846" y="61151"/>
                </a:cubicBezTo>
                <a:cubicBezTo>
                  <a:pt x="82964" y="65604"/>
                  <a:pt x="84523" y="71067"/>
                  <a:pt x="84523" y="77540"/>
                </a:cubicBezTo>
                <a:cubicBezTo>
                  <a:pt x="84523" y="87457"/>
                  <a:pt x="81176" y="94848"/>
                  <a:pt x="74482" y="99713"/>
                </a:cubicBezTo>
                <a:cubicBezTo>
                  <a:pt x="67788" y="104579"/>
                  <a:pt x="57610" y="107012"/>
                  <a:pt x="43946" y="107012"/>
                </a:cubicBezTo>
                <a:lnTo>
                  <a:pt x="0" y="107012"/>
                </a:lnTo>
                <a:lnTo>
                  <a:pt x="0" y="4264"/>
                </a:lnTo>
                <a:lnTo>
                  <a:pt x="39751" y="4264"/>
                </a:lnTo>
                <a:cubicBezTo>
                  <a:pt x="54010" y="4264"/>
                  <a:pt x="64338" y="6419"/>
                  <a:pt x="70734" y="10729"/>
                </a:cubicBezTo>
                <a:cubicBezTo>
                  <a:pt x="77130" y="15039"/>
                  <a:pt x="80328" y="21939"/>
                  <a:pt x="80328" y="31430"/>
                </a:cubicBezTo>
                <a:cubicBezTo>
                  <a:pt x="80328" y="36427"/>
                  <a:pt x="79159" y="40680"/>
                  <a:pt x="76820" y="44187"/>
                </a:cubicBezTo>
                <a:cubicBezTo>
                  <a:pt x="74482" y="47695"/>
                  <a:pt x="71089" y="50297"/>
                  <a:pt x="66642" y="51993"/>
                </a:cubicBezTo>
                <a:close/>
                <a:moveTo>
                  <a:pt x="163446" y="51030"/>
                </a:moveTo>
                <a:cubicBezTo>
                  <a:pt x="161291" y="49999"/>
                  <a:pt x="159148" y="49236"/>
                  <a:pt x="157016" y="48743"/>
                </a:cubicBezTo>
                <a:cubicBezTo>
                  <a:pt x="154884" y="48251"/>
                  <a:pt x="152740" y="48004"/>
                  <a:pt x="150585" y="48004"/>
                </a:cubicBezTo>
                <a:cubicBezTo>
                  <a:pt x="144258" y="48004"/>
                  <a:pt x="139387" y="50037"/>
                  <a:pt x="135971" y="54101"/>
                </a:cubicBezTo>
                <a:cubicBezTo>
                  <a:pt x="132555" y="58166"/>
                  <a:pt x="130847" y="63988"/>
                  <a:pt x="130847" y="71568"/>
                </a:cubicBezTo>
                <a:lnTo>
                  <a:pt x="130847" y="107012"/>
                </a:lnTo>
                <a:lnTo>
                  <a:pt x="106226" y="107012"/>
                </a:lnTo>
                <a:lnTo>
                  <a:pt x="106226" y="29985"/>
                </a:lnTo>
                <a:lnTo>
                  <a:pt x="130847" y="29985"/>
                </a:lnTo>
                <a:lnTo>
                  <a:pt x="130847" y="42640"/>
                </a:lnTo>
                <a:cubicBezTo>
                  <a:pt x="134011" y="37572"/>
                  <a:pt x="137644" y="33875"/>
                  <a:pt x="141748" y="31550"/>
                </a:cubicBezTo>
                <a:cubicBezTo>
                  <a:pt x="145851" y="29223"/>
                  <a:pt x="150769" y="28060"/>
                  <a:pt x="156500" y="28060"/>
                </a:cubicBezTo>
                <a:cubicBezTo>
                  <a:pt x="157325" y="28060"/>
                  <a:pt x="158219" y="28096"/>
                  <a:pt x="159182" y="28167"/>
                </a:cubicBezTo>
                <a:cubicBezTo>
                  <a:pt x="160145" y="28237"/>
                  <a:pt x="161543" y="28391"/>
                  <a:pt x="163377" y="28629"/>
                </a:cubicBezTo>
                <a:lnTo>
                  <a:pt x="163446" y="51030"/>
                </a:lnTo>
                <a:close/>
                <a:moveTo>
                  <a:pt x="175665" y="29985"/>
                </a:moveTo>
                <a:lnTo>
                  <a:pt x="200286" y="29985"/>
                </a:lnTo>
                <a:lnTo>
                  <a:pt x="200286" y="107012"/>
                </a:lnTo>
                <a:lnTo>
                  <a:pt x="175665" y="107012"/>
                </a:lnTo>
                <a:lnTo>
                  <a:pt x="175665" y="29985"/>
                </a:lnTo>
                <a:moveTo>
                  <a:pt x="175665" y="0"/>
                </a:moveTo>
                <a:lnTo>
                  <a:pt x="200286" y="0"/>
                </a:lnTo>
                <a:lnTo>
                  <a:pt x="200286" y="20082"/>
                </a:lnTo>
                <a:lnTo>
                  <a:pt x="175665" y="20082"/>
                </a:lnTo>
                <a:lnTo>
                  <a:pt x="175665" y="0"/>
                </a:lnTo>
                <a:close/>
                <a:moveTo>
                  <a:pt x="276241" y="93945"/>
                </a:moveTo>
                <a:cubicBezTo>
                  <a:pt x="272848" y="98438"/>
                  <a:pt x="269112" y="101739"/>
                  <a:pt x="265031" y="103849"/>
                </a:cubicBezTo>
                <a:cubicBezTo>
                  <a:pt x="260950" y="105958"/>
                  <a:pt x="256228" y="107012"/>
                  <a:pt x="250864" y="107012"/>
                </a:cubicBezTo>
                <a:cubicBezTo>
                  <a:pt x="241464" y="107012"/>
                  <a:pt x="233693" y="103307"/>
                  <a:pt x="227549" y="95897"/>
                </a:cubicBezTo>
                <a:cubicBezTo>
                  <a:pt x="221405" y="88485"/>
                  <a:pt x="218334" y="79043"/>
                  <a:pt x="218334" y="67570"/>
                </a:cubicBezTo>
                <a:cubicBezTo>
                  <a:pt x="218334" y="56052"/>
                  <a:pt x="221405" y="46611"/>
                  <a:pt x="227549" y="39246"/>
                </a:cubicBezTo>
                <a:cubicBezTo>
                  <a:pt x="233693" y="31880"/>
                  <a:pt x="241464" y="28197"/>
                  <a:pt x="250864" y="28197"/>
                </a:cubicBezTo>
                <a:cubicBezTo>
                  <a:pt x="256228" y="28197"/>
                  <a:pt x="260950" y="29258"/>
                  <a:pt x="265031" y="31378"/>
                </a:cubicBezTo>
                <a:cubicBezTo>
                  <a:pt x="269112" y="33497"/>
                  <a:pt x="272848" y="36838"/>
                  <a:pt x="276241" y="41402"/>
                </a:cubicBezTo>
                <a:lnTo>
                  <a:pt x="276241" y="29985"/>
                </a:lnTo>
                <a:lnTo>
                  <a:pt x="301000" y="29985"/>
                </a:lnTo>
                <a:lnTo>
                  <a:pt x="301000" y="99241"/>
                </a:lnTo>
                <a:cubicBezTo>
                  <a:pt x="301000" y="111620"/>
                  <a:pt x="297091" y="121076"/>
                  <a:pt x="289274" y="127610"/>
                </a:cubicBezTo>
                <a:cubicBezTo>
                  <a:pt x="281456" y="134143"/>
                  <a:pt x="270120" y="137410"/>
                  <a:pt x="255265" y="137410"/>
                </a:cubicBezTo>
                <a:cubicBezTo>
                  <a:pt x="250451" y="137410"/>
                  <a:pt x="245797" y="137038"/>
                  <a:pt x="241304" y="136293"/>
                </a:cubicBezTo>
                <a:cubicBezTo>
                  <a:pt x="236811" y="135548"/>
                  <a:pt x="232295" y="134407"/>
                  <a:pt x="227756" y="132871"/>
                </a:cubicBezTo>
                <a:lnTo>
                  <a:pt x="227756" y="113614"/>
                </a:lnTo>
                <a:cubicBezTo>
                  <a:pt x="232065" y="116113"/>
                  <a:pt x="236284" y="117976"/>
                  <a:pt x="240410" y="119202"/>
                </a:cubicBezTo>
                <a:cubicBezTo>
                  <a:pt x="244536" y="120429"/>
                  <a:pt x="248686" y="121042"/>
                  <a:pt x="252858" y="121042"/>
                </a:cubicBezTo>
                <a:cubicBezTo>
                  <a:pt x="260927" y="121042"/>
                  <a:pt x="266842" y="119282"/>
                  <a:pt x="270602" y="115761"/>
                </a:cubicBezTo>
                <a:cubicBezTo>
                  <a:pt x="274361" y="112243"/>
                  <a:pt x="276241" y="106736"/>
                  <a:pt x="276241" y="99241"/>
                </a:cubicBezTo>
                <a:lnTo>
                  <a:pt x="276241" y="93945"/>
                </a:lnTo>
                <a:moveTo>
                  <a:pt x="260010" y="45941"/>
                </a:moveTo>
                <a:cubicBezTo>
                  <a:pt x="254921" y="45941"/>
                  <a:pt x="250955" y="47824"/>
                  <a:pt x="248113" y="51589"/>
                </a:cubicBezTo>
                <a:cubicBezTo>
                  <a:pt x="245270" y="55354"/>
                  <a:pt x="243849" y="60681"/>
                  <a:pt x="243849" y="67570"/>
                </a:cubicBezTo>
                <a:cubicBezTo>
                  <a:pt x="243849" y="74643"/>
                  <a:pt x="245224" y="80004"/>
                  <a:pt x="247975" y="83655"/>
                </a:cubicBezTo>
                <a:cubicBezTo>
                  <a:pt x="250726" y="87306"/>
                  <a:pt x="254738" y="89131"/>
                  <a:pt x="260010" y="89131"/>
                </a:cubicBezTo>
                <a:cubicBezTo>
                  <a:pt x="265146" y="89131"/>
                  <a:pt x="269134" y="87248"/>
                  <a:pt x="271977" y="83483"/>
                </a:cubicBezTo>
                <a:cubicBezTo>
                  <a:pt x="274820" y="79717"/>
                  <a:pt x="276241" y="74413"/>
                  <a:pt x="276241" y="67570"/>
                </a:cubicBezTo>
                <a:cubicBezTo>
                  <a:pt x="276241" y="60681"/>
                  <a:pt x="274820" y="55354"/>
                  <a:pt x="271977" y="51589"/>
                </a:cubicBezTo>
                <a:cubicBezTo>
                  <a:pt x="269134" y="47824"/>
                  <a:pt x="265146" y="45941"/>
                  <a:pt x="260010" y="45941"/>
                </a:cubicBezTo>
                <a:close/>
                <a:moveTo>
                  <a:pt x="401981" y="60055"/>
                </a:moveTo>
                <a:lnTo>
                  <a:pt x="401981" y="107012"/>
                </a:lnTo>
                <a:lnTo>
                  <a:pt x="377223" y="107012"/>
                </a:lnTo>
                <a:lnTo>
                  <a:pt x="377223" y="99370"/>
                </a:lnTo>
                <a:lnTo>
                  <a:pt x="377223" y="71209"/>
                </a:lnTo>
                <a:cubicBezTo>
                  <a:pt x="377223" y="64462"/>
                  <a:pt x="377074" y="59826"/>
                  <a:pt x="376776" y="57302"/>
                </a:cubicBezTo>
                <a:cubicBezTo>
                  <a:pt x="376478" y="54777"/>
                  <a:pt x="375962" y="52918"/>
                  <a:pt x="375228" y="51724"/>
                </a:cubicBezTo>
                <a:cubicBezTo>
                  <a:pt x="374266" y="50117"/>
                  <a:pt x="372959" y="48866"/>
                  <a:pt x="371308" y="47972"/>
                </a:cubicBezTo>
                <a:cubicBezTo>
                  <a:pt x="369658" y="47076"/>
                  <a:pt x="367778" y="46629"/>
                  <a:pt x="365669" y="46629"/>
                </a:cubicBezTo>
                <a:cubicBezTo>
                  <a:pt x="360534" y="46629"/>
                  <a:pt x="356499" y="48614"/>
                  <a:pt x="353565" y="52584"/>
                </a:cubicBezTo>
                <a:cubicBezTo>
                  <a:pt x="350630" y="56554"/>
                  <a:pt x="349163" y="62051"/>
                  <a:pt x="349163" y="69075"/>
                </a:cubicBezTo>
                <a:lnTo>
                  <a:pt x="349163" y="107012"/>
                </a:lnTo>
                <a:lnTo>
                  <a:pt x="324542" y="107012"/>
                </a:lnTo>
                <a:lnTo>
                  <a:pt x="324542" y="0"/>
                </a:lnTo>
                <a:lnTo>
                  <a:pt x="349163" y="0"/>
                </a:lnTo>
                <a:lnTo>
                  <a:pt x="349163" y="41264"/>
                </a:lnTo>
                <a:cubicBezTo>
                  <a:pt x="352877" y="36748"/>
                  <a:pt x="356820" y="33418"/>
                  <a:pt x="360992" y="31275"/>
                </a:cubicBezTo>
                <a:cubicBezTo>
                  <a:pt x="365164" y="29131"/>
                  <a:pt x="369772" y="28060"/>
                  <a:pt x="374816" y="28060"/>
                </a:cubicBezTo>
                <a:cubicBezTo>
                  <a:pt x="383710" y="28060"/>
                  <a:pt x="390462" y="30789"/>
                  <a:pt x="395070" y="36248"/>
                </a:cubicBezTo>
                <a:cubicBezTo>
                  <a:pt x="399677" y="41707"/>
                  <a:pt x="401981" y="49643"/>
                  <a:pt x="401981" y="60055"/>
                </a:cubicBezTo>
                <a:close/>
                <a:moveTo>
                  <a:pt x="451576" y="8115"/>
                </a:moveTo>
                <a:lnTo>
                  <a:pt x="451576" y="29985"/>
                </a:lnTo>
                <a:lnTo>
                  <a:pt x="476954" y="29985"/>
                </a:lnTo>
                <a:lnTo>
                  <a:pt x="476954" y="47592"/>
                </a:lnTo>
                <a:lnTo>
                  <a:pt x="451576" y="47592"/>
                </a:lnTo>
                <a:lnTo>
                  <a:pt x="451576" y="80259"/>
                </a:lnTo>
                <a:cubicBezTo>
                  <a:pt x="451576" y="83835"/>
                  <a:pt x="452287" y="86254"/>
                  <a:pt x="453708" y="87515"/>
                </a:cubicBezTo>
                <a:cubicBezTo>
                  <a:pt x="455130" y="88776"/>
                  <a:pt x="457949" y="89406"/>
                  <a:pt x="462167" y="89406"/>
                </a:cubicBezTo>
                <a:lnTo>
                  <a:pt x="474822" y="89406"/>
                </a:lnTo>
                <a:lnTo>
                  <a:pt x="474822" y="107012"/>
                </a:lnTo>
                <a:lnTo>
                  <a:pt x="453708" y="107012"/>
                </a:lnTo>
                <a:cubicBezTo>
                  <a:pt x="443988" y="107012"/>
                  <a:pt x="437099" y="104983"/>
                  <a:pt x="433042" y="100926"/>
                </a:cubicBezTo>
                <a:cubicBezTo>
                  <a:pt x="428984" y="96868"/>
                  <a:pt x="426955" y="89979"/>
                  <a:pt x="426955" y="80259"/>
                </a:cubicBezTo>
                <a:lnTo>
                  <a:pt x="426955" y="47592"/>
                </a:lnTo>
                <a:lnTo>
                  <a:pt x="414713" y="47592"/>
                </a:lnTo>
                <a:lnTo>
                  <a:pt x="414713" y="29985"/>
                </a:lnTo>
                <a:lnTo>
                  <a:pt x="426955" y="29985"/>
                </a:lnTo>
                <a:lnTo>
                  <a:pt x="426955" y="8115"/>
                </a:lnTo>
                <a:lnTo>
                  <a:pt x="451576" y="8115"/>
                </a:lnTo>
                <a:close/>
                <a:moveTo>
                  <a:pt x="568901" y="68191"/>
                </a:moveTo>
                <a:lnTo>
                  <a:pt x="568901" y="75239"/>
                </a:lnTo>
                <a:lnTo>
                  <a:pt x="511337" y="75239"/>
                </a:lnTo>
                <a:cubicBezTo>
                  <a:pt x="511933" y="81061"/>
                  <a:pt x="514019" y="85429"/>
                  <a:pt x="517596" y="88340"/>
                </a:cubicBezTo>
                <a:cubicBezTo>
                  <a:pt x="521172" y="91251"/>
                  <a:pt x="526170" y="92707"/>
                  <a:pt x="532588" y="92707"/>
                </a:cubicBezTo>
                <a:cubicBezTo>
                  <a:pt x="537769" y="92707"/>
                  <a:pt x="543076" y="91933"/>
                  <a:pt x="548510" y="90386"/>
                </a:cubicBezTo>
                <a:cubicBezTo>
                  <a:pt x="553943" y="88839"/>
                  <a:pt x="559525" y="86495"/>
                  <a:pt x="565256" y="83354"/>
                </a:cubicBezTo>
                <a:lnTo>
                  <a:pt x="565256" y="102335"/>
                </a:lnTo>
                <a:cubicBezTo>
                  <a:pt x="559433" y="104559"/>
                  <a:pt x="553610" y="106238"/>
                  <a:pt x="547787" y="107373"/>
                </a:cubicBezTo>
                <a:cubicBezTo>
                  <a:pt x="541965" y="108508"/>
                  <a:pt x="536142" y="109075"/>
                  <a:pt x="530319" y="109075"/>
                </a:cubicBezTo>
                <a:cubicBezTo>
                  <a:pt x="516381" y="109075"/>
                  <a:pt x="505549" y="105528"/>
                  <a:pt x="497823" y="98433"/>
                </a:cubicBezTo>
                <a:cubicBezTo>
                  <a:pt x="490098" y="91336"/>
                  <a:pt x="486235" y="81381"/>
                  <a:pt x="486235" y="68568"/>
                </a:cubicBezTo>
                <a:cubicBezTo>
                  <a:pt x="486235" y="55983"/>
                  <a:pt x="490029" y="46086"/>
                  <a:pt x="497617" y="38877"/>
                </a:cubicBezTo>
                <a:cubicBezTo>
                  <a:pt x="505205" y="31665"/>
                  <a:pt x="515647" y="28060"/>
                  <a:pt x="528943" y="28060"/>
                </a:cubicBezTo>
                <a:cubicBezTo>
                  <a:pt x="541048" y="28060"/>
                  <a:pt x="550733" y="31702"/>
                  <a:pt x="558000" y="38986"/>
                </a:cubicBezTo>
                <a:cubicBezTo>
                  <a:pt x="565267" y="46270"/>
                  <a:pt x="568901" y="56006"/>
                  <a:pt x="568901" y="68191"/>
                </a:cubicBezTo>
                <a:moveTo>
                  <a:pt x="543592" y="59971"/>
                </a:moveTo>
                <a:cubicBezTo>
                  <a:pt x="543592" y="55314"/>
                  <a:pt x="542228" y="51560"/>
                  <a:pt x="539500" y="48707"/>
                </a:cubicBezTo>
                <a:cubicBezTo>
                  <a:pt x="536772" y="45854"/>
                  <a:pt x="533207" y="44428"/>
                  <a:pt x="528806" y="44428"/>
                </a:cubicBezTo>
                <a:cubicBezTo>
                  <a:pt x="524038" y="44428"/>
                  <a:pt x="520163" y="45763"/>
                  <a:pt x="517183" y="48434"/>
                </a:cubicBezTo>
                <a:cubicBezTo>
                  <a:pt x="514203" y="51105"/>
                  <a:pt x="512346" y="54950"/>
                  <a:pt x="511612" y="59971"/>
                </a:cubicBezTo>
                <a:lnTo>
                  <a:pt x="543592" y="59971"/>
                </a:lnTo>
                <a:close/>
                <a:moveTo>
                  <a:pt x="664947" y="60055"/>
                </a:moveTo>
                <a:lnTo>
                  <a:pt x="664947" y="107012"/>
                </a:lnTo>
                <a:lnTo>
                  <a:pt x="640188" y="107012"/>
                </a:lnTo>
                <a:lnTo>
                  <a:pt x="640188" y="99370"/>
                </a:lnTo>
                <a:lnTo>
                  <a:pt x="640188" y="71071"/>
                </a:lnTo>
                <a:cubicBezTo>
                  <a:pt x="640188" y="64416"/>
                  <a:pt x="640039" y="59826"/>
                  <a:pt x="639741" y="57302"/>
                </a:cubicBezTo>
                <a:cubicBezTo>
                  <a:pt x="639443" y="54777"/>
                  <a:pt x="638927" y="52918"/>
                  <a:pt x="638194" y="51724"/>
                </a:cubicBezTo>
                <a:cubicBezTo>
                  <a:pt x="637231" y="50117"/>
                  <a:pt x="635924" y="48866"/>
                  <a:pt x="634273" y="47972"/>
                </a:cubicBezTo>
                <a:cubicBezTo>
                  <a:pt x="632623" y="47076"/>
                  <a:pt x="630743" y="46629"/>
                  <a:pt x="628634" y="46629"/>
                </a:cubicBezTo>
                <a:cubicBezTo>
                  <a:pt x="623499" y="46629"/>
                  <a:pt x="619464" y="48614"/>
                  <a:pt x="616530" y="52584"/>
                </a:cubicBezTo>
                <a:cubicBezTo>
                  <a:pt x="613595" y="56554"/>
                  <a:pt x="612128" y="62051"/>
                  <a:pt x="612128" y="69075"/>
                </a:cubicBezTo>
                <a:lnTo>
                  <a:pt x="612128" y="107012"/>
                </a:lnTo>
                <a:lnTo>
                  <a:pt x="587507" y="107012"/>
                </a:lnTo>
                <a:lnTo>
                  <a:pt x="587507" y="29985"/>
                </a:lnTo>
                <a:lnTo>
                  <a:pt x="612128" y="29985"/>
                </a:lnTo>
                <a:lnTo>
                  <a:pt x="612128" y="41264"/>
                </a:lnTo>
                <a:cubicBezTo>
                  <a:pt x="615842" y="36748"/>
                  <a:pt x="619785" y="33418"/>
                  <a:pt x="623957" y="31275"/>
                </a:cubicBezTo>
                <a:cubicBezTo>
                  <a:pt x="628130" y="29131"/>
                  <a:pt x="632737" y="28060"/>
                  <a:pt x="637781" y="28060"/>
                </a:cubicBezTo>
                <a:cubicBezTo>
                  <a:pt x="646676" y="28060"/>
                  <a:pt x="653427" y="30789"/>
                  <a:pt x="658035" y="36248"/>
                </a:cubicBezTo>
                <a:cubicBezTo>
                  <a:pt x="662643" y="41707"/>
                  <a:pt x="664947" y="49643"/>
                  <a:pt x="664947" y="60055"/>
                </a:cubicBezTo>
                <a:close/>
                <a:moveTo>
                  <a:pt x="687650" y="29985"/>
                </a:moveTo>
                <a:lnTo>
                  <a:pt x="712271" y="29985"/>
                </a:lnTo>
                <a:lnTo>
                  <a:pt x="712271" y="107012"/>
                </a:lnTo>
                <a:lnTo>
                  <a:pt x="687650" y="107012"/>
                </a:lnTo>
                <a:lnTo>
                  <a:pt x="687650" y="29985"/>
                </a:lnTo>
                <a:moveTo>
                  <a:pt x="687650" y="0"/>
                </a:moveTo>
                <a:lnTo>
                  <a:pt x="712271" y="0"/>
                </a:lnTo>
                <a:lnTo>
                  <a:pt x="712271" y="20082"/>
                </a:lnTo>
                <a:lnTo>
                  <a:pt x="687650" y="20082"/>
                </a:lnTo>
                <a:lnTo>
                  <a:pt x="687650" y="0"/>
                </a:lnTo>
                <a:close/>
                <a:moveTo>
                  <a:pt x="813260" y="60055"/>
                </a:moveTo>
                <a:lnTo>
                  <a:pt x="813260" y="107012"/>
                </a:lnTo>
                <a:lnTo>
                  <a:pt x="788502" y="107012"/>
                </a:lnTo>
                <a:lnTo>
                  <a:pt x="788502" y="99370"/>
                </a:lnTo>
                <a:lnTo>
                  <a:pt x="788502" y="71071"/>
                </a:lnTo>
                <a:cubicBezTo>
                  <a:pt x="788502" y="64416"/>
                  <a:pt x="788353" y="59826"/>
                  <a:pt x="788055" y="57302"/>
                </a:cubicBezTo>
                <a:cubicBezTo>
                  <a:pt x="787757" y="54777"/>
                  <a:pt x="787241" y="52918"/>
                  <a:pt x="786507" y="51724"/>
                </a:cubicBezTo>
                <a:cubicBezTo>
                  <a:pt x="785544" y="50117"/>
                  <a:pt x="784238" y="48866"/>
                  <a:pt x="782587" y="47972"/>
                </a:cubicBezTo>
                <a:cubicBezTo>
                  <a:pt x="780937" y="47076"/>
                  <a:pt x="779057" y="46629"/>
                  <a:pt x="776948" y="46629"/>
                </a:cubicBezTo>
                <a:cubicBezTo>
                  <a:pt x="771813" y="46629"/>
                  <a:pt x="767778" y="48614"/>
                  <a:pt x="764843" y="52584"/>
                </a:cubicBezTo>
                <a:cubicBezTo>
                  <a:pt x="761909" y="56554"/>
                  <a:pt x="760442" y="62051"/>
                  <a:pt x="760442" y="69075"/>
                </a:cubicBezTo>
                <a:lnTo>
                  <a:pt x="760442" y="107012"/>
                </a:lnTo>
                <a:lnTo>
                  <a:pt x="735821" y="107012"/>
                </a:lnTo>
                <a:lnTo>
                  <a:pt x="735821" y="29985"/>
                </a:lnTo>
                <a:lnTo>
                  <a:pt x="760442" y="29985"/>
                </a:lnTo>
                <a:lnTo>
                  <a:pt x="760442" y="41264"/>
                </a:lnTo>
                <a:cubicBezTo>
                  <a:pt x="764156" y="36748"/>
                  <a:pt x="768099" y="33418"/>
                  <a:pt x="772271" y="31275"/>
                </a:cubicBezTo>
                <a:cubicBezTo>
                  <a:pt x="776443" y="29131"/>
                  <a:pt x="781051" y="28060"/>
                  <a:pt x="786095" y="28060"/>
                </a:cubicBezTo>
                <a:cubicBezTo>
                  <a:pt x="794989" y="28060"/>
                  <a:pt x="801741" y="30789"/>
                  <a:pt x="806348" y="36248"/>
                </a:cubicBezTo>
                <a:cubicBezTo>
                  <a:pt x="810956" y="41707"/>
                  <a:pt x="813260" y="49643"/>
                  <a:pt x="813260" y="60055"/>
                </a:cubicBezTo>
                <a:close/>
                <a:moveTo>
                  <a:pt x="888370" y="93945"/>
                </a:moveTo>
                <a:cubicBezTo>
                  <a:pt x="884977" y="98438"/>
                  <a:pt x="881240" y="101739"/>
                  <a:pt x="877160" y="103849"/>
                </a:cubicBezTo>
                <a:cubicBezTo>
                  <a:pt x="873079" y="105958"/>
                  <a:pt x="868357" y="107012"/>
                  <a:pt x="862992" y="107012"/>
                </a:cubicBezTo>
                <a:cubicBezTo>
                  <a:pt x="853593" y="107012"/>
                  <a:pt x="845822" y="103307"/>
                  <a:pt x="839678" y="95897"/>
                </a:cubicBezTo>
                <a:cubicBezTo>
                  <a:pt x="833534" y="88485"/>
                  <a:pt x="830462" y="79043"/>
                  <a:pt x="830462" y="67570"/>
                </a:cubicBezTo>
                <a:cubicBezTo>
                  <a:pt x="830462" y="56052"/>
                  <a:pt x="833534" y="46611"/>
                  <a:pt x="839678" y="39246"/>
                </a:cubicBezTo>
                <a:cubicBezTo>
                  <a:pt x="845822" y="31880"/>
                  <a:pt x="853593" y="28197"/>
                  <a:pt x="862992" y="28197"/>
                </a:cubicBezTo>
                <a:cubicBezTo>
                  <a:pt x="868357" y="28197"/>
                  <a:pt x="873079" y="29258"/>
                  <a:pt x="877160" y="31378"/>
                </a:cubicBezTo>
                <a:cubicBezTo>
                  <a:pt x="881240" y="33497"/>
                  <a:pt x="884977" y="36838"/>
                  <a:pt x="888370" y="41402"/>
                </a:cubicBezTo>
                <a:lnTo>
                  <a:pt x="888370" y="29985"/>
                </a:lnTo>
                <a:lnTo>
                  <a:pt x="913129" y="29985"/>
                </a:lnTo>
                <a:lnTo>
                  <a:pt x="913129" y="99241"/>
                </a:lnTo>
                <a:cubicBezTo>
                  <a:pt x="913129" y="111620"/>
                  <a:pt x="909220" y="121076"/>
                  <a:pt x="901403" y="127610"/>
                </a:cubicBezTo>
                <a:cubicBezTo>
                  <a:pt x="893585" y="134143"/>
                  <a:pt x="882249" y="137410"/>
                  <a:pt x="867394" y="137410"/>
                </a:cubicBezTo>
                <a:cubicBezTo>
                  <a:pt x="862580" y="137410"/>
                  <a:pt x="857926" y="137038"/>
                  <a:pt x="853433" y="136293"/>
                </a:cubicBezTo>
                <a:cubicBezTo>
                  <a:pt x="848940" y="135548"/>
                  <a:pt x="844423" y="134407"/>
                  <a:pt x="839884" y="132871"/>
                </a:cubicBezTo>
                <a:lnTo>
                  <a:pt x="839884" y="113614"/>
                </a:lnTo>
                <a:cubicBezTo>
                  <a:pt x="844194" y="116113"/>
                  <a:pt x="848412" y="117976"/>
                  <a:pt x="852539" y="119202"/>
                </a:cubicBezTo>
                <a:cubicBezTo>
                  <a:pt x="856665" y="120429"/>
                  <a:pt x="860815" y="121042"/>
                  <a:pt x="864987" y="121042"/>
                </a:cubicBezTo>
                <a:cubicBezTo>
                  <a:pt x="873056" y="121042"/>
                  <a:pt x="878971" y="119282"/>
                  <a:pt x="882730" y="115761"/>
                </a:cubicBezTo>
                <a:cubicBezTo>
                  <a:pt x="886490" y="112243"/>
                  <a:pt x="888370" y="106736"/>
                  <a:pt x="888370" y="99241"/>
                </a:cubicBezTo>
                <a:lnTo>
                  <a:pt x="888370" y="93945"/>
                </a:lnTo>
                <a:moveTo>
                  <a:pt x="872139" y="45941"/>
                </a:moveTo>
                <a:cubicBezTo>
                  <a:pt x="867050" y="45941"/>
                  <a:pt x="863084" y="47824"/>
                  <a:pt x="860241" y="51589"/>
                </a:cubicBezTo>
                <a:cubicBezTo>
                  <a:pt x="857399" y="55354"/>
                  <a:pt x="855977" y="60681"/>
                  <a:pt x="855977" y="67570"/>
                </a:cubicBezTo>
                <a:cubicBezTo>
                  <a:pt x="855977" y="74643"/>
                  <a:pt x="857353" y="80004"/>
                  <a:pt x="860104" y="83655"/>
                </a:cubicBezTo>
                <a:cubicBezTo>
                  <a:pt x="862855" y="87306"/>
                  <a:pt x="866867" y="89131"/>
                  <a:pt x="872139" y="89131"/>
                </a:cubicBezTo>
                <a:cubicBezTo>
                  <a:pt x="877274" y="89131"/>
                  <a:pt x="881263" y="87248"/>
                  <a:pt x="884106" y="83483"/>
                </a:cubicBezTo>
                <a:cubicBezTo>
                  <a:pt x="886949" y="79717"/>
                  <a:pt x="888370" y="74413"/>
                  <a:pt x="888370" y="67570"/>
                </a:cubicBezTo>
                <a:cubicBezTo>
                  <a:pt x="888370" y="60681"/>
                  <a:pt x="886949" y="55354"/>
                  <a:pt x="884106" y="51589"/>
                </a:cubicBezTo>
                <a:cubicBezTo>
                  <a:pt x="881263" y="47824"/>
                  <a:pt x="877274" y="45941"/>
                  <a:pt x="872139" y="45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4FDAC-EF73-4F31-948B-2998CDF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79" y="3498421"/>
            <a:ext cx="129078" cy="128877"/>
          </a:xfrm>
          <a:custGeom xmlns:a="http://schemas.openxmlformats.org/drawingml/2006/main">
            <a:pathLst>
              <a:path w="129078" h="128877" fill="none">
                <a:moveTo>
                  <a:pt x="0" y="0"/>
                </a:moveTo>
                <a:lnTo>
                  <a:pt x="129078" y="0"/>
                </a:lnTo>
                <a:lnTo>
                  <a:pt x="129078" y="128877"/>
                </a:lnTo>
                <a:lnTo>
                  <a:pt x="0" y="1288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52" cap="flat">
            <a:solidFill>
              <a:srgbClr val="FF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6545F-3D10-4F01-BF72-F6A7A3F8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3" y="3627298"/>
            <a:ext cx="462336" cy="788351"/>
          </a:xfrm>
          <a:custGeom xmlns:a="http://schemas.openxmlformats.org/drawingml/2006/main">
            <a:pathLst>
              <a:path w="462336" h="788351" fill="none">
                <a:moveTo>
                  <a:pt x="462336" y="0"/>
                </a:moveTo>
                <a:lnTo>
                  <a:pt x="0" y="788351"/>
                </a:lnTo>
              </a:path>
            </a:pathLst>
          </a:custGeom>
          <a:noFill xmlns:a="http://schemas.openxmlformats.org/drawingml/2006/main"/>
          <a:ln xmlns:a="http://schemas.openxmlformats.org/drawingml/2006/main" w="33252" cap="rnd">
            <a:solidFill>
              <a:srgbClr val="FF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613E9-8004-48F4-8165-08B85AE9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207" y="3627298"/>
            <a:ext cx="200609" cy="788351"/>
          </a:xfrm>
          <a:custGeom xmlns:a="http://schemas.openxmlformats.org/drawingml/2006/main">
            <a:pathLst>
              <a:path w="200609" h="788351" fill="none">
                <a:moveTo>
                  <a:pt x="0" y="0"/>
                </a:moveTo>
                <a:lnTo>
                  <a:pt x="200609" y="788351"/>
                </a:lnTo>
              </a:path>
            </a:pathLst>
          </a:custGeom>
          <a:noFill xmlns:a="http://schemas.openxmlformats.org/drawingml/2006/main"/>
          <a:ln xmlns:a="http://schemas.openxmlformats.org/drawingml/2006/main" w="33252" cap="rnd">
            <a:solidFill>
              <a:srgbClr val="FF0000"/>
            </a:solidFill>
            <a:round/>
          </a:ln>
        </p:spPr>
      </p:sp>
      <p:sp>
        <p:nvSpPr>
          <p:cNvPr id="108" name="Text Highfrequency">
            <a:extLst xmlns:a="http://schemas.openxmlformats.org/drawingml/2006/main">
              <a:ext uri="{FF2B5EF4-FFF2-40B4-BE49-F238E27FC236}">
                <a16:creationId xmlns:a16="http://schemas.microsoft.com/office/drawing/2014/main" id="{D0B89223-00BF-4040-B6EC-697A3ACC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0378" y="4711389"/>
            <a:ext cx="1198202" cy="137410"/>
          </a:xfrm>
          <a:custGeom xmlns:a="http://schemas.openxmlformats.org/drawingml/2006/main">
            <a:pathLst>
              <a:path w="1198202" h="137410">
                <a:moveTo>
                  <a:pt x="0" y="4264"/>
                </a:moveTo>
                <a:lnTo>
                  <a:pt x="26478" y="4264"/>
                </a:lnTo>
                <a:lnTo>
                  <a:pt x="26478" y="43328"/>
                </a:lnTo>
                <a:lnTo>
                  <a:pt x="65541" y="43328"/>
                </a:lnTo>
                <a:lnTo>
                  <a:pt x="65541" y="4264"/>
                </a:lnTo>
                <a:lnTo>
                  <a:pt x="92019" y="4264"/>
                </a:lnTo>
                <a:lnTo>
                  <a:pt x="92019" y="107012"/>
                </a:lnTo>
                <a:lnTo>
                  <a:pt x="65541" y="107012"/>
                </a:lnTo>
                <a:lnTo>
                  <a:pt x="65541" y="63409"/>
                </a:lnTo>
                <a:lnTo>
                  <a:pt x="26478" y="63409"/>
                </a:lnTo>
                <a:lnTo>
                  <a:pt x="26478" y="107012"/>
                </a:lnTo>
                <a:lnTo>
                  <a:pt x="0" y="107012"/>
                </a:lnTo>
                <a:lnTo>
                  <a:pt x="0" y="4264"/>
                </a:lnTo>
                <a:close/>
                <a:moveTo>
                  <a:pt x="116650" y="29985"/>
                </a:moveTo>
                <a:lnTo>
                  <a:pt x="141271" y="29985"/>
                </a:lnTo>
                <a:lnTo>
                  <a:pt x="141271" y="107012"/>
                </a:lnTo>
                <a:lnTo>
                  <a:pt x="116650" y="107012"/>
                </a:lnTo>
                <a:lnTo>
                  <a:pt x="116650" y="29985"/>
                </a:lnTo>
                <a:moveTo>
                  <a:pt x="116650" y="0"/>
                </a:moveTo>
                <a:lnTo>
                  <a:pt x="141271" y="0"/>
                </a:lnTo>
                <a:lnTo>
                  <a:pt x="141271" y="20082"/>
                </a:lnTo>
                <a:lnTo>
                  <a:pt x="116650" y="20082"/>
                </a:lnTo>
                <a:lnTo>
                  <a:pt x="116650" y="0"/>
                </a:lnTo>
                <a:close/>
                <a:moveTo>
                  <a:pt x="217225" y="93945"/>
                </a:moveTo>
                <a:cubicBezTo>
                  <a:pt x="213833" y="98438"/>
                  <a:pt x="210096" y="101739"/>
                  <a:pt x="206015" y="103849"/>
                </a:cubicBezTo>
                <a:cubicBezTo>
                  <a:pt x="201935" y="105958"/>
                  <a:pt x="197212" y="107012"/>
                  <a:pt x="191848" y="107012"/>
                </a:cubicBezTo>
                <a:cubicBezTo>
                  <a:pt x="182449" y="107012"/>
                  <a:pt x="174677" y="103307"/>
                  <a:pt x="168534" y="95897"/>
                </a:cubicBezTo>
                <a:cubicBezTo>
                  <a:pt x="162390" y="88485"/>
                  <a:pt x="159318" y="79043"/>
                  <a:pt x="159318" y="67570"/>
                </a:cubicBezTo>
                <a:cubicBezTo>
                  <a:pt x="159318" y="56052"/>
                  <a:pt x="162390" y="46611"/>
                  <a:pt x="168534" y="39246"/>
                </a:cubicBezTo>
                <a:cubicBezTo>
                  <a:pt x="174677" y="31880"/>
                  <a:pt x="182449" y="28197"/>
                  <a:pt x="191848" y="28197"/>
                </a:cubicBezTo>
                <a:cubicBezTo>
                  <a:pt x="197212" y="28197"/>
                  <a:pt x="201935" y="29258"/>
                  <a:pt x="206015" y="31378"/>
                </a:cubicBezTo>
                <a:cubicBezTo>
                  <a:pt x="210096" y="33497"/>
                  <a:pt x="213833" y="36838"/>
                  <a:pt x="217225" y="41402"/>
                </a:cubicBezTo>
                <a:lnTo>
                  <a:pt x="217225" y="29985"/>
                </a:lnTo>
                <a:lnTo>
                  <a:pt x="241984" y="29985"/>
                </a:lnTo>
                <a:lnTo>
                  <a:pt x="241984" y="99241"/>
                </a:lnTo>
                <a:cubicBezTo>
                  <a:pt x="241984" y="111620"/>
                  <a:pt x="238075" y="121076"/>
                  <a:pt x="230258" y="127610"/>
                </a:cubicBezTo>
                <a:cubicBezTo>
                  <a:pt x="222441" y="134143"/>
                  <a:pt x="211105" y="137410"/>
                  <a:pt x="196249" y="137410"/>
                </a:cubicBezTo>
                <a:cubicBezTo>
                  <a:pt x="191435" y="137410"/>
                  <a:pt x="186782" y="137038"/>
                  <a:pt x="182288" y="136293"/>
                </a:cubicBezTo>
                <a:cubicBezTo>
                  <a:pt x="177795" y="135548"/>
                  <a:pt x="173279" y="134407"/>
                  <a:pt x="168740" y="132871"/>
                </a:cubicBezTo>
                <a:lnTo>
                  <a:pt x="168740" y="113614"/>
                </a:lnTo>
                <a:cubicBezTo>
                  <a:pt x="173050" y="116113"/>
                  <a:pt x="177268" y="117976"/>
                  <a:pt x="181394" y="119202"/>
                </a:cubicBezTo>
                <a:cubicBezTo>
                  <a:pt x="185521" y="120429"/>
                  <a:pt x="189670" y="121042"/>
                  <a:pt x="193842" y="121042"/>
                </a:cubicBezTo>
                <a:cubicBezTo>
                  <a:pt x="201912" y="121042"/>
                  <a:pt x="207826" y="119282"/>
                  <a:pt x="211586" y="115761"/>
                </a:cubicBezTo>
                <a:cubicBezTo>
                  <a:pt x="215346" y="112243"/>
                  <a:pt x="217225" y="106736"/>
                  <a:pt x="217225" y="99241"/>
                </a:cubicBezTo>
                <a:lnTo>
                  <a:pt x="217225" y="93945"/>
                </a:lnTo>
                <a:moveTo>
                  <a:pt x="200995" y="45941"/>
                </a:moveTo>
                <a:cubicBezTo>
                  <a:pt x="195906" y="45941"/>
                  <a:pt x="191940" y="47824"/>
                  <a:pt x="189097" y="51589"/>
                </a:cubicBezTo>
                <a:cubicBezTo>
                  <a:pt x="186254" y="55354"/>
                  <a:pt x="184833" y="60681"/>
                  <a:pt x="184833" y="67570"/>
                </a:cubicBezTo>
                <a:cubicBezTo>
                  <a:pt x="184833" y="74643"/>
                  <a:pt x="186208" y="80004"/>
                  <a:pt x="188959" y="83655"/>
                </a:cubicBezTo>
                <a:cubicBezTo>
                  <a:pt x="191710" y="87306"/>
                  <a:pt x="195722" y="89131"/>
                  <a:pt x="200995" y="89131"/>
                </a:cubicBezTo>
                <a:cubicBezTo>
                  <a:pt x="206130" y="89131"/>
                  <a:pt x="210119" y="87248"/>
                  <a:pt x="212961" y="83483"/>
                </a:cubicBezTo>
                <a:cubicBezTo>
                  <a:pt x="215804" y="79717"/>
                  <a:pt x="217225" y="74413"/>
                  <a:pt x="217225" y="67570"/>
                </a:cubicBezTo>
                <a:cubicBezTo>
                  <a:pt x="217225" y="60681"/>
                  <a:pt x="215804" y="55354"/>
                  <a:pt x="212961" y="51589"/>
                </a:cubicBezTo>
                <a:cubicBezTo>
                  <a:pt x="210119" y="47824"/>
                  <a:pt x="206130" y="45941"/>
                  <a:pt x="200995" y="45941"/>
                </a:cubicBezTo>
                <a:close/>
                <a:moveTo>
                  <a:pt x="342966" y="60055"/>
                </a:moveTo>
                <a:lnTo>
                  <a:pt x="342966" y="107012"/>
                </a:lnTo>
                <a:lnTo>
                  <a:pt x="318207" y="107012"/>
                </a:lnTo>
                <a:lnTo>
                  <a:pt x="318207" y="99370"/>
                </a:lnTo>
                <a:lnTo>
                  <a:pt x="318207" y="71209"/>
                </a:lnTo>
                <a:cubicBezTo>
                  <a:pt x="318207" y="64462"/>
                  <a:pt x="318058" y="59826"/>
                  <a:pt x="317760" y="57302"/>
                </a:cubicBezTo>
                <a:cubicBezTo>
                  <a:pt x="317462" y="54777"/>
                  <a:pt x="316946" y="52918"/>
                  <a:pt x="316213" y="51724"/>
                </a:cubicBezTo>
                <a:cubicBezTo>
                  <a:pt x="315250" y="50117"/>
                  <a:pt x="313943" y="48866"/>
                  <a:pt x="312293" y="47972"/>
                </a:cubicBezTo>
                <a:cubicBezTo>
                  <a:pt x="310642" y="47076"/>
                  <a:pt x="308762" y="46629"/>
                  <a:pt x="306653" y="46629"/>
                </a:cubicBezTo>
                <a:cubicBezTo>
                  <a:pt x="301518" y="46629"/>
                  <a:pt x="297483" y="48614"/>
                  <a:pt x="294549" y="52584"/>
                </a:cubicBezTo>
                <a:cubicBezTo>
                  <a:pt x="291615" y="56554"/>
                  <a:pt x="290147" y="62051"/>
                  <a:pt x="290147" y="69075"/>
                </a:cubicBezTo>
                <a:lnTo>
                  <a:pt x="290147" y="107012"/>
                </a:lnTo>
                <a:lnTo>
                  <a:pt x="265526" y="107012"/>
                </a:lnTo>
                <a:lnTo>
                  <a:pt x="265526" y="0"/>
                </a:lnTo>
                <a:lnTo>
                  <a:pt x="290147" y="0"/>
                </a:lnTo>
                <a:lnTo>
                  <a:pt x="290147" y="41264"/>
                </a:lnTo>
                <a:cubicBezTo>
                  <a:pt x="293861" y="36748"/>
                  <a:pt x="297804" y="33418"/>
                  <a:pt x="301977" y="31275"/>
                </a:cubicBezTo>
                <a:cubicBezTo>
                  <a:pt x="306149" y="29131"/>
                  <a:pt x="310757" y="28060"/>
                  <a:pt x="315800" y="28060"/>
                </a:cubicBezTo>
                <a:cubicBezTo>
                  <a:pt x="324695" y="28060"/>
                  <a:pt x="331446" y="30789"/>
                  <a:pt x="336054" y="36248"/>
                </a:cubicBezTo>
                <a:cubicBezTo>
                  <a:pt x="340662" y="41707"/>
                  <a:pt x="342966" y="49643"/>
                  <a:pt x="342966" y="60055"/>
                </a:cubicBezTo>
                <a:close/>
                <a:moveTo>
                  <a:pt x="465372" y="0"/>
                </a:moveTo>
                <a:lnTo>
                  <a:pt x="465372" y="16231"/>
                </a:lnTo>
                <a:lnTo>
                  <a:pt x="451754" y="16231"/>
                </a:lnTo>
                <a:cubicBezTo>
                  <a:pt x="448270" y="16231"/>
                  <a:pt x="445840" y="16858"/>
                  <a:pt x="444464" y="18113"/>
                </a:cubicBezTo>
                <a:cubicBezTo>
                  <a:pt x="443089" y="19367"/>
                  <a:pt x="442401" y="21545"/>
                  <a:pt x="442401" y="24647"/>
                </a:cubicBezTo>
                <a:lnTo>
                  <a:pt x="442401" y="29985"/>
                </a:lnTo>
                <a:lnTo>
                  <a:pt x="463446" y="29985"/>
                </a:lnTo>
                <a:lnTo>
                  <a:pt x="463446" y="47592"/>
                </a:lnTo>
                <a:lnTo>
                  <a:pt x="442401" y="47592"/>
                </a:lnTo>
                <a:lnTo>
                  <a:pt x="442401" y="107012"/>
                </a:lnTo>
                <a:lnTo>
                  <a:pt x="417780" y="107012"/>
                </a:lnTo>
                <a:lnTo>
                  <a:pt x="417780" y="47592"/>
                </a:lnTo>
                <a:lnTo>
                  <a:pt x="405538" y="47592"/>
                </a:lnTo>
                <a:lnTo>
                  <a:pt x="405538" y="29985"/>
                </a:lnTo>
                <a:lnTo>
                  <a:pt x="417780" y="29985"/>
                </a:lnTo>
                <a:lnTo>
                  <a:pt x="417780" y="24647"/>
                </a:lnTo>
                <a:cubicBezTo>
                  <a:pt x="417780" y="16248"/>
                  <a:pt x="420118" y="10040"/>
                  <a:pt x="424795" y="6024"/>
                </a:cubicBezTo>
                <a:cubicBezTo>
                  <a:pt x="429472" y="2008"/>
                  <a:pt x="436716" y="0"/>
                  <a:pt x="446528" y="0"/>
                </a:cubicBezTo>
                <a:lnTo>
                  <a:pt x="465372" y="0"/>
                </a:lnTo>
                <a:close/>
                <a:moveTo>
                  <a:pt x="533175" y="51030"/>
                </a:moveTo>
                <a:cubicBezTo>
                  <a:pt x="531020" y="49999"/>
                  <a:pt x="528876" y="49236"/>
                  <a:pt x="526744" y="48743"/>
                </a:cubicBezTo>
                <a:cubicBezTo>
                  <a:pt x="524612" y="48251"/>
                  <a:pt x="522469" y="48004"/>
                  <a:pt x="520314" y="48004"/>
                </a:cubicBezTo>
                <a:cubicBezTo>
                  <a:pt x="513987" y="48004"/>
                  <a:pt x="509115" y="50037"/>
                  <a:pt x="505699" y="54101"/>
                </a:cubicBezTo>
                <a:cubicBezTo>
                  <a:pt x="502284" y="58166"/>
                  <a:pt x="500576" y="63988"/>
                  <a:pt x="500576" y="71568"/>
                </a:cubicBezTo>
                <a:lnTo>
                  <a:pt x="500576" y="107012"/>
                </a:lnTo>
                <a:lnTo>
                  <a:pt x="475955" y="107012"/>
                </a:lnTo>
                <a:lnTo>
                  <a:pt x="475955" y="29985"/>
                </a:lnTo>
                <a:lnTo>
                  <a:pt x="500576" y="29985"/>
                </a:lnTo>
                <a:lnTo>
                  <a:pt x="500576" y="42640"/>
                </a:lnTo>
                <a:cubicBezTo>
                  <a:pt x="503739" y="37572"/>
                  <a:pt x="507373" y="33875"/>
                  <a:pt x="511476" y="31550"/>
                </a:cubicBezTo>
                <a:cubicBezTo>
                  <a:pt x="515580" y="29223"/>
                  <a:pt x="520497" y="28060"/>
                  <a:pt x="526228" y="28060"/>
                </a:cubicBezTo>
                <a:cubicBezTo>
                  <a:pt x="527054" y="28060"/>
                  <a:pt x="527948" y="28096"/>
                  <a:pt x="528911" y="28167"/>
                </a:cubicBezTo>
                <a:cubicBezTo>
                  <a:pt x="529873" y="28237"/>
                  <a:pt x="531272" y="28391"/>
                  <a:pt x="533106" y="28629"/>
                </a:cubicBezTo>
                <a:lnTo>
                  <a:pt x="533175" y="51030"/>
                </a:lnTo>
                <a:close/>
                <a:moveTo>
                  <a:pt x="622282" y="68191"/>
                </a:moveTo>
                <a:lnTo>
                  <a:pt x="622282" y="75239"/>
                </a:lnTo>
                <a:lnTo>
                  <a:pt x="564718" y="75239"/>
                </a:lnTo>
                <a:cubicBezTo>
                  <a:pt x="565314" y="81061"/>
                  <a:pt x="567400" y="85429"/>
                  <a:pt x="570976" y="88340"/>
                </a:cubicBezTo>
                <a:cubicBezTo>
                  <a:pt x="574553" y="91251"/>
                  <a:pt x="579550" y="92707"/>
                  <a:pt x="585969" y="92707"/>
                </a:cubicBezTo>
                <a:cubicBezTo>
                  <a:pt x="591150" y="92707"/>
                  <a:pt x="596457" y="91933"/>
                  <a:pt x="601890" y="90386"/>
                </a:cubicBezTo>
                <a:cubicBezTo>
                  <a:pt x="607323" y="88839"/>
                  <a:pt x="612905" y="86495"/>
                  <a:pt x="618637" y="83354"/>
                </a:cubicBezTo>
                <a:lnTo>
                  <a:pt x="618637" y="102335"/>
                </a:lnTo>
                <a:cubicBezTo>
                  <a:pt x="612814" y="104559"/>
                  <a:pt x="606991" y="106238"/>
                  <a:pt x="601168" y="107373"/>
                </a:cubicBezTo>
                <a:cubicBezTo>
                  <a:pt x="595345" y="108508"/>
                  <a:pt x="589522" y="109075"/>
                  <a:pt x="583700" y="109075"/>
                </a:cubicBezTo>
                <a:cubicBezTo>
                  <a:pt x="569761" y="109075"/>
                  <a:pt x="558929" y="105528"/>
                  <a:pt x="551204" y="98433"/>
                </a:cubicBezTo>
                <a:cubicBezTo>
                  <a:pt x="543478" y="91336"/>
                  <a:pt x="539615" y="81381"/>
                  <a:pt x="539615" y="68568"/>
                </a:cubicBezTo>
                <a:cubicBezTo>
                  <a:pt x="539615" y="55983"/>
                  <a:pt x="543410" y="46086"/>
                  <a:pt x="550998" y="38877"/>
                </a:cubicBezTo>
                <a:cubicBezTo>
                  <a:pt x="558586" y="31665"/>
                  <a:pt x="569028" y="28060"/>
                  <a:pt x="582324" y="28060"/>
                </a:cubicBezTo>
                <a:cubicBezTo>
                  <a:pt x="594428" y="28060"/>
                  <a:pt x="604114" y="31702"/>
                  <a:pt x="611381" y="38986"/>
                </a:cubicBezTo>
                <a:cubicBezTo>
                  <a:pt x="618648" y="46270"/>
                  <a:pt x="622282" y="56006"/>
                  <a:pt x="622282" y="68191"/>
                </a:cubicBezTo>
                <a:moveTo>
                  <a:pt x="596973" y="59971"/>
                </a:moveTo>
                <a:cubicBezTo>
                  <a:pt x="596973" y="55314"/>
                  <a:pt x="595609" y="51560"/>
                  <a:pt x="592881" y="48707"/>
                </a:cubicBezTo>
                <a:cubicBezTo>
                  <a:pt x="590153" y="45854"/>
                  <a:pt x="586588" y="44428"/>
                  <a:pt x="582187" y="44428"/>
                </a:cubicBezTo>
                <a:cubicBezTo>
                  <a:pt x="577418" y="44428"/>
                  <a:pt x="573544" y="45763"/>
                  <a:pt x="570564" y="48434"/>
                </a:cubicBezTo>
                <a:cubicBezTo>
                  <a:pt x="567584" y="51105"/>
                  <a:pt x="565727" y="54950"/>
                  <a:pt x="564993" y="59971"/>
                </a:cubicBezTo>
                <a:lnTo>
                  <a:pt x="596973" y="59971"/>
                </a:lnTo>
                <a:close/>
                <a:moveTo>
                  <a:pt x="677063" y="45941"/>
                </a:moveTo>
                <a:cubicBezTo>
                  <a:pt x="671837" y="45941"/>
                  <a:pt x="667836" y="47872"/>
                  <a:pt x="665062" y="51735"/>
                </a:cubicBezTo>
                <a:cubicBezTo>
                  <a:pt x="662289" y="55598"/>
                  <a:pt x="660902" y="61209"/>
                  <a:pt x="660902" y="68568"/>
                </a:cubicBezTo>
                <a:cubicBezTo>
                  <a:pt x="660902" y="75926"/>
                  <a:pt x="662289" y="81537"/>
                  <a:pt x="665062" y="85400"/>
                </a:cubicBezTo>
                <a:cubicBezTo>
                  <a:pt x="667836" y="89263"/>
                  <a:pt x="671837" y="91194"/>
                  <a:pt x="677063" y="91194"/>
                </a:cubicBezTo>
                <a:cubicBezTo>
                  <a:pt x="682336" y="91194"/>
                  <a:pt x="686359" y="89263"/>
                  <a:pt x="689133" y="85400"/>
                </a:cubicBezTo>
                <a:cubicBezTo>
                  <a:pt x="691907" y="81537"/>
                  <a:pt x="693294" y="75926"/>
                  <a:pt x="693294" y="68568"/>
                </a:cubicBezTo>
                <a:cubicBezTo>
                  <a:pt x="693294" y="61209"/>
                  <a:pt x="691907" y="55598"/>
                  <a:pt x="689133" y="51735"/>
                </a:cubicBezTo>
                <a:cubicBezTo>
                  <a:pt x="686359" y="47872"/>
                  <a:pt x="682336" y="45941"/>
                  <a:pt x="677063" y="45941"/>
                </a:cubicBezTo>
                <a:moveTo>
                  <a:pt x="693294" y="95871"/>
                </a:moveTo>
                <a:cubicBezTo>
                  <a:pt x="689901" y="100434"/>
                  <a:pt x="686165" y="103776"/>
                  <a:pt x="682084" y="105897"/>
                </a:cubicBezTo>
                <a:cubicBezTo>
                  <a:pt x="678003" y="108016"/>
                  <a:pt x="673281" y="109075"/>
                  <a:pt x="667917" y="109075"/>
                </a:cubicBezTo>
                <a:cubicBezTo>
                  <a:pt x="658426" y="109075"/>
                  <a:pt x="650631" y="105298"/>
                  <a:pt x="644533" y="97743"/>
                </a:cubicBezTo>
                <a:cubicBezTo>
                  <a:pt x="638435" y="90188"/>
                  <a:pt x="635387" y="80463"/>
                  <a:pt x="635387" y="68568"/>
                </a:cubicBezTo>
                <a:cubicBezTo>
                  <a:pt x="635387" y="56673"/>
                  <a:pt x="638435" y="46970"/>
                  <a:pt x="644533" y="39461"/>
                </a:cubicBezTo>
                <a:cubicBezTo>
                  <a:pt x="650631" y="31952"/>
                  <a:pt x="658426" y="28197"/>
                  <a:pt x="667917" y="28197"/>
                </a:cubicBezTo>
                <a:cubicBezTo>
                  <a:pt x="673281" y="28197"/>
                  <a:pt x="678003" y="29258"/>
                  <a:pt x="682084" y="31378"/>
                </a:cubicBezTo>
                <a:cubicBezTo>
                  <a:pt x="686165" y="33497"/>
                  <a:pt x="689901" y="36838"/>
                  <a:pt x="693294" y="41402"/>
                </a:cubicBezTo>
                <a:lnTo>
                  <a:pt x="693294" y="29985"/>
                </a:lnTo>
                <a:lnTo>
                  <a:pt x="718053" y="29985"/>
                </a:lnTo>
                <a:lnTo>
                  <a:pt x="718053" y="136310"/>
                </a:lnTo>
                <a:lnTo>
                  <a:pt x="693294" y="136310"/>
                </a:lnTo>
                <a:lnTo>
                  <a:pt x="693294" y="95871"/>
                </a:lnTo>
                <a:close/>
                <a:moveTo>
                  <a:pt x="740771" y="77027"/>
                </a:moveTo>
                <a:lnTo>
                  <a:pt x="740771" y="29985"/>
                </a:lnTo>
                <a:lnTo>
                  <a:pt x="765530" y="29985"/>
                </a:lnTo>
                <a:lnTo>
                  <a:pt x="765530" y="37688"/>
                </a:lnTo>
                <a:cubicBezTo>
                  <a:pt x="765530" y="41860"/>
                  <a:pt x="765507" y="47099"/>
                  <a:pt x="765461" y="53403"/>
                </a:cubicBezTo>
                <a:cubicBezTo>
                  <a:pt x="765415" y="59707"/>
                  <a:pt x="765392" y="63914"/>
                  <a:pt x="765392" y="66023"/>
                </a:cubicBezTo>
                <a:cubicBezTo>
                  <a:pt x="765392" y="72213"/>
                  <a:pt x="765553" y="76671"/>
                  <a:pt x="765874" y="79399"/>
                </a:cubicBezTo>
                <a:cubicBezTo>
                  <a:pt x="766195" y="82127"/>
                  <a:pt x="766745" y="84110"/>
                  <a:pt x="767524" y="85348"/>
                </a:cubicBezTo>
                <a:cubicBezTo>
                  <a:pt x="768533" y="86953"/>
                  <a:pt x="769851" y="88191"/>
                  <a:pt x="771479" y="89062"/>
                </a:cubicBezTo>
                <a:cubicBezTo>
                  <a:pt x="773106" y="89933"/>
                  <a:pt x="774975" y="90369"/>
                  <a:pt x="777084" y="90369"/>
                </a:cubicBezTo>
                <a:cubicBezTo>
                  <a:pt x="782219" y="90369"/>
                  <a:pt x="786254" y="88397"/>
                  <a:pt x="789188" y="84454"/>
                </a:cubicBezTo>
                <a:cubicBezTo>
                  <a:pt x="792122" y="80511"/>
                  <a:pt x="793589" y="75032"/>
                  <a:pt x="793589" y="68017"/>
                </a:cubicBezTo>
                <a:lnTo>
                  <a:pt x="793589" y="29985"/>
                </a:lnTo>
                <a:lnTo>
                  <a:pt x="818211" y="29985"/>
                </a:lnTo>
                <a:lnTo>
                  <a:pt x="818211" y="107012"/>
                </a:lnTo>
                <a:lnTo>
                  <a:pt x="793589" y="107012"/>
                </a:lnTo>
                <a:lnTo>
                  <a:pt x="793589" y="95871"/>
                </a:lnTo>
                <a:cubicBezTo>
                  <a:pt x="789876" y="100387"/>
                  <a:pt x="785944" y="103717"/>
                  <a:pt x="781795" y="105860"/>
                </a:cubicBezTo>
                <a:cubicBezTo>
                  <a:pt x="777645" y="108004"/>
                  <a:pt x="773072" y="109075"/>
                  <a:pt x="768074" y="109075"/>
                </a:cubicBezTo>
                <a:cubicBezTo>
                  <a:pt x="759180" y="109075"/>
                  <a:pt x="752405" y="106342"/>
                  <a:pt x="747752" y="100874"/>
                </a:cubicBezTo>
                <a:cubicBezTo>
                  <a:pt x="743098" y="95407"/>
                  <a:pt x="740771" y="87457"/>
                  <a:pt x="740771" y="77027"/>
                </a:cubicBezTo>
                <a:close/>
                <a:moveTo>
                  <a:pt x="918630" y="68191"/>
                </a:moveTo>
                <a:lnTo>
                  <a:pt x="918630" y="75239"/>
                </a:lnTo>
                <a:lnTo>
                  <a:pt x="861066" y="75239"/>
                </a:lnTo>
                <a:cubicBezTo>
                  <a:pt x="861662" y="81061"/>
                  <a:pt x="863748" y="85429"/>
                  <a:pt x="867325" y="88340"/>
                </a:cubicBezTo>
                <a:cubicBezTo>
                  <a:pt x="870901" y="91251"/>
                  <a:pt x="875898" y="92707"/>
                  <a:pt x="882317" y="92707"/>
                </a:cubicBezTo>
                <a:cubicBezTo>
                  <a:pt x="887498" y="92707"/>
                  <a:pt x="892805" y="91933"/>
                  <a:pt x="898238" y="90386"/>
                </a:cubicBezTo>
                <a:cubicBezTo>
                  <a:pt x="903672" y="88839"/>
                  <a:pt x="909254" y="86495"/>
                  <a:pt x="914985" y="83354"/>
                </a:cubicBezTo>
                <a:lnTo>
                  <a:pt x="914985" y="102335"/>
                </a:lnTo>
                <a:cubicBezTo>
                  <a:pt x="909162" y="104559"/>
                  <a:pt x="903339" y="106238"/>
                  <a:pt x="897516" y="107373"/>
                </a:cubicBezTo>
                <a:cubicBezTo>
                  <a:pt x="891693" y="108508"/>
                  <a:pt x="885871" y="109075"/>
                  <a:pt x="880048" y="109075"/>
                </a:cubicBezTo>
                <a:cubicBezTo>
                  <a:pt x="866110" y="109075"/>
                  <a:pt x="855278" y="105528"/>
                  <a:pt x="847552" y="98433"/>
                </a:cubicBezTo>
                <a:cubicBezTo>
                  <a:pt x="839826" y="91336"/>
                  <a:pt x="835964" y="81381"/>
                  <a:pt x="835964" y="68568"/>
                </a:cubicBezTo>
                <a:cubicBezTo>
                  <a:pt x="835964" y="55983"/>
                  <a:pt x="839758" y="46086"/>
                  <a:pt x="847346" y="38877"/>
                </a:cubicBezTo>
                <a:cubicBezTo>
                  <a:pt x="854934" y="31665"/>
                  <a:pt x="865376" y="28060"/>
                  <a:pt x="878672" y="28060"/>
                </a:cubicBezTo>
                <a:cubicBezTo>
                  <a:pt x="890776" y="28060"/>
                  <a:pt x="900462" y="31702"/>
                  <a:pt x="907729" y="38986"/>
                </a:cubicBezTo>
                <a:cubicBezTo>
                  <a:pt x="914996" y="46270"/>
                  <a:pt x="918630" y="56006"/>
                  <a:pt x="918630" y="68191"/>
                </a:cubicBezTo>
                <a:moveTo>
                  <a:pt x="893321" y="59971"/>
                </a:moveTo>
                <a:cubicBezTo>
                  <a:pt x="893321" y="55314"/>
                  <a:pt x="891957" y="51560"/>
                  <a:pt x="889229" y="48707"/>
                </a:cubicBezTo>
                <a:cubicBezTo>
                  <a:pt x="886501" y="45854"/>
                  <a:pt x="882936" y="44428"/>
                  <a:pt x="878535" y="44428"/>
                </a:cubicBezTo>
                <a:cubicBezTo>
                  <a:pt x="873766" y="44428"/>
                  <a:pt x="869892" y="45763"/>
                  <a:pt x="866912" y="48434"/>
                </a:cubicBezTo>
                <a:cubicBezTo>
                  <a:pt x="863932" y="51105"/>
                  <a:pt x="862075" y="54950"/>
                  <a:pt x="861341" y="59971"/>
                </a:cubicBezTo>
                <a:lnTo>
                  <a:pt x="893321" y="59971"/>
                </a:lnTo>
                <a:close/>
                <a:moveTo>
                  <a:pt x="1014676" y="60055"/>
                </a:moveTo>
                <a:lnTo>
                  <a:pt x="1014676" y="107012"/>
                </a:lnTo>
                <a:lnTo>
                  <a:pt x="989917" y="107012"/>
                </a:lnTo>
                <a:lnTo>
                  <a:pt x="989917" y="99370"/>
                </a:lnTo>
                <a:lnTo>
                  <a:pt x="989917" y="71071"/>
                </a:lnTo>
                <a:cubicBezTo>
                  <a:pt x="989917" y="64416"/>
                  <a:pt x="989768" y="59826"/>
                  <a:pt x="989470" y="57302"/>
                </a:cubicBezTo>
                <a:cubicBezTo>
                  <a:pt x="989172" y="54777"/>
                  <a:pt x="988657" y="52918"/>
                  <a:pt x="987923" y="51724"/>
                </a:cubicBezTo>
                <a:cubicBezTo>
                  <a:pt x="986960" y="50117"/>
                  <a:pt x="985653" y="48866"/>
                  <a:pt x="984003" y="47972"/>
                </a:cubicBezTo>
                <a:cubicBezTo>
                  <a:pt x="982352" y="47076"/>
                  <a:pt x="980472" y="46629"/>
                  <a:pt x="978363" y="46629"/>
                </a:cubicBezTo>
                <a:cubicBezTo>
                  <a:pt x="973228" y="46629"/>
                  <a:pt x="969194" y="48614"/>
                  <a:pt x="966259" y="52584"/>
                </a:cubicBezTo>
                <a:cubicBezTo>
                  <a:pt x="963325" y="56554"/>
                  <a:pt x="961858" y="62051"/>
                  <a:pt x="961858" y="69075"/>
                </a:cubicBezTo>
                <a:lnTo>
                  <a:pt x="961858" y="107012"/>
                </a:lnTo>
                <a:lnTo>
                  <a:pt x="937237" y="107012"/>
                </a:lnTo>
                <a:lnTo>
                  <a:pt x="937237" y="29985"/>
                </a:lnTo>
                <a:lnTo>
                  <a:pt x="961858" y="29985"/>
                </a:lnTo>
                <a:lnTo>
                  <a:pt x="961858" y="41264"/>
                </a:lnTo>
                <a:cubicBezTo>
                  <a:pt x="965571" y="36748"/>
                  <a:pt x="969514" y="33418"/>
                  <a:pt x="973687" y="31275"/>
                </a:cubicBezTo>
                <a:cubicBezTo>
                  <a:pt x="977859" y="29131"/>
                  <a:pt x="982467" y="28060"/>
                  <a:pt x="987510" y="28060"/>
                </a:cubicBezTo>
                <a:cubicBezTo>
                  <a:pt x="996405" y="28060"/>
                  <a:pt x="1003156" y="30789"/>
                  <a:pt x="1007764" y="36248"/>
                </a:cubicBezTo>
                <a:cubicBezTo>
                  <a:pt x="1012372" y="41707"/>
                  <a:pt x="1014676" y="49643"/>
                  <a:pt x="1014676" y="60055"/>
                </a:cubicBezTo>
                <a:close/>
                <a:moveTo>
                  <a:pt x="1099621" y="32324"/>
                </a:moveTo>
                <a:lnTo>
                  <a:pt x="1099621" y="52406"/>
                </a:lnTo>
                <a:cubicBezTo>
                  <a:pt x="1096274" y="50113"/>
                  <a:pt x="1092916" y="48417"/>
                  <a:pt x="1089546" y="47316"/>
                </a:cubicBezTo>
                <a:cubicBezTo>
                  <a:pt x="1086176" y="46216"/>
                  <a:pt x="1082680" y="45666"/>
                  <a:pt x="1079058" y="45666"/>
                </a:cubicBezTo>
                <a:cubicBezTo>
                  <a:pt x="1072180" y="45666"/>
                  <a:pt x="1066828" y="47678"/>
                  <a:pt x="1062999" y="51703"/>
                </a:cubicBezTo>
                <a:cubicBezTo>
                  <a:pt x="1059171" y="55726"/>
                  <a:pt x="1057256" y="61348"/>
                  <a:pt x="1057256" y="68568"/>
                </a:cubicBezTo>
                <a:cubicBezTo>
                  <a:pt x="1057256" y="75787"/>
                  <a:pt x="1059171" y="81410"/>
                  <a:pt x="1062999" y="85434"/>
                </a:cubicBezTo>
                <a:cubicBezTo>
                  <a:pt x="1066828" y="89458"/>
                  <a:pt x="1072180" y="91469"/>
                  <a:pt x="1079058" y="91469"/>
                </a:cubicBezTo>
                <a:cubicBezTo>
                  <a:pt x="1082909" y="91469"/>
                  <a:pt x="1086566" y="90890"/>
                  <a:pt x="1090027" y="89733"/>
                </a:cubicBezTo>
                <a:cubicBezTo>
                  <a:pt x="1093489" y="88575"/>
                  <a:pt x="1096687" y="86861"/>
                  <a:pt x="1099621" y="84592"/>
                </a:cubicBezTo>
                <a:lnTo>
                  <a:pt x="1099621" y="104811"/>
                </a:lnTo>
                <a:cubicBezTo>
                  <a:pt x="1095770" y="106233"/>
                  <a:pt x="1091861" y="107299"/>
                  <a:pt x="1087895" y="108009"/>
                </a:cubicBezTo>
                <a:cubicBezTo>
                  <a:pt x="1083929" y="108720"/>
                  <a:pt x="1079952" y="109075"/>
                  <a:pt x="1075963" y="109075"/>
                </a:cubicBezTo>
                <a:cubicBezTo>
                  <a:pt x="1062071" y="109075"/>
                  <a:pt x="1051204" y="105505"/>
                  <a:pt x="1043364" y="98364"/>
                </a:cubicBezTo>
                <a:cubicBezTo>
                  <a:pt x="1035524" y="91221"/>
                  <a:pt x="1031604" y="81289"/>
                  <a:pt x="1031604" y="68568"/>
                </a:cubicBezTo>
                <a:cubicBezTo>
                  <a:pt x="1031604" y="55846"/>
                  <a:pt x="1035524" y="45914"/>
                  <a:pt x="1043364" y="38773"/>
                </a:cubicBezTo>
                <a:cubicBezTo>
                  <a:pt x="1051204" y="31631"/>
                  <a:pt x="1062071" y="28060"/>
                  <a:pt x="1075963" y="28060"/>
                </a:cubicBezTo>
                <a:cubicBezTo>
                  <a:pt x="1079998" y="28060"/>
                  <a:pt x="1083975" y="28415"/>
                  <a:pt x="1087895" y="29126"/>
                </a:cubicBezTo>
                <a:cubicBezTo>
                  <a:pt x="1091815" y="29836"/>
                  <a:pt x="1095724" y="30902"/>
                  <a:pt x="1099621" y="32324"/>
                </a:cubicBezTo>
                <a:close/>
                <a:moveTo>
                  <a:pt x="1110653" y="29985"/>
                </a:moveTo>
                <a:lnTo>
                  <a:pt x="1135274" y="29985"/>
                </a:lnTo>
                <a:lnTo>
                  <a:pt x="1155975" y="82254"/>
                </a:lnTo>
                <a:lnTo>
                  <a:pt x="1173581" y="29985"/>
                </a:lnTo>
                <a:lnTo>
                  <a:pt x="1198202" y="29985"/>
                </a:lnTo>
                <a:lnTo>
                  <a:pt x="1165810" y="114238"/>
                </a:lnTo>
                <a:cubicBezTo>
                  <a:pt x="1162554" y="122836"/>
                  <a:pt x="1158760" y="128847"/>
                  <a:pt x="1154427" y="132271"/>
                </a:cubicBezTo>
                <a:cubicBezTo>
                  <a:pt x="1150095" y="135697"/>
                  <a:pt x="1144375" y="137410"/>
                  <a:pt x="1137268" y="137410"/>
                </a:cubicBezTo>
                <a:lnTo>
                  <a:pt x="1123032" y="137410"/>
                </a:lnTo>
                <a:lnTo>
                  <a:pt x="1123032" y="121180"/>
                </a:lnTo>
                <a:lnTo>
                  <a:pt x="1130735" y="121180"/>
                </a:lnTo>
                <a:cubicBezTo>
                  <a:pt x="1134907" y="121180"/>
                  <a:pt x="1137945" y="120518"/>
                  <a:pt x="1139847" y="119194"/>
                </a:cubicBezTo>
                <a:cubicBezTo>
                  <a:pt x="1141750" y="117871"/>
                  <a:pt x="1143229" y="115499"/>
                  <a:pt x="1144283" y="112078"/>
                </a:cubicBezTo>
                <a:lnTo>
                  <a:pt x="1144971" y="109946"/>
                </a:lnTo>
                <a:lnTo>
                  <a:pt x="1110653" y="29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artifactsdueto">
            <a:extLst xmlns:a="http://schemas.openxmlformats.org/drawingml/2006/main">
              <a:ext uri="{FF2B5EF4-FFF2-40B4-BE49-F238E27FC236}">
                <a16:creationId xmlns:a16="http://schemas.microsoft.com/office/drawing/2014/main" id="{4F701EAE-7793-43B9-BABF-70F0A94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888" y="4887450"/>
            <a:ext cx="1059475" cy="109075"/>
          </a:xfrm>
          <a:custGeom xmlns:a="http://schemas.openxmlformats.org/drawingml/2006/main">
            <a:pathLst>
              <a:path w="1059475" h="109075">
                <a:moveTo>
                  <a:pt x="39820" y="68224"/>
                </a:moveTo>
                <a:cubicBezTo>
                  <a:pt x="29596" y="68224"/>
                  <a:pt x="22512" y="69399"/>
                  <a:pt x="18569" y="71748"/>
                </a:cubicBezTo>
                <a:cubicBezTo>
                  <a:pt x="14626" y="74097"/>
                  <a:pt x="12654" y="78103"/>
                  <a:pt x="12654" y="83769"/>
                </a:cubicBezTo>
                <a:cubicBezTo>
                  <a:pt x="12654" y="88282"/>
                  <a:pt x="14133" y="91863"/>
                  <a:pt x="17090" y="94512"/>
                </a:cubicBezTo>
                <a:cubicBezTo>
                  <a:pt x="20048" y="97160"/>
                  <a:pt x="24071" y="98484"/>
                  <a:pt x="29160" y="98484"/>
                </a:cubicBezTo>
                <a:cubicBezTo>
                  <a:pt x="36175" y="98484"/>
                  <a:pt x="41803" y="95985"/>
                  <a:pt x="46044" y="90988"/>
                </a:cubicBezTo>
                <a:cubicBezTo>
                  <a:pt x="50285" y="85989"/>
                  <a:pt x="52406" y="79343"/>
                  <a:pt x="52406" y="71050"/>
                </a:cubicBezTo>
                <a:lnTo>
                  <a:pt x="52406" y="68224"/>
                </a:lnTo>
                <a:lnTo>
                  <a:pt x="39820" y="68224"/>
                </a:lnTo>
                <a:moveTo>
                  <a:pt x="65060" y="62997"/>
                </a:moveTo>
                <a:lnTo>
                  <a:pt x="65060" y="107012"/>
                </a:lnTo>
                <a:lnTo>
                  <a:pt x="52406" y="107012"/>
                </a:lnTo>
                <a:lnTo>
                  <a:pt x="52406" y="95321"/>
                </a:lnTo>
                <a:cubicBezTo>
                  <a:pt x="49517" y="100020"/>
                  <a:pt x="45918" y="103487"/>
                  <a:pt x="41608" y="105723"/>
                </a:cubicBezTo>
                <a:cubicBezTo>
                  <a:pt x="37298" y="107958"/>
                  <a:pt x="32026" y="109075"/>
                  <a:pt x="25790" y="109075"/>
                </a:cubicBezTo>
                <a:cubicBezTo>
                  <a:pt x="17904" y="109075"/>
                  <a:pt x="11634" y="106857"/>
                  <a:pt x="6981" y="102421"/>
                </a:cubicBezTo>
                <a:cubicBezTo>
                  <a:pt x="2327" y="97984"/>
                  <a:pt x="0" y="92042"/>
                  <a:pt x="0" y="84594"/>
                </a:cubicBezTo>
                <a:cubicBezTo>
                  <a:pt x="0" y="75906"/>
                  <a:pt x="2900" y="69355"/>
                  <a:pt x="8700" y="64942"/>
                </a:cubicBezTo>
                <a:cubicBezTo>
                  <a:pt x="14500" y="60527"/>
                  <a:pt x="23154" y="58320"/>
                  <a:pt x="34662" y="58320"/>
                </a:cubicBezTo>
                <a:lnTo>
                  <a:pt x="52406" y="58320"/>
                </a:lnTo>
                <a:lnTo>
                  <a:pt x="52406" y="57082"/>
                </a:lnTo>
                <a:cubicBezTo>
                  <a:pt x="52406" y="51259"/>
                  <a:pt x="50491" y="46755"/>
                  <a:pt x="46663" y="43568"/>
                </a:cubicBezTo>
                <a:cubicBezTo>
                  <a:pt x="42835" y="40382"/>
                  <a:pt x="37459" y="38788"/>
                  <a:pt x="30536" y="38788"/>
                </a:cubicBezTo>
                <a:cubicBezTo>
                  <a:pt x="26134" y="38788"/>
                  <a:pt x="21847" y="39316"/>
                  <a:pt x="17675" y="40370"/>
                </a:cubicBezTo>
                <a:cubicBezTo>
                  <a:pt x="13503" y="41425"/>
                  <a:pt x="9491" y="43007"/>
                  <a:pt x="5639" y="45116"/>
                </a:cubicBezTo>
                <a:lnTo>
                  <a:pt x="5639" y="33424"/>
                </a:lnTo>
                <a:cubicBezTo>
                  <a:pt x="10270" y="31636"/>
                  <a:pt x="14763" y="30295"/>
                  <a:pt x="19119" y="29401"/>
                </a:cubicBezTo>
                <a:cubicBezTo>
                  <a:pt x="23475" y="28507"/>
                  <a:pt x="27716" y="28060"/>
                  <a:pt x="31842" y="28060"/>
                </a:cubicBezTo>
                <a:cubicBezTo>
                  <a:pt x="42984" y="28060"/>
                  <a:pt x="51305" y="30948"/>
                  <a:pt x="56807" y="36725"/>
                </a:cubicBezTo>
                <a:cubicBezTo>
                  <a:pt x="62309" y="42502"/>
                  <a:pt x="65060" y="51259"/>
                  <a:pt x="65060" y="62997"/>
                </a:cubicBezTo>
                <a:close/>
                <a:moveTo>
                  <a:pt x="135648" y="41815"/>
                </a:moveTo>
                <a:cubicBezTo>
                  <a:pt x="134226" y="40966"/>
                  <a:pt x="132679" y="40342"/>
                  <a:pt x="131006" y="39940"/>
                </a:cubicBezTo>
                <a:cubicBezTo>
                  <a:pt x="129332" y="39539"/>
                  <a:pt x="127487" y="39339"/>
                  <a:pt x="125469" y="39339"/>
                </a:cubicBezTo>
                <a:cubicBezTo>
                  <a:pt x="118317" y="39339"/>
                  <a:pt x="112826" y="41672"/>
                  <a:pt x="108998" y="46339"/>
                </a:cubicBezTo>
                <a:cubicBezTo>
                  <a:pt x="105169" y="51004"/>
                  <a:pt x="103255" y="57703"/>
                  <a:pt x="103255" y="66436"/>
                </a:cubicBezTo>
                <a:lnTo>
                  <a:pt x="103255" y="107012"/>
                </a:lnTo>
                <a:lnTo>
                  <a:pt x="90532" y="107012"/>
                </a:lnTo>
                <a:lnTo>
                  <a:pt x="90532" y="29985"/>
                </a:lnTo>
                <a:lnTo>
                  <a:pt x="103255" y="29985"/>
                </a:lnTo>
                <a:lnTo>
                  <a:pt x="103255" y="41952"/>
                </a:lnTo>
                <a:cubicBezTo>
                  <a:pt x="105915" y="37253"/>
                  <a:pt x="109376" y="33762"/>
                  <a:pt x="113640" y="31481"/>
                </a:cubicBezTo>
                <a:cubicBezTo>
                  <a:pt x="117904" y="29200"/>
                  <a:pt x="123085" y="28060"/>
                  <a:pt x="129183" y="28060"/>
                </a:cubicBezTo>
                <a:cubicBezTo>
                  <a:pt x="130054" y="28060"/>
                  <a:pt x="131017" y="28117"/>
                  <a:pt x="132072" y="28232"/>
                </a:cubicBezTo>
                <a:cubicBezTo>
                  <a:pt x="133126" y="28346"/>
                  <a:pt x="134295" y="28518"/>
                  <a:pt x="135579" y="28747"/>
                </a:cubicBezTo>
                <a:lnTo>
                  <a:pt x="135648" y="41815"/>
                </a:lnTo>
                <a:close/>
                <a:moveTo>
                  <a:pt x="161420" y="8115"/>
                </a:moveTo>
                <a:lnTo>
                  <a:pt x="161420" y="29985"/>
                </a:lnTo>
                <a:lnTo>
                  <a:pt x="187486" y="29985"/>
                </a:lnTo>
                <a:lnTo>
                  <a:pt x="187486" y="39889"/>
                </a:lnTo>
                <a:lnTo>
                  <a:pt x="161420" y="39889"/>
                </a:lnTo>
                <a:lnTo>
                  <a:pt x="161420" y="81652"/>
                </a:lnTo>
                <a:cubicBezTo>
                  <a:pt x="161420" y="87926"/>
                  <a:pt x="162280" y="91956"/>
                  <a:pt x="163999" y="93743"/>
                </a:cubicBezTo>
                <a:cubicBezTo>
                  <a:pt x="165719" y="95528"/>
                  <a:pt x="169215" y="96421"/>
                  <a:pt x="174487" y="96421"/>
                </a:cubicBezTo>
                <a:lnTo>
                  <a:pt x="187486" y="96421"/>
                </a:lnTo>
                <a:lnTo>
                  <a:pt x="187486" y="107012"/>
                </a:lnTo>
                <a:lnTo>
                  <a:pt x="174487" y="107012"/>
                </a:lnTo>
                <a:cubicBezTo>
                  <a:pt x="164722" y="107012"/>
                  <a:pt x="157982" y="105191"/>
                  <a:pt x="154268" y="101549"/>
                </a:cubicBezTo>
                <a:cubicBezTo>
                  <a:pt x="150554" y="97905"/>
                  <a:pt x="148697" y="91273"/>
                  <a:pt x="148697" y="81652"/>
                </a:cubicBezTo>
                <a:lnTo>
                  <a:pt x="148697" y="39889"/>
                </a:lnTo>
                <a:lnTo>
                  <a:pt x="139413" y="39889"/>
                </a:lnTo>
                <a:lnTo>
                  <a:pt x="139413" y="29985"/>
                </a:lnTo>
                <a:lnTo>
                  <a:pt x="148697" y="29985"/>
                </a:lnTo>
                <a:lnTo>
                  <a:pt x="148697" y="8115"/>
                </a:lnTo>
                <a:lnTo>
                  <a:pt x="161420" y="8115"/>
                </a:lnTo>
                <a:close/>
                <a:moveTo>
                  <a:pt x="204116" y="29985"/>
                </a:moveTo>
                <a:lnTo>
                  <a:pt x="216770" y="29985"/>
                </a:lnTo>
                <a:lnTo>
                  <a:pt x="216770" y="107012"/>
                </a:lnTo>
                <a:lnTo>
                  <a:pt x="204116" y="107012"/>
                </a:lnTo>
                <a:lnTo>
                  <a:pt x="204116" y="29985"/>
                </a:lnTo>
                <a:moveTo>
                  <a:pt x="204116" y="0"/>
                </a:moveTo>
                <a:lnTo>
                  <a:pt x="216770" y="0"/>
                </a:lnTo>
                <a:lnTo>
                  <a:pt x="216770" y="16093"/>
                </a:lnTo>
                <a:lnTo>
                  <a:pt x="204116" y="16093"/>
                </a:lnTo>
                <a:lnTo>
                  <a:pt x="204116" y="0"/>
                </a:lnTo>
                <a:close/>
                <a:moveTo>
                  <a:pt x="282126" y="0"/>
                </a:moveTo>
                <a:lnTo>
                  <a:pt x="282126" y="10591"/>
                </a:lnTo>
                <a:lnTo>
                  <a:pt x="270022" y="10591"/>
                </a:lnTo>
                <a:cubicBezTo>
                  <a:pt x="265483" y="10591"/>
                  <a:pt x="262330" y="11505"/>
                  <a:pt x="260565" y="13334"/>
                </a:cubicBezTo>
                <a:cubicBezTo>
                  <a:pt x="258800" y="15160"/>
                  <a:pt x="257917" y="18449"/>
                  <a:pt x="257917" y="23200"/>
                </a:cubicBezTo>
                <a:lnTo>
                  <a:pt x="257917" y="29985"/>
                </a:lnTo>
                <a:lnTo>
                  <a:pt x="278756" y="29985"/>
                </a:lnTo>
                <a:lnTo>
                  <a:pt x="278756" y="39889"/>
                </a:lnTo>
                <a:lnTo>
                  <a:pt x="257917" y="39889"/>
                </a:lnTo>
                <a:lnTo>
                  <a:pt x="257917" y="107012"/>
                </a:lnTo>
                <a:lnTo>
                  <a:pt x="245194" y="107012"/>
                </a:lnTo>
                <a:lnTo>
                  <a:pt x="245194" y="39889"/>
                </a:lnTo>
                <a:lnTo>
                  <a:pt x="233090" y="39889"/>
                </a:lnTo>
                <a:lnTo>
                  <a:pt x="233090" y="29985"/>
                </a:lnTo>
                <a:lnTo>
                  <a:pt x="245194" y="29985"/>
                </a:lnTo>
                <a:lnTo>
                  <a:pt x="245194" y="24640"/>
                </a:lnTo>
                <a:cubicBezTo>
                  <a:pt x="245194" y="16059"/>
                  <a:pt x="247189" y="9807"/>
                  <a:pt x="251178" y="5884"/>
                </a:cubicBezTo>
                <a:cubicBezTo>
                  <a:pt x="255167" y="1961"/>
                  <a:pt x="261494" y="0"/>
                  <a:pt x="270159" y="0"/>
                </a:cubicBezTo>
                <a:lnTo>
                  <a:pt x="282126" y="0"/>
                </a:lnTo>
                <a:close/>
                <a:moveTo>
                  <a:pt x="327716" y="68224"/>
                </a:moveTo>
                <a:cubicBezTo>
                  <a:pt x="317491" y="68224"/>
                  <a:pt x="310408" y="69399"/>
                  <a:pt x="306465" y="71748"/>
                </a:cubicBezTo>
                <a:cubicBezTo>
                  <a:pt x="302522" y="74097"/>
                  <a:pt x="300550" y="78103"/>
                  <a:pt x="300550" y="83769"/>
                </a:cubicBezTo>
                <a:cubicBezTo>
                  <a:pt x="300550" y="88282"/>
                  <a:pt x="302029" y="91863"/>
                  <a:pt x="304986" y="94512"/>
                </a:cubicBezTo>
                <a:cubicBezTo>
                  <a:pt x="307943" y="97160"/>
                  <a:pt x="311967" y="98484"/>
                  <a:pt x="317056" y="98484"/>
                </a:cubicBezTo>
                <a:cubicBezTo>
                  <a:pt x="324071" y="98484"/>
                  <a:pt x="329699" y="95985"/>
                  <a:pt x="333940" y="90988"/>
                </a:cubicBezTo>
                <a:cubicBezTo>
                  <a:pt x="338181" y="85989"/>
                  <a:pt x="340301" y="79343"/>
                  <a:pt x="340301" y="71050"/>
                </a:cubicBezTo>
                <a:lnTo>
                  <a:pt x="340301" y="68224"/>
                </a:lnTo>
                <a:lnTo>
                  <a:pt x="327716" y="68224"/>
                </a:lnTo>
                <a:moveTo>
                  <a:pt x="352956" y="62997"/>
                </a:moveTo>
                <a:lnTo>
                  <a:pt x="352956" y="107012"/>
                </a:lnTo>
                <a:lnTo>
                  <a:pt x="340301" y="107012"/>
                </a:lnTo>
                <a:lnTo>
                  <a:pt x="340301" y="95321"/>
                </a:lnTo>
                <a:cubicBezTo>
                  <a:pt x="337413" y="100020"/>
                  <a:pt x="333814" y="103487"/>
                  <a:pt x="329504" y="105723"/>
                </a:cubicBezTo>
                <a:cubicBezTo>
                  <a:pt x="325194" y="107958"/>
                  <a:pt x="319921" y="109075"/>
                  <a:pt x="313686" y="109075"/>
                </a:cubicBezTo>
                <a:cubicBezTo>
                  <a:pt x="305800" y="109075"/>
                  <a:pt x="299530" y="106857"/>
                  <a:pt x="294876" y="102421"/>
                </a:cubicBezTo>
                <a:cubicBezTo>
                  <a:pt x="290223" y="97984"/>
                  <a:pt x="287896" y="92042"/>
                  <a:pt x="287896" y="84594"/>
                </a:cubicBezTo>
                <a:cubicBezTo>
                  <a:pt x="287896" y="75906"/>
                  <a:pt x="290796" y="69355"/>
                  <a:pt x="296596" y="64942"/>
                </a:cubicBezTo>
                <a:cubicBezTo>
                  <a:pt x="302396" y="60527"/>
                  <a:pt x="311050" y="58320"/>
                  <a:pt x="322558" y="58320"/>
                </a:cubicBezTo>
                <a:lnTo>
                  <a:pt x="340301" y="58320"/>
                </a:lnTo>
                <a:lnTo>
                  <a:pt x="340301" y="57082"/>
                </a:lnTo>
                <a:cubicBezTo>
                  <a:pt x="340301" y="51259"/>
                  <a:pt x="338387" y="46755"/>
                  <a:pt x="334559" y="43568"/>
                </a:cubicBezTo>
                <a:cubicBezTo>
                  <a:pt x="330730" y="40382"/>
                  <a:pt x="325355" y="38788"/>
                  <a:pt x="318431" y="38788"/>
                </a:cubicBezTo>
                <a:cubicBezTo>
                  <a:pt x="314030" y="38788"/>
                  <a:pt x="309743" y="39316"/>
                  <a:pt x="305571" y="40370"/>
                </a:cubicBezTo>
                <a:cubicBezTo>
                  <a:pt x="301398" y="41425"/>
                  <a:pt x="297386" y="43007"/>
                  <a:pt x="293535" y="45116"/>
                </a:cubicBezTo>
                <a:lnTo>
                  <a:pt x="293535" y="33424"/>
                </a:lnTo>
                <a:cubicBezTo>
                  <a:pt x="298166" y="31636"/>
                  <a:pt x="302659" y="30295"/>
                  <a:pt x="307015" y="29401"/>
                </a:cubicBezTo>
                <a:cubicBezTo>
                  <a:pt x="311371" y="28507"/>
                  <a:pt x="315612" y="28060"/>
                  <a:pt x="319738" y="28060"/>
                </a:cubicBezTo>
                <a:cubicBezTo>
                  <a:pt x="330879" y="28060"/>
                  <a:pt x="339201" y="30948"/>
                  <a:pt x="344703" y="36725"/>
                </a:cubicBezTo>
                <a:cubicBezTo>
                  <a:pt x="350205" y="42502"/>
                  <a:pt x="352956" y="51259"/>
                  <a:pt x="352956" y="62997"/>
                </a:cubicBezTo>
                <a:close/>
                <a:moveTo>
                  <a:pt x="434340" y="32874"/>
                </a:moveTo>
                <a:lnTo>
                  <a:pt x="434340" y="44703"/>
                </a:lnTo>
                <a:cubicBezTo>
                  <a:pt x="430764" y="42731"/>
                  <a:pt x="427176" y="41253"/>
                  <a:pt x="423577" y="40267"/>
                </a:cubicBezTo>
                <a:cubicBezTo>
                  <a:pt x="419978" y="39281"/>
                  <a:pt x="416344" y="38788"/>
                  <a:pt x="412676" y="38788"/>
                </a:cubicBezTo>
                <a:cubicBezTo>
                  <a:pt x="404469" y="38788"/>
                  <a:pt x="398096" y="41397"/>
                  <a:pt x="393557" y="46614"/>
                </a:cubicBezTo>
                <a:cubicBezTo>
                  <a:pt x="389018" y="51829"/>
                  <a:pt x="386749" y="59147"/>
                  <a:pt x="386749" y="68568"/>
                </a:cubicBezTo>
                <a:cubicBezTo>
                  <a:pt x="386749" y="77988"/>
                  <a:pt x="389018" y="85307"/>
                  <a:pt x="393557" y="90524"/>
                </a:cubicBezTo>
                <a:cubicBezTo>
                  <a:pt x="398096" y="95739"/>
                  <a:pt x="404469" y="98347"/>
                  <a:pt x="412676" y="98347"/>
                </a:cubicBezTo>
                <a:cubicBezTo>
                  <a:pt x="416344" y="98347"/>
                  <a:pt x="419978" y="97854"/>
                  <a:pt x="423577" y="96868"/>
                </a:cubicBezTo>
                <a:cubicBezTo>
                  <a:pt x="427176" y="95882"/>
                  <a:pt x="430764" y="94404"/>
                  <a:pt x="434340" y="92432"/>
                </a:cubicBezTo>
                <a:lnTo>
                  <a:pt x="434340" y="104124"/>
                </a:lnTo>
                <a:cubicBezTo>
                  <a:pt x="430810" y="105774"/>
                  <a:pt x="427153" y="107012"/>
                  <a:pt x="423371" y="107837"/>
                </a:cubicBezTo>
                <a:cubicBezTo>
                  <a:pt x="419588" y="108663"/>
                  <a:pt x="415565" y="109075"/>
                  <a:pt x="411301" y="109075"/>
                </a:cubicBezTo>
                <a:cubicBezTo>
                  <a:pt x="399701" y="109075"/>
                  <a:pt x="390485" y="105425"/>
                  <a:pt x="383654" y="98123"/>
                </a:cubicBezTo>
                <a:cubicBezTo>
                  <a:pt x="376822" y="90820"/>
                  <a:pt x="373406" y="80968"/>
                  <a:pt x="373406" y="68568"/>
                </a:cubicBezTo>
                <a:cubicBezTo>
                  <a:pt x="373406" y="55983"/>
                  <a:pt x="376857" y="46086"/>
                  <a:pt x="383757" y="38877"/>
                </a:cubicBezTo>
                <a:cubicBezTo>
                  <a:pt x="390657" y="31665"/>
                  <a:pt x="400114" y="28060"/>
                  <a:pt x="412126" y="28060"/>
                </a:cubicBezTo>
                <a:cubicBezTo>
                  <a:pt x="416023" y="28060"/>
                  <a:pt x="419829" y="28461"/>
                  <a:pt x="423543" y="29263"/>
                </a:cubicBezTo>
                <a:cubicBezTo>
                  <a:pt x="427256" y="30066"/>
                  <a:pt x="430856" y="31269"/>
                  <a:pt x="434340" y="32874"/>
                </a:cubicBezTo>
                <a:close/>
                <a:moveTo>
                  <a:pt x="468752" y="8115"/>
                </a:moveTo>
                <a:lnTo>
                  <a:pt x="468752" y="29985"/>
                </a:lnTo>
                <a:lnTo>
                  <a:pt x="494817" y="29985"/>
                </a:lnTo>
                <a:lnTo>
                  <a:pt x="494817" y="39889"/>
                </a:lnTo>
                <a:lnTo>
                  <a:pt x="468752" y="39889"/>
                </a:lnTo>
                <a:lnTo>
                  <a:pt x="468752" y="81652"/>
                </a:lnTo>
                <a:cubicBezTo>
                  <a:pt x="468752" y="87926"/>
                  <a:pt x="469611" y="91956"/>
                  <a:pt x="471331" y="93743"/>
                </a:cubicBezTo>
                <a:cubicBezTo>
                  <a:pt x="473050" y="95528"/>
                  <a:pt x="476546" y="96421"/>
                  <a:pt x="481819" y="96421"/>
                </a:cubicBezTo>
                <a:lnTo>
                  <a:pt x="494817" y="96421"/>
                </a:lnTo>
                <a:lnTo>
                  <a:pt x="494817" y="107012"/>
                </a:lnTo>
                <a:lnTo>
                  <a:pt x="481819" y="107012"/>
                </a:lnTo>
                <a:cubicBezTo>
                  <a:pt x="472053" y="107012"/>
                  <a:pt x="465313" y="105191"/>
                  <a:pt x="461599" y="101549"/>
                </a:cubicBezTo>
                <a:cubicBezTo>
                  <a:pt x="457885" y="97905"/>
                  <a:pt x="456029" y="91273"/>
                  <a:pt x="456029" y="81652"/>
                </a:cubicBezTo>
                <a:lnTo>
                  <a:pt x="456029" y="39889"/>
                </a:lnTo>
                <a:lnTo>
                  <a:pt x="446744" y="39889"/>
                </a:lnTo>
                <a:lnTo>
                  <a:pt x="446744" y="29985"/>
                </a:lnTo>
                <a:lnTo>
                  <a:pt x="456029" y="29985"/>
                </a:lnTo>
                <a:lnTo>
                  <a:pt x="456029" y="8115"/>
                </a:lnTo>
                <a:lnTo>
                  <a:pt x="468752" y="8115"/>
                </a:lnTo>
                <a:close/>
                <a:moveTo>
                  <a:pt x="560552" y="32186"/>
                </a:moveTo>
                <a:lnTo>
                  <a:pt x="560552" y="44153"/>
                </a:lnTo>
                <a:cubicBezTo>
                  <a:pt x="556976" y="42319"/>
                  <a:pt x="553262" y="40943"/>
                  <a:pt x="549410" y="40026"/>
                </a:cubicBezTo>
                <a:cubicBezTo>
                  <a:pt x="545559" y="39109"/>
                  <a:pt x="541570" y="38651"/>
                  <a:pt x="537444" y="38651"/>
                </a:cubicBezTo>
                <a:cubicBezTo>
                  <a:pt x="531162" y="38651"/>
                  <a:pt x="526451" y="39616"/>
                  <a:pt x="523311" y="41546"/>
                </a:cubicBezTo>
                <a:cubicBezTo>
                  <a:pt x="520170" y="43476"/>
                  <a:pt x="518600" y="46371"/>
                  <a:pt x="518600" y="50231"/>
                </a:cubicBezTo>
                <a:cubicBezTo>
                  <a:pt x="518600" y="53171"/>
                  <a:pt x="519723" y="55480"/>
                  <a:pt x="521970" y="57158"/>
                </a:cubicBezTo>
                <a:cubicBezTo>
                  <a:pt x="524216" y="58835"/>
                  <a:pt x="528732" y="60432"/>
                  <a:pt x="535518" y="61948"/>
                </a:cubicBezTo>
                <a:lnTo>
                  <a:pt x="539851" y="62915"/>
                </a:lnTo>
                <a:cubicBezTo>
                  <a:pt x="548837" y="64844"/>
                  <a:pt x="555222" y="67565"/>
                  <a:pt x="559004" y="71080"/>
                </a:cubicBezTo>
                <a:cubicBezTo>
                  <a:pt x="562787" y="74593"/>
                  <a:pt x="564678" y="79496"/>
                  <a:pt x="564678" y="85789"/>
                </a:cubicBezTo>
                <a:cubicBezTo>
                  <a:pt x="564678" y="92954"/>
                  <a:pt x="561847" y="98627"/>
                  <a:pt x="556185" y="102806"/>
                </a:cubicBezTo>
                <a:cubicBezTo>
                  <a:pt x="550522" y="106986"/>
                  <a:pt x="542739" y="109075"/>
                  <a:pt x="532836" y="109075"/>
                </a:cubicBezTo>
                <a:cubicBezTo>
                  <a:pt x="528709" y="109075"/>
                  <a:pt x="524411" y="108674"/>
                  <a:pt x="519941" y="107872"/>
                </a:cubicBezTo>
                <a:cubicBezTo>
                  <a:pt x="515470" y="107069"/>
                  <a:pt x="510759" y="105866"/>
                  <a:pt x="505808" y="104261"/>
                </a:cubicBezTo>
                <a:lnTo>
                  <a:pt x="505808" y="91194"/>
                </a:lnTo>
                <a:cubicBezTo>
                  <a:pt x="510484" y="93624"/>
                  <a:pt x="515092" y="95447"/>
                  <a:pt x="519631" y="96662"/>
                </a:cubicBezTo>
                <a:cubicBezTo>
                  <a:pt x="524170" y="97877"/>
                  <a:pt x="528664" y="98484"/>
                  <a:pt x="533111" y="98484"/>
                </a:cubicBezTo>
                <a:cubicBezTo>
                  <a:pt x="539071" y="98484"/>
                  <a:pt x="543656" y="97462"/>
                  <a:pt x="546866" y="95417"/>
                </a:cubicBezTo>
                <a:cubicBezTo>
                  <a:pt x="550075" y="93373"/>
                  <a:pt x="551680" y="90490"/>
                  <a:pt x="551680" y="86769"/>
                </a:cubicBezTo>
                <a:cubicBezTo>
                  <a:pt x="551680" y="83323"/>
                  <a:pt x="550522" y="80681"/>
                  <a:pt x="548207" y="78843"/>
                </a:cubicBezTo>
                <a:cubicBezTo>
                  <a:pt x="545891" y="77005"/>
                  <a:pt x="540814" y="75236"/>
                  <a:pt x="532973" y="73536"/>
                </a:cubicBezTo>
                <a:lnTo>
                  <a:pt x="528572" y="72503"/>
                </a:lnTo>
                <a:cubicBezTo>
                  <a:pt x="520732" y="70849"/>
                  <a:pt x="515069" y="68312"/>
                  <a:pt x="511585" y="64890"/>
                </a:cubicBezTo>
                <a:cubicBezTo>
                  <a:pt x="508100" y="61467"/>
                  <a:pt x="506358" y="56770"/>
                  <a:pt x="506358" y="50798"/>
                </a:cubicBezTo>
                <a:cubicBezTo>
                  <a:pt x="506358" y="43540"/>
                  <a:pt x="508925" y="37935"/>
                  <a:pt x="514061" y="33985"/>
                </a:cubicBezTo>
                <a:cubicBezTo>
                  <a:pt x="519196" y="30035"/>
                  <a:pt x="526486" y="28060"/>
                  <a:pt x="535931" y="28060"/>
                </a:cubicBezTo>
                <a:cubicBezTo>
                  <a:pt x="540607" y="28060"/>
                  <a:pt x="545009" y="28404"/>
                  <a:pt x="549135" y="29091"/>
                </a:cubicBezTo>
                <a:cubicBezTo>
                  <a:pt x="553262" y="29779"/>
                  <a:pt x="557067" y="30811"/>
                  <a:pt x="560552" y="32186"/>
                </a:cubicBezTo>
                <a:close/>
                <a:moveTo>
                  <a:pt x="680024" y="41677"/>
                </a:moveTo>
                <a:lnTo>
                  <a:pt x="680024" y="0"/>
                </a:lnTo>
                <a:lnTo>
                  <a:pt x="692678" y="0"/>
                </a:lnTo>
                <a:lnTo>
                  <a:pt x="692678" y="107012"/>
                </a:lnTo>
                <a:lnTo>
                  <a:pt x="680024" y="107012"/>
                </a:lnTo>
                <a:lnTo>
                  <a:pt x="680024" y="95458"/>
                </a:lnTo>
                <a:cubicBezTo>
                  <a:pt x="677364" y="100066"/>
                  <a:pt x="674006" y="103487"/>
                  <a:pt x="669948" y="105723"/>
                </a:cubicBezTo>
                <a:cubicBezTo>
                  <a:pt x="665891" y="107958"/>
                  <a:pt x="661019" y="109075"/>
                  <a:pt x="655334" y="109075"/>
                </a:cubicBezTo>
                <a:cubicBezTo>
                  <a:pt x="646026" y="109075"/>
                  <a:pt x="638450" y="105355"/>
                  <a:pt x="632604" y="97915"/>
                </a:cubicBezTo>
                <a:cubicBezTo>
                  <a:pt x="626758" y="90474"/>
                  <a:pt x="623835" y="80692"/>
                  <a:pt x="623835" y="68568"/>
                </a:cubicBezTo>
                <a:cubicBezTo>
                  <a:pt x="623835" y="56443"/>
                  <a:pt x="626758" y="46661"/>
                  <a:pt x="632604" y="39220"/>
                </a:cubicBezTo>
                <a:cubicBezTo>
                  <a:pt x="638450" y="31780"/>
                  <a:pt x="646026" y="28060"/>
                  <a:pt x="655334" y="28060"/>
                </a:cubicBezTo>
                <a:cubicBezTo>
                  <a:pt x="661019" y="28060"/>
                  <a:pt x="665891" y="29177"/>
                  <a:pt x="669948" y="31412"/>
                </a:cubicBezTo>
                <a:cubicBezTo>
                  <a:pt x="674006" y="33648"/>
                  <a:pt x="677364" y="37069"/>
                  <a:pt x="680024" y="41677"/>
                </a:cubicBezTo>
                <a:moveTo>
                  <a:pt x="636902" y="68568"/>
                </a:moveTo>
                <a:cubicBezTo>
                  <a:pt x="636902" y="77896"/>
                  <a:pt x="638817" y="85215"/>
                  <a:pt x="642645" y="90524"/>
                </a:cubicBezTo>
                <a:cubicBezTo>
                  <a:pt x="646474" y="95831"/>
                  <a:pt x="651735" y="98484"/>
                  <a:pt x="658429" y="98484"/>
                </a:cubicBezTo>
                <a:cubicBezTo>
                  <a:pt x="665123" y="98484"/>
                  <a:pt x="670395" y="95831"/>
                  <a:pt x="674247" y="90524"/>
                </a:cubicBezTo>
                <a:cubicBezTo>
                  <a:pt x="678098" y="85215"/>
                  <a:pt x="680024" y="77896"/>
                  <a:pt x="680024" y="68568"/>
                </a:cubicBezTo>
                <a:cubicBezTo>
                  <a:pt x="680024" y="59239"/>
                  <a:pt x="678098" y="51921"/>
                  <a:pt x="674247" y="46614"/>
                </a:cubicBezTo>
                <a:cubicBezTo>
                  <a:pt x="670395" y="41305"/>
                  <a:pt x="665123" y="38651"/>
                  <a:pt x="658429" y="38651"/>
                </a:cubicBezTo>
                <a:cubicBezTo>
                  <a:pt x="651735" y="38651"/>
                  <a:pt x="646474" y="41305"/>
                  <a:pt x="642645" y="46614"/>
                </a:cubicBezTo>
                <a:cubicBezTo>
                  <a:pt x="638817" y="51921"/>
                  <a:pt x="636902" y="59239"/>
                  <a:pt x="636902" y="68568"/>
                </a:cubicBezTo>
                <a:close/>
                <a:moveTo>
                  <a:pt x="717329" y="76614"/>
                </a:moveTo>
                <a:lnTo>
                  <a:pt x="717329" y="29985"/>
                </a:lnTo>
                <a:lnTo>
                  <a:pt x="729984" y="29985"/>
                </a:lnTo>
                <a:lnTo>
                  <a:pt x="729984" y="76133"/>
                </a:lnTo>
                <a:cubicBezTo>
                  <a:pt x="729984" y="83446"/>
                  <a:pt x="731405" y="88930"/>
                  <a:pt x="734248" y="92587"/>
                </a:cubicBezTo>
                <a:cubicBezTo>
                  <a:pt x="737090" y="96243"/>
                  <a:pt x="741354" y="98072"/>
                  <a:pt x="747040" y="98072"/>
                </a:cubicBezTo>
                <a:cubicBezTo>
                  <a:pt x="753871" y="98072"/>
                  <a:pt x="759270" y="95888"/>
                  <a:pt x="763236" y="91521"/>
                </a:cubicBezTo>
                <a:cubicBezTo>
                  <a:pt x="767202" y="87152"/>
                  <a:pt x="769185" y="81198"/>
                  <a:pt x="769185" y="73657"/>
                </a:cubicBezTo>
                <a:lnTo>
                  <a:pt x="769185" y="29985"/>
                </a:lnTo>
                <a:lnTo>
                  <a:pt x="781839" y="29985"/>
                </a:lnTo>
                <a:lnTo>
                  <a:pt x="781839" y="107012"/>
                </a:lnTo>
                <a:lnTo>
                  <a:pt x="769185" y="107012"/>
                </a:lnTo>
                <a:lnTo>
                  <a:pt x="769185" y="95183"/>
                </a:lnTo>
                <a:cubicBezTo>
                  <a:pt x="766113" y="99883"/>
                  <a:pt x="762548" y="103373"/>
                  <a:pt x="758490" y="105654"/>
                </a:cubicBezTo>
                <a:cubicBezTo>
                  <a:pt x="754433" y="107935"/>
                  <a:pt x="749722" y="109075"/>
                  <a:pt x="744357" y="109075"/>
                </a:cubicBezTo>
                <a:cubicBezTo>
                  <a:pt x="735508" y="109075"/>
                  <a:pt x="728792" y="106319"/>
                  <a:pt x="724207" y="100805"/>
                </a:cubicBezTo>
                <a:cubicBezTo>
                  <a:pt x="719622" y="95292"/>
                  <a:pt x="717329" y="87228"/>
                  <a:pt x="717329" y="76614"/>
                </a:cubicBezTo>
                <a:moveTo>
                  <a:pt x="749172" y="28060"/>
                </a:moveTo>
                <a:lnTo>
                  <a:pt x="749172" y="28060"/>
                </a:lnTo>
                <a:close/>
                <a:moveTo>
                  <a:pt x="873679" y="65335"/>
                </a:moveTo>
                <a:lnTo>
                  <a:pt x="873679" y="71525"/>
                </a:lnTo>
                <a:lnTo>
                  <a:pt x="815496" y="71525"/>
                </a:lnTo>
                <a:cubicBezTo>
                  <a:pt x="816046" y="80259"/>
                  <a:pt x="818671" y="86913"/>
                  <a:pt x="823371" y="91486"/>
                </a:cubicBezTo>
                <a:cubicBezTo>
                  <a:pt x="828070" y="96060"/>
                  <a:pt x="834615" y="98347"/>
                  <a:pt x="843006" y="98347"/>
                </a:cubicBezTo>
                <a:cubicBezTo>
                  <a:pt x="847866" y="98347"/>
                  <a:pt x="852577" y="97751"/>
                  <a:pt x="857139" y="96558"/>
                </a:cubicBezTo>
                <a:cubicBezTo>
                  <a:pt x="861701" y="95366"/>
                  <a:pt x="866228" y="93578"/>
                  <a:pt x="870721" y="91194"/>
                </a:cubicBezTo>
                <a:lnTo>
                  <a:pt x="870721" y="103161"/>
                </a:lnTo>
                <a:cubicBezTo>
                  <a:pt x="866182" y="105086"/>
                  <a:pt x="861529" y="106554"/>
                  <a:pt x="856760" y="107562"/>
                </a:cubicBezTo>
                <a:cubicBezTo>
                  <a:pt x="851992" y="108571"/>
                  <a:pt x="847155" y="109075"/>
                  <a:pt x="842249" y="109075"/>
                </a:cubicBezTo>
                <a:cubicBezTo>
                  <a:pt x="829961" y="109075"/>
                  <a:pt x="820230" y="105493"/>
                  <a:pt x="813055" y="98329"/>
                </a:cubicBezTo>
                <a:cubicBezTo>
                  <a:pt x="805879" y="91164"/>
                  <a:pt x="802291" y="81473"/>
                  <a:pt x="802291" y="69257"/>
                </a:cubicBezTo>
                <a:cubicBezTo>
                  <a:pt x="802291" y="56627"/>
                  <a:pt x="805696" y="46604"/>
                  <a:pt x="812504" y="39186"/>
                </a:cubicBezTo>
                <a:cubicBezTo>
                  <a:pt x="819313" y="31769"/>
                  <a:pt x="828494" y="28060"/>
                  <a:pt x="840048" y="28060"/>
                </a:cubicBezTo>
                <a:cubicBezTo>
                  <a:pt x="850410" y="28060"/>
                  <a:pt x="858606" y="31402"/>
                  <a:pt x="864635" y="38086"/>
                </a:cubicBezTo>
                <a:cubicBezTo>
                  <a:pt x="870664" y="44768"/>
                  <a:pt x="873679" y="53851"/>
                  <a:pt x="873679" y="65335"/>
                </a:cubicBezTo>
                <a:moveTo>
                  <a:pt x="861024" y="61621"/>
                </a:moveTo>
                <a:cubicBezTo>
                  <a:pt x="860933" y="54677"/>
                  <a:pt x="858996" y="49135"/>
                  <a:pt x="855213" y="44997"/>
                </a:cubicBezTo>
                <a:cubicBezTo>
                  <a:pt x="851430" y="40858"/>
                  <a:pt x="846421" y="38788"/>
                  <a:pt x="840186" y="38788"/>
                </a:cubicBezTo>
                <a:cubicBezTo>
                  <a:pt x="833125" y="38788"/>
                  <a:pt x="827474" y="40789"/>
                  <a:pt x="823233" y="44791"/>
                </a:cubicBezTo>
                <a:cubicBezTo>
                  <a:pt x="818992" y="48791"/>
                  <a:pt x="816551" y="54424"/>
                  <a:pt x="815909" y="61690"/>
                </a:cubicBezTo>
                <a:lnTo>
                  <a:pt x="861024" y="61621"/>
                </a:lnTo>
                <a:close/>
                <a:moveTo>
                  <a:pt x="951582" y="8115"/>
                </a:moveTo>
                <a:lnTo>
                  <a:pt x="951582" y="29985"/>
                </a:lnTo>
                <a:lnTo>
                  <a:pt x="977647" y="29985"/>
                </a:lnTo>
                <a:lnTo>
                  <a:pt x="977647" y="39889"/>
                </a:lnTo>
                <a:lnTo>
                  <a:pt x="951582" y="39889"/>
                </a:lnTo>
                <a:lnTo>
                  <a:pt x="951582" y="81652"/>
                </a:lnTo>
                <a:cubicBezTo>
                  <a:pt x="951582" y="87926"/>
                  <a:pt x="952442" y="91956"/>
                  <a:pt x="954161" y="93743"/>
                </a:cubicBezTo>
                <a:cubicBezTo>
                  <a:pt x="955880" y="95528"/>
                  <a:pt x="959376" y="96421"/>
                  <a:pt x="964649" y="96421"/>
                </a:cubicBezTo>
                <a:lnTo>
                  <a:pt x="977647" y="96421"/>
                </a:lnTo>
                <a:lnTo>
                  <a:pt x="977647" y="107012"/>
                </a:lnTo>
                <a:lnTo>
                  <a:pt x="964649" y="107012"/>
                </a:lnTo>
                <a:cubicBezTo>
                  <a:pt x="954883" y="107012"/>
                  <a:pt x="948143" y="105191"/>
                  <a:pt x="944430" y="101549"/>
                </a:cubicBezTo>
                <a:cubicBezTo>
                  <a:pt x="940716" y="97905"/>
                  <a:pt x="938859" y="91273"/>
                  <a:pt x="938859" y="81652"/>
                </a:cubicBezTo>
                <a:lnTo>
                  <a:pt x="938859" y="39889"/>
                </a:lnTo>
                <a:lnTo>
                  <a:pt x="929574" y="39889"/>
                </a:lnTo>
                <a:lnTo>
                  <a:pt x="929574" y="29985"/>
                </a:lnTo>
                <a:lnTo>
                  <a:pt x="938859" y="29985"/>
                </a:lnTo>
                <a:lnTo>
                  <a:pt x="938859" y="8115"/>
                </a:lnTo>
                <a:lnTo>
                  <a:pt x="951582" y="8115"/>
                </a:lnTo>
                <a:close/>
                <a:moveTo>
                  <a:pt x="1024126" y="38788"/>
                </a:moveTo>
                <a:cubicBezTo>
                  <a:pt x="1017340" y="38788"/>
                  <a:pt x="1011976" y="41443"/>
                  <a:pt x="1008033" y="46751"/>
                </a:cubicBezTo>
                <a:cubicBezTo>
                  <a:pt x="1004090" y="52058"/>
                  <a:pt x="1002118" y="59330"/>
                  <a:pt x="1002118" y="68568"/>
                </a:cubicBezTo>
                <a:cubicBezTo>
                  <a:pt x="1002118" y="77805"/>
                  <a:pt x="1004078" y="85078"/>
                  <a:pt x="1007998" y="90386"/>
                </a:cubicBezTo>
                <a:cubicBezTo>
                  <a:pt x="1011918" y="95693"/>
                  <a:pt x="1017294" y="98347"/>
                  <a:pt x="1024126" y="98347"/>
                </a:cubicBezTo>
                <a:cubicBezTo>
                  <a:pt x="1030866" y="98347"/>
                  <a:pt x="1036207" y="95682"/>
                  <a:pt x="1040150" y="90352"/>
                </a:cubicBezTo>
                <a:cubicBezTo>
                  <a:pt x="1044093" y="85020"/>
                  <a:pt x="1046065" y="77759"/>
                  <a:pt x="1046065" y="68568"/>
                </a:cubicBezTo>
                <a:cubicBezTo>
                  <a:pt x="1046065" y="59422"/>
                  <a:pt x="1044093" y="52173"/>
                  <a:pt x="1040150" y="46820"/>
                </a:cubicBezTo>
                <a:cubicBezTo>
                  <a:pt x="1036207" y="41466"/>
                  <a:pt x="1030866" y="38788"/>
                  <a:pt x="1024126" y="38788"/>
                </a:cubicBezTo>
                <a:moveTo>
                  <a:pt x="1024126" y="28060"/>
                </a:moveTo>
                <a:cubicBezTo>
                  <a:pt x="1035130" y="28060"/>
                  <a:pt x="1043772" y="31642"/>
                  <a:pt x="1050053" y="38808"/>
                </a:cubicBezTo>
                <a:cubicBezTo>
                  <a:pt x="1056335" y="45972"/>
                  <a:pt x="1059475" y="55892"/>
                  <a:pt x="1059475" y="68568"/>
                </a:cubicBezTo>
                <a:cubicBezTo>
                  <a:pt x="1059475" y="81198"/>
                  <a:pt x="1056335" y="91107"/>
                  <a:pt x="1050053" y="98295"/>
                </a:cubicBezTo>
                <a:cubicBezTo>
                  <a:pt x="1043772" y="105482"/>
                  <a:pt x="1035130" y="109075"/>
                  <a:pt x="1024126" y="109075"/>
                </a:cubicBezTo>
                <a:cubicBezTo>
                  <a:pt x="1013076" y="109075"/>
                  <a:pt x="1004422" y="105482"/>
                  <a:pt x="998164" y="98295"/>
                </a:cubicBezTo>
                <a:cubicBezTo>
                  <a:pt x="991905" y="91107"/>
                  <a:pt x="988776" y="81198"/>
                  <a:pt x="988776" y="68568"/>
                </a:cubicBezTo>
                <a:cubicBezTo>
                  <a:pt x="988776" y="55892"/>
                  <a:pt x="991905" y="45972"/>
                  <a:pt x="998164" y="38808"/>
                </a:cubicBezTo>
                <a:cubicBezTo>
                  <a:pt x="1004422" y="31642"/>
                  <a:pt x="1013076" y="28060"/>
                  <a:pt x="1024126" y="28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degenerate(thin)">
            <a:extLst xmlns:a="http://schemas.openxmlformats.org/drawingml/2006/main">
              <a:ext uri="{FF2B5EF4-FFF2-40B4-BE49-F238E27FC236}">
                <a16:creationId xmlns:a16="http://schemas.microsoft.com/office/drawing/2014/main" id="{B981E526-1C2A-46E8-8860-C3B5E95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1740" y="5063511"/>
            <a:ext cx="1220742" cy="136310"/>
          </a:xfrm>
          <a:custGeom xmlns:a="http://schemas.openxmlformats.org/drawingml/2006/main">
            <a:pathLst>
              <a:path w="1220742" h="136310">
                <a:moveTo>
                  <a:pt x="56188" y="41677"/>
                </a:moveTo>
                <a:lnTo>
                  <a:pt x="56188" y="0"/>
                </a:lnTo>
                <a:lnTo>
                  <a:pt x="68843" y="0"/>
                </a:lnTo>
                <a:lnTo>
                  <a:pt x="68843" y="107012"/>
                </a:lnTo>
                <a:lnTo>
                  <a:pt x="56188" y="107012"/>
                </a:lnTo>
                <a:lnTo>
                  <a:pt x="56188" y="95458"/>
                </a:lnTo>
                <a:cubicBezTo>
                  <a:pt x="53529" y="100066"/>
                  <a:pt x="50171" y="103487"/>
                  <a:pt x="46113" y="105723"/>
                </a:cubicBezTo>
                <a:cubicBezTo>
                  <a:pt x="42055" y="107958"/>
                  <a:pt x="37184" y="109075"/>
                  <a:pt x="31498" y="109075"/>
                </a:cubicBezTo>
                <a:cubicBezTo>
                  <a:pt x="22191" y="109075"/>
                  <a:pt x="14614" y="105355"/>
                  <a:pt x="8769" y="97915"/>
                </a:cubicBezTo>
                <a:cubicBezTo>
                  <a:pt x="2923" y="90474"/>
                  <a:pt x="0" y="80692"/>
                  <a:pt x="0" y="68568"/>
                </a:cubicBezTo>
                <a:cubicBezTo>
                  <a:pt x="0" y="56443"/>
                  <a:pt x="2923" y="46661"/>
                  <a:pt x="8769" y="39220"/>
                </a:cubicBezTo>
                <a:cubicBezTo>
                  <a:pt x="14614" y="31780"/>
                  <a:pt x="22191" y="28060"/>
                  <a:pt x="31498" y="28060"/>
                </a:cubicBezTo>
                <a:cubicBezTo>
                  <a:pt x="37184" y="28060"/>
                  <a:pt x="42055" y="29177"/>
                  <a:pt x="46113" y="31412"/>
                </a:cubicBezTo>
                <a:cubicBezTo>
                  <a:pt x="50171" y="33648"/>
                  <a:pt x="53529" y="37069"/>
                  <a:pt x="56188" y="41677"/>
                </a:cubicBezTo>
                <a:moveTo>
                  <a:pt x="13067" y="68568"/>
                </a:moveTo>
                <a:cubicBezTo>
                  <a:pt x="13067" y="77896"/>
                  <a:pt x="14981" y="85215"/>
                  <a:pt x="18810" y="90524"/>
                </a:cubicBezTo>
                <a:cubicBezTo>
                  <a:pt x="22638" y="95831"/>
                  <a:pt x="27899" y="98484"/>
                  <a:pt x="34593" y="98484"/>
                </a:cubicBezTo>
                <a:cubicBezTo>
                  <a:pt x="41287" y="98484"/>
                  <a:pt x="46560" y="95831"/>
                  <a:pt x="50411" y="90524"/>
                </a:cubicBezTo>
                <a:cubicBezTo>
                  <a:pt x="54263" y="85215"/>
                  <a:pt x="56188" y="77896"/>
                  <a:pt x="56188" y="68568"/>
                </a:cubicBezTo>
                <a:cubicBezTo>
                  <a:pt x="56188" y="59239"/>
                  <a:pt x="54263" y="51921"/>
                  <a:pt x="50411" y="46614"/>
                </a:cubicBezTo>
                <a:cubicBezTo>
                  <a:pt x="46560" y="41305"/>
                  <a:pt x="41287" y="38651"/>
                  <a:pt x="34593" y="38651"/>
                </a:cubicBezTo>
                <a:cubicBezTo>
                  <a:pt x="27899" y="38651"/>
                  <a:pt x="22638" y="41305"/>
                  <a:pt x="18810" y="46614"/>
                </a:cubicBezTo>
                <a:cubicBezTo>
                  <a:pt x="14981" y="51921"/>
                  <a:pt x="13067" y="59239"/>
                  <a:pt x="13067" y="68568"/>
                </a:cubicBezTo>
                <a:close/>
                <a:moveTo>
                  <a:pt x="160686" y="65335"/>
                </a:moveTo>
                <a:lnTo>
                  <a:pt x="160686" y="71525"/>
                </a:lnTo>
                <a:lnTo>
                  <a:pt x="102503" y="71525"/>
                </a:lnTo>
                <a:cubicBezTo>
                  <a:pt x="103053" y="80259"/>
                  <a:pt x="105678" y="86913"/>
                  <a:pt x="110378" y="91486"/>
                </a:cubicBezTo>
                <a:cubicBezTo>
                  <a:pt x="115077" y="96060"/>
                  <a:pt x="121622" y="98347"/>
                  <a:pt x="130013" y="98347"/>
                </a:cubicBezTo>
                <a:cubicBezTo>
                  <a:pt x="134873" y="98347"/>
                  <a:pt x="139584" y="97751"/>
                  <a:pt x="144146" y="96558"/>
                </a:cubicBezTo>
                <a:cubicBezTo>
                  <a:pt x="148708" y="95366"/>
                  <a:pt x="153235" y="93578"/>
                  <a:pt x="157729" y="91194"/>
                </a:cubicBezTo>
                <a:lnTo>
                  <a:pt x="157729" y="103161"/>
                </a:lnTo>
                <a:cubicBezTo>
                  <a:pt x="153190" y="105086"/>
                  <a:pt x="148536" y="106554"/>
                  <a:pt x="143767" y="107562"/>
                </a:cubicBezTo>
                <a:cubicBezTo>
                  <a:pt x="138999" y="108571"/>
                  <a:pt x="134162" y="109075"/>
                  <a:pt x="129256" y="109075"/>
                </a:cubicBezTo>
                <a:cubicBezTo>
                  <a:pt x="116969" y="109075"/>
                  <a:pt x="107237" y="105493"/>
                  <a:pt x="100062" y="98329"/>
                </a:cubicBezTo>
                <a:cubicBezTo>
                  <a:pt x="92886" y="91164"/>
                  <a:pt x="89299" y="81473"/>
                  <a:pt x="89299" y="69257"/>
                </a:cubicBezTo>
                <a:cubicBezTo>
                  <a:pt x="89299" y="56627"/>
                  <a:pt x="92703" y="46604"/>
                  <a:pt x="99512" y="39186"/>
                </a:cubicBezTo>
                <a:cubicBezTo>
                  <a:pt x="106320" y="31769"/>
                  <a:pt x="115501" y="28060"/>
                  <a:pt x="127055" y="28060"/>
                </a:cubicBezTo>
                <a:cubicBezTo>
                  <a:pt x="137417" y="28060"/>
                  <a:pt x="145613" y="31402"/>
                  <a:pt x="151642" y="38086"/>
                </a:cubicBezTo>
                <a:cubicBezTo>
                  <a:pt x="157671" y="44768"/>
                  <a:pt x="160686" y="53851"/>
                  <a:pt x="160686" y="65335"/>
                </a:cubicBezTo>
                <a:moveTo>
                  <a:pt x="148031" y="61621"/>
                </a:moveTo>
                <a:cubicBezTo>
                  <a:pt x="147940" y="54677"/>
                  <a:pt x="146003" y="49135"/>
                  <a:pt x="142220" y="44997"/>
                </a:cubicBezTo>
                <a:cubicBezTo>
                  <a:pt x="138438" y="40858"/>
                  <a:pt x="133428" y="38788"/>
                  <a:pt x="127193" y="38788"/>
                </a:cubicBezTo>
                <a:cubicBezTo>
                  <a:pt x="120132" y="38788"/>
                  <a:pt x="114481" y="40789"/>
                  <a:pt x="110240" y="44791"/>
                </a:cubicBezTo>
                <a:cubicBezTo>
                  <a:pt x="105999" y="48791"/>
                  <a:pt x="103558" y="54424"/>
                  <a:pt x="102916" y="61690"/>
                </a:cubicBezTo>
                <a:lnTo>
                  <a:pt x="148031" y="61621"/>
                </a:lnTo>
                <a:close/>
                <a:moveTo>
                  <a:pt x="232109" y="67570"/>
                </a:moveTo>
                <a:cubicBezTo>
                  <a:pt x="232109" y="58389"/>
                  <a:pt x="230218" y="51274"/>
                  <a:pt x="226435" y="46225"/>
                </a:cubicBezTo>
                <a:cubicBezTo>
                  <a:pt x="222653" y="41175"/>
                  <a:pt x="217346" y="38651"/>
                  <a:pt x="210514" y="38651"/>
                </a:cubicBezTo>
                <a:cubicBezTo>
                  <a:pt x="203728" y="38651"/>
                  <a:pt x="198444" y="41175"/>
                  <a:pt x="194662" y="46225"/>
                </a:cubicBezTo>
                <a:cubicBezTo>
                  <a:pt x="190879" y="51274"/>
                  <a:pt x="188988" y="58389"/>
                  <a:pt x="188988" y="67570"/>
                </a:cubicBezTo>
                <a:cubicBezTo>
                  <a:pt x="188988" y="76706"/>
                  <a:pt x="190879" y="83798"/>
                  <a:pt x="194662" y="88847"/>
                </a:cubicBezTo>
                <a:cubicBezTo>
                  <a:pt x="198444" y="93896"/>
                  <a:pt x="203728" y="96421"/>
                  <a:pt x="210514" y="96421"/>
                </a:cubicBezTo>
                <a:cubicBezTo>
                  <a:pt x="217346" y="96421"/>
                  <a:pt x="222653" y="93896"/>
                  <a:pt x="226435" y="88847"/>
                </a:cubicBezTo>
                <a:cubicBezTo>
                  <a:pt x="230218" y="83798"/>
                  <a:pt x="232109" y="76706"/>
                  <a:pt x="232109" y="67570"/>
                </a:cubicBezTo>
                <a:moveTo>
                  <a:pt x="244763" y="97453"/>
                </a:moveTo>
                <a:cubicBezTo>
                  <a:pt x="244763" y="110565"/>
                  <a:pt x="241852" y="120320"/>
                  <a:pt x="236029" y="126716"/>
                </a:cubicBezTo>
                <a:cubicBezTo>
                  <a:pt x="230206" y="133112"/>
                  <a:pt x="221289" y="136310"/>
                  <a:pt x="209276" y="136310"/>
                </a:cubicBezTo>
                <a:cubicBezTo>
                  <a:pt x="204829" y="136310"/>
                  <a:pt x="200634" y="135983"/>
                  <a:pt x="196691" y="135330"/>
                </a:cubicBezTo>
                <a:cubicBezTo>
                  <a:pt x="192748" y="134676"/>
                  <a:pt x="188919" y="133673"/>
                  <a:pt x="185205" y="132321"/>
                </a:cubicBezTo>
                <a:lnTo>
                  <a:pt x="185205" y="119942"/>
                </a:lnTo>
                <a:cubicBezTo>
                  <a:pt x="188919" y="121959"/>
                  <a:pt x="192587" y="123449"/>
                  <a:pt x="196209" y="124412"/>
                </a:cubicBezTo>
                <a:cubicBezTo>
                  <a:pt x="199831" y="125375"/>
                  <a:pt x="203522" y="125856"/>
                  <a:pt x="207282" y="125856"/>
                </a:cubicBezTo>
                <a:cubicBezTo>
                  <a:pt x="215580" y="125856"/>
                  <a:pt x="221793" y="123690"/>
                  <a:pt x="225919" y="119357"/>
                </a:cubicBezTo>
                <a:cubicBezTo>
                  <a:pt x="230046" y="115024"/>
                  <a:pt x="232109" y="108479"/>
                  <a:pt x="232109" y="99722"/>
                </a:cubicBezTo>
                <a:lnTo>
                  <a:pt x="232109" y="93395"/>
                </a:lnTo>
                <a:cubicBezTo>
                  <a:pt x="229496" y="97957"/>
                  <a:pt x="226149" y="101367"/>
                  <a:pt x="222068" y="103625"/>
                </a:cubicBezTo>
                <a:cubicBezTo>
                  <a:pt x="217988" y="105883"/>
                  <a:pt x="213105" y="107012"/>
                  <a:pt x="207419" y="107012"/>
                </a:cubicBezTo>
                <a:cubicBezTo>
                  <a:pt x="197974" y="107012"/>
                  <a:pt x="190363" y="103410"/>
                  <a:pt x="184586" y="96206"/>
                </a:cubicBezTo>
                <a:cubicBezTo>
                  <a:pt x="178809" y="89001"/>
                  <a:pt x="175921" y="79455"/>
                  <a:pt x="175921" y="67570"/>
                </a:cubicBezTo>
                <a:cubicBezTo>
                  <a:pt x="175921" y="55639"/>
                  <a:pt x="178809" y="46072"/>
                  <a:pt x="184586" y="38868"/>
                </a:cubicBezTo>
                <a:cubicBezTo>
                  <a:pt x="190363" y="31662"/>
                  <a:pt x="197974" y="28060"/>
                  <a:pt x="207419" y="28060"/>
                </a:cubicBezTo>
                <a:cubicBezTo>
                  <a:pt x="213105" y="28060"/>
                  <a:pt x="217988" y="29189"/>
                  <a:pt x="222068" y="31447"/>
                </a:cubicBezTo>
                <a:cubicBezTo>
                  <a:pt x="226149" y="33705"/>
                  <a:pt x="229496" y="37115"/>
                  <a:pt x="232109" y="41677"/>
                </a:cubicBezTo>
                <a:lnTo>
                  <a:pt x="232109" y="29985"/>
                </a:lnTo>
                <a:lnTo>
                  <a:pt x="244763" y="29985"/>
                </a:lnTo>
                <a:lnTo>
                  <a:pt x="244763" y="97453"/>
                </a:lnTo>
                <a:close/>
                <a:moveTo>
                  <a:pt x="336607" y="65335"/>
                </a:moveTo>
                <a:lnTo>
                  <a:pt x="336607" y="71525"/>
                </a:lnTo>
                <a:lnTo>
                  <a:pt x="278424" y="71525"/>
                </a:lnTo>
                <a:cubicBezTo>
                  <a:pt x="278974" y="80259"/>
                  <a:pt x="281599" y="86913"/>
                  <a:pt x="286299" y="91486"/>
                </a:cubicBezTo>
                <a:cubicBezTo>
                  <a:pt x="290998" y="96060"/>
                  <a:pt x="297543" y="98347"/>
                  <a:pt x="305934" y="98347"/>
                </a:cubicBezTo>
                <a:cubicBezTo>
                  <a:pt x="310794" y="98347"/>
                  <a:pt x="315505" y="97751"/>
                  <a:pt x="320067" y="96558"/>
                </a:cubicBezTo>
                <a:cubicBezTo>
                  <a:pt x="324629" y="95366"/>
                  <a:pt x="329156" y="93578"/>
                  <a:pt x="333649" y="91194"/>
                </a:cubicBezTo>
                <a:lnTo>
                  <a:pt x="333649" y="103161"/>
                </a:lnTo>
                <a:cubicBezTo>
                  <a:pt x="329110" y="105086"/>
                  <a:pt x="324457" y="106554"/>
                  <a:pt x="319688" y="107562"/>
                </a:cubicBezTo>
                <a:cubicBezTo>
                  <a:pt x="314920" y="108571"/>
                  <a:pt x="310083" y="109075"/>
                  <a:pt x="305177" y="109075"/>
                </a:cubicBezTo>
                <a:cubicBezTo>
                  <a:pt x="292889" y="109075"/>
                  <a:pt x="283158" y="105493"/>
                  <a:pt x="275983" y="98329"/>
                </a:cubicBezTo>
                <a:cubicBezTo>
                  <a:pt x="268807" y="91164"/>
                  <a:pt x="265219" y="81473"/>
                  <a:pt x="265219" y="69257"/>
                </a:cubicBezTo>
                <a:cubicBezTo>
                  <a:pt x="265219" y="56627"/>
                  <a:pt x="268624" y="46604"/>
                  <a:pt x="275432" y="39186"/>
                </a:cubicBezTo>
                <a:cubicBezTo>
                  <a:pt x="282241" y="31769"/>
                  <a:pt x="291422" y="28060"/>
                  <a:pt x="302976" y="28060"/>
                </a:cubicBezTo>
                <a:cubicBezTo>
                  <a:pt x="313338" y="28060"/>
                  <a:pt x="321534" y="31402"/>
                  <a:pt x="327563" y="38086"/>
                </a:cubicBezTo>
                <a:cubicBezTo>
                  <a:pt x="333592" y="44768"/>
                  <a:pt x="336607" y="53851"/>
                  <a:pt x="336607" y="65335"/>
                </a:cubicBezTo>
                <a:moveTo>
                  <a:pt x="323952" y="61621"/>
                </a:moveTo>
                <a:cubicBezTo>
                  <a:pt x="323861" y="54677"/>
                  <a:pt x="321923" y="49135"/>
                  <a:pt x="318141" y="44997"/>
                </a:cubicBezTo>
                <a:cubicBezTo>
                  <a:pt x="314358" y="40858"/>
                  <a:pt x="309349" y="38788"/>
                  <a:pt x="303114" y="38788"/>
                </a:cubicBezTo>
                <a:cubicBezTo>
                  <a:pt x="296053" y="38788"/>
                  <a:pt x="290402" y="40789"/>
                  <a:pt x="286161" y="44791"/>
                </a:cubicBezTo>
                <a:cubicBezTo>
                  <a:pt x="281920" y="48791"/>
                  <a:pt x="279479" y="54424"/>
                  <a:pt x="278837" y="61690"/>
                </a:cubicBezTo>
                <a:lnTo>
                  <a:pt x="323952" y="61621"/>
                </a:lnTo>
                <a:close/>
                <a:moveTo>
                  <a:pt x="421371" y="60521"/>
                </a:moveTo>
                <a:lnTo>
                  <a:pt x="421371" y="107012"/>
                </a:lnTo>
                <a:lnTo>
                  <a:pt x="408717" y="107012"/>
                </a:lnTo>
                <a:lnTo>
                  <a:pt x="408717" y="60934"/>
                </a:lnTo>
                <a:cubicBezTo>
                  <a:pt x="408717" y="53621"/>
                  <a:pt x="407295" y="48147"/>
                  <a:pt x="404453" y="44514"/>
                </a:cubicBezTo>
                <a:cubicBezTo>
                  <a:pt x="401610" y="40880"/>
                  <a:pt x="397346" y="39064"/>
                  <a:pt x="391661" y="39064"/>
                </a:cubicBezTo>
                <a:cubicBezTo>
                  <a:pt x="384829" y="39064"/>
                  <a:pt x="379442" y="41248"/>
                  <a:pt x="375499" y="45616"/>
                </a:cubicBezTo>
                <a:cubicBezTo>
                  <a:pt x="371556" y="49984"/>
                  <a:pt x="369584" y="55937"/>
                  <a:pt x="369584" y="63478"/>
                </a:cubicBezTo>
                <a:lnTo>
                  <a:pt x="369584" y="107012"/>
                </a:lnTo>
                <a:lnTo>
                  <a:pt x="356861" y="107012"/>
                </a:lnTo>
                <a:lnTo>
                  <a:pt x="356861" y="29985"/>
                </a:lnTo>
                <a:lnTo>
                  <a:pt x="369584" y="29985"/>
                </a:lnTo>
                <a:lnTo>
                  <a:pt x="369584" y="41952"/>
                </a:lnTo>
                <a:cubicBezTo>
                  <a:pt x="372611" y="37298"/>
                  <a:pt x="376175" y="33820"/>
                  <a:pt x="380279" y="31516"/>
                </a:cubicBezTo>
                <a:cubicBezTo>
                  <a:pt x="384382" y="29212"/>
                  <a:pt x="389116" y="28060"/>
                  <a:pt x="394481" y="28060"/>
                </a:cubicBezTo>
                <a:cubicBezTo>
                  <a:pt x="403330" y="28060"/>
                  <a:pt x="410024" y="30805"/>
                  <a:pt x="414563" y="36295"/>
                </a:cubicBezTo>
                <a:cubicBezTo>
                  <a:pt x="419102" y="41786"/>
                  <a:pt x="421371" y="49861"/>
                  <a:pt x="421371" y="60521"/>
                </a:cubicBezTo>
                <a:close/>
                <a:moveTo>
                  <a:pt x="512386" y="65335"/>
                </a:moveTo>
                <a:lnTo>
                  <a:pt x="512386" y="71525"/>
                </a:lnTo>
                <a:lnTo>
                  <a:pt x="454203" y="71525"/>
                </a:lnTo>
                <a:cubicBezTo>
                  <a:pt x="454753" y="80259"/>
                  <a:pt x="457378" y="86913"/>
                  <a:pt x="462077" y="91486"/>
                </a:cubicBezTo>
                <a:cubicBezTo>
                  <a:pt x="466777" y="96060"/>
                  <a:pt x="473322" y="98347"/>
                  <a:pt x="481712" y="98347"/>
                </a:cubicBezTo>
                <a:cubicBezTo>
                  <a:pt x="486572" y="98347"/>
                  <a:pt x="491283" y="97751"/>
                  <a:pt x="495845" y="96558"/>
                </a:cubicBezTo>
                <a:cubicBezTo>
                  <a:pt x="500407" y="95366"/>
                  <a:pt x="504935" y="93578"/>
                  <a:pt x="509428" y="91194"/>
                </a:cubicBezTo>
                <a:lnTo>
                  <a:pt x="509428" y="103161"/>
                </a:lnTo>
                <a:cubicBezTo>
                  <a:pt x="504889" y="105086"/>
                  <a:pt x="500235" y="106554"/>
                  <a:pt x="495467" y="107562"/>
                </a:cubicBezTo>
                <a:cubicBezTo>
                  <a:pt x="490699" y="108571"/>
                  <a:pt x="485862" y="109075"/>
                  <a:pt x="480956" y="109075"/>
                </a:cubicBezTo>
                <a:cubicBezTo>
                  <a:pt x="468668" y="109075"/>
                  <a:pt x="458937" y="105493"/>
                  <a:pt x="451761" y="98329"/>
                </a:cubicBezTo>
                <a:cubicBezTo>
                  <a:pt x="444586" y="91164"/>
                  <a:pt x="440998" y="81473"/>
                  <a:pt x="440998" y="69257"/>
                </a:cubicBezTo>
                <a:cubicBezTo>
                  <a:pt x="440998" y="56627"/>
                  <a:pt x="444403" y="46604"/>
                  <a:pt x="451211" y="39186"/>
                </a:cubicBezTo>
                <a:cubicBezTo>
                  <a:pt x="458020" y="31769"/>
                  <a:pt x="467201" y="28060"/>
                  <a:pt x="478755" y="28060"/>
                </a:cubicBezTo>
                <a:cubicBezTo>
                  <a:pt x="489117" y="28060"/>
                  <a:pt x="497313" y="31402"/>
                  <a:pt x="503342" y="38086"/>
                </a:cubicBezTo>
                <a:cubicBezTo>
                  <a:pt x="509371" y="44768"/>
                  <a:pt x="512386" y="53851"/>
                  <a:pt x="512386" y="65335"/>
                </a:cubicBezTo>
                <a:moveTo>
                  <a:pt x="499731" y="61621"/>
                </a:moveTo>
                <a:cubicBezTo>
                  <a:pt x="499639" y="54677"/>
                  <a:pt x="497702" y="49135"/>
                  <a:pt x="493920" y="44997"/>
                </a:cubicBezTo>
                <a:cubicBezTo>
                  <a:pt x="490137" y="40858"/>
                  <a:pt x="485128" y="38788"/>
                  <a:pt x="478893" y="38788"/>
                </a:cubicBezTo>
                <a:cubicBezTo>
                  <a:pt x="471832" y="38788"/>
                  <a:pt x="466181" y="40789"/>
                  <a:pt x="461940" y="44791"/>
                </a:cubicBezTo>
                <a:cubicBezTo>
                  <a:pt x="457699" y="48791"/>
                  <a:pt x="455257" y="54424"/>
                  <a:pt x="454615" y="61690"/>
                </a:cubicBezTo>
                <a:lnTo>
                  <a:pt x="499731" y="61621"/>
                </a:lnTo>
                <a:close/>
                <a:moveTo>
                  <a:pt x="577757" y="41815"/>
                </a:moveTo>
                <a:cubicBezTo>
                  <a:pt x="576336" y="40966"/>
                  <a:pt x="574788" y="40342"/>
                  <a:pt x="573115" y="39940"/>
                </a:cubicBezTo>
                <a:cubicBezTo>
                  <a:pt x="571441" y="39539"/>
                  <a:pt x="569596" y="39339"/>
                  <a:pt x="567578" y="39339"/>
                </a:cubicBezTo>
                <a:cubicBezTo>
                  <a:pt x="560426" y="39339"/>
                  <a:pt x="554935" y="41672"/>
                  <a:pt x="551107" y="46339"/>
                </a:cubicBezTo>
                <a:cubicBezTo>
                  <a:pt x="547279" y="51004"/>
                  <a:pt x="545364" y="57703"/>
                  <a:pt x="545364" y="66436"/>
                </a:cubicBezTo>
                <a:lnTo>
                  <a:pt x="545364" y="107012"/>
                </a:lnTo>
                <a:lnTo>
                  <a:pt x="532641" y="107012"/>
                </a:lnTo>
                <a:lnTo>
                  <a:pt x="532641" y="29985"/>
                </a:lnTo>
                <a:lnTo>
                  <a:pt x="545364" y="29985"/>
                </a:lnTo>
                <a:lnTo>
                  <a:pt x="545364" y="41952"/>
                </a:lnTo>
                <a:cubicBezTo>
                  <a:pt x="548024" y="37253"/>
                  <a:pt x="551485" y="33762"/>
                  <a:pt x="555749" y="31481"/>
                </a:cubicBezTo>
                <a:cubicBezTo>
                  <a:pt x="560013" y="29200"/>
                  <a:pt x="565194" y="28060"/>
                  <a:pt x="571292" y="28060"/>
                </a:cubicBezTo>
                <a:cubicBezTo>
                  <a:pt x="572163" y="28060"/>
                  <a:pt x="573126" y="28117"/>
                  <a:pt x="574181" y="28232"/>
                </a:cubicBezTo>
                <a:cubicBezTo>
                  <a:pt x="575235" y="28346"/>
                  <a:pt x="576404" y="28518"/>
                  <a:pt x="577688" y="28747"/>
                </a:cubicBezTo>
                <a:lnTo>
                  <a:pt x="577757" y="41815"/>
                </a:lnTo>
                <a:close/>
                <a:moveTo>
                  <a:pt x="626017" y="68224"/>
                </a:moveTo>
                <a:cubicBezTo>
                  <a:pt x="615793" y="68224"/>
                  <a:pt x="608709" y="69399"/>
                  <a:pt x="604766" y="71748"/>
                </a:cubicBezTo>
                <a:cubicBezTo>
                  <a:pt x="600823" y="74097"/>
                  <a:pt x="598851" y="78103"/>
                  <a:pt x="598851" y="83769"/>
                </a:cubicBezTo>
                <a:cubicBezTo>
                  <a:pt x="598851" y="88282"/>
                  <a:pt x="600330" y="91863"/>
                  <a:pt x="603287" y="94512"/>
                </a:cubicBezTo>
                <a:cubicBezTo>
                  <a:pt x="606244" y="97160"/>
                  <a:pt x="610268" y="98484"/>
                  <a:pt x="615357" y="98484"/>
                </a:cubicBezTo>
                <a:cubicBezTo>
                  <a:pt x="622372" y="98484"/>
                  <a:pt x="628000" y="95985"/>
                  <a:pt x="632241" y="90988"/>
                </a:cubicBezTo>
                <a:cubicBezTo>
                  <a:pt x="636482" y="85989"/>
                  <a:pt x="638603" y="79343"/>
                  <a:pt x="638603" y="71050"/>
                </a:cubicBezTo>
                <a:lnTo>
                  <a:pt x="638603" y="68224"/>
                </a:lnTo>
                <a:lnTo>
                  <a:pt x="626017" y="68224"/>
                </a:lnTo>
                <a:moveTo>
                  <a:pt x="651257" y="62997"/>
                </a:moveTo>
                <a:lnTo>
                  <a:pt x="651257" y="107012"/>
                </a:lnTo>
                <a:lnTo>
                  <a:pt x="638603" y="107012"/>
                </a:lnTo>
                <a:lnTo>
                  <a:pt x="638603" y="95321"/>
                </a:lnTo>
                <a:cubicBezTo>
                  <a:pt x="635714" y="100020"/>
                  <a:pt x="632115" y="103487"/>
                  <a:pt x="627805" y="105723"/>
                </a:cubicBezTo>
                <a:cubicBezTo>
                  <a:pt x="623495" y="107958"/>
                  <a:pt x="618223" y="109075"/>
                  <a:pt x="611987" y="109075"/>
                </a:cubicBezTo>
                <a:cubicBezTo>
                  <a:pt x="604101" y="109075"/>
                  <a:pt x="597831" y="106857"/>
                  <a:pt x="593177" y="102421"/>
                </a:cubicBezTo>
                <a:cubicBezTo>
                  <a:pt x="588524" y="97984"/>
                  <a:pt x="586197" y="92042"/>
                  <a:pt x="586197" y="84594"/>
                </a:cubicBezTo>
                <a:cubicBezTo>
                  <a:pt x="586197" y="75906"/>
                  <a:pt x="589097" y="69355"/>
                  <a:pt x="594897" y="64942"/>
                </a:cubicBezTo>
                <a:cubicBezTo>
                  <a:pt x="600697" y="60527"/>
                  <a:pt x="609351" y="58320"/>
                  <a:pt x="620859" y="58320"/>
                </a:cubicBezTo>
                <a:lnTo>
                  <a:pt x="638603" y="58320"/>
                </a:lnTo>
                <a:lnTo>
                  <a:pt x="638603" y="57082"/>
                </a:lnTo>
                <a:cubicBezTo>
                  <a:pt x="638603" y="51259"/>
                  <a:pt x="636688" y="46755"/>
                  <a:pt x="632860" y="43568"/>
                </a:cubicBezTo>
                <a:cubicBezTo>
                  <a:pt x="629032" y="40382"/>
                  <a:pt x="623656" y="38788"/>
                  <a:pt x="616733" y="38788"/>
                </a:cubicBezTo>
                <a:cubicBezTo>
                  <a:pt x="612331" y="38788"/>
                  <a:pt x="608044" y="39316"/>
                  <a:pt x="603872" y="40370"/>
                </a:cubicBezTo>
                <a:cubicBezTo>
                  <a:pt x="599700" y="41425"/>
                  <a:pt x="595688" y="43007"/>
                  <a:pt x="591836" y="45116"/>
                </a:cubicBezTo>
                <a:lnTo>
                  <a:pt x="591836" y="33424"/>
                </a:lnTo>
                <a:cubicBezTo>
                  <a:pt x="596467" y="31636"/>
                  <a:pt x="600960" y="30295"/>
                  <a:pt x="605316" y="29401"/>
                </a:cubicBezTo>
                <a:cubicBezTo>
                  <a:pt x="609672" y="28507"/>
                  <a:pt x="613913" y="28060"/>
                  <a:pt x="618039" y="28060"/>
                </a:cubicBezTo>
                <a:cubicBezTo>
                  <a:pt x="629181" y="28060"/>
                  <a:pt x="637502" y="30948"/>
                  <a:pt x="643004" y="36725"/>
                </a:cubicBezTo>
                <a:cubicBezTo>
                  <a:pt x="648506" y="42502"/>
                  <a:pt x="651257" y="51259"/>
                  <a:pt x="651257" y="62997"/>
                </a:cubicBezTo>
                <a:close/>
                <a:moveTo>
                  <a:pt x="689727" y="8115"/>
                </a:moveTo>
                <a:lnTo>
                  <a:pt x="689727" y="29985"/>
                </a:lnTo>
                <a:lnTo>
                  <a:pt x="715793" y="29985"/>
                </a:lnTo>
                <a:lnTo>
                  <a:pt x="715793" y="39889"/>
                </a:lnTo>
                <a:lnTo>
                  <a:pt x="689727" y="39889"/>
                </a:lnTo>
                <a:lnTo>
                  <a:pt x="689727" y="81652"/>
                </a:lnTo>
                <a:cubicBezTo>
                  <a:pt x="689727" y="87926"/>
                  <a:pt x="690587" y="91956"/>
                  <a:pt x="692306" y="93743"/>
                </a:cubicBezTo>
                <a:cubicBezTo>
                  <a:pt x="694026" y="95528"/>
                  <a:pt x="697522" y="96421"/>
                  <a:pt x="702794" y="96421"/>
                </a:cubicBezTo>
                <a:lnTo>
                  <a:pt x="715793" y="96421"/>
                </a:lnTo>
                <a:lnTo>
                  <a:pt x="715793" y="107012"/>
                </a:lnTo>
                <a:lnTo>
                  <a:pt x="702794" y="107012"/>
                </a:lnTo>
                <a:cubicBezTo>
                  <a:pt x="693028" y="107012"/>
                  <a:pt x="686289" y="105191"/>
                  <a:pt x="682575" y="101549"/>
                </a:cubicBezTo>
                <a:cubicBezTo>
                  <a:pt x="678861" y="97905"/>
                  <a:pt x="677004" y="91273"/>
                  <a:pt x="677004" y="81652"/>
                </a:cubicBezTo>
                <a:lnTo>
                  <a:pt x="677004" y="39889"/>
                </a:lnTo>
                <a:lnTo>
                  <a:pt x="667720" y="39889"/>
                </a:lnTo>
                <a:lnTo>
                  <a:pt x="667720" y="29985"/>
                </a:lnTo>
                <a:lnTo>
                  <a:pt x="677004" y="29985"/>
                </a:lnTo>
                <a:lnTo>
                  <a:pt x="677004" y="8115"/>
                </a:lnTo>
                <a:lnTo>
                  <a:pt x="689727" y="8115"/>
                </a:lnTo>
                <a:close/>
                <a:moveTo>
                  <a:pt x="798308" y="65335"/>
                </a:moveTo>
                <a:lnTo>
                  <a:pt x="798308" y="71525"/>
                </a:lnTo>
                <a:lnTo>
                  <a:pt x="740125" y="71525"/>
                </a:lnTo>
                <a:cubicBezTo>
                  <a:pt x="740676" y="80259"/>
                  <a:pt x="743300" y="86913"/>
                  <a:pt x="748000" y="91486"/>
                </a:cubicBezTo>
                <a:cubicBezTo>
                  <a:pt x="752700" y="96060"/>
                  <a:pt x="759245" y="98347"/>
                  <a:pt x="767635" y="98347"/>
                </a:cubicBezTo>
                <a:cubicBezTo>
                  <a:pt x="772495" y="98347"/>
                  <a:pt x="777206" y="97751"/>
                  <a:pt x="781768" y="96558"/>
                </a:cubicBezTo>
                <a:cubicBezTo>
                  <a:pt x="786330" y="95366"/>
                  <a:pt x="790858" y="93578"/>
                  <a:pt x="795351" y="91194"/>
                </a:cubicBezTo>
                <a:lnTo>
                  <a:pt x="795351" y="103161"/>
                </a:lnTo>
                <a:cubicBezTo>
                  <a:pt x="790812" y="105086"/>
                  <a:pt x="786158" y="106554"/>
                  <a:pt x="781390" y="107562"/>
                </a:cubicBezTo>
                <a:cubicBezTo>
                  <a:pt x="776621" y="108571"/>
                  <a:pt x="771784" y="109075"/>
                  <a:pt x="766878" y="109075"/>
                </a:cubicBezTo>
                <a:cubicBezTo>
                  <a:pt x="754591" y="109075"/>
                  <a:pt x="744859" y="105493"/>
                  <a:pt x="737684" y="98329"/>
                </a:cubicBezTo>
                <a:cubicBezTo>
                  <a:pt x="730509" y="91164"/>
                  <a:pt x="726921" y="81473"/>
                  <a:pt x="726921" y="69257"/>
                </a:cubicBezTo>
                <a:cubicBezTo>
                  <a:pt x="726921" y="56627"/>
                  <a:pt x="730325" y="46604"/>
                  <a:pt x="737134" y="39186"/>
                </a:cubicBezTo>
                <a:cubicBezTo>
                  <a:pt x="743942" y="31769"/>
                  <a:pt x="753124" y="28060"/>
                  <a:pt x="764678" y="28060"/>
                </a:cubicBezTo>
                <a:cubicBezTo>
                  <a:pt x="775040" y="28060"/>
                  <a:pt x="783235" y="31402"/>
                  <a:pt x="789264" y="38086"/>
                </a:cubicBezTo>
                <a:cubicBezTo>
                  <a:pt x="795294" y="44768"/>
                  <a:pt x="798308" y="53851"/>
                  <a:pt x="798308" y="65335"/>
                </a:cubicBezTo>
                <a:moveTo>
                  <a:pt x="785654" y="61621"/>
                </a:moveTo>
                <a:cubicBezTo>
                  <a:pt x="785562" y="54677"/>
                  <a:pt x="783625" y="49135"/>
                  <a:pt x="779842" y="44997"/>
                </a:cubicBezTo>
                <a:cubicBezTo>
                  <a:pt x="776060" y="40858"/>
                  <a:pt x="771051" y="38788"/>
                  <a:pt x="764815" y="38788"/>
                </a:cubicBezTo>
                <a:cubicBezTo>
                  <a:pt x="757754" y="38788"/>
                  <a:pt x="752104" y="40789"/>
                  <a:pt x="747862" y="44791"/>
                </a:cubicBezTo>
                <a:cubicBezTo>
                  <a:pt x="743621" y="48791"/>
                  <a:pt x="741180" y="54424"/>
                  <a:pt x="740538" y="61690"/>
                </a:cubicBezTo>
                <a:lnTo>
                  <a:pt x="785654" y="61621"/>
                </a:lnTo>
                <a:close/>
                <a:moveTo>
                  <a:pt x="894094" y="138"/>
                </a:moveTo>
                <a:cubicBezTo>
                  <a:pt x="887950" y="10683"/>
                  <a:pt x="883388" y="21114"/>
                  <a:pt x="880408" y="31430"/>
                </a:cubicBezTo>
                <a:cubicBezTo>
                  <a:pt x="877427" y="41746"/>
                  <a:pt x="875937" y="52199"/>
                  <a:pt x="875937" y="62791"/>
                </a:cubicBezTo>
                <a:cubicBezTo>
                  <a:pt x="875937" y="73382"/>
                  <a:pt x="877439" y="83870"/>
                  <a:pt x="880442" y="94255"/>
                </a:cubicBezTo>
                <a:cubicBezTo>
                  <a:pt x="883445" y="104639"/>
                  <a:pt x="887996" y="115082"/>
                  <a:pt x="894094" y="125581"/>
                </a:cubicBezTo>
                <a:lnTo>
                  <a:pt x="883090" y="125581"/>
                </a:lnTo>
                <a:cubicBezTo>
                  <a:pt x="876212" y="114806"/>
                  <a:pt x="871066" y="104215"/>
                  <a:pt x="867650" y="93808"/>
                </a:cubicBezTo>
                <a:cubicBezTo>
                  <a:pt x="864234" y="83400"/>
                  <a:pt x="862526" y="73061"/>
                  <a:pt x="862526" y="62791"/>
                </a:cubicBezTo>
                <a:cubicBezTo>
                  <a:pt x="862526" y="52566"/>
                  <a:pt x="864223" y="42273"/>
                  <a:pt x="867616" y="31911"/>
                </a:cubicBezTo>
                <a:cubicBezTo>
                  <a:pt x="871008" y="21549"/>
                  <a:pt x="876166" y="10958"/>
                  <a:pt x="883090" y="138"/>
                </a:cubicBezTo>
                <a:lnTo>
                  <a:pt x="894094" y="138"/>
                </a:lnTo>
                <a:close/>
                <a:moveTo>
                  <a:pt x="931144" y="8115"/>
                </a:moveTo>
                <a:lnTo>
                  <a:pt x="931144" y="29985"/>
                </a:lnTo>
                <a:lnTo>
                  <a:pt x="957209" y="29985"/>
                </a:lnTo>
                <a:lnTo>
                  <a:pt x="957209" y="39889"/>
                </a:lnTo>
                <a:lnTo>
                  <a:pt x="931144" y="39889"/>
                </a:lnTo>
                <a:lnTo>
                  <a:pt x="931144" y="81652"/>
                </a:lnTo>
                <a:cubicBezTo>
                  <a:pt x="931144" y="87926"/>
                  <a:pt x="932003" y="91956"/>
                  <a:pt x="933723" y="93743"/>
                </a:cubicBezTo>
                <a:cubicBezTo>
                  <a:pt x="935442" y="95528"/>
                  <a:pt x="938938" y="96421"/>
                  <a:pt x="944211" y="96421"/>
                </a:cubicBezTo>
                <a:lnTo>
                  <a:pt x="957209" y="96421"/>
                </a:lnTo>
                <a:lnTo>
                  <a:pt x="957209" y="107012"/>
                </a:lnTo>
                <a:lnTo>
                  <a:pt x="944211" y="107012"/>
                </a:lnTo>
                <a:cubicBezTo>
                  <a:pt x="934445" y="107012"/>
                  <a:pt x="927705" y="105191"/>
                  <a:pt x="923991" y="101549"/>
                </a:cubicBezTo>
                <a:cubicBezTo>
                  <a:pt x="920277" y="97905"/>
                  <a:pt x="918421" y="91273"/>
                  <a:pt x="918421" y="81652"/>
                </a:cubicBezTo>
                <a:lnTo>
                  <a:pt x="918421" y="39889"/>
                </a:lnTo>
                <a:lnTo>
                  <a:pt x="909136" y="39889"/>
                </a:lnTo>
                <a:lnTo>
                  <a:pt x="909136" y="29985"/>
                </a:lnTo>
                <a:lnTo>
                  <a:pt x="918421" y="29985"/>
                </a:lnTo>
                <a:lnTo>
                  <a:pt x="918421" y="8115"/>
                </a:lnTo>
                <a:lnTo>
                  <a:pt x="931144" y="8115"/>
                </a:lnTo>
                <a:close/>
                <a:moveTo>
                  <a:pt x="1037868" y="60521"/>
                </a:moveTo>
                <a:lnTo>
                  <a:pt x="1037868" y="107012"/>
                </a:lnTo>
                <a:lnTo>
                  <a:pt x="1025213" y="107012"/>
                </a:lnTo>
                <a:lnTo>
                  <a:pt x="1025213" y="60934"/>
                </a:lnTo>
                <a:cubicBezTo>
                  <a:pt x="1025213" y="53621"/>
                  <a:pt x="1023792" y="48147"/>
                  <a:pt x="1020949" y="44514"/>
                </a:cubicBezTo>
                <a:cubicBezTo>
                  <a:pt x="1018107" y="40880"/>
                  <a:pt x="1013843" y="39064"/>
                  <a:pt x="1008157" y="39064"/>
                </a:cubicBezTo>
                <a:cubicBezTo>
                  <a:pt x="1001326" y="39064"/>
                  <a:pt x="995939" y="41248"/>
                  <a:pt x="991996" y="45616"/>
                </a:cubicBezTo>
                <a:cubicBezTo>
                  <a:pt x="988052" y="49984"/>
                  <a:pt x="986081" y="55937"/>
                  <a:pt x="986081" y="63478"/>
                </a:cubicBezTo>
                <a:lnTo>
                  <a:pt x="986081" y="107012"/>
                </a:lnTo>
                <a:lnTo>
                  <a:pt x="973358" y="107012"/>
                </a:lnTo>
                <a:lnTo>
                  <a:pt x="973358" y="0"/>
                </a:lnTo>
                <a:lnTo>
                  <a:pt x="986081" y="0"/>
                </a:lnTo>
                <a:lnTo>
                  <a:pt x="986081" y="41952"/>
                </a:lnTo>
                <a:cubicBezTo>
                  <a:pt x="989107" y="37298"/>
                  <a:pt x="992672" y="33820"/>
                  <a:pt x="996775" y="31516"/>
                </a:cubicBezTo>
                <a:cubicBezTo>
                  <a:pt x="1000879" y="29212"/>
                  <a:pt x="1005613" y="28060"/>
                  <a:pt x="1010977" y="28060"/>
                </a:cubicBezTo>
                <a:cubicBezTo>
                  <a:pt x="1019826" y="28060"/>
                  <a:pt x="1026520" y="30805"/>
                  <a:pt x="1031059" y="36295"/>
                </a:cubicBezTo>
                <a:cubicBezTo>
                  <a:pt x="1035598" y="41786"/>
                  <a:pt x="1037868" y="49861"/>
                  <a:pt x="1037868" y="60521"/>
                </a:cubicBezTo>
                <a:close/>
                <a:moveTo>
                  <a:pt x="1062997" y="29985"/>
                </a:moveTo>
                <a:lnTo>
                  <a:pt x="1075651" y="29985"/>
                </a:lnTo>
                <a:lnTo>
                  <a:pt x="1075651" y="107012"/>
                </a:lnTo>
                <a:lnTo>
                  <a:pt x="1062997" y="107012"/>
                </a:lnTo>
                <a:lnTo>
                  <a:pt x="1062997" y="29985"/>
                </a:lnTo>
                <a:moveTo>
                  <a:pt x="1062997" y="0"/>
                </a:moveTo>
                <a:lnTo>
                  <a:pt x="1075651" y="0"/>
                </a:lnTo>
                <a:lnTo>
                  <a:pt x="1075651" y="16093"/>
                </a:lnTo>
                <a:lnTo>
                  <a:pt x="1062997" y="16093"/>
                </a:lnTo>
                <a:lnTo>
                  <a:pt x="1062997" y="0"/>
                </a:lnTo>
                <a:close/>
                <a:moveTo>
                  <a:pt x="1166039" y="60521"/>
                </a:moveTo>
                <a:lnTo>
                  <a:pt x="1166039" y="107012"/>
                </a:lnTo>
                <a:lnTo>
                  <a:pt x="1153385" y="107012"/>
                </a:lnTo>
                <a:lnTo>
                  <a:pt x="1153385" y="60934"/>
                </a:lnTo>
                <a:cubicBezTo>
                  <a:pt x="1153385" y="53621"/>
                  <a:pt x="1151964" y="48147"/>
                  <a:pt x="1149121" y="44514"/>
                </a:cubicBezTo>
                <a:cubicBezTo>
                  <a:pt x="1146278" y="40880"/>
                  <a:pt x="1142014" y="39064"/>
                  <a:pt x="1136329" y="39064"/>
                </a:cubicBezTo>
                <a:cubicBezTo>
                  <a:pt x="1129498" y="39064"/>
                  <a:pt x="1124110" y="41248"/>
                  <a:pt x="1120167" y="45616"/>
                </a:cubicBezTo>
                <a:cubicBezTo>
                  <a:pt x="1116224" y="49984"/>
                  <a:pt x="1114253" y="55937"/>
                  <a:pt x="1114253" y="63478"/>
                </a:cubicBezTo>
                <a:lnTo>
                  <a:pt x="1114253" y="107012"/>
                </a:lnTo>
                <a:lnTo>
                  <a:pt x="1101530" y="107012"/>
                </a:lnTo>
                <a:lnTo>
                  <a:pt x="1101530" y="29985"/>
                </a:lnTo>
                <a:lnTo>
                  <a:pt x="1114253" y="29985"/>
                </a:lnTo>
                <a:lnTo>
                  <a:pt x="1114253" y="41952"/>
                </a:lnTo>
                <a:cubicBezTo>
                  <a:pt x="1117279" y="37298"/>
                  <a:pt x="1120844" y="33820"/>
                  <a:pt x="1124947" y="31516"/>
                </a:cubicBezTo>
                <a:cubicBezTo>
                  <a:pt x="1129051" y="29212"/>
                  <a:pt x="1133784" y="28060"/>
                  <a:pt x="1139149" y="28060"/>
                </a:cubicBezTo>
                <a:cubicBezTo>
                  <a:pt x="1147998" y="28060"/>
                  <a:pt x="1154692" y="30805"/>
                  <a:pt x="1159231" y="36295"/>
                </a:cubicBezTo>
                <a:cubicBezTo>
                  <a:pt x="1163770" y="41786"/>
                  <a:pt x="1166039" y="49861"/>
                  <a:pt x="1166039" y="60521"/>
                </a:cubicBezTo>
                <a:close/>
                <a:moveTo>
                  <a:pt x="1189175" y="138"/>
                </a:moveTo>
                <a:lnTo>
                  <a:pt x="1200178" y="138"/>
                </a:lnTo>
                <a:cubicBezTo>
                  <a:pt x="1207056" y="10958"/>
                  <a:pt x="1212202" y="21549"/>
                  <a:pt x="1215618" y="31911"/>
                </a:cubicBezTo>
                <a:cubicBezTo>
                  <a:pt x="1219034" y="42273"/>
                  <a:pt x="1220742" y="52566"/>
                  <a:pt x="1220742" y="62791"/>
                </a:cubicBezTo>
                <a:cubicBezTo>
                  <a:pt x="1220742" y="73061"/>
                  <a:pt x="1219034" y="83400"/>
                  <a:pt x="1215618" y="93808"/>
                </a:cubicBezTo>
                <a:cubicBezTo>
                  <a:pt x="1212202" y="104215"/>
                  <a:pt x="1207056" y="114806"/>
                  <a:pt x="1200178" y="125581"/>
                </a:cubicBezTo>
                <a:lnTo>
                  <a:pt x="1189175" y="125581"/>
                </a:lnTo>
                <a:cubicBezTo>
                  <a:pt x="1195272" y="115082"/>
                  <a:pt x="1199823" y="104639"/>
                  <a:pt x="1202826" y="94255"/>
                </a:cubicBezTo>
                <a:cubicBezTo>
                  <a:pt x="1205829" y="83870"/>
                  <a:pt x="1207331" y="73382"/>
                  <a:pt x="1207331" y="62791"/>
                </a:cubicBezTo>
                <a:cubicBezTo>
                  <a:pt x="1207331" y="52199"/>
                  <a:pt x="1205829" y="41746"/>
                  <a:pt x="1202826" y="31430"/>
                </a:cubicBezTo>
                <a:cubicBezTo>
                  <a:pt x="1199823" y="21114"/>
                  <a:pt x="1195272" y="10683"/>
                  <a:pt x="1189175" y="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3DGaussians">
            <a:extLst xmlns:a="http://schemas.openxmlformats.org/drawingml/2006/main">
              <a:ext uri="{FF2B5EF4-FFF2-40B4-BE49-F238E27FC236}">
                <a16:creationId xmlns:a16="http://schemas.microsoft.com/office/drawing/2014/main" id="{84461969-4E6B-4EDD-8BBD-4373ED0D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343" y="5239572"/>
            <a:ext cx="943687" cy="109075"/>
          </a:xfrm>
          <a:custGeom xmlns:a="http://schemas.openxmlformats.org/drawingml/2006/main">
            <a:pathLst>
              <a:path w="943687" h="109075">
                <a:moveTo>
                  <a:pt x="46422" y="51580"/>
                </a:moveTo>
                <a:cubicBezTo>
                  <a:pt x="53070" y="53005"/>
                  <a:pt x="58263" y="55969"/>
                  <a:pt x="62000" y="60474"/>
                </a:cubicBezTo>
                <a:cubicBezTo>
                  <a:pt x="65736" y="64977"/>
                  <a:pt x="67605" y="70538"/>
                  <a:pt x="67605" y="77156"/>
                </a:cubicBezTo>
                <a:cubicBezTo>
                  <a:pt x="67605" y="87313"/>
                  <a:pt x="64120" y="95172"/>
                  <a:pt x="57151" y="100734"/>
                </a:cubicBezTo>
                <a:cubicBezTo>
                  <a:pt x="50182" y="106295"/>
                  <a:pt x="40279" y="109075"/>
                  <a:pt x="27441" y="109075"/>
                </a:cubicBezTo>
                <a:cubicBezTo>
                  <a:pt x="23131" y="109075"/>
                  <a:pt x="18695" y="108651"/>
                  <a:pt x="14133" y="107803"/>
                </a:cubicBezTo>
                <a:cubicBezTo>
                  <a:pt x="9571" y="106955"/>
                  <a:pt x="4860" y="105682"/>
                  <a:pt x="0" y="103986"/>
                </a:cubicBezTo>
                <a:lnTo>
                  <a:pt x="0" y="90506"/>
                </a:lnTo>
                <a:cubicBezTo>
                  <a:pt x="3851" y="92776"/>
                  <a:pt x="8069" y="94490"/>
                  <a:pt x="12654" y="95647"/>
                </a:cubicBezTo>
                <a:cubicBezTo>
                  <a:pt x="17239" y="96805"/>
                  <a:pt x="22031" y="97384"/>
                  <a:pt x="27028" y="97384"/>
                </a:cubicBezTo>
                <a:cubicBezTo>
                  <a:pt x="35739" y="97384"/>
                  <a:pt x="42376" y="95659"/>
                  <a:pt x="46938" y="92209"/>
                </a:cubicBezTo>
                <a:cubicBezTo>
                  <a:pt x="51500" y="88757"/>
                  <a:pt x="53781" y="83741"/>
                  <a:pt x="53781" y="77162"/>
                </a:cubicBezTo>
                <a:cubicBezTo>
                  <a:pt x="53781" y="71090"/>
                  <a:pt x="51661" y="66340"/>
                  <a:pt x="47420" y="62913"/>
                </a:cubicBezTo>
                <a:cubicBezTo>
                  <a:pt x="43179" y="59484"/>
                  <a:pt x="37275" y="57770"/>
                  <a:pt x="29710" y="57770"/>
                </a:cubicBezTo>
                <a:lnTo>
                  <a:pt x="17744" y="57770"/>
                </a:lnTo>
                <a:lnTo>
                  <a:pt x="17744" y="46354"/>
                </a:lnTo>
                <a:lnTo>
                  <a:pt x="30260" y="46354"/>
                </a:lnTo>
                <a:cubicBezTo>
                  <a:pt x="37092" y="46354"/>
                  <a:pt x="42319" y="44992"/>
                  <a:pt x="45941" y="42270"/>
                </a:cubicBezTo>
                <a:cubicBezTo>
                  <a:pt x="49563" y="39548"/>
                  <a:pt x="51374" y="35625"/>
                  <a:pt x="51374" y="30501"/>
                </a:cubicBezTo>
                <a:cubicBezTo>
                  <a:pt x="51374" y="25240"/>
                  <a:pt x="49506" y="21202"/>
                  <a:pt x="45769" y="18388"/>
                </a:cubicBezTo>
                <a:cubicBezTo>
                  <a:pt x="42032" y="15574"/>
                  <a:pt x="36679" y="14167"/>
                  <a:pt x="29710" y="14167"/>
                </a:cubicBezTo>
                <a:cubicBezTo>
                  <a:pt x="25905" y="14167"/>
                  <a:pt x="21824" y="14580"/>
                  <a:pt x="17469" y="15405"/>
                </a:cubicBezTo>
                <a:cubicBezTo>
                  <a:pt x="13113" y="16231"/>
                  <a:pt x="8322" y="17514"/>
                  <a:pt x="3095" y="19257"/>
                </a:cubicBezTo>
                <a:lnTo>
                  <a:pt x="3095" y="6877"/>
                </a:lnTo>
                <a:cubicBezTo>
                  <a:pt x="8367" y="5410"/>
                  <a:pt x="13308" y="4310"/>
                  <a:pt x="17916" y="3576"/>
                </a:cubicBezTo>
                <a:cubicBezTo>
                  <a:pt x="22523" y="2843"/>
                  <a:pt x="26868" y="2476"/>
                  <a:pt x="30948" y="2476"/>
                </a:cubicBezTo>
                <a:cubicBezTo>
                  <a:pt x="41494" y="2476"/>
                  <a:pt x="49838" y="4869"/>
                  <a:pt x="55982" y="9654"/>
                </a:cubicBezTo>
                <a:cubicBezTo>
                  <a:pt x="62126" y="14438"/>
                  <a:pt x="65198" y="20905"/>
                  <a:pt x="65198" y="29055"/>
                </a:cubicBezTo>
                <a:cubicBezTo>
                  <a:pt x="65198" y="34732"/>
                  <a:pt x="63570" y="39527"/>
                  <a:pt x="60315" y="43441"/>
                </a:cubicBezTo>
                <a:cubicBezTo>
                  <a:pt x="57059" y="47356"/>
                  <a:pt x="52429" y="50069"/>
                  <a:pt x="46422" y="51580"/>
                </a:cubicBezTo>
                <a:close/>
                <a:moveTo>
                  <a:pt x="106567" y="15680"/>
                </a:moveTo>
                <a:lnTo>
                  <a:pt x="106567" y="95596"/>
                </a:lnTo>
                <a:lnTo>
                  <a:pt x="123348" y="95596"/>
                </a:lnTo>
                <a:cubicBezTo>
                  <a:pt x="137516" y="95596"/>
                  <a:pt x="147889" y="92383"/>
                  <a:pt x="154468" y="85959"/>
                </a:cubicBezTo>
                <a:cubicBezTo>
                  <a:pt x="161048" y="79534"/>
                  <a:pt x="164338" y="69393"/>
                  <a:pt x="164338" y="55535"/>
                </a:cubicBezTo>
                <a:cubicBezTo>
                  <a:pt x="164338" y="41769"/>
                  <a:pt x="161048" y="31685"/>
                  <a:pt x="154468" y="25283"/>
                </a:cubicBezTo>
                <a:cubicBezTo>
                  <a:pt x="147889" y="18881"/>
                  <a:pt x="137516" y="15680"/>
                  <a:pt x="123348" y="15680"/>
                </a:cubicBezTo>
                <a:lnTo>
                  <a:pt x="106567" y="15680"/>
                </a:lnTo>
                <a:moveTo>
                  <a:pt x="92675" y="4264"/>
                </a:moveTo>
                <a:lnTo>
                  <a:pt x="121216" y="4264"/>
                </a:lnTo>
                <a:cubicBezTo>
                  <a:pt x="141115" y="4264"/>
                  <a:pt x="155718" y="8405"/>
                  <a:pt x="165025" y="16686"/>
                </a:cubicBezTo>
                <a:cubicBezTo>
                  <a:pt x="174333" y="24968"/>
                  <a:pt x="178986" y="37917"/>
                  <a:pt x="178986" y="55535"/>
                </a:cubicBezTo>
                <a:cubicBezTo>
                  <a:pt x="178986" y="73244"/>
                  <a:pt x="174310" y="86251"/>
                  <a:pt x="164956" y="94555"/>
                </a:cubicBezTo>
                <a:cubicBezTo>
                  <a:pt x="155603" y="102860"/>
                  <a:pt x="141023" y="107012"/>
                  <a:pt x="121216" y="107012"/>
                </a:cubicBezTo>
                <a:lnTo>
                  <a:pt x="92675" y="107012"/>
                </a:lnTo>
                <a:lnTo>
                  <a:pt x="92675" y="4264"/>
                </a:lnTo>
                <a:close/>
                <a:moveTo>
                  <a:pt x="315790" y="92421"/>
                </a:moveTo>
                <a:lnTo>
                  <a:pt x="315790" y="64785"/>
                </a:lnTo>
                <a:lnTo>
                  <a:pt x="293095" y="64785"/>
                </a:lnTo>
                <a:lnTo>
                  <a:pt x="293095" y="53369"/>
                </a:lnTo>
                <a:lnTo>
                  <a:pt x="329545" y="53369"/>
                </a:lnTo>
                <a:lnTo>
                  <a:pt x="329545" y="97521"/>
                </a:lnTo>
                <a:cubicBezTo>
                  <a:pt x="324180" y="101327"/>
                  <a:pt x="318266" y="104204"/>
                  <a:pt x="311801" y="106152"/>
                </a:cubicBezTo>
                <a:cubicBezTo>
                  <a:pt x="305336" y="108101"/>
                  <a:pt x="298436" y="109075"/>
                  <a:pt x="291100" y="109075"/>
                </a:cubicBezTo>
                <a:cubicBezTo>
                  <a:pt x="275053" y="109075"/>
                  <a:pt x="262502" y="104384"/>
                  <a:pt x="253447" y="95002"/>
                </a:cubicBezTo>
                <a:cubicBezTo>
                  <a:pt x="244391" y="85621"/>
                  <a:pt x="239864" y="72556"/>
                  <a:pt x="239864" y="55810"/>
                </a:cubicBezTo>
                <a:cubicBezTo>
                  <a:pt x="239864" y="39018"/>
                  <a:pt x="244391" y="25931"/>
                  <a:pt x="253447" y="16549"/>
                </a:cubicBezTo>
                <a:cubicBezTo>
                  <a:pt x="262502" y="7167"/>
                  <a:pt x="275053" y="2476"/>
                  <a:pt x="291100" y="2476"/>
                </a:cubicBezTo>
                <a:cubicBezTo>
                  <a:pt x="297794" y="2476"/>
                  <a:pt x="304156" y="3301"/>
                  <a:pt x="310185" y="4952"/>
                </a:cubicBezTo>
                <a:cubicBezTo>
                  <a:pt x="316214" y="6602"/>
                  <a:pt x="321773" y="9032"/>
                  <a:pt x="326863" y="12242"/>
                </a:cubicBezTo>
                <a:lnTo>
                  <a:pt x="326863" y="27097"/>
                </a:lnTo>
                <a:cubicBezTo>
                  <a:pt x="321728" y="22718"/>
                  <a:pt x="316272" y="19423"/>
                  <a:pt x="310494" y="17211"/>
                </a:cubicBezTo>
                <a:cubicBezTo>
                  <a:pt x="304717" y="14998"/>
                  <a:pt x="298642" y="13892"/>
                  <a:pt x="292269" y="13892"/>
                </a:cubicBezTo>
                <a:cubicBezTo>
                  <a:pt x="279707" y="13892"/>
                  <a:pt x="270273" y="17403"/>
                  <a:pt x="263969" y="24423"/>
                </a:cubicBezTo>
                <a:cubicBezTo>
                  <a:pt x="257665" y="31444"/>
                  <a:pt x="254513" y="41906"/>
                  <a:pt x="254513" y="55810"/>
                </a:cubicBezTo>
                <a:cubicBezTo>
                  <a:pt x="254513" y="69668"/>
                  <a:pt x="257665" y="80107"/>
                  <a:pt x="263969" y="87128"/>
                </a:cubicBezTo>
                <a:cubicBezTo>
                  <a:pt x="270273" y="94149"/>
                  <a:pt x="279707" y="97659"/>
                  <a:pt x="292269" y="97659"/>
                </a:cubicBezTo>
                <a:cubicBezTo>
                  <a:pt x="297175" y="97659"/>
                  <a:pt x="301554" y="97234"/>
                  <a:pt x="305405" y="96384"/>
                </a:cubicBezTo>
                <a:cubicBezTo>
                  <a:pt x="309257" y="95535"/>
                  <a:pt x="312718" y="94214"/>
                  <a:pt x="315790" y="92421"/>
                </a:cubicBezTo>
                <a:close/>
                <a:moveTo>
                  <a:pt x="389251" y="68224"/>
                </a:moveTo>
                <a:cubicBezTo>
                  <a:pt x="379027" y="68224"/>
                  <a:pt x="371943" y="69399"/>
                  <a:pt x="368000" y="71748"/>
                </a:cubicBezTo>
                <a:cubicBezTo>
                  <a:pt x="364057" y="74097"/>
                  <a:pt x="362085" y="78103"/>
                  <a:pt x="362085" y="83769"/>
                </a:cubicBezTo>
                <a:cubicBezTo>
                  <a:pt x="362085" y="88282"/>
                  <a:pt x="363564" y="91863"/>
                  <a:pt x="366521" y="94512"/>
                </a:cubicBezTo>
                <a:cubicBezTo>
                  <a:pt x="369479" y="97160"/>
                  <a:pt x="373502" y="98484"/>
                  <a:pt x="378591" y="98484"/>
                </a:cubicBezTo>
                <a:cubicBezTo>
                  <a:pt x="385606" y="98484"/>
                  <a:pt x="391234" y="95985"/>
                  <a:pt x="395475" y="90988"/>
                </a:cubicBezTo>
                <a:cubicBezTo>
                  <a:pt x="399716" y="85989"/>
                  <a:pt x="401837" y="79343"/>
                  <a:pt x="401837" y="71050"/>
                </a:cubicBezTo>
                <a:lnTo>
                  <a:pt x="401837" y="68224"/>
                </a:lnTo>
                <a:lnTo>
                  <a:pt x="389251" y="68224"/>
                </a:lnTo>
                <a:moveTo>
                  <a:pt x="414491" y="62997"/>
                </a:moveTo>
                <a:lnTo>
                  <a:pt x="414491" y="107012"/>
                </a:lnTo>
                <a:lnTo>
                  <a:pt x="401837" y="107012"/>
                </a:lnTo>
                <a:lnTo>
                  <a:pt x="401837" y="95321"/>
                </a:lnTo>
                <a:cubicBezTo>
                  <a:pt x="398948" y="100020"/>
                  <a:pt x="395349" y="103487"/>
                  <a:pt x="391039" y="105723"/>
                </a:cubicBezTo>
                <a:cubicBezTo>
                  <a:pt x="386729" y="107958"/>
                  <a:pt x="381457" y="109075"/>
                  <a:pt x="375221" y="109075"/>
                </a:cubicBezTo>
                <a:cubicBezTo>
                  <a:pt x="367335" y="109075"/>
                  <a:pt x="361065" y="106857"/>
                  <a:pt x="356412" y="102421"/>
                </a:cubicBezTo>
                <a:cubicBezTo>
                  <a:pt x="351758" y="97984"/>
                  <a:pt x="349431" y="92042"/>
                  <a:pt x="349431" y="84594"/>
                </a:cubicBezTo>
                <a:cubicBezTo>
                  <a:pt x="349431" y="75906"/>
                  <a:pt x="352331" y="69355"/>
                  <a:pt x="358131" y="64942"/>
                </a:cubicBezTo>
                <a:cubicBezTo>
                  <a:pt x="363931" y="60527"/>
                  <a:pt x="372585" y="58320"/>
                  <a:pt x="384093" y="58320"/>
                </a:cubicBezTo>
                <a:lnTo>
                  <a:pt x="401837" y="58320"/>
                </a:lnTo>
                <a:lnTo>
                  <a:pt x="401837" y="57082"/>
                </a:lnTo>
                <a:cubicBezTo>
                  <a:pt x="401837" y="51259"/>
                  <a:pt x="399922" y="46755"/>
                  <a:pt x="396094" y="43568"/>
                </a:cubicBezTo>
                <a:cubicBezTo>
                  <a:pt x="392266" y="40382"/>
                  <a:pt x="386890" y="38788"/>
                  <a:pt x="379967" y="38788"/>
                </a:cubicBezTo>
                <a:cubicBezTo>
                  <a:pt x="375565" y="38788"/>
                  <a:pt x="371278" y="39316"/>
                  <a:pt x="367106" y="40370"/>
                </a:cubicBezTo>
                <a:cubicBezTo>
                  <a:pt x="362934" y="41425"/>
                  <a:pt x="358922" y="43007"/>
                  <a:pt x="355070" y="45116"/>
                </a:cubicBezTo>
                <a:lnTo>
                  <a:pt x="355070" y="33424"/>
                </a:lnTo>
                <a:cubicBezTo>
                  <a:pt x="359701" y="31636"/>
                  <a:pt x="364194" y="30295"/>
                  <a:pt x="368550" y="29401"/>
                </a:cubicBezTo>
                <a:cubicBezTo>
                  <a:pt x="372906" y="28507"/>
                  <a:pt x="377147" y="28060"/>
                  <a:pt x="381273" y="28060"/>
                </a:cubicBezTo>
                <a:cubicBezTo>
                  <a:pt x="392415" y="28060"/>
                  <a:pt x="400736" y="30948"/>
                  <a:pt x="406238" y="36725"/>
                </a:cubicBezTo>
                <a:cubicBezTo>
                  <a:pt x="411740" y="42502"/>
                  <a:pt x="414491" y="51259"/>
                  <a:pt x="414491" y="62997"/>
                </a:cubicBezTo>
                <a:close/>
                <a:moveTo>
                  <a:pt x="439138" y="76614"/>
                </a:moveTo>
                <a:lnTo>
                  <a:pt x="439138" y="29985"/>
                </a:lnTo>
                <a:lnTo>
                  <a:pt x="451792" y="29985"/>
                </a:lnTo>
                <a:lnTo>
                  <a:pt x="451792" y="76133"/>
                </a:lnTo>
                <a:cubicBezTo>
                  <a:pt x="451792" y="83446"/>
                  <a:pt x="453214" y="88930"/>
                  <a:pt x="456056" y="92587"/>
                </a:cubicBezTo>
                <a:cubicBezTo>
                  <a:pt x="458899" y="96243"/>
                  <a:pt x="463163" y="98072"/>
                  <a:pt x="468848" y="98072"/>
                </a:cubicBezTo>
                <a:cubicBezTo>
                  <a:pt x="475680" y="98072"/>
                  <a:pt x="481079" y="95888"/>
                  <a:pt x="485045" y="91521"/>
                </a:cubicBezTo>
                <a:cubicBezTo>
                  <a:pt x="489011" y="87152"/>
                  <a:pt x="490994" y="81198"/>
                  <a:pt x="490994" y="73657"/>
                </a:cubicBezTo>
                <a:lnTo>
                  <a:pt x="490994" y="29985"/>
                </a:lnTo>
                <a:lnTo>
                  <a:pt x="503648" y="29985"/>
                </a:lnTo>
                <a:lnTo>
                  <a:pt x="503648" y="107012"/>
                </a:lnTo>
                <a:lnTo>
                  <a:pt x="490994" y="107012"/>
                </a:lnTo>
                <a:lnTo>
                  <a:pt x="490994" y="95183"/>
                </a:lnTo>
                <a:cubicBezTo>
                  <a:pt x="487922" y="99883"/>
                  <a:pt x="484357" y="103373"/>
                  <a:pt x="480299" y="105654"/>
                </a:cubicBezTo>
                <a:cubicBezTo>
                  <a:pt x="476242" y="107935"/>
                  <a:pt x="471531" y="109075"/>
                  <a:pt x="466166" y="109075"/>
                </a:cubicBezTo>
                <a:cubicBezTo>
                  <a:pt x="457317" y="109075"/>
                  <a:pt x="450600" y="106319"/>
                  <a:pt x="446015" y="100805"/>
                </a:cubicBezTo>
                <a:cubicBezTo>
                  <a:pt x="441431" y="95292"/>
                  <a:pt x="439138" y="87228"/>
                  <a:pt x="439138" y="76614"/>
                </a:cubicBezTo>
                <a:moveTo>
                  <a:pt x="470980" y="28060"/>
                </a:moveTo>
                <a:lnTo>
                  <a:pt x="470980" y="28060"/>
                </a:lnTo>
                <a:close/>
                <a:moveTo>
                  <a:pt x="578706" y="32186"/>
                </a:moveTo>
                <a:lnTo>
                  <a:pt x="578706" y="44153"/>
                </a:lnTo>
                <a:cubicBezTo>
                  <a:pt x="575130" y="42319"/>
                  <a:pt x="571416" y="40943"/>
                  <a:pt x="567565" y="40026"/>
                </a:cubicBezTo>
                <a:cubicBezTo>
                  <a:pt x="563714" y="39109"/>
                  <a:pt x="559725" y="38651"/>
                  <a:pt x="555598" y="38651"/>
                </a:cubicBezTo>
                <a:cubicBezTo>
                  <a:pt x="549317" y="38651"/>
                  <a:pt x="544606" y="39616"/>
                  <a:pt x="541465" y="41546"/>
                </a:cubicBezTo>
                <a:cubicBezTo>
                  <a:pt x="538325" y="43476"/>
                  <a:pt x="536754" y="46371"/>
                  <a:pt x="536754" y="50231"/>
                </a:cubicBezTo>
                <a:cubicBezTo>
                  <a:pt x="536754" y="53171"/>
                  <a:pt x="537878" y="55480"/>
                  <a:pt x="540124" y="57158"/>
                </a:cubicBezTo>
                <a:cubicBezTo>
                  <a:pt x="542371" y="58835"/>
                  <a:pt x="546887" y="60432"/>
                  <a:pt x="553673" y="61948"/>
                </a:cubicBezTo>
                <a:lnTo>
                  <a:pt x="558006" y="62915"/>
                </a:lnTo>
                <a:cubicBezTo>
                  <a:pt x="566992" y="64844"/>
                  <a:pt x="573376" y="67565"/>
                  <a:pt x="577159" y="71080"/>
                </a:cubicBezTo>
                <a:cubicBezTo>
                  <a:pt x="580942" y="74593"/>
                  <a:pt x="582833" y="79496"/>
                  <a:pt x="582833" y="85789"/>
                </a:cubicBezTo>
                <a:cubicBezTo>
                  <a:pt x="582833" y="92954"/>
                  <a:pt x="580002" y="98627"/>
                  <a:pt x="574339" y="102806"/>
                </a:cubicBezTo>
                <a:cubicBezTo>
                  <a:pt x="568677" y="106986"/>
                  <a:pt x="560894" y="109075"/>
                  <a:pt x="550991" y="109075"/>
                </a:cubicBezTo>
                <a:cubicBezTo>
                  <a:pt x="546864" y="109075"/>
                  <a:pt x="542566" y="108674"/>
                  <a:pt x="538096" y="107872"/>
                </a:cubicBezTo>
                <a:cubicBezTo>
                  <a:pt x="533625" y="107069"/>
                  <a:pt x="528914" y="105866"/>
                  <a:pt x="523962" y="104261"/>
                </a:cubicBezTo>
                <a:lnTo>
                  <a:pt x="523962" y="91194"/>
                </a:lnTo>
                <a:cubicBezTo>
                  <a:pt x="528639" y="93624"/>
                  <a:pt x="533247" y="95447"/>
                  <a:pt x="537786" y="96662"/>
                </a:cubicBezTo>
                <a:cubicBezTo>
                  <a:pt x="542325" y="97877"/>
                  <a:pt x="546818" y="98484"/>
                  <a:pt x="551266" y="98484"/>
                </a:cubicBezTo>
                <a:cubicBezTo>
                  <a:pt x="557226" y="98484"/>
                  <a:pt x="561811" y="97462"/>
                  <a:pt x="565020" y="95417"/>
                </a:cubicBezTo>
                <a:cubicBezTo>
                  <a:pt x="568230" y="93373"/>
                  <a:pt x="569835" y="90490"/>
                  <a:pt x="569835" y="86769"/>
                </a:cubicBezTo>
                <a:cubicBezTo>
                  <a:pt x="569835" y="83323"/>
                  <a:pt x="568677" y="80681"/>
                  <a:pt x="566362" y="78843"/>
                </a:cubicBezTo>
                <a:cubicBezTo>
                  <a:pt x="564046" y="77005"/>
                  <a:pt x="558968" y="75236"/>
                  <a:pt x="551128" y="73536"/>
                </a:cubicBezTo>
                <a:lnTo>
                  <a:pt x="546727" y="72503"/>
                </a:lnTo>
                <a:cubicBezTo>
                  <a:pt x="538886" y="70849"/>
                  <a:pt x="533224" y="68312"/>
                  <a:pt x="529739" y="64890"/>
                </a:cubicBezTo>
                <a:cubicBezTo>
                  <a:pt x="526255" y="61467"/>
                  <a:pt x="524513" y="56770"/>
                  <a:pt x="524513" y="50798"/>
                </a:cubicBezTo>
                <a:cubicBezTo>
                  <a:pt x="524513" y="43540"/>
                  <a:pt x="527080" y="37935"/>
                  <a:pt x="532215" y="33985"/>
                </a:cubicBezTo>
                <a:cubicBezTo>
                  <a:pt x="537350" y="30035"/>
                  <a:pt x="544640" y="28060"/>
                  <a:pt x="554085" y="28060"/>
                </a:cubicBezTo>
                <a:cubicBezTo>
                  <a:pt x="558762" y="28060"/>
                  <a:pt x="563164" y="28404"/>
                  <a:pt x="567290" y="29091"/>
                </a:cubicBezTo>
                <a:cubicBezTo>
                  <a:pt x="571416" y="29779"/>
                  <a:pt x="575222" y="30811"/>
                  <a:pt x="578706" y="32186"/>
                </a:cubicBezTo>
                <a:close/>
                <a:moveTo>
                  <a:pt x="651947" y="32186"/>
                </a:moveTo>
                <a:lnTo>
                  <a:pt x="651947" y="44153"/>
                </a:lnTo>
                <a:cubicBezTo>
                  <a:pt x="648371" y="42319"/>
                  <a:pt x="644657" y="40943"/>
                  <a:pt x="640806" y="40026"/>
                </a:cubicBezTo>
                <a:cubicBezTo>
                  <a:pt x="636955" y="39109"/>
                  <a:pt x="632966" y="38651"/>
                  <a:pt x="628839" y="38651"/>
                </a:cubicBezTo>
                <a:cubicBezTo>
                  <a:pt x="622558" y="38651"/>
                  <a:pt x="617847" y="39616"/>
                  <a:pt x="614706" y="41546"/>
                </a:cubicBezTo>
                <a:cubicBezTo>
                  <a:pt x="611566" y="43476"/>
                  <a:pt x="609995" y="46371"/>
                  <a:pt x="609995" y="50231"/>
                </a:cubicBezTo>
                <a:cubicBezTo>
                  <a:pt x="609995" y="53171"/>
                  <a:pt x="611119" y="55480"/>
                  <a:pt x="613365" y="57158"/>
                </a:cubicBezTo>
                <a:cubicBezTo>
                  <a:pt x="615612" y="58835"/>
                  <a:pt x="620128" y="60432"/>
                  <a:pt x="626914" y="61948"/>
                </a:cubicBezTo>
                <a:lnTo>
                  <a:pt x="631246" y="62915"/>
                </a:lnTo>
                <a:cubicBezTo>
                  <a:pt x="640233" y="64844"/>
                  <a:pt x="646617" y="67565"/>
                  <a:pt x="650400" y="71080"/>
                </a:cubicBezTo>
                <a:cubicBezTo>
                  <a:pt x="654182" y="74593"/>
                  <a:pt x="656074" y="79496"/>
                  <a:pt x="656074" y="85789"/>
                </a:cubicBezTo>
                <a:cubicBezTo>
                  <a:pt x="656074" y="92954"/>
                  <a:pt x="653243" y="98627"/>
                  <a:pt x="647580" y="102806"/>
                </a:cubicBezTo>
                <a:cubicBezTo>
                  <a:pt x="641918" y="106986"/>
                  <a:pt x="634135" y="109075"/>
                  <a:pt x="624231" y="109075"/>
                </a:cubicBezTo>
                <a:cubicBezTo>
                  <a:pt x="620105" y="109075"/>
                  <a:pt x="615807" y="108674"/>
                  <a:pt x="611336" y="107872"/>
                </a:cubicBezTo>
                <a:cubicBezTo>
                  <a:pt x="606866" y="107069"/>
                  <a:pt x="602155" y="105866"/>
                  <a:pt x="597203" y="104261"/>
                </a:cubicBezTo>
                <a:lnTo>
                  <a:pt x="597203" y="91194"/>
                </a:lnTo>
                <a:cubicBezTo>
                  <a:pt x="601880" y="93624"/>
                  <a:pt x="606488" y="95447"/>
                  <a:pt x="611027" y="96662"/>
                </a:cubicBezTo>
                <a:cubicBezTo>
                  <a:pt x="615566" y="97877"/>
                  <a:pt x="620059" y="98484"/>
                  <a:pt x="624507" y="98484"/>
                </a:cubicBezTo>
                <a:cubicBezTo>
                  <a:pt x="630467" y="98484"/>
                  <a:pt x="635052" y="97462"/>
                  <a:pt x="638261" y="95417"/>
                </a:cubicBezTo>
                <a:cubicBezTo>
                  <a:pt x="641471" y="93373"/>
                  <a:pt x="643076" y="90490"/>
                  <a:pt x="643076" y="86769"/>
                </a:cubicBezTo>
                <a:cubicBezTo>
                  <a:pt x="643076" y="83323"/>
                  <a:pt x="641918" y="80681"/>
                  <a:pt x="639602" y="78843"/>
                </a:cubicBezTo>
                <a:cubicBezTo>
                  <a:pt x="637287" y="77005"/>
                  <a:pt x="632209" y="75236"/>
                  <a:pt x="624369" y="73536"/>
                </a:cubicBezTo>
                <a:lnTo>
                  <a:pt x="619967" y="72503"/>
                </a:lnTo>
                <a:cubicBezTo>
                  <a:pt x="612127" y="70849"/>
                  <a:pt x="606465" y="68312"/>
                  <a:pt x="602980" y="64890"/>
                </a:cubicBezTo>
                <a:cubicBezTo>
                  <a:pt x="599496" y="61467"/>
                  <a:pt x="597754" y="56770"/>
                  <a:pt x="597754" y="50798"/>
                </a:cubicBezTo>
                <a:cubicBezTo>
                  <a:pt x="597754" y="43540"/>
                  <a:pt x="600321" y="37935"/>
                  <a:pt x="605456" y="33985"/>
                </a:cubicBezTo>
                <a:cubicBezTo>
                  <a:pt x="610591" y="30035"/>
                  <a:pt x="617881" y="28060"/>
                  <a:pt x="627326" y="28060"/>
                </a:cubicBezTo>
                <a:cubicBezTo>
                  <a:pt x="632003" y="28060"/>
                  <a:pt x="636404" y="28404"/>
                  <a:pt x="640531" y="29091"/>
                </a:cubicBezTo>
                <a:cubicBezTo>
                  <a:pt x="644657" y="29779"/>
                  <a:pt x="648463" y="30811"/>
                  <a:pt x="651947" y="32186"/>
                </a:cubicBezTo>
                <a:close/>
                <a:moveTo>
                  <a:pt x="676084" y="29985"/>
                </a:moveTo>
                <a:lnTo>
                  <a:pt x="688738" y="29985"/>
                </a:lnTo>
                <a:lnTo>
                  <a:pt x="688738" y="107012"/>
                </a:lnTo>
                <a:lnTo>
                  <a:pt x="676084" y="107012"/>
                </a:lnTo>
                <a:lnTo>
                  <a:pt x="676084" y="29985"/>
                </a:lnTo>
                <a:moveTo>
                  <a:pt x="676084" y="0"/>
                </a:moveTo>
                <a:lnTo>
                  <a:pt x="688738" y="0"/>
                </a:lnTo>
                <a:lnTo>
                  <a:pt x="688738" y="16093"/>
                </a:lnTo>
                <a:lnTo>
                  <a:pt x="676084" y="16093"/>
                </a:lnTo>
                <a:lnTo>
                  <a:pt x="676084" y="0"/>
                </a:lnTo>
                <a:close/>
                <a:moveTo>
                  <a:pt x="750105" y="68224"/>
                </a:moveTo>
                <a:cubicBezTo>
                  <a:pt x="739880" y="68224"/>
                  <a:pt x="732797" y="69399"/>
                  <a:pt x="728854" y="71748"/>
                </a:cubicBezTo>
                <a:cubicBezTo>
                  <a:pt x="724911" y="74097"/>
                  <a:pt x="722939" y="78103"/>
                  <a:pt x="722939" y="83769"/>
                </a:cubicBezTo>
                <a:cubicBezTo>
                  <a:pt x="722939" y="88282"/>
                  <a:pt x="724418" y="91863"/>
                  <a:pt x="727375" y="94512"/>
                </a:cubicBezTo>
                <a:cubicBezTo>
                  <a:pt x="730332" y="97160"/>
                  <a:pt x="734356" y="98484"/>
                  <a:pt x="739445" y="98484"/>
                </a:cubicBezTo>
                <a:cubicBezTo>
                  <a:pt x="746460" y="98484"/>
                  <a:pt x="752088" y="95985"/>
                  <a:pt x="756329" y="90988"/>
                </a:cubicBezTo>
                <a:cubicBezTo>
                  <a:pt x="760570" y="85989"/>
                  <a:pt x="762690" y="79343"/>
                  <a:pt x="762690" y="71050"/>
                </a:cubicBezTo>
                <a:lnTo>
                  <a:pt x="762690" y="68224"/>
                </a:lnTo>
                <a:lnTo>
                  <a:pt x="750105" y="68224"/>
                </a:lnTo>
                <a:moveTo>
                  <a:pt x="775345" y="62997"/>
                </a:moveTo>
                <a:lnTo>
                  <a:pt x="775345" y="107012"/>
                </a:lnTo>
                <a:lnTo>
                  <a:pt x="762690" y="107012"/>
                </a:lnTo>
                <a:lnTo>
                  <a:pt x="762690" y="95321"/>
                </a:lnTo>
                <a:cubicBezTo>
                  <a:pt x="759802" y="100020"/>
                  <a:pt x="756203" y="103487"/>
                  <a:pt x="751893" y="105723"/>
                </a:cubicBezTo>
                <a:cubicBezTo>
                  <a:pt x="747583" y="107958"/>
                  <a:pt x="742310" y="109075"/>
                  <a:pt x="736075" y="109075"/>
                </a:cubicBezTo>
                <a:cubicBezTo>
                  <a:pt x="728189" y="109075"/>
                  <a:pt x="721919" y="106857"/>
                  <a:pt x="717265" y="102421"/>
                </a:cubicBezTo>
                <a:cubicBezTo>
                  <a:pt x="712612" y="97984"/>
                  <a:pt x="710285" y="92042"/>
                  <a:pt x="710285" y="84594"/>
                </a:cubicBezTo>
                <a:cubicBezTo>
                  <a:pt x="710285" y="75906"/>
                  <a:pt x="713185" y="69355"/>
                  <a:pt x="718985" y="64942"/>
                </a:cubicBezTo>
                <a:cubicBezTo>
                  <a:pt x="724784" y="60527"/>
                  <a:pt x="733439" y="58320"/>
                  <a:pt x="744947" y="58320"/>
                </a:cubicBezTo>
                <a:lnTo>
                  <a:pt x="762690" y="58320"/>
                </a:lnTo>
                <a:lnTo>
                  <a:pt x="762690" y="57082"/>
                </a:lnTo>
                <a:cubicBezTo>
                  <a:pt x="762690" y="51259"/>
                  <a:pt x="760776" y="46755"/>
                  <a:pt x="756948" y="43568"/>
                </a:cubicBezTo>
                <a:cubicBezTo>
                  <a:pt x="753119" y="40382"/>
                  <a:pt x="747743" y="38788"/>
                  <a:pt x="740820" y="38788"/>
                </a:cubicBezTo>
                <a:cubicBezTo>
                  <a:pt x="736419" y="38788"/>
                  <a:pt x="732132" y="39316"/>
                  <a:pt x="727960" y="40370"/>
                </a:cubicBezTo>
                <a:cubicBezTo>
                  <a:pt x="723787" y="41425"/>
                  <a:pt x="719775" y="43007"/>
                  <a:pt x="715924" y="45116"/>
                </a:cubicBezTo>
                <a:lnTo>
                  <a:pt x="715924" y="33424"/>
                </a:lnTo>
                <a:cubicBezTo>
                  <a:pt x="720555" y="31636"/>
                  <a:pt x="725048" y="30295"/>
                  <a:pt x="729404" y="29401"/>
                </a:cubicBezTo>
                <a:cubicBezTo>
                  <a:pt x="733759" y="28507"/>
                  <a:pt x="738001" y="28060"/>
                  <a:pt x="742127" y="28060"/>
                </a:cubicBezTo>
                <a:cubicBezTo>
                  <a:pt x="753268" y="28060"/>
                  <a:pt x="761590" y="30948"/>
                  <a:pt x="767092" y="36725"/>
                </a:cubicBezTo>
                <a:cubicBezTo>
                  <a:pt x="772594" y="42502"/>
                  <a:pt x="775345" y="51259"/>
                  <a:pt x="775345" y="62997"/>
                </a:cubicBezTo>
                <a:close/>
                <a:moveTo>
                  <a:pt x="865327" y="60521"/>
                </a:moveTo>
                <a:lnTo>
                  <a:pt x="865327" y="107012"/>
                </a:lnTo>
                <a:lnTo>
                  <a:pt x="852672" y="107012"/>
                </a:lnTo>
                <a:lnTo>
                  <a:pt x="852672" y="60934"/>
                </a:lnTo>
                <a:cubicBezTo>
                  <a:pt x="852672" y="53621"/>
                  <a:pt x="851251" y="48147"/>
                  <a:pt x="848408" y="44514"/>
                </a:cubicBezTo>
                <a:cubicBezTo>
                  <a:pt x="845566" y="40880"/>
                  <a:pt x="841302" y="39064"/>
                  <a:pt x="835616" y="39064"/>
                </a:cubicBezTo>
                <a:cubicBezTo>
                  <a:pt x="828785" y="39064"/>
                  <a:pt x="823398" y="41248"/>
                  <a:pt x="819454" y="45616"/>
                </a:cubicBezTo>
                <a:cubicBezTo>
                  <a:pt x="815511" y="49984"/>
                  <a:pt x="813540" y="55937"/>
                  <a:pt x="813540" y="63478"/>
                </a:cubicBezTo>
                <a:lnTo>
                  <a:pt x="813540" y="107012"/>
                </a:lnTo>
                <a:lnTo>
                  <a:pt x="800817" y="107012"/>
                </a:lnTo>
                <a:lnTo>
                  <a:pt x="800817" y="29985"/>
                </a:lnTo>
                <a:lnTo>
                  <a:pt x="813540" y="29985"/>
                </a:lnTo>
                <a:lnTo>
                  <a:pt x="813540" y="41952"/>
                </a:lnTo>
                <a:cubicBezTo>
                  <a:pt x="816566" y="37298"/>
                  <a:pt x="820131" y="33820"/>
                  <a:pt x="824234" y="31516"/>
                </a:cubicBezTo>
                <a:cubicBezTo>
                  <a:pt x="828338" y="29212"/>
                  <a:pt x="833072" y="28060"/>
                  <a:pt x="838436" y="28060"/>
                </a:cubicBezTo>
                <a:cubicBezTo>
                  <a:pt x="847285" y="28060"/>
                  <a:pt x="853979" y="30805"/>
                  <a:pt x="858518" y="36295"/>
                </a:cubicBezTo>
                <a:cubicBezTo>
                  <a:pt x="863057" y="41786"/>
                  <a:pt x="865327" y="49861"/>
                  <a:pt x="865327" y="60521"/>
                </a:cubicBezTo>
                <a:close/>
                <a:moveTo>
                  <a:pt x="939560" y="32186"/>
                </a:moveTo>
                <a:lnTo>
                  <a:pt x="939560" y="44153"/>
                </a:lnTo>
                <a:cubicBezTo>
                  <a:pt x="935984" y="42319"/>
                  <a:pt x="932270" y="40943"/>
                  <a:pt x="928419" y="40026"/>
                </a:cubicBezTo>
                <a:cubicBezTo>
                  <a:pt x="924567" y="39109"/>
                  <a:pt x="920579" y="38651"/>
                  <a:pt x="916452" y="38651"/>
                </a:cubicBezTo>
                <a:cubicBezTo>
                  <a:pt x="910171" y="38651"/>
                  <a:pt x="905460" y="39616"/>
                  <a:pt x="902319" y="41546"/>
                </a:cubicBezTo>
                <a:cubicBezTo>
                  <a:pt x="899178" y="43476"/>
                  <a:pt x="897608" y="46371"/>
                  <a:pt x="897608" y="50231"/>
                </a:cubicBezTo>
                <a:cubicBezTo>
                  <a:pt x="897608" y="53171"/>
                  <a:pt x="898731" y="55480"/>
                  <a:pt x="900978" y="57158"/>
                </a:cubicBezTo>
                <a:cubicBezTo>
                  <a:pt x="903225" y="58835"/>
                  <a:pt x="907741" y="60432"/>
                  <a:pt x="914526" y="61948"/>
                </a:cubicBezTo>
                <a:lnTo>
                  <a:pt x="918859" y="62915"/>
                </a:lnTo>
                <a:cubicBezTo>
                  <a:pt x="927846" y="64844"/>
                  <a:pt x="934230" y="67565"/>
                  <a:pt x="938013" y="71080"/>
                </a:cubicBezTo>
                <a:cubicBezTo>
                  <a:pt x="941795" y="74593"/>
                  <a:pt x="943687" y="79496"/>
                  <a:pt x="943687" y="85789"/>
                </a:cubicBezTo>
                <a:cubicBezTo>
                  <a:pt x="943687" y="92954"/>
                  <a:pt x="940855" y="98627"/>
                  <a:pt x="935193" y="102806"/>
                </a:cubicBezTo>
                <a:cubicBezTo>
                  <a:pt x="929531" y="106986"/>
                  <a:pt x="921748" y="109075"/>
                  <a:pt x="911844" y="109075"/>
                </a:cubicBezTo>
                <a:cubicBezTo>
                  <a:pt x="907718" y="109075"/>
                  <a:pt x="903419" y="108674"/>
                  <a:pt x="898949" y="107872"/>
                </a:cubicBezTo>
                <a:cubicBezTo>
                  <a:pt x="894479" y="107069"/>
                  <a:pt x="889768" y="105866"/>
                  <a:pt x="884816" y="104261"/>
                </a:cubicBezTo>
                <a:lnTo>
                  <a:pt x="884816" y="91194"/>
                </a:lnTo>
                <a:cubicBezTo>
                  <a:pt x="889493" y="93624"/>
                  <a:pt x="894101" y="95447"/>
                  <a:pt x="898640" y="96662"/>
                </a:cubicBezTo>
                <a:cubicBezTo>
                  <a:pt x="903179" y="97877"/>
                  <a:pt x="907672" y="98484"/>
                  <a:pt x="912119" y="98484"/>
                </a:cubicBezTo>
                <a:cubicBezTo>
                  <a:pt x="918080" y="98484"/>
                  <a:pt x="922665" y="97462"/>
                  <a:pt x="925874" y="95417"/>
                </a:cubicBezTo>
                <a:cubicBezTo>
                  <a:pt x="929084" y="93373"/>
                  <a:pt x="930688" y="90490"/>
                  <a:pt x="930688" y="86769"/>
                </a:cubicBezTo>
                <a:cubicBezTo>
                  <a:pt x="930688" y="83323"/>
                  <a:pt x="929531" y="80681"/>
                  <a:pt x="927215" y="78843"/>
                </a:cubicBezTo>
                <a:cubicBezTo>
                  <a:pt x="924900" y="77005"/>
                  <a:pt x="919822" y="75236"/>
                  <a:pt x="911982" y="73536"/>
                </a:cubicBezTo>
                <a:lnTo>
                  <a:pt x="907580" y="72503"/>
                </a:lnTo>
                <a:cubicBezTo>
                  <a:pt x="899740" y="70849"/>
                  <a:pt x="894078" y="68312"/>
                  <a:pt x="890593" y="64890"/>
                </a:cubicBezTo>
                <a:cubicBezTo>
                  <a:pt x="887109" y="61467"/>
                  <a:pt x="885366" y="56770"/>
                  <a:pt x="885366" y="50798"/>
                </a:cubicBezTo>
                <a:cubicBezTo>
                  <a:pt x="885366" y="43540"/>
                  <a:pt x="887934" y="37935"/>
                  <a:pt x="893069" y="33985"/>
                </a:cubicBezTo>
                <a:cubicBezTo>
                  <a:pt x="898204" y="30035"/>
                  <a:pt x="905494" y="28060"/>
                  <a:pt x="914939" y="28060"/>
                </a:cubicBezTo>
                <a:cubicBezTo>
                  <a:pt x="919616" y="28060"/>
                  <a:pt x="924017" y="28404"/>
                  <a:pt x="928144" y="29091"/>
                </a:cubicBezTo>
                <a:cubicBezTo>
                  <a:pt x="932270" y="29779"/>
                  <a:pt x="936076" y="30811"/>
                  <a:pt x="939560" y="321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3A5DC-CE10-441D-8986-404995D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690" y="3947578"/>
            <a:ext cx="544079" cy="544280"/>
          </a:xfrm>
          <a:custGeom xmlns:a="http://schemas.openxmlformats.org/drawingml/2006/main">
            <a:pathLst>
              <a:path w="544079" h="544280" fill="none">
                <a:moveTo>
                  <a:pt x="0" y="0"/>
                </a:moveTo>
                <a:lnTo>
                  <a:pt x="544079" y="0"/>
                </a:lnTo>
                <a:lnTo>
                  <a:pt x="544079" y="544280"/>
                </a:lnTo>
                <a:lnTo>
                  <a:pt x="0" y="5442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52" cap="flat">
            <a:solidFill>
              <a:srgbClr val="FF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36D7E-55EC-471B-8FA7-1E4537DB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30" y="3447716"/>
            <a:ext cx="1431275" cy="1431477"/>
          </a:xfrm>
          <a:custGeom xmlns:a="http://schemas.openxmlformats.org/drawingml/2006/main">
            <a:pathLst>
              <a:path w="1431275" h="1431477" fill="none">
                <a:moveTo>
                  <a:pt x="0" y="0"/>
                </a:moveTo>
                <a:lnTo>
                  <a:pt x="1431275" y="0"/>
                </a:lnTo>
                <a:lnTo>
                  <a:pt x="1431275" y="1431477"/>
                </a:lnTo>
                <a:lnTo>
                  <a:pt x="0" y="1431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27" cap="flat">
            <a:solidFill>
              <a:srgbClr val="FF0000"/>
            </a:solidFill>
            <a:miter/>
          </a:ln>
        </p:spPr>
      </p:sp>
      <p:sp>
        <p:nvSpPr>
          <p:cNvPr id="114" name="Text Dilation">
            <a:extLst xmlns:a="http://schemas.openxmlformats.org/drawingml/2006/main">
              <a:ext uri="{FF2B5EF4-FFF2-40B4-BE49-F238E27FC236}">
                <a16:creationId xmlns:a16="http://schemas.microsoft.com/office/drawing/2014/main" id="{7C2B8359-C585-4AA9-A628-2F0C3B2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59" y="4987107"/>
            <a:ext cx="596776" cy="109075"/>
          </a:xfrm>
          <a:custGeom xmlns:a="http://schemas.openxmlformats.org/drawingml/2006/main">
            <a:pathLst>
              <a:path w="596776" h="109075">
                <a:moveTo>
                  <a:pt x="26478" y="24346"/>
                </a:moveTo>
                <a:lnTo>
                  <a:pt x="26478" y="86930"/>
                </a:lnTo>
                <a:lnTo>
                  <a:pt x="35969" y="86930"/>
                </a:lnTo>
                <a:cubicBezTo>
                  <a:pt x="46789" y="86930"/>
                  <a:pt x="55053" y="84251"/>
                  <a:pt x="60762" y="78892"/>
                </a:cubicBezTo>
                <a:cubicBezTo>
                  <a:pt x="66470" y="73534"/>
                  <a:pt x="69324" y="65748"/>
                  <a:pt x="69324" y="55535"/>
                </a:cubicBezTo>
                <a:cubicBezTo>
                  <a:pt x="69324" y="45368"/>
                  <a:pt x="66481" y="37628"/>
                  <a:pt x="60796" y="32315"/>
                </a:cubicBezTo>
                <a:cubicBezTo>
                  <a:pt x="55111" y="27002"/>
                  <a:pt x="46835" y="24346"/>
                  <a:pt x="35969" y="24346"/>
                </a:cubicBezTo>
                <a:lnTo>
                  <a:pt x="26478" y="24346"/>
                </a:lnTo>
                <a:moveTo>
                  <a:pt x="0" y="4264"/>
                </a:moveTo>
                <a:lnTo>
                  <a:pt x="27922" y="4264"/>
                </a:lnTo>
                <a:cubicBezTo>
                  <a:pt x="43511" y="4264"/>
                  <a:pt x="55122" y="5377"/>
                  <a:pt x="62756" y="7602"/>
                </a:cubicBezTo>
                <a:cubicBezTo>
                  <a:pt x="70390" y="9827"/>
                  <a:pt x="76935" y="13601"/>
                  <a:pt x="82391" y="18924"/>
                </a:cubicBezTo>
                <a:cubicBezTo>
                  <a:pt x="87205" y="23557"/>
                  <a:pt x="90781" y="28902"/>
                  <a:pt x="93120" y="34959"/>
                </a:cubicBezTo>
                <a:cubicBezTo>
                  <a:pt x="95458" y="41014"/>
                  <a:pt x="96627" y="47872"/>
                  <a:pt x="96627" y="55535"/>
                </a:cubicBezTo>
                <a:cubicBezTo>
                  <a:pt x="96627" y="63289"/>
                  <a:pt x="95458" y="70206"/>
                  <a:pt x="93120" y="76285"/>
                </a:cubicBezTo>
                <a:cubicBezTo>
                  <a:pt x="90781" y="82363"/>
                  <a:pt x="87205" y="87719"/>
                  <a:pt x="82391" y="92353"/>
                </a:cubicBezTo>
                <a:cubicBezTo>
                  <a:pt x="76889" y="97675"/>
                  <a:pt x="70287" y="101449"/>
                  <a:pt x="62584" y="103674"/>
                </a:cubicBezTo>
                <a:cubicBezTo>
                  <a:pt x="54882" y="105900"/>
                  <a:pt x="43328" y="107012"/>
                  <a:pt x="27922" y="107012"/>
                </a:cubicBezTo>
                <a:lnTo>
                  <a:pt x="0" y="107012"/>
                </a:lnTo>
                <a:lnTo>
                  <a:pt x="0" y="4264"/>
                </a:lnTo>
                <a:close/>
                <a:moveTo>
                  <a:pt x="115804" y="29985"/>
                </a:moveTo>
                <a:lnTo>
                  <a:pt x="140425" y="29985"/>
                </a:lnTo>
                <a:lnTo>
                  <a:pt x="140425" y="107012"/>
                </a:lnTo>
                <a:lnTo>
                  <a:pt x="115804" y="107012"/>
                </a:lnTo>
                <a:lnTo>
                  <a:pt x="115804" y="29985"/>
                </a:lnTo>
                <a:moveTo>
                  <a:pt x="115804" y="0"/>
                </a:moveTo>
                <a:lnTo>
                  <a:pt x="140425" y="0"/>
                </a:lnTo>
                <a:lnTo>
                  <a:pt x="140425" y="20082"/>
                </a:lnTo>
                <a:lnTo>
                  <a:pt x="115804" y="20082"/>
                </a:lnTo>
                <a:lnTo>
                  <a:pt x="115804" y="0"/>
                </a:lnTo>
                <a:close/>
                <a:moveTo>
                  <a:pt x="163975" y="0"/>
                </a:moveTo>
                <a:lnTo>
                  <a:pt x="188596" y="0"/>
                </a:lnTo>
                <a:lnTo>
                  <a:pt x="188596" y="107012"/>
                </a:lnTo>
                <a:lnTo>
                  <a:pt x="163975" y="107012"/>
                </a:lnTo>
                <a:lnTo>
                  <a:pt x="163975" y="0"/>
                </a:lnTo>
                <a:close/>
                <a:moveTo>
                  <a:pt x="246669" y="72488"/>
                </a:moveTo>
                <a:cubicBezTo>
                  <a:pt x="241534" y="72488"/>
                  <a:pt x="237671" y="73356"/>
                  <a:pt x="235081" y="75092"/>
                </a:cubicBezTo>
                <a:cubicBezTo>
                  <a:pt x="232490" y="76829"/>
                  <a:pt x="231195" y="79388"/>
                  <a:pt x="231195" y="82769"/>
                </a:cubicBezTo>
                <a:cubicBezTo>
                  <a:pt x="231195" y="85876"/>
                  <a:pt x="232238" y="88308"/>
                  <a:pt x="234324" y="90068"/>
                </a:cubicBezTo>
                <a:cubicBezTo>
                  <a:pt x="236411" y="91827"/>
                  <a:pt x="239310" y="92707"/>
                  <a:pt x="243024" y="92707"/>
                </a:cubicBezTo>
                <a:cubicBezTo>
                  <a:pt x="247655" y="92707"/>
                  <a:pt x="251552" y="91051"/>
                  <a:pt x="254716" y="87738"/>
                </a:cubicBezTo>
                <a:cubicBezTo>
                  <a:pt x="257879" y="84426"/>
                  <a:pt x="259461" y="80279"/>
                  <a:pt x="259461" y="75299"/>
                </a:cubicBezTo>
                <a:lnTo>
                  <a:pt x="259461" y="72488"/>
                </a:lnTo>
                <a:lnTo>
                  <a:pt x="246669" y="72488"/>
                </a:lnTo>
                <a:moveTo>
                  <a:pt x="284289" y="63160"/>
                </a:moveTo>
                <a:lnTo>
                  <a:pt x="284289" y="107012"/>
                </a:lnTo>
                <a:lnTo>
                  <a:pt x="259461" y="107012"/>
                </a:lnTo>
                <a:lnTo>
                  <a:pt x="259461" y="95596"/>
                </a:lnTo>
                <a:cubicBezTo>
                  <a:pt x="256160" y="100297"/>
                  <a:pt x="252446" y="103719"/>
                  <a:pt x="248320" y="105862"/>
                </a:cubicBezTo>
                <a:cubicBezTo>
                  <a:pt x="244193" y="108004"/>
                  <a:pt x="239173" y="109075"/>
                  <a:pt x="233258" y="109075"/>
                </a:cubicBezTo>
                <a:cubicBezTo>
                  <a:pt x="225281" y="109075"/>
                  <a:pt x="218804" y="106748"/>
                  <a:pt x="213830" y="102095"/>
                </a:cubicBezTo>
                <a:cubicBezTo>
                  <a:pt x="208855" y="97441"/>
                  <a:pt x="206368" y="91400"/>
                  <a:pt x="206368" y="83973"/>
                </a:cubicBezTo>
                <a:cubicBezTo>
                  <a:pt x="206368" y="74941"/>
                  <a:pt x="209474" y="68315"/>
                  <a:pt x="215687" y="64097"/>
                </a:cubicBezTo>
                <a:cubicBezTo>
                  <a:pt x="221899" y="59879"/>
                  <a:pt x="231654" y="57770"/>
                  <a:pt x="244950" y="57770"/>
                </a:cubicBezTo>
                <a:lnTo>
                  <a:pt x="259461" y="57770"/>
                </a:lnTo>
                <a:lnTo>
                  <a:pt x="259461" y="55806"/>
                </a:lnTo>
                <a:cubicBezTo>
                  <a:pt x="259461" y="51874"/>
                  <a:pt x="257925" y="48995"/>
                  <a:pt x="254853" y="47168"/>
                </a:cubicBezTo>
                <a:cubicBezTo>
                  <a:pt x="251781" y="45341"/>
                  <a:pt x="246990" y="44428"/>
                  <a:pt x="240480" y="44428"/>
                </a:cubicBezTo>
                <a:cubicBezTo>
                  <a:pt x="235207" y="44428"/>
                  <a:pt x="230301" y="44955"/>
                  <a:pt x="225762" y="46010"/>
                </a:cubicBezTo>
                <a:cubicBezTo>
                  <a:pt x="221223" y="47064"/>
                  <a:pt x="217005" y="48646"/>
                  <a:pt x="213108" y="50755"/>
                </a:cubicBezTo>
                <a:lnTo>
                  <a:pt x="213108" y="31911"/>
                </a:lnTo>
                <a:cubicBezTo>
                  <a:pt x="218380" y="30650"/>
                  <a:pt x="223676" y="29693"/>
                  <a:pt x="228994" y="29040"/>
                </a:cubicBezTo>
                <a:cubicBezTo>
                  <a:pt x="234313" y="28386"/>
                  <a:pt x="239631" y="28060"/>
                  <a:pt x="244950" y="28060"/>
                </a:cubicBezTo>
                <a:cubicBezTo>
                  <a:pt x="258842" y="28060"/>
                  <a:pt x="268872" y="30812"/>
                  <a:pt x="275039" y="36317"/>
                </a:cubicBezTo>
                <a:cubicBezTo>
                  <a:pt x="281205" y="41822"/>
                  <a:pt x="284289" y="50769"/>
                  <a:pt x="284289" y="63160"/>
                </a:cubicBezTo>
                <a:close/>
                <a:moveTo>
                  <a:pt x="333968" y="8115"/>
                </a:moveTo>
                <a:lnTo>
                  <a:pt x="333968" y="29985"/>
                </a:lnTo>
                <a:lnTo>
                  <a:pt x="359345" y="29985"/>
                </a:lnTo>
                <a:lnTo>
                  <a:pt x="359345" y="47592"/>
                </a:lnTo>
                <a:lnTo>
                  <a:pt x="333968" y="47592"/>
                </a:lnTo>
                <a:lnTo>
                  <a:pt x="333968" y="80259"/>
                </a:lnTo>
                <a:cubicBezTo>
                  <a:pt x="333968" y="83835"/>
                  <a:pt x="334678" y="86254"/>
                  <a:pt x="336100" y="87515"/>
                </a:cubicBezTo>
                <a:cubicBezTo>
                  <a:pt x="337521" y="88776"/>
                  <a:pt x="340341" y="89406"/>
                  <a:pt x="344559" y="89406"/>
                </a:cubicBezTo>
                <a:lnTo>
                  <a:pt x="357213" y="89406"/>
                </a:lnTo>
                <a:lnTo>
                  <a:pt x="357213" y="107012"/>
                </a:lnTo>
                <a:lnTo>
                  <a:pt x="336100" y="107012"/>
                </a:lnTo>
                <a:cubicBezTo>
                  <a:pt x="326380" y="107012"/>
                  <a:pt x="319491" y="104983"/>
                  <a:pt x="315433" y="100926"/>
                </a:cubicBezTo>
                <a:cubicBezTo>
                  <a:pt x="311375" y="96868"/>
                  <a:pt x="309347" y="89979"/>
                  <a:pt x="309347" y="80259"/>
                </a:cubicBezTo>
                <a:lnTo>
                  <a:pt x="309347" y="47592"/>
                </a:lnTo>
                <a:lnTo>
                  <a:pt x="297105" y="47592"/>
                </a:lnTo>
                <a:lnTo>
                  <a:pt x="297105" y="29985"/>
                </a:lnTo>
                <a:lnTo>
                  <a:pt x="309347" y="29985"/>
                </a:lnTo>
                <a:lnTo>
                  <a:pt x="309347" y="8115"/>
                </a:lnTo>
                <a:lnTo>
                  <a:pt x="333968" y="8115"/>
                </a:lnTo>
                <a:close/>
                <a:moveTo>
                  <a:pt x="374403" y="29985"/>
                </a:moveTo>
                <a:lnTo>
                  <a:pt x="399024" y="29985"/>
                </a:lnTo>
                <a:lnTo>
                  <a:pt x="399024" y="107012"/>
                </a:lnTo>
                <a:lnTo>
                  <a:pt x="374403" y="107012"/>
                </a:lnTo>
                <a:lnTo>
                  <a:pt x="374403" y="29985"/>
                </a:lnTo>
                <a:moveTo>
                  <a:pt x="374403" y="0"/>
                </a:moveTo>
                <a:lnTo>
                  <a:pt x="399024" y="0"/>
                </a:lnTo>
                <a:lnTo>
                  <a:pt x="399024" y="20082"/>
                </a:lnTo>
                <a:lnTo>
                  <a:pt x="374403" y="20082"/>
                </a:lnTo>
                <a:lnTo>
                  <a:pt x="374403" y="0"/>
                </a:lnTo>
                <a:close/>
                <a:moveTo>
                  <a:pt x="459229" y="45666"/>
                </a:moveTo>
                <a:cubicBezTo>
                  <a:pt x="453773" y="45666"/>
                  <a:pt x="449613" y="47632"/>
                  <a:pt x="446747" y="51563"/>
                </a:cubicBezTo>
                <a:cubicBezTo>
                  <a:pt x="443881" y="55495"/>
                  <a:pt x="442449" y="61163"/>
                  <a:pt x="442449" y="68568"/>
                </a:cubicBezTo>
                <a:cubicBezTo>
                  <a:pt x="442449" y="75972"/>
                  <a:pt x="443881" y="81640"/>
                  <a:pt x="446747" y="85572"/>
                </a:cubicBezTo>
                <a:cubicBezTo>
                  <a:pt x="449613" y="89503"/>
                  <a:pt x="453773" y="91469"/>
                  <a:pt x="459229" y="91469"/>
                </a:cubicBezTo>
                <a:cubicBezTo>
                  <a:pt x="464594" y="91469"/>
                  <a:pt x="468697" y="89503"/>
                  <a:pt x="471540" y="85572"/>
                </a:cubicBezTo>
                <a:cubicBezTo>
                  <a:pt x="474383" y="81640"/>
                  <a:pt x="475804" y="75972"/>
                  <a:pt x="475804" y="68568"/>
                </a:cubicBezTo>
                <a:cubicBezTo>
                  <a:pt x="475804" y="61163"/>
                  <a:pt x="474383" y="55495"/>
                  <a:pt x="471540" y="51563"/>
                </a:cubicBezTo>
                <a:cubicBezTo>
                  <a:pt x="468697" y="47632"/>
                  <a:pt x="464594" y="45666"/>
                  <a:pt x="459229" y="45666"/>
                </a:cubicBezTo>
                <a:moveTo>
                  <a:pt x="459229" y="28060"/>
                </a:moveTo>
                <a:cubicBezTo>
                  <a:pt x="472480" y="28060"/>
                  <a:pt x="482830" y="31642"/>
                  <a:pt x="490281" y="38808"/>
                </a:cubicBezTo>
                <a:cubicBezTo>
                  <a:pt x="497731" y="45972"/>
                  <a:pt x="501457" y="55892"/>
                  <a:pt x="501457" y="68568"/>
                </a:cubicBezTo>
                <a:cubicBezTo>
                  <a:pt x="501457" y="81243"/>
                  <a:pt x="497731" y="91164"/>
                  <a:pt x="490281" y="98329"/>
                </a:cubicBezTo>
                <a:cubicBezTo>
                  <a:pt x="482830" y="105493"/>
                  <a:pt x="472480" y="109075"/>
                  <a:pt x="459229" y="109075"/>
                </a:cubicBezTo>
                <a:cubicBezTo>
                  <a:pt x="445933" y="109075"/>
                  <a:pt x="435537" y="105493"/>
                  <a:pt x="428040" y="98329"/>
                </a:cubicBezTo>
                <a:cubicBezTo>
                  <a:pt x="420544" y="91164"/>
                  <a:pt x="416796" y="81243"/>
                  <a:pt x="416796" y="68568"/>
                </a:cubicBezTo>
                <a:cubicBezTo>
                  <a:pt x="416796" y="55892"/>
                  <a:pt x="420544" y="45972"/>
                  <a:pt x="428040" y="38808"/>
                </a:cubicBezTo>
                <a:cubicBezTo>
                  <a:pt x="435537" y="31642"/>
                  <a:pt x="445933" y="28060"/>
                  <a:pt x="459229" y="28060"/>
                </a:cubicBezTo>
                <a:close/>
                <a:moveTo>
                  <a:pt x="596776" y="60055"/>
                </a:moveTo>
                <a:lnTo>
                  <a:pt x="596776" y="107012"/>
                </a:lnTo>
                <a:lnTo>
                  <a:pt x="572017" y="107012"/>
                </a:lnTo>
                <a:lnTo>
                  <a:pt x="572017" y="99370"/>
                </a:lnTo>
                <a:lnTo>
                  <a:pt x="572017" y="71071"/>
                </a:lnTo>
                <a:cubicBezTo>
                  <a:pt x="572017" y="64416"/>
                  <a:pt x="571868" y="59826"/>
                  <a:pt x="571570" y="57302"/>
                </a:cubicBezTo>
                <a:cubicBezTo>
                  <a:pt x="571272" y="54777"/>
                  <a:pt x="570756" y="52918"/>
                  <a:pt x="570022" y="51724"/>
                </a:cubicBezTo>
                <a:cubicBezTo>
                  <a:pt x="569060" y="50117"/>
                  <a:pt x="567753" y="48866"/>
                  <a:pt x="566102" y="47972"/>
                </a:cubicBezTo>
                <a:cubicBezTo>
                  <a:pt x="564452" y="47076"/>
                  <a:pt x="562572" y="46629"/>
                  <a:pt x="560463" y="46629"/>
                </a:cubicBezTo>
                <a:cubicBezTo>
                  <a:pt x="555328" y="46629"/>
                  <a:pt x="551293" y="48614"/>
                  <a:pt x="548359" y="52584"/>
                </a:cubicBezTo>
                <a:cubicBezTo>
                  <a:pt x="545424" y="56554"/>
                  <a:pt x="543957" y="62051"/>
                  <a:pt x="543957" y="69075"/>
                </a:cubicBezTo>
                <a:lnTo>
                  <a:pt x="543957" y="107012"/>
                </a:lnTo>
                <a:lnTo>
                  <a:pt x="519336" y="107012"/>
                </a:lnTo>
                <a:lnTo>
                  <a:pt x="519336" y="29985"/>
                </a:lnTo>
                <a:lnTo>
                  <a:pt x="543957" y="29985"/>
                </a:lnTo>
                <a:lnTo>
                  <a:pt x="543957" y="41264"/>
                </a:lnTo>
                <a:cubicBezTo>
                  <a:pt x="547671" y="36748"/>
                  <a:pt x="551614" y="33418"/>
                  <a:pt x="555786" y="31275"/>
                </a:cubicBezTo>
                <a:cubicBezTo>
                  <a:pt x="559959" y="29131"/>
                  <a:pt x="564566" y="28060"/>
                  <a:pt x="569610" y="28060"/>
                </a:cubicBezTo>
                <a:cubicBezTo>
                  <a:pt x="578505" y="28060"/>
                  <a:pt x="585256" y="30789"/>
                  <a:pt x="589864" y="36248"/>
                </a:cubicBezTo>
                <a:cubicBezTo>
                  <a:pt x="594472" y="41707"/>
                  <a:pt x="596776" y="49643"/>
                  <a:pt x="596776" y="600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(Spokestoothickdueto">
            <a:extLst xmlns:a="http://schemas.openxmlformats.org/drawingml/2006/main">
              <a:ext uri="{FF2B5EF4-FFF2-40B4-BE49-F238E27FC236}">
                <a16:creationId xmlns:a16="http://schemas.microsoft.com/office/drawing/2014/main" id="{5B9829DC-F0CF-4792-A260-BBD51205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7" y="5163168"/>
            <a:ext cx="1690776" cy="136310"/>
          </a:xfrm>
          <a:custGeom xmlns:a="http://schemas.openxmlformats.org/drawingml/2006/main">
            <a:pathLst>
              <a:path w="1690776" h="136310">
                <a:moveTo>
                  <a:pt x="31567" y="138"/>
                </a:moveTo>
                <a:cubicBezTo>
                  <a:pt x="25423" y="10683"/>
                  <a:pt x="20861" y="21114"/>
                  <a:pt x="17881" y="31430"/>
                </a:cubicBezTo>
                <a:cubicBezTo>
                  <a:pt x="14901" y="41746"/>
                  <a:pt x="13411" y="52199"/>
                  <a:pt x="13411" y="62791"/>
                </a:cubicBezTo>
                <a:cubicBezTo>
                  <a:pt x="13411" y="73382"/>
                  <a:pt x="14912" y="83870"/>
                  <a:pt x="17916" y="94255"/>
                </a:cubicBezTo>
                <a:cubicBezTo>
                  <a:pt x="20919" y="104639"/>
                  <a:pt x="25469" y="115082"/>
                  <a:pt x="31567" y="125581"/>
                </a:cubicBezTo>
                <a:lnTo>
                  <a:pt x="20563" y="125581"/>
                </a:lnTo>
                <a:cubicBezTo>
                  <a:pt x="13686" y="114806"/>
                  <a:pt x="8539" y="104215"/>
                  <a:pt x="5124" y="93808"/>
                </a:cubicBezTo>
                <a:cubicBezTo>
                  <a:pt x="1708" y="83400"/>
                  <a:pt x="0" y="73061"/>
                  <a:pt x="0" y="62791"/>
                </a:cubicBezTo>
                <a:cubicBezTo>
                  <a:pt x="0" y="52566"/>
                  <a:pt x="1696" y="42273"/>
                  <a:pt x="5089" y="31911"/>
                </a:cubicBezTo>
                <a:cubicBezTo>
                  <a:pt x="8482" y="21549"/>
                  <a:pt x="13640" y="10958"/>
                  <a:pt x="20563" y="138"/>
                </a:cubicBezTo>
                <a:lnTo>
                  <a:pt x="31567" y="138"/>
                </a:lnTo>
                <a:close/>
                <a:moveTo>
                  <a:pt x="118203" y="7703"/>
                </a:moveTo>
                <a:lnTo>
                  <a:pt x="118203" y="21320"/>
                </a:lnTo>
                <a:cubicBezTo>
                  <a:pt x="112930" y="18775"/>
                  <a:pt x="107956" y="16878"/>
                  <a:pt x="103279" y="15629"/>
                </a:cubicBezTo>
                <a:cubicBezTo>
                  <a:pt x="98602" y="14379"/>
                  <a:pt x="94086" y="13755"/>
                  <a:pt x="89731" y="13755"/>
                </a:cubicBezTo>
                <a:cubicBezTo>
                  <a:pt x="82166" y="13755"/>
                  <a:pt x="76331" y="15224"/>
                  <a:pt x="72228" y="18163"/>
                </a:cubicBezTo>
                <a:cubicBezTo>
                  <a:pt x="68124" y="21100"/>
                  <a:pt x="66072" y="25277"/>
                  <a:pt x="66072" y="30695"/>
                </a:cubicBezTo>
                <a:cubicBezTo>
                  <a:pt x="66072" y="35239"/>
                  <a:pt x="67436" y="38672"/>
                  <a:pt x="70164" y="40991"/>
                </a:cubicBezTo>
                <a:cubicBezTo>
                  <a:pt x="72893" y="43310"/>
                  <a:pt x="78062" y="45180"/>
                  <a:pt x="85673" y="46603"/>
                </a:cubicBezTo>
                <a:lnTo>
                  <a:pt x="94063" y="48320"/>
                </a:lnTo>
                <a:cubicBezTo>
                  <a:pt x="104425" y="50293"/>
                  <a:pt x="112071" y="53768"/>
                  <a:pt x="116999" y="58746"/>
                </a:cubicBezTo>
                <a:cubicBezTo>
                  <a:pt x="121928" y="63722"/>
                  <a:pt x="124393" y="70384"/>
                  <a:pt x="124393" y="78733"/>
                </a:cubicBezTo>
                <a:cubicBezTo>
                  <a:pt x="124393" y="88687"/>
                  <a:pt x="121057" y="96233"/>
                  <a:pt x="114386" y="101371"/>
                </a:cubicBezTo>
                <a:cubicBezTo>
                  <a:pt x="107715" y="106507"/>
                  <a:pt x="97938" y="109075"/>
                  <a:pt x="85054" y="109075"/>
                </a:cubicBezTo>
                <a:cubicBezTo>
                  <a:pt x="80194" y="109075"/>
                  <a:pt x="75024" y="108519"/>
                  <a:pt x="69546" y="107408"/>
                </a:cubicBezTo>
                <a:cubicBezTo>
                  <a:pt x="64067" y="106296"/>
                  <a:pt x="58393" y="104651"/>
                  <a:pt x="52524" y="102473"/>
                </a:cubicBezTo>
                <a:lnTo>
                  <a:pt x="52524" y="88168"/>
                </a:lnTo>
                <a:cubicBezTo>
                  <a:pt x="58163" y="91355"/>
                  <a:pt x="63688" y="93756"/>
                  <a:pt x="69098" y="95372"/>
                </a:cubicBezTo>
                <a:cubicBezTo>
                  <a:pt x="74509" y="96988"/>
                  <a:pt x="79827" y="97796"/>
                  <a:pt x="85054" y="97796"/>
                </a:cubicBezTo>
                <a:cubicBezTo>
                  <a:pt x="92986" y="97796"/>
                  <a:pt x="99107" y="96236"/>
                  <a:pt x="103417" y="93116"/>
                </a:cubicBezTo>
                <a:cubicBezTo>
                  <a:pt x="107726" y="89993"/>
                  <a:pt x="109881" y="85541"/>
                  <a:pt x="109881" y="79758"/>
                </a:cubicBezTo>
                <a:cubicBezTo>
                  <a:pt x="109881" y="74709"/>
                  <a:pt x="108334" y="70762"/>
                  <a:pt x="105239" y="67916"/>
                </a:cubicBezTo>
                <a:cubicBezTo>
                  <a:pt x="102144" y="65069"/>
                  <a:pt x="97067" y="62935"/>
                  <a:pt x="90006" y="61512"/>
                </a:cubicBezTo>
                <a:lnTo>
                  <a:pt x="81547" y="59863"/>
                </a:lnTo>
                <a:cubicBezTo>
                  <a:pt x="71185" y="57799"/>
                  <a:pt x="63688" y="54565"/>
                  <a:pt x="59058" y="50162"/>
                </a:cubicBezTo>
                <a:cubicBezTo>
                  <a:pt x="54427" y="45758"/>
                  <a:pt x="52111" y="39633"/>
                  <a:pt x="52111" y="31789"/>
                </a:cubicBezTo>
                <a:cubicBezTo>
                  <a:pt x="52111" y="22706"/>
                  <a:pt x="55309" y="15550"/>
                  <a:pt x="61705" y="10320"/>
                </a:cubicBezTo>
                <a:cubicBezTo>
                  <a:pt x="68101" y="5091"/>
                  <a:pt x="76916" y="2476"/>
                  <a:pt x="88149" y="2476"/>
                </a:cubicBezTo>
                <a:cubicBezTo>
                  <a:pt x="92963" y="2476"/>
                  <a:pt x="97869" y="2911"/>
                  <a:pt x="102866" y="3783"/>
                </a:cubicBezTo>
                <a:cubicBezTo>
                  <a:pt x="107864" y="4654"/>
                  <a:pt x="112976" y="5960"/>
                  <a:pt x="118203" y="7703"/>
                </a:cubicBezTo>
                <a:close/>
                <a:moveTo>
                  <a:pt x="157640" y="95458"/>
                </a:moveTo>
                <a:lnTo>
                  <a:pt x="157640" y="136310"/>
                </a:lnTo>
                <a:lnTo>
                  <a:pt x="144917" y="136310"/>
                </a:lnTo>
                <a:lnTo>
                  <a:pt x="144917" y="29985"/>
                </a:lnTo>
                <a:lnTo>
                  <a:pt x="157640" y="29985"/>
                </a:lnTo>
                <a:lnTo>
                  <a:pt x="157640" y="41677"/>
                </a:lnTo>
                <a:cubicBezTo>
                  <a:pt x="160299" y="37069"/>
                  <a:pt x="163658" y="33648"/>
                  <a:pt x="167716" y="31412"/>
                </a:cubicBezTo>
                <a:cubicBezTo>
                  <a:pt x="171773" y="29177"/>
                  <a:pt x="176622" y="28060"/>
                  <a:pt x="182261" y="28060"/>
                </a:cubicBezTo>
                <a:cubicBezTo>
                  <a:pt x="191614" y="28060"/>
                  <a:pt x="199214" y="31780"/>
                  <a:pt x="205060" y="39220"/>
                </a:cubicBezTo>
                <a:cubicBezTo>
                  <a:pt x="210905" y="46661"/>
                  <a:pt x="213828" y="56443"/>
                  <a:pt x="213828" y="68568"/>
                </a:cubicBezTo>
                <a:cubicBezTo>
                  <a:pt x="213828" y="80692"/>
                  <a:pt x="210905" y="90474"/>
                  <a:pt x="205060" y="97915"/>
                </a:cubicBezTo>
                <a:cubicBezTo>
                  <a:pt x="199214" y="105355"/>
                  <a:pt x="191614" y="109075"/>
                  <a:pt x="182261" y="109075"/>
                </a:cubicBezTo>
                <a:cubicBezTo>
                  <a:pt x="176622" y="109075"/>
                  <a:pt x="171773" y="107958"/>
                  <a:pt x="167716" y="105723"/>
                </a:cubicBezTo>
                <a:cubicBezTo>
                  <a:pt x="163658" y="103487"/>
                  <a:pt x="160299" y="100066"/>
                  <a:pt x="157640" y="95458"/>
                </a:cubicBezTo>
                <a:moveTo>
                  <a:pt x="200693" y="68568"/>
                </a:moveTo>
                <a:cubicBezTo>
                  <a:pt x="200693" y="59239"/>
                  <a:pt x="198778" y="51921"/>
                  <a:pt x="194950" y="46614"/>
                </a:cubicBezTo>
                <a:cubicBezTo>
                  <a:pt x="191122" y="41305"/>
                  <a:pt x="185860" y="38651"/>
                  <a:pt x="179166" y="38651"/>
                </a:cubicBezTo>
                <a:cubicBezTo>
                  <a:pt x="172472" y="38651"/>
                  <a:pt x="167211" y="41305"/>
                  <a:pt x="163383" y="46614"/>
                </a:cubicBezTo>
                <a:cubicBezTo>
                  <a:pt x="159554" y="51921"/>
                  <a:pt x="157640" y="59239"/>
                  <a:pt x="157640" y="68568"/>
                </a:cubicBezTo>
                <a:cubicBezTo>
                  <a:pt x="157640" y="77896"/>
                  <a:pt x="159554" y="85215"/>
                  <a:pt x="163383" y="90524"/>
                </a:cubicBezTo>
                <a:cubicBezTo>
                  <a:pt x="167211" y="95831"/>
                  <a:pt x="172472" y="98484"/>
                  <a:pt x="179166" y="98484"/>
                </a:cubicBezTo>
                <a:cubicBezTo>
                  <a:pt x="185860" y="98484"/>
                  <a:pt x="191122" y="95831"/>
                  <a:pt x="194950" y="90524"/>
                </a:cubicBezTo>
                <a:cubicBezTo>
                  <a:pt x="198778" y="85215"/>
                  <a:pt x="200693" y="77896"/>
                  <a:pt x="200693" y="68568"/>
                </a:cubicBezTo>
                <a:close/>
                <a:moveTo>
                  <a:pt x="264544" y="38788"/>
                </a:moveTo>
                <a:cubicBezTo>
                  <a:pt x="257759" y="38788"/>
                  <a:pt x="252394" y="41443"/>
                  <a:pt x="248451" y="46751"/>
                </a:cubicBezTo>
                <a:cubicBezTo>
                  <a:pt x="244508" y="52058"/>
                  <a:pt x="242537" y="59330"/>
                  <a:pt x="242537" y="68568"/>
                </a:cubicBezTo>
                <a:cubicBezTo>
                  <a:pt x="242537" y="77805"/>
                  <a:pt x="244497" y="85078"/>
                  <a:pt x="248417" y="90386"/>
                </a:cubicBezTo>
                <a:cubicBezTo>
                  <a:pt x="252337" y="95693"/>
                  <a:pt x="257713" y="98347"/>
                  <a:pt x="264544" y="98347"/>
                </a:cubicBezTo>
                <a:cubicBezTo>
                  <a:pt x="271284" y="98347"/>
                  <a:pt x="276626" y="95682"/>
                  <a:pt x="280569" y="90352"/>
                </a:cubicBezTo>
                <a:cubicBezTo>
                  <a:pt x="284512" y="85020"/>
                  <a:pt x="286483" y="77759"/>
                  <a:pt x="286483" y="68568"/>
                </a:cubicBezTo>
                <a:cubicBezTo>
                  <a:pt x="286483" y="59422"/>
                  <a:pt x="284512" y="52173"/>
                  <a:pt x="280569" y="46820"/>
                </a:cubicBezTo>
                <a:cubicBezTo>
                  <a:pt x="276626" y="41466"/>
                  <a:pt x="271284" y="38788"/>
                  <a:pt x="264544" y="38788"/>
                </a:cubicBezTo>
                <a:moveTo>
                  <a:pt x="264544" y="28060"/>
                </a:moveTo>
                <a:cubicBezTo>
                  <a:pt x="275548" y="28060"/>
                  <a:pt x="284191" y="31642"/>
                  <a:pt x="290472" y="38808"/>
                </a:cubicBezTo>
                <a:cubicBezTo>
                  <a:pt x="296754" y="45972"/>
                  <a:pt x="299894" y="55892"/>
                  <a:pt x="299894" y="68568"/>
                </a:cubicBezTo>
                <a:cubicBezTo>
                  <a:pt x="299894" y="81198"/>
                  <a:pt x="296754" y="91107"/>
                  <a:pt x="290472" y="98295"/>
                </a:cubicBezTo>
                <a:cubicBezTo>
                  <a:pt x="284191" y="105482"/>
                  <a:pt x="275548" y="109075"/>
                  <a:pt x="264544" y="109075"/>
                </a:cubicBezTo>
                <a:cubicBezTo>
                  <a:pt x="253495" y="109075"/>
                  <a:pt x="244841" y="105482"/>
                  <a:pt x="238582" y="98295"/>
                </a:cubicBezTo>
                <a:cubicBezTo>
                  <a:pt x="232324" y="91107"/>
                  <a:pt x="229195" y="81198"/>
                  <a:pt x="229195" y="68568"/>
                </a:cubicBezTo>
                <a:cubicBezTo>
                  <a:pt x="229195" y="55892"/>
                  <a:pt x="232324" y="45972"/>
                  <a:pt x="238582" y="38808"/>
                </a:cubicBezTo>
                <a:cubicBezTo>
                  <a:pt x="244841" y="31642"/>
                  <a:pt x="253495" y="28060"/>
                  <a:pt x="264544" y="28060"/>
                </a:cubicBezTo>
                <a:close/>
                <a:moveTo>
                  <a:pt x="320274" y="0"/>
                </a:moveTo>
                <a:lnTo>
                  <a:pt x="332997" y="0"/>
                </a:lnTo>
                <a:lnTo>
                  <a:pt x="332997" y="63203"/>
                </a:lnTo>
                <a:lnTo>
                  <a:pt x="370754" y="29985"/>
                </a:lnTo>
                <a:lnTo>
                  <a:pt x="386916" y="29985"/>
                </a:lnTo>
                <a:lnTo>
                  <a:pt x="346064" y="66023"/>
                </a:lnTo>
                <a:lnTo>
                  <a:pt x="388635" y="107012"/>
                </a:lnTo>
                <a:lnTo>
                  <a:pt x="372129" y="107012"/>
                </a:lnTo>
                <a:lnTo>
                  <a:pt x="332997" y="69393"/>
                </a:lnTo>
                <a:lnTo>
                  <a:pt x="332997" y="107012"/>
                </a:lnTo>
                <a:lnTo>
                  <a:pt x="320274" y="107012"/>
                </a:lnTo>
                <a:lnTo>
                  <a:pt x="320274" y="0"/>
                </a:lnTo>
                <a:close/>
                <a:moveTo>
                  <a:pt x="463121" y="65335"/>
                </a:moveTo>
                <a:lnTo>
                  <a:pt x="463121" y="71525"/>
                </a:lnTo>
                <a:lnTo>
                  <a:pt x="404939" y="71525"/>
                </a:lnTo>
                <a:cubicBezTo>
                  <a:pt x="405489" y="80259"/>
                  <a:pt x="408114" y="86913"/>
                  <a:pt x="412813" y="91486"/>
                </a:cubicBezTo>
                <a:cubicBezTo>
                  <a:pt x="417513" y="96060"/>
                  <a:pt x="424058" y="98347"/>
                  <a:pt x="432448" y="98347"/>
                </a:cubicBezTo>
                <a:cubicBezTo>
                  <a:pt x="437308" y="98347"/>
                  <a:pt x="442019" y="97751"/>
                  <a:pt x="446581" y="96558"/>
                </a:cubicBezTo>
                <a:cubicBezTo>
                  <a:pt x="451143" y="95366"/>
                  <a:pt x="455671" y="93578"/>
                  <a:pt x="460164" y="91194"/>
                </a:cubicBezTo>
                <a:lnTo>
                  <a:pt x="460164" y="103161"/>
                </a:lnTo>
                <a:cubicBezTo>
                  <a:pt x="455625" y="105086"/>
                  <a:pt x="450971" y="106554"/>
                  <a:pt x="446203" y="107562"/>
                </a:cubicBezTo>
                <a:cubicBezTo>
                  <a:pt x="441435" y="108571"/>
                  <a:pt x="436598" y="109075"/>
                  <a:pt x="431692" y="109075"/>
                </a:cubicBezTo>
                <a:cubicBezTo>
                  <a:pt x="419404" y="109075"/>
                  <a:pt x="409673" y="105493"/>
                  <a:pt x="402497" y="98329"/>
                </a:cubicBezTo>
                <a:cubicBezTo>
                  <a:pt x="395322" y="91164"/>
                  <a:pt x="391734" y="81473"/>
                  <a:pt x="391734" y="69257"/>
                </a:cubicBezTo>
                <a:cubicBezTo>
                  <a:pt x="391734" y="56627"/>
                  <a:pt x="395139" y="46604"/>
                  <a:pt x="401947" y="39186"/>
                </a:cubicBezTo>
                <a:cubicBezTo>
                  <a:pt x="408756" y="31769"/>
                  <a:pt x="417937" y="28060"/>
                  <a:pt x="429491" y="28060"/>
                </a:cubicBezTo>
                <a:cubicBezTo>
                  <a:pt x="439853" y="28060"/>
                  <a:pt x="448049" y="31402"/>
                  <a:pt x="454078" y="38086"/>
                </a:cubicBezTo>
                <a:cubicBezTo>
                  <a:pt x="460107" y="44768"/>
                  <a:pt x="463121" y="53851"/>
                  <a:pt x="463121" y="65335"/>
                </a:cubicBezTo>
                <a:moveTo>
                  <a:pt x="450467" y="61621"/>
                </a:moveTo>
                <a:cubicBezTo>
                  <a:pt x="450375" y="54677"/>
                  <a:pt x="448438" y="49135"/>
                  <a:pt x="444656" y="44997"/>
                </a:cubicBezTo>
                <a:cubicBezTo>
                  <a:pt x="440873" y="40858"/>
                  <a:pt x="435864" y="38788"/>
                  <a:pt x="429629" y="38788"/>
                </a:cubicBezTo>
                <a:cubicBezTo>
                  <a:pt x="422568" y="38788"/>
                  <a:pt x="416917" y="40789"/>
                  <a:pt x="412676" y="44791"/>
                </a:cubicBezTo>
                <a:cubicBezTo>
                  <a:pt x="408435" y="48791"/>
                  <a:pt x="405993" y="54424"/>
                  <a:pt x="405351" y="61690"/>
                </a:cubicBezTo>
                <a:lnTo>
                  <a:pt x="450467" y="61621"/>
                </a:lnTo>
                <a:close/>
                <a:moveTo>
                  <a:pt x="532963" y="32186"/>
                </a:moveTo>
                <a:lnTo>
                  <a:pt x="532963" y="44153"/>
                </a:lnTo>
                <a:cubicBezTo>
                  <a:pt x="529387" y="42319"/>
                  <a:pt x="525673" y="40943"/>
                  <a:pt x="521821" y="40026"/>
                </a:cubicBezTo>
                <a:cubicBezTo>
                  <a:pt x="517970" y="39109"/>
                  <a:pt x="513981" y="38651"/>
                  <a:pt x="509855" y="38651"/>
                </a:cubicBezTo>
                <a:cubicBezTo>
                  <a:pt x="503573" y="38651"/>
                  <a:pt x="498862" y="39616"/>
                  <a:pt x="495722" y="41546"/>
                </a:cubicBezTo>
                <a:cubicBezTo>
                  <a:pt x="492581" y="43476"/>
                  <a:pt x="491011" y="46371"/>
                  <a:pt x="491011" y="50231"/>
                </a:cubicBezTo>
                <a:cubicBezTo>
                  <a:pt x="491011" y="53171"/>
                  <a:pt x="492134" y="55480"/>
                  <a:pt x="494381" y="57158"/>
                </a:cubicBezTo>
                <a:cubicBezTo>
                  <a:pt x="496627" y="58835"/>
                  <a:pt x="501143" y="60432"/>
                  <a:pt x="507929" y="61948"/>
                </a:cubicBezTo>
                <a:lnTo>
                  <a:pt x="512262" y="62915"/>
                </a:lnTo>
                <a:cubicBezTo>
                  <a:pt x="521248" y="64844"/>
                  <a:pt x="527633" y="67565"/>
                  <a:pt x="531415" y="71080"/>
                </a:cubicBezTo>
                <a:cubicBezTo>
                  <a:pt x="535198" y="74593"/>
                  <a:pt x="537089" y="79496"/>
                  <a:pt x="537089" y="85789"/>
                </a:cubicBezTo>
                <a:cubicBezTo>
                  <a:pt x="537089" y="92954"/>
                  <a:pt x="534258" y="98627"/>
                  <a:pt x="528596" y="102806"/>
                </a:cubicBezTo>
                <a:cubicBezTo>
                  <a:pt x="522933" y="106986"/>
                  <a:pt x="515150" y="109075"/>
                  <a:pt x="505247" y="109075"/>
                </a:cubicBezTo>
                <a:cubicBezTo>
                  <a:pt x="501120" y="109075"/>
                  <a:pt x="496822" y="108674"/>
                  <a:pt x="492352" y="107872"/>
                </a:cubicBezTo>
                <a:cubicBezTo>
                  <a:pt x="487881" y="107069"/>
                  <a:pt x="483170" y="105866"/>
                  <a:pt x="478219" y="104261"/>
                </a:cubicBezTo>
                <a:lnTo>
                  <a:pt x="478219" y="91194"/>
                </a:lnTo>
                <a:cubicBezTo>
                  <a:pt x="482895" y="93624"/>
                  <a:pt x="487503" y="95447"/>
                  <a:pt x="492042" y="96662"/>
                </a:cubicBezTo>
                <a:cubicBezTo>
                  <a:pt x="496581" y="97877"/>
                  <a:pt x="501075" y="98484"/>
                  <a:pt x="505522" y="98484"/>
                </a:cubicBezTo>
                <a:cubicBezTo>
                  <a:pt x="511482" y="98484"/>
                  <a:pt x="516067" y="97462"/>
                  <a:pt x="519277" y="95417"/>
                </a:cubicBezTo>
                <a:cubicBezTo>
                  <a:pt x="522486" y="93373"/>
                  <a:pt x="524091" y="90490"/>
                  <a:pt x="524091" y="86769"/>
                </a:cubicBezTo>
                <a:cubicBezTo>
                  <a:pt x="524091" y="83323"/>
                  <a:pt x="522933" y="80681"/>
                  <a:pt x="520618" y="78843"/>
                </a:cubicBezTo>
                <a:cubicBezTo>
                  <a:pt x="518302" y="77005"/>
                  <a:pt x="513225" y="75236"/>
                  <a:pt x="505384" y="73536"/>
                </a:cubicBezTo>
                <a:lnTo>
                  <a:pt x="500983" y="72503"/>
                </a:lnTo>
                <a:cubicBezTo>
                  <a:pt x="493143" y="70849"/>
                  <a:pt x="487480" y="68312"/>
                  <a:pt x="483996" y="64890"/>
                </a:cubicBezTo>
                <a:cubicBezTo>
                  <a:pt x="480511" y="61467"/>
                  <a:pt x="478769" y="56770"/>
                  <a:pt x="478769" y="50798"/>
                </a:cubicBezTo>
                <a:cubicBezTo>
                  <a:pt x="478769" y="43540"/>
                  <a:pt x="481336" y="37935"/>
                  <a:pt x="486472" y="33985"/>
                </a:cubicBezTo>
                <a:cubicBezTo>
                  <a:pt x="491607" y="30035"/>
                  <a:pt x="498897" y="28060"/>
                  <a:pt x="508342" y="28060"/>
                </a:cubicBezTo>
                <a:cubicBezTo>
                  <a:pt x="513018" y="28060"/>
                  <a:pt x="517420" y="28404"/>
                  <a:pt x="521546" y="29091"/>
                </a:cubicBezTo>
                <a:cubicBezTo>
                  <a:pt x="525673" y="29779"/>
                  <a:pt x="529478" y="30811"/>
                  <a:pt x="532963" y="32186"/>
                </a:cubicBezTo>
                <a:close/>
                <a:moveTo>
                  <a:pt x="614265" y="8115"/>
                </a:moveTo>
                <a:lnTo>
                  <a:pt x="614265" y="29985"/>
                </a:lnTo>
                <a:lnTo>
                  <a:pt x="640331" y="29985"/>
                </a:lnTo>
                <a:lnTo>
                  <a:pt x="640331" y="39889"/>
                </a:lnTo>
                <a:lnTo>
                  <a:pt x="614265" y="39889"/>
                </a:lnTo>
                <a:lnTo>
                  <a:pt x="614265" y="81652"/>
                </a:lnTo>
                <a:cubicBezTo>
                  <a:pt x="614265" y="87926"/>
                  <a:pt x="615125" y="91956"/>
                  <a:pt x="616845" y="93743"/>
                </a:cubicBezTo>
                <a:cubicBezTo>
                  <a:pt x="618564" y="95528"/>
                  <a:pt x="622060" y="96421"/>
                  <a:pt x="627333" y="96421"/>
                </a:cubicBezTo>
                <a:lnTo>
                  <a:pt x="640331" y="96421"/>
                </a:lnTo>
                <a:lnTo>
                  <a:pt x="640331" y="107012"/>
                </a:lnTo>
                <a:lnTo>
                  <a:pt x="627333" y="107012"/>
                </a:lnTo>
                <a:cubicBezTo>
                  <a:pt x="617567" y="107012"/>
                  <a:pt x="610827" y="105191"/>
                  <a:pt x="607113" y="101549"/>
                </a:cubicBezTo>
                <a:cubicBezTo>
                  <a:pt x="603399" y="97905"/>
                  <a:pt x="601542" y="91273"/>
                  <a:pt x="601542" y="81652"/>
                </a:cubicBezTo>
                <a:lnTo>
                  <a:pt x="601542" y="39889"/>
                </a:lnTo>
                <a:lnTo>
                  <a:pt x="592258" y="39889"/>
                </a:lnTo>
                <a:lnTo>
                  <a:pt x="592258" y="29985"/>
                </a:lnTo>
                <a:lnTo>
                  <a:pt x="601542" y="29985"/>
                </a:lnTo>
                <a:lnTo>
                  <a:pt x="601542" y="8115"/>
                </a:lnTo>
                <a:lnTo>
                  <a:pt x="614265" y="8115"/>
                </a:lnTo>
                <a:close/>
                <a:moveTo>
                  <a:pt x="686809" y="38788"/>
                </a:moveTo>
                <a:cubicBezTo>
                  <a:pt x="680024" y="38788"/>
                  <a:pt x="674659" y="41443"/>
                  <a:pt x="670716" y="46751"/>
                </a:cubicBezTo>
                <a:cubicBezTo>
                  <a:pt x="666773" y="52058"/>
                  <a:pt x="664802" y="59330"/>
                  <a:pt x="664802" y="68568"/>
                </a:cubicBezTo>
                <a:cubicBezTo>
                  <a:pt x="664802" y="77805"/>
                  <a:pt x="666762" y="85078"/>
                  <a:pt x="670682" y="90386"/>
                </a:cubicBezTo>
                <a:cubicBezTo>
                  <a:pt x="674602" y="95693"/>
                  <a:pt x="679978" y="98347"/>
                  <a:pt x="686809" y="98347"/>
                </a:cubicBezTo>
                <a:cubicBezTo>
                  <a:pt x="693549" y="98347"/>
                  <a:pt x="698891" y="95682"/>
                  <a:pt x="702834" y="90352"/>
                </a:cubicBezTo>
                <a:cubicBezTo>
                  <a:pt x="706777" y="85020"/>
                  <a:pt x="708748" y="77759"/>
                  <a:pt x="708748" y="68568"/>
                </a:cubicBezTo>
                <a:cubicBezTo>
                  <a:pt x="708748" y="59422"/>
                  <a:pt x="706777" y="52173"/>
                  <a:pt x="702834" y="46820"/>
                </a:cubicBezTo>
                <a:cubicBezTo>
                  <a:pt x="698891" y="41466"/>
                  <a:pt x="693549" y="38788"/>
                  <a:pt x="686809" y="38788"/>
                </a:cubicBezTo>
                <a:moveTo>
                  <a:pt x="686809" y="28060"/>
                </a:moveTo>
                <a:cubicBezTo>
                  <a:pt x="697813" y="28060"/>
                  <a:pt x="706456" y="31642"/>
                  <a:pt x="712737" y="38808"/>
                </a:cubicBezTo>
                <a:cubicBezTo>
                  <a:pt x="719018" y="45972"/>
                  <a:pt x="722159" y="55892"/>
                  <a:pt x="722159" y="68568"/>
                </a:cubicBezTo>
                <a:cubicBezTo>
                  <a:pt x="722159" y="81198"/>
                  <a:pt x="719018" y="91107"/>
                  <a:pt x="712737" y="98295"/>
                </a:cubicBezTo>
                <a:cubicBezTo>
                  <a:pt x="706456" y="105482"/>
                  <a:pt x="697813" y="109075"/>
                  <a:pt x="686809" y="109075"/>
                </a:cubicBezTo>
                <a:cubicBezTo>
                  <a:pt x="675760" y="109075"/>
                  <a:pt x="667106" y="105482"/>
                  <a:pt x="660847" y="98295"/>
                </a:cubicBezTo>
                <a:cubicBezTo>
                  <a:pt x="654589" y="91107"/>
                  <a:pt x="651459" y="81198"/>
                  <a:pt x="651459" y="68568"/>
                </a:cubicBezTo>
                <a:cubicBezTo>
                  <a:pt x="651459" y="55892"/>
                  <a:pt x="654589" y="45972"/>
                  <a:pt x="660847" y="38808"/>
                </a:cubicBezTo>
                <a:cubicBezTo>
                  <a:pt x="667106" y="31642"/>
                  <a:pt x="675760" y="28060"/>
                  <a:pt x="686809" y="28060"/>
                </a:cubicBezTo>
                <a:close/>
                <a:moveTo>
                  <a:pt x="772868" y="38788"/>
                </a:moveTo>
                <a:cubicBezTo>
                  <a:pt x="766082" y="38788"/>
                  <a:pt x="760718" y="41443"/>
                  <a:pt x="756775" y="46751"/>
                </a:cubicBezTo>
                <a:cubicBezTo>
                  <a:pt x="752832" y="52058"/>
                  <a:pt x="750860" y="59330"/>
                  <a:pt x="750860" y="68568"/>
                </a:cubicBezTo>
                <a:cubicBezTo>
                  <a:pt x="750860" y="77805"/>
                  <a:pt x="752820" y="85078"/>
                  <a:pt x="756740" y="90386"/>
                </a:cubicBezTo>
                <a:cubicBezTo>
                  <a:pt x="760660" y="95693"/>
                  <a:pt x="766036" y="98347"/>
                  <a:pt x="772868" y="98347"/>
                </a:cubicBezTo>
                <a:cubicBezTo>
                  <a:pt x="779608" y="98347"/>
                  <a:pt x="784949" y="95682"/>
                  <a:pt x="788892" y="90352"/>
                </a:cubicBezTo>
                <a:cubicBezTo>
                  <a:pt x="792835" y="85020"/>
                  <a:pt x="794807" y="77759"/>
                  <a:pt x="794807" y="68568"/>
                </a:cubicBezTo>
                <a:cubicBezTo>
                  <a:pt x="794807" y="59422"/>
                  <a:pt x="792835" y="52173"/>
                  <a:pt x="788892" y="46820"/>
                </a:cubicBezTo>
                <a:cubicBezTo>
                  <a:pt x="784949" y="41466"/>
                  <a:pt x="779608" y="38788"/>
                  <a:pt x="772868" y="38788"/>
                </a:cubicBezTo>
                <a:moveTo>
                  <a:pt x="772868" y="28060"/>
                </a:moveTo>
                <a:cubicBezTo>
                  <a:pt x="783872" y="28060"/>
                  <a:pt x="792514" y="31642"/>
                  <a:pt x="798796" y="38808"/>
                </a:cubicBezTo>
                <a:cubicBezTo>
                  <a:pt x="805077" y="45972"/>
                  <a:pt x="808218" y="55892"/>
                  <a:pt x="808218" y="68568"/>
                </a:cubicBezTo>
                <a:cubicBezTo>
                  <a:pt x="808218" y="81198"/>
                  <a:pt x="805077" y="91107"/>
                  <a:pt x="798796" y="98295"/>
                </a:cubicBezTo>
                <a:cubicBezTo>
                  <a:pt x="792514" y="105482"/>
                  <a:pt x="783872" y="109075"/>
                  <a:pt x="772868" y="109075"/>
                </a:cubicBezTo>
                <a:cubicBezTo>
                  <a:pt x="761818" y="109075"/>
                  <a:pt x="753164" y="105482"/>
                  <a:pt x="746906" y="98295"/>
                </a:cubicBezTo>
                <a:cubicBezTo>
                  <a:pt x="740647" y="91107"/>
                  <a:pt x="737518" y="81198"/>
                  <a:pt x="737518" y="68568"/>
                </a:cubicBezTo>
                <a:cubicBezTo>
                  <a:pt x="737518" y="55892"/>
                  <a:pt x="740647" y="45972"/>
                  <a:pt x="746906" y="38808"/>
                </a:cubicBezTo>
                <a:cubicBezTo>
                  <a:pt x="753164" y="31642"/>
                  <a:pt x="761818" y="28060"/>
                  <a:pt x="772868" y="28060"/>
                </a:cubicBezTo>
                <a:close/>
                <a:moveTo>
                  <a:pt x="886245" y="8115"/>
                </a:moveTo>
                <a:lnTo>
                  <a:pt x="886245" y="29985"/>
                </a:lnTo>
                <a:lnTo>
                  <a:pt x="912310" y="29985"/>
                </a:lnTo>
                <a:lnTo>
                  <a:pt x="912310" y="39889"/>
                </a:lnTo>
                <a:lnTo>
                  <a:pt x="886245" y="39889"/>
                </a:lnTo>
                <a:lnTo>
                  <a:pt x="886245" y="81652"/>
                </a:lnTo>
                <a:cubicBezTo>
                  <a:pt x="886245" y="87926"/>
                  <a:pt x="887104" y="91956"/>
                  <a:pt x="888824" y="93743"/>
                </a:cubicBezTo>
                <a:cubicBezTo>
                  <a:pt x="890543" y="95528"/>
                  <a:pt x="894039" y="96421"/>
                  <a:pt x="899312" y="96421"/>
                </a:cubicBezTo>
                <a:lnTo>
                  <a:pt x="912310" y="96421"/>
                </a:lnTo>
                <a:lnTo>
                  <a:pt x="912310" y="107012"/>
                </a:lnTo>
                <a:lnTo>
                  <a:pt x="899312" y="107012"/>
                </a:lnTo>
                <a:cubicBezTo>
                  <a:pt x="889546" y="107012"/>
                  <a:pt x="882806" y="105191"/>
                  <a:pt x="879092" y="101549"/>
                </a:cubicBezTo>
                <a:cubicBezTo>
                  <a:pt x="875378" y="97905"/>
                  <a:pt x="873521" y="91273"/>
                  <a:pt x="873521" y="81652"/>
                </a:cubicBezTo>
                <a:lnTo>
                  <a:pt x="873521" y="39889"/>
                </a:lnTo>
                <a:lnTo>
                  <a:pt x="864237" y="39889"/>
                </a:lnTo>
                <a:lnTo>
                  <a:pt x="864237" y="29985"/>
                </a:lnTo>
                <a:lnTo>
                  <a:pt x="873521" y="29985"/>
                </a:lnTo>
                <a:lnTo>
                  <a:pt x="873521" y="8115"/>
                </a:lnTo>
                <a:lnTo>
                  <a:pt x="886245" y="8115"/>
                </a:lnTo>
                <a:close/>
                <a:moveTo>
                  <a:pt x="992969" y="60521"/>
                </a:moveTo>
                <a:lnTo>
                  <a:pt x="992969" y="107012"/>
                </a:lnTo>
                <a:lnTo>
                  <a:pt x="980315" y="107012"/>
                </a:lnTo>
                <a:lnTo>
                  <a:pt x="980315" y="60934"/>
                </a:lnTo>
                <a:cubicBezTo>
                  <a:pt x="980315" y="53621"/>
                  <a:pt x="978893" y="48147"/>
                  <a:pt x="976051" y="44514"/>
                </a:cubicBezTo>
                <a:cubicBezTo>
                  <a:pt x="973208" y="40880"/>
                  <a:pt x="968944" y="39064"/>
                  <a:pt x="963259" y="39064"/>
                </a:cubicBezTo>
                <a:cubicBezTo>
                  <a:pt x="956427" y="39064"/>
                  <a:pt x="951040" y="41248"/>
                  <a:pt x="947097" y="45616"/>
                </a:cubicBezTo>
                <a:cubicBezTo>
                  <a:pt x="943154" y="49984"/>
                  <a:pt x="941182" y="55937"/>
                  <a:pt x="941182" y="63478"/>
                </a:cubicBezTo>
                <a:lnTo>
                  <a:pt x="941182" y="107012"/>
                </a:lnTo>
                <a:lnTo>
                  <a:pt x="928459" y="107012"/>
                </a:lnTo>
                <a:lnTo>
                  <a:pt x="928459" y="0"/>
                </a:lnTo>
                <a:lnTo>
                  <a:pt x="941182" y="0"/>
                </a:lnTo>
                <a:lnTo>
                  <a:pt x="941182" y="41952"/>
                </a:lnTo>
                <a:cubicBezTo>
                  <a:pt x="944208" y="37298"/>
                  <a:pt x="947773" y="33820"/>
                  <a:pt x="951877" y="31516"/>
                </a:cubicBezTo>
                <a:cubicBezTo>
                  <a:pt x="955980" y="29212"/>
                  <a:pt x="960714" y="28060"/>
                  <a:pt x="966078" y="28060"/>
                </a:cubicBezTo>
                <a:cubicBezTo>
                  <a:pt x="974927" y="28060"/>
                  <a:pt x="981621" y="30805"/>
                  <a:pt x="986160" y="36295"/>
                </a:cubicBezTo>
                <a:cubicBezTo>
                  <a:pt x="990699" y="41786"/>
                  <a:pt x="992969" y="49861"/>
                  <a:pt x="992969" y="60521"/>
                </a:cubicBezTo>
                <a:close/>
                <a:moveTo>
                  <a:pt x="1018098" y="29985"/>
                </a:moveTo>
                <a:lnTo>
                  <a:pt x="1030752" y="29985"/>
                </a:lnTo>
                <a:lnTo>
                  <a:pt x="1030752" y="107012"/>
                </a:lnTo>
                <a:lnTo>
                  <a:pt x="1018098" y="107012"/>
                </a:lnTo>
                <a:lnTo>
                  <a:pt x="1018098" y="29985"/>
                </a:lnTo>
                <a:moveTo>
                  <a:pt x="1018098" y="0"/>
                </a:moveTo>
                <a:lnTo>
                  <a:pt x="1030752" y="0"/>
                </a:lnTo>
                <a:lnTo>
                  <a:pt x="1030752" y="16093"/>
                </a:lnTo>
                <a:lnTo>
                  <a:pt x="1018098" y="16093"/>
                </a:lnTo>
                <a:lnTo>
                  <a:pt x="1018098" y="0"/>
                </a:lnTo>
                <a:close/>
                <a:moveTo>
                  <a:pt x="1112545" y="32874"/>
                </a:moveTo>
                <a:lnTo>
                  <a:pt x="1112545" y="44703"/>
                </a:lnTo>
                <a:cubicBezTo>
                  <a:pt x="1108968" y="42731"/>
                  <a:pt x="1105381" y="41253"/>
                  <a:pt x="1101782" y="40267"/>
                </a:cubicBezTo>
                <a:cubicBezTo>
                  <a:pt x="1098182" y="39281"/>
                  <a:pt x="1094549" y="38788"/>
                  <a:pt x="1090881" y="38788"/>
                </a:cubicBezTo>
                <a:cubicBezTo>
                  <a:pt x="1082674" y="38788"/>
                  <a:pt x="1076301" y="41397"/>
                  <a:pt x="1071762" y="46614"/>
                </a:cubicBezTo>
                <a:cubicBezTo>
                  <a:pt x="1067223" y="51829"/>
                  <a:pt x="1064953" y="59147"/>
                  <a:pt x="1064953" y="68568"/>
                </a:cubicBezTo>
                <a:cubicBezTo>
                  <a:pt x="1064953" y="77988"/>
                  <a:pt x="1067223" y="85307"/>
                  <a:pt x="1071762" y="90524"/>
                </a:cubicBezTo>
                <a:cubicBezTo>
                  <a:pt x="1076301" y="95739"/>
                  <a:pt x="1082674" y="98347"/>
                  <a:pt x="1090881" y="98347"/>
                </a:cubicBezTo>
                <a:cubicBezTo>
                  <a:pt x="1094549" y="98347"/>
                  <a:pt x="1098182" y="97854"/>
                  <a:pt x="1101782" y="96868"/>
                </a:cubicBezTo>
                <a:cubicBezTo>
                  <a:pt x="1105381" y="95882"/>
                  <a:pt x="1108968" y="94404"/>
                  <a:pt x="1112545" y="92432"/>
                </a:cubicBezTo>
                <a:lnTo>
                  <a:pt x="1112545" y="104124"/>
                </a:lnTo>
                <a:cubicBezTo>
                  <a:pt x="1109014" y="105774"/>
                  <a:pt x="1105358" y="107012"/>
                  <a:pt x="1101575" y="107837"/>
                </a:cubicBezTo>
                <a:cubicBezTo>
                  <a:pt x="1097793" y="108663"/>
                  <a:pt x="1093769" y="109075"/>
                  <a:pt x="1089505" y="109075"/>
                </a:cubicBezTo>
                <a:cubicBezTo>
                  <a:pt x="1077906" y="109075"/>
                  <a:pt x="1068690" y="105425"/>
                  <a:pt x="1061858" y="98123"/>
                </a:cubicBezTo>
                <a:cubicBezTo>
                  <a:pt x="1055027" y="90820"/>
                  <a:pt x="1051611" y="80968"/>
                  <a:pt x="1051611" y="68568"/>
                </a:cubicBezTo>
                <a:cubicBezTo>
                  <a:pt x="1051611" y="55983"/>
                  <a:pt x="1055061" y="46086"/>
                  <a:pt x="1061962" y="38877"/>
                </a:cubicBezTo>
                <a:cubicBezTo>
                  <a:pt x="1068862" y="31665"/>
                  <a:pt x="1078318" y="28060"/>
                  <a:pt x="1090331" y="28060"/>
                </a:cubicBezTo>
                <a:cubicBezTo>
                  <a:pt x="1094228" y="28060"/>
                  <a:pt x="1098033" y="28461"/>
                  <a:pt x="1101747" y="29263"/>
                </a:cubicBezTo>
                <a:cubicBezTo>
                  <a:pt x="1105461" y="30066"/>
                  <a:pt x="1109060" y="31269"/>
                  <a:pt x="1112545" y="32874"/>
                </a:cubicBezTo>
                <a:close/>
                <a:moveTo>
                  <a:pt x="1133958" y="0"/>
                </a:moveTo>
                <a:lnTo>
                  <a:pt x="1146681" y="0"/>
                </a:lnTo>
                <a:lnTo>
                  <a:pt x="1146681" y="63203"/>
                </a:lnTo>
                <a:lnTo>
                  <a:pt x="1184438" y="29985"/>
                </a:lnTo>
                <a:lnTo>
                  <a:pt x="1200599" y="29985"/>
                </a:lnTo>
                <a:lnTo>
                  <a:pt x="1159748" y="66023"/>
                </a:lnTo>
                <a:lnTo>
                  <a:pt x="1202319" y="107012"/>
                </a:lnTo>
                <a:lnTo>
                  <a:pt x="1185813" y="107012"/>
                </a:lnTo>
                <a:lnTo>
                  <a:pt x="1146681" y="69393"/>
                </a:lnTo>
                <a:lnTo>
                  <a:pt x="1146681" y="107012"/>
                </a:lnTo>
                <a:lnTo>
                  <a:pt x="1133958" y="107012"/>
                </a:lnTo>
                <a:lnTo>
                  <a:pt x="1133958" y="0"/>
                </a:lnTo>
                <a:close/>
                <a:moveTo>
                  <a:pt x="1311326" y="41677"/>
                </a:moveTo>
                <a:lnTo>
                  <a:pt x="1311326" y="0"/>
                </a:lnTo>
                <a:lnTo>
                  <a:pt x="1323980" y="0"/>
                </a:lnTo>
                <a:lnTo>
                  <a:pt x="1323980" y="107012"/>
                </a:lnTo>
                <a:lnTo>
                  <a:pt x="1311326" y="107012"/>
                </a:lnTo>
                <a:lnTo>
                  <a:pt x="1311326" y="95458"/>
                </a:lnTo>
                <a:cubicBezTo>
                  <a:pt x="1308667" y="100066"/>
                  <a:pt x="1305308" y="103487"/>
                  <a:pt x="1301251" y="105723"/>
                </a:cubicBezTo>
                <a:cubicBezTo>
                  <a:pt x="1297193" y="107958"/>
                  <a:pt x="1292321" y="109075"/>
                  <a:pt x="1286636" y="109075"/>
                </a:cubicBezTo>
                <a:cubicBezTo>
                  <a:pt x="1277329" y="109075"/>
                  <a:pt x="1269752" y="105355"/>
                  <a:pt x="1263906" y="97915"/>
                </a:cubicBezTo>
                <a:cubicBezTo>
                  <a:pt x="1258061" y="90474"/>
                  <a:pt x="1255138" y="80692"/>
                  <a:pt x="1255138" y="68568"/>
                </a:cubicBezTo>
                <a:cubicBezTo>
                  <a:pt x="1255138" y="56443"/>
                  <a:pt x="1258061" y="46661"/>
                  <a:pt x="1263906" y="39220"/>
                </a:cubicBezTo>
                <a:cubicBezTo>
                  <a:pt x="1269752" y="31780"/>
                  <a:pt x="1277329" y="28060"/>
                  <a:pt x="1286636" y="28060"/>
                </a:cubicBezTo>
                <a:cubicBezTo>
                  <a:pt x="1292321" y="28060"/>
                  <a:pt x="1297193" y="29177"/>
                  <a:pt x="1301251" y="31412"/>
                </a:cubicBezTo>
                <a:cubicBezTo>
                  <a:pt x="1305308" y="33648"/>
                  <a:pt x="1308667" y="37069"/>
                  <a:pt x="1311326" y="41677"/>
                </a:cubicBezTo>
                <a:moveTo>
                  <a:pt x="1268205" y="68568"/>
                </a:moveTo>
                <a:cubicBezTo>
                  <a:pt x="1268205" y="77896"/>
                  <a:pt x="1270119" y="85215"/>
                  <a:pt x="1273947" y="90524"/>
                </a:cubicBezTo>
                <a:cubicBezTo>
                  <a:pt x="1277776" y="95831"/>
                  <a:pt x="1283037" y="98484"/>
                  <a:pt x="1289731" y="98484"/>
                </a:cubicBezTo>
                <a:cubicBezTo>
                  <a:pt x="1296425" y="98484"/>
                  <a:pt x="1301698" y="95831"/>
                  <a:pt x="1305549" y="90524"/>
                </a:cubicBezTo>
                <a:cubicBezTo>
                  <a:pt x="1309400" y="85215"/>
                  <a:pt x="1311326" y="77896"/>
                  <a:pt x="1311326" y="68568"/>
                </a:cubicBezTo>
                <a:cubicBezTo>
                  <a:pt x="1311326" y="59239"/>
                  <a:pt x="1309400" y="51921"/>
                  <a:pt x="1305549" y="46614"/>
                </a:cubicBezTo>
                <a:cubicBezTo>
                  <a:pt x="1301698" y="41305"/>
                  <a:pt x="1296425" y="38651"/>
                  <a:pt x="1289731" y="38651"/>
                </a:cubicBezTo>
                <a:cubicBezTo>
                  <a:pt x="1283037" y="38651"/>
                  <a:pt x="1277776" y="41305"/>
                  <a:pt x="1273947" y="46614"/>
                </a:cubicBezTo>
                <a:cubicBezTo>
                  <a:pt x="1270119" y="51921"/>
                  <a:pt x="1268205" y="59239"/>
                  <a:pt x="1268205" y="68568"/>
                </a:cubicBezTo>
                <a:close/>
                <a:moveTo>
                  <a:pt x="1348631" y="76614"/>
                </a:moveTo>
                <a:lnTo>
                  <a:pt x="1348631" y="29985"/>
                </a:lnTo>
                <a:lnTo>
                  <a:pt x="1361285" y="29985"/>
                </a:lnTo>
                <a:lnTo>
                  <a:pt x="1361285" y="76133"/>
                </a:lnTo>
                <a:cubicBezTo>
                  <a:pt x="1361285" y="83446"/>
                  <a:pt x="1362707" y="88930"/>
                  <a:pt x="1365549" y="92587"/>
                </a:cubicBezTo>
                <a:cubicBezTo>
                  <a:pt x="1368392" y="96243"/>
                  <a:pt x="1372656" y="98072"/>
                  <a:pt x="1378341" y="98072"/>
                </a:cubicBezTo>
                <a:cubicBezTo>
                  <a:pt x="1385173" y="98072"/>
                  <a:pt x="1390572" y="95888"/>
                  <a:pt x="1394537" y="91521"/>
                </a:cubicBezTo>
                <a:cubicBezTo>
                  <a:pt x="1398503" y="87152"/>
                  <a:pt x="1400486" y="81198"/>
                  <a:pt x="1400486" y="73657"/>
                </a:cubicBezTo>
                <a:lnTo>
                  <a:pt x="1400486" y="29985"/>
                </a:lnTo>
                <a:lnTo>
                  <a:pt x="1413141" y="29985"/>
                </a:lnTo>
                <a:lnTo>
                  <a:pt x="1413141" y="107012"/>
                </a:lnTo>
                <a:lnTo>
                  <a:pt x="1400486" y="107012"/>
                </a:lnTo>
                <a:lnTo>
                  <a:pt x="1400486" y="95183"/>
                </a:lnTo>
                <a:cubicBezTo>
                  <a:pt x="1397415" y="99883"/>
                  <a:pt x="1393850" y="103373"/>
                  <a:pt x="1389792" y="105654"/>
                </a:cubicBezTo>
                <a:cubicBezTo>
                  <a:pt x="1385734" y="107935"/>
                  <a:pt x="1381023" y="109075"/>
                  <a:pt x="1375659" y="109075"/>
                </a:cubicBezTo>
                <a:cubicBezTo>
                  <a:pt x="1366810" y="109075"/>
                  <a:pt x="1360093" y="106319"/>
                  <a:pt x="1355508" y="100805"/>
                </a:cubicBezTo>
                <a:cubicBezTo>
                  <a:pt x="1350923" y="95292"/>
                  <a:pt x="1348631" y="87228"/>
                  <a:pt x="1348631" y="76614"/>
                </a:cubicBezTo>
                <a:moveTo>
                  <a:pt x="1380473" y="28060"/>
                </a:moveTo>
                <a:lnTo>
                  <a:pt x="1380473" y="28060"/>
                </a:lnTo>
                <a:close/>
                <a:moveTo>
                  <a:pt x="1504980" y="65335"/>
                </a:moveTo>
                <a:lnTo>
                  <a:pt x="1504980" y="71525"/>
                </a:lnTo>
                <a:lnTo>
                  <a:pt x="1446798" y="71525"/>
                </a:lnTo>
                <a:cubicBezTo>
                  <a:pt x="1447348" y="80259"/>
                  <a:pt x="1449973" y="86913"/>
                  <a:pt x="1454672" y="91486"/>
                </a:cubicBezTo>
                <a:cubicBezTo>
                  <a:pt x="1459372" y="96060"/>
                  <a:pt x="1465917" y="98347"/>
                  <a:pt x="1474307" y="98347"/>
                </a:cubicBezTo>
                <a:cubicBezTo>
                  <a:pt x="1479167" y="98347"/>
                  <a:pt x="1483878" y="97751"/>
                  <a:pt x="1488440" y="96558"/>
                </a:cubicBezTo>
                <a:cubicBezTo>
                  <a:pt x="1493002" y="95366"/>
                  <a:pt x="1497530" y="93578"/>
                  <a:pt x="1502023" y="91194"/>
                </a:cubicBezTo>
                <a:lnTo>
                  <a:pt x="1502023" y="103161"/>
                </a:lnTo>
                <a:cubicBezTo>
                  <a:pt x="1497484" y="105086"/>
                  <a:pt x="1492830" y="106554"/>
                  <a:pt x="1488062" y="107562"/>
                </a:cubicBezTo>
                <a:cubicBezTo>
                  <a:pt x="1483294" y="108571"/>
                  <a:pt x="1478456" y="109075"/>
                  <a:pt x="1473551" y="109075"/>
                </a:cubicBezTo>
                <a:cubicBezTo>
                  <a:pt x="1461263" y="109075"/>
                  <a:pt x="1451532" y="105493"/>
                  <a:pt x="1444356" y="98329"/>
                </a:cubicBezTo>
                <a:cubicBezTo>
                  <a:pt x="1437181" y="91164"/>
                  <a:pt x="1433593" y="81473"/>
                  <a:pt x="1433593" y="69257"/>
                </a:cubicBezTo>
                <a:cubicBezTo>
                  <a:pt x="1433593" y="56627"/>
                  <a:pt x="1436997" y="46604"/>
                  <a:pt x="1443806" y="39186"/>
                </a:cubicBezTo>
                <a:cubicBezTo>
                  <a:pt x="1450615" y="31769"/>
                  <a:pt x="1459796" y="28060"/>
                  <a:pt x="1471350" y="28060"/>
                </a:cubicBezTo>
                <a:cubicBezTo>
                  <a:pt x="1481712" y="28060"/>
                  <a:pt x="1489907" y="31402"/>
                  <a:pt x="1495937" y="38086"/>
                </a:cubicBezTo>
                <a:cubicBezTo>
                  <a:pt x="1501966" y="44768"/>
                  <a:pt x="1504980" y="53851"/>
                  <a:pt x="1504980" y="65335"/>
                </a:cubicBezTo>
                <a:moveTo>
                  <a:pt x="1492326" y="61621"/>
                </a:moveTo>
                <a:cubicBezTo>
                  <a:pt x="1492234" y="54677"/>
                  <a:pt x="1490297" y="49135"/>
                  <a:pt x="1486514" y="44997"/>
                </a:cubicBezTo>
                <a:cubicBezTo>
                  <a:pt x="1482732" y="40858"/>
                  <a:pt x="1477723" y="38788"/>
                  <a:pt x="1471487" y="38788"/>
                </a:cubicBezTo>
                <a:cubicBezTo>
                  <a:pt x="1464427" y="38788"/>
                  <a:pt x="1458776" y="40789"/>
                  <a:pt x="1454535" y="44791"/>
                </a:cubicBezTo>
                <a:cubicBezTo>
                  <a:pt x="1450294" y="48791"/>
                  <a:pt x="1447852" y="54424"/>
                  <a:pt x="1447210" y="61690"/>
                </a:cubicBezTo>
                <a:lnTo>
                  <a:pt x="1492326" y="61621"/>
                </a:lnTo>
                <a:close/>
                <a:moveTo>
                  <a:pt x="1582883" y="8115"/>
                </a:moveTo>
                <a:lnTo>
                  <a:pt x="1582883" y="29985"/>
                </a:lnTo>
                <a:lnTo>
                  <a:pt x="1608948" y="29985"/>
                </a:lnTo>
                <a:lnTo>
                  <a:pt x="1608948" y="39889"/>
                </a:lnTo>
                <a:lnTo>
                  <a:pt x="1582883" y="39889"/>
                </a:lnTo>
                <a:lnTo>
                  <a:pt x="1582883" y="81652"/>
                </a:lnTo>
                <a:cubicBezTo>
                  <a:pt x="1582883" y="87926"/>
                  <a:pt x="1583743" y="91956"/>
                  <a:pt x="1585462" y="93743"/>
                </a:cubicBezTo>
                <a:cubicBezTo>
                  <a:pt x="1587181" y="95528"/>
                  <a:pt x="1590677" y="96421"/>
                  <a:pt x="1595950" y="96421"/>
                </a:cubicBezTo>
                <a:lnTo>
                  <a:pt x="1608948" y="96421"/>
                </a:lnTo>
                <a:lnTo>
                  <a:pt x="1608948" y="107012"/>
                </a:lnTo>
                <a:lnTo>
                  <a:pt x="1595950" y="107012"/>
                </a:lnTo>
                <a:cubicBezTo>
                  <a:pt x="1586184" y="107012"/>
                  <a:pt x="1579444" y="105191"/>
                  <a:pt x="1575730" y="101549"/>
                </a:cubicBezTo>
                <a:cubicBezTo>
                  <a:pt x="1572017" y="97905"/>
                  <a:pt x="1570160" y="91273"/>
                  <a:pt x="1570160" y="81652"/>
                </a:cubicBezTo>
                <a:lnTo>
                  <a:pt x="1570160" y="39889"/>
                </a:lnTo>
                <a:lnTo>
                  <a:pt x="1560875" y="39889"/>
                </a:lnTo>
                <a:lnTo>
                  <a:pt x="1560875" y="29985"/>
                </a:lnTo>
                <a:lnTo>
                  <a:pt x="1570160" y="29985"/>
                </a:lnTo>
                <a:lnTo>
                  <a:pt x="1570160" y="8115"/>
                </a:lnTo>
                <a:lnTo>
                  <a:pt x="1582883" y="8115"/>
                </a:lnTo>
                <a:close/>
                <a:moveTo>
                  <a:pt x="1655427" y="38788"/>
                </a:moveTo>
                <a:cubicBezTo>
                  <a:pt x="1648641" y="38788"/>
                  <a:pt x="1643277" y="41443"/>
                  <a:pt x="1639334" y="46751"/>
                </a:cubicBezTo>
                <a:cubicBezTo>
                  <a:pt x="1635390" y="52058"/>
                  <a:pt x="1633419" y="59330"/>
                  <a:pt x="1633419" y="68568"/>
                </a:cubicBezTo>
                <a:cubicBezTo>
                  <a:pt x="1633419" y="77805"/>
                  <a:pt x="1635379" y="85078"/>
                  <a:pt x="1639299" y="90386"/>
                </a:cubicBezTo>
                <a:cubicBezTo>
                  <a:pt x="1643219" y="95693"/>
                  <a:pt x="1648595" y="98347"/>
                  <a:pt x="1655427" y="98347"/>
                </a:cubicBezTo>
                <a:cubicBezTo>
                  <a:pt x="1662166" y="98347"/>
                  <a:pt x="1667508" y="95682"/>
                  <a:pt x="1671451" y="90352"/>
                </a:cubicBezTo>
                <a:cubicBezTo>
                  <a:pt x="1675394" y="85020"/>
                  <a:pt x="1677365" y="77759"/>
                  <a:pt x="1677365" y="68568"/>
                </a:cubicBezTo>
                <a:cubicBezTo>
                  <a:pt x="1677365" y="59422"/>
                  <a:pt x="1675394" y="52173"/>
                  <a:pt x="1671451" y="46820"/>
                </a:cubicBezTo>
                <a:cubicBezTo>
                  <a:pt x="1667508" y="41466"/>
                  <a:pt x="1662166" y="38788"/>
                  <a:pt x="1655427" y="38788"/>
                </a:cubicBezTo>
                <a:moveTo>
                  <a:pt x="1655427" y="28060"/>
                </a:moveTo>
                <a:cubicBezTo>
                  <a:pt x="1666430" y="28060"/>
                  <a:pt x="1675073" y="31642"/>
                  <a:pt x="1681354" y="38808"/>
                </a:cubicBezTo>
                <a:cubicBezTo>
                  <a:pt x="1687636" y="45972"/>
                  <a:pt x="1690776" y="55892"/>
                  <a:pt x="1690776" y="68568"/>
                </a:cubicBezTo>
                <a:cubicBezTo>
                  <a:pt x="1690776" y="81198"/>
                  <a:pt x="1687636" y="91107"/>
                  <a:pt x="1681354" y="98295"/>
                </a:cubicBezTo>
                <a:cubicBezTo>
                  <a:pt x="1675073" y="105482"/>
                  <a:pt x="1666430" y="109075"/>
                  <a:pt x="1655427" y="109075"/>
                </a:cubicBezTo>
                <a:cubicBezTo>
                  <a:pt x="1644377" y="109075"/>
                  <a:pt x="1635723" y="105482"/>
                  <a:pt x="1629464" y="98295"/>
                </a:cubicBezTo>
                <a:cubicBezTo>
                  <a:pt x="1623206" y="91107"/>
                  <a:pt x="1620077" y="81198"/>
                  <a:pt x="1620077" y="68568"/>
                </a:cubicBezTo>
                <a:cubicBezTo>
                  <a:pt x="1620077" y="55892"/>
                  <a:pt x="1623206" y="45972"/>
                  <a:pt x="1629464" y="38808"/>
                </a:cubicBezTo>
                <a:cubicBezTo>
                  <a:pt x="1635723" y="31642"/>
                  <a:pt x="1644377" y="28060"/>
                  <a:pt x="1655427" y="28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screenspacedilation)">
            <a:extLst xmlns:a="http://schemas.openxmlformats.org/drawingml/2006/main">
              <a:ext uri="{FF2B5EF4-FFF2-40B4-BE49-F238E27FC236}">
                <a16:creationId xmlns:a16="http://schemas.microsoft.com/office/drawing/2014/main" id="{DCED31C0-FBD0-4675-B083-B84574E6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05" y="5339229"/>
            <a:ext cx="1527928" cy="136310"/>
          </a:xfrm>
          <a:custGeom xmlns:a="http://schemas.openxmlformats.org/drawingml/2006/main">
            <a:pathLst>
              <a:path w="1527928" h="136310">
                <a:moveTo>
                  <a:pt x="54744" y="32186"/>
                </a:moveTo>
                <a:lnTo>
                  <a:pt x="54744" y="44153"/>
                </a:lnTo>
                <a:cubicBezTo>
                  <a:pt x="51168" y="42319"/>
                  <a:pt x="47454" y="40943"/>
                  <a:pt x="43603" y="40026"/>
                </a:cubicBezTo>
                <a:cubicBezTo>
                  <a:pt x="39751" y="39109"/>
                  <a:pt x="35762" y="38651"/>
                  <a:pt x="31636" y="38651"/>
                </a:cubicBezTo>
                <a:cubicBezTo>
                  <a:pt x="25355" y="38651"/>
                  <a:pt x="20644" y="39616"/>
                  <a:pt x="17503" y="41546"/>
                </a:cubicBezTo>
                <a:cubicBezTo>
                  <a:pt x="14362" y="43476"/>
                  <a:pt x="12792" y="46371"/>
                  <a:pt x="12792" y="50231"/>
                </a:cubicBezTo>
                <a:cubicBezTo>
                  <a:pt x="12792" y="53171"/>
                  <a:pt x="13915" y="55480"/>
                  <a:pt x="16162" y="57158"/>
                </a:cubicBezTo>
                <a:cubicBezTo>
                  <a:pt x="18408" y="58835"/>
                  <a:pt x="22925" y="60432"/>
                  <a:pt x="29710" y="61948"/>
                </a:cubicBezTo>
                <a:lnTo>
                  <a:pt x="34043" y="62915"/>
                </a:lnTo>
                <a:cubicBezTo>
                  <a:pt x="43030" y="64844"/>
                  <a:pt x="49414" y="67565"/>
                  <a:pt x="53197" y="71080"/>
                </a:cubicBezTo>
                <a:cubicBezTo>
                  <a:pt x="56979" y="74593"/>
                  <a:pt x="58870" y="79496"/>
                  <a:pt x="58870" y="85789"/>
                </a:cubicBezTo>
                <a:cubicBezTo>
                  <a:pt x="58870" y="92954"/>
                  <a:pt x="56039" y="98627"/>
                  <a:pt x="50377" y="102806"/>
                </a:cubicBezTo>
                <a:cubicBezTo>
                  <a:pt x="44714" y="106986"/>
                  <a:pt x="36932" y="109075"/>
                  <a:pt x="27028" y="109075"/>
                </a:cubicBezTo>
                <a:cubicBezTo>
                  <a:pt x="22902" y="109075"/>
                  <a:pt x="18603" y="108674"/>
                  <a:pt x="14133" y="107872"/>
                </a:cubicBezTo>
                <a:cubicBezTo>
                  <a:pt x="9663" y="107069"/>
                  <a:pt x="4952" y="105866"/>
                  <a:pt x="0" y="104261"/>
                </a:cubicBezTo>
                <a:lnTo>
                  <a:pt x="0" y="91194"/>
                </a:lnTo>
                <a:cubicBezTo>
                  <a:pt x="4677" y="93624"/>
                  <a:pt x="9284" y="95447"/>
                  <a:pt x="13824" y="96662"/>
                </a:cubicBezTo>
                <a:cubicBezTo>
                  <a:pt x="18363" y="97877"/>
                  <a:pt x="22856" y="98484"/>
                  <a:pt x="27303" y="98484"/>
                </a:cubicBezTo>
                <a:cubicBezTo>
                  <a:pt x="33264" y="98484"/>
                  <a:pt x="37849" y="97462"/>
                  <a:pt x="41058" y="95417"/>
                </a:cubicBezTo>
                <a:cubicBezTo>
                  <a:pt x="44267" y="93373"/>
                  <a:pt x="45872" y="90490"/>
                  <a:pt x="45872" y="86769"/>
                </a:cubicBezTo>
                <a:cubicBezTo>
                  <a:pt x="45872" y="83323"/>
                  <a:pt x="44714" y="80681"/>
                  <a:pt x="42399" y="78843"/>
                </a:cubicBezTo>
                <a:cubicBezTo>
                  <a:pt x="40084" y="77005"/>
                  <a:pt x="35006" y="75236"/>
                  <a:pt x="27166" y="73536"/>
                </a:cubicBezTo>
                <a:lnTo>
                  <a:pt x="22764" y="72503"/>
                </a:lnTo>
                <a:cubicBezTo>
                  <a:pt x="14924" y="70849"/>
                  <a:pt x="9262" y="68312"/>
                  <a:pt x="5777" y="64890"/>
                </a:cubicBezTo>
                <a:cubicBezTo>
                  <a:pt x="2292" y="61467"/>
                  <a:pt x="550" y="56770"/>
                  <a:pt x="550" y="50798"/>
                </a:cubicBezTo>
                <a:cubicBezTo>
                  <a:pt x="550" y="43540"/>
                  <a:pt x="3118" y="37935"/>
                  <a:pt x="8253" y="33985"/>
                </a:cubicBezTo>
                <a:cubicBezTo>
                  <a:pt x="13388" y="30035"/>
                  <a:pt x="20678" y="28060"/>
                  <a:pt x="30123" y="28060"/>
                </a:cubicBezTo>
                <a:cubicBezTo>
                  <a:pt x="34800" y="28060"/>
                  <a:pt x="39201" y="28404"/>
                  <a:pt x="43328" y="29091"/>
                </a:cubicBezTo>
                <a:cubicBezTo>
                  <a:pt x="47454" y="29779"/>
                  <a:pt x="51259" y="30811"/>
                  <a:pt x="54744" y="32186"/>
                </a:cubicBezTo>
                <a:close/>
                <a:moveTo>
                  <a:pt x="134313" y="32874"/>
                </a:moveTo>
                <a:lnTo>
                  <a:pt x="134313" y="44703"/>
                </a:lnTo>
                <a:cubicBezTo>
                  <a:pt x="130736" y="42731"/>
                  <a:pt x="127149" y="41253"/>
                  <a:pt x="123549" y="40267"/>
                </a:cubicBezTo>
                <a:cubicBezTo>
                  <a:pt x="119950" y="39281"/>
                  <a:pt x="116317" y="38788"/>
                  <a:pt x="112649" y="38788"/>
                </a:cubicBezTo>
                <a:cubicBezTo>
                  <a:pt x="104442" y="38788"/>
                  <a:pt x="98069" y="41397"/>
                  <a:pt x="93530" y="46614"/>
                </a:cubicBezTo>
                <a:cubicBezTo>
                  <a:pt x="88991" y="51829"/>
                  <a:pt x="86721" y="59147"/>
                  <a:pt x="86721" y="68568"/>
                </a:cubicBezTo>
                <a:cubicBezTo>
                  <a:pt x="86721" y="77988"/>
                  <a:pt x="88991" y="85307"/>
                  <a:pt x="93530" y="90524"/>
                </a:cubicBezTo>
                <a:cubicBezTo>
                  <a:pt x="98069" y="95739"/>
                  <a:pt x="104442" y="98347"/>
                  <a:pt x="112649" y="98347"/>
                </a:cubicBezTo>
                <a:cubicBezTo>
                  <a:pt x="116317" y="98347"/>
                  <a:pt x="119950" y="97854"/>
                  <a:pt x="123549" y="96868"/>
                </a:cubicBezTo>
                <a:cubicBezTo>
                  <a:pt x="127149" y="95882"/>
                  <a:pt x="130736" y="94404"/>
                  <a:pt x="134313" y="92432"/>
                </a:cubicBezTo>
                <a:lnTo>
                  <a:pt x="134313" y="104124"/>
                </a:lnTo>
                <a:cubicBezTo>
                  <a:pt x="130782" y="105774"/>
                  <a:pt x="127126" y="107012"/>
                  <a:pt x="123343" y="107837"/>
                </a:cubicBezTo>
                <a:cubicBezTo>
                  <a:pt x="119561" y="108663"/>
                  <a:pt x="115537" y="109075"/>
                  <a:pt x="111273" y="109075"/>
                </a:cubicBezTo>
                <a:cubicBezTo>
                  <a:pt x="99673" y="109075"/>
                  <a:pt x="90458" y="105425"/>
                  <a:pt x="83626" y="98123"/>
                </a:cubicBezTo>
                <a:cubicBezTo>
                  <a:pt x="76795" y="90820"/>
                  <a:pt x="73379" y="80968"/>
                  <a:pt x="73379" y="68568"/>
                </a:cubicBezTo>
                <a:cubicBezTo>
                  <a:pt x="73379" y="55983"/>
                  <a:pt x="76829" y="46086"/>
                  <a:pt x="83729" y="38877"/>
                </a:cubicBezTo>
                <a:cubicBezTo>
                  <a:pt x="90630" y="31665"/>
                  <a:pt x="100086" y="28060"/>
                  <a:pt x="112099" y="28060"/>
                </a:cubicBezTo>
                <a:cubicBezTo>
                  <a:pt x="115996" y="28060"/>
                  <a:pt x="119801" y="28461"/>
                  <a:pt x="123515" y="29263"/>
                </a:cubicBezTo>
                <a:cubicBezTo>
                  <a:pt x="127229" y="30066"/>
                  <a:pt x="130828" y="31269"/>
                  <a:pt x="134313" y="32874"/>
                </a:cubicBezTo>
                <a:close/>
                <a:moveTo>
                  <a:pt x="200841" y="41815"/>
                </a:moveTo>
                <a:cubicBezTo>
                  <a:pt x="199420" y="40966"/>
                  <a:pt x="197872" y="40342"/>
                  <a:pt x="196199" y="39940"/>
                </a:cubicBezTo>
                <a:cubicBezTo>
                  <a:pt x="194525" y="39539"/>
                  <a:pt x="192680" y="39339"/>
                  <a:pt x="190663" y="39339"/>
                </a:cubicBezTo>
                <a:cubicBezTo>
                  <a:pt x="183510" y="39339"/>
                  <a:pt x="178020" y="41672"/>
                  <a:pt x="174191" y="46339"/>
                </a:cubicBezTo>
                <a:cubicBezTo>
                  <a:pt x="170363" y="51004"/>
                  <a:pt x="168449" y="57703"/>
                  <a:pt x="168449" y="66436"/>
                </a:cubicBezTo>
                <a:lnTo>
                  <a:pt x="168449" y="107012"/>
                </a:lnTo>
                <a:lnTo>
                  <a:pt x="155725" y="107012"/>
                </a:lnTo>
                <a:lnTo>
                  <a:pt x="155725" y="29985"/>
                </a:lnTo>
                <a:lnTo>
                  <a:pt x="168449" y="29985"/>
                </a:lnTo>
                <a:lnTo>
                  <a:pt x="168449" y="41952"/>
                </a:lnTo>
                <a:cubicBezTo>
                  <a:pt x="171108" y="37253"/>
                  <a:pt x="174569" y="33762"/>
                  <a:pt x="178833" y="31481"/>
                </a:cubicBezTo>
                <a:cubicBezTo>
                  <a:pt x="183097" y="29200"/>
                  <a:pt x="188278" y="28060"/>
                  <a:pt x="194376" y="28060"/>
                </a:cubicBezTo>
                <a:cubicBezTo>
                  <a:pt x="195248" y="28060"/>
                  <a:pt x="196210" y="28117"/>
                  <a:pt x="197265" y="28232"/>
                </a:cubicBezTo>
                <a:cubicBezTo>
                  <a:pt x="198319" y="28346"/>
                  <a:pt x="199489" y="28518"/>
                  <a:pt x="200772" y="28747"/>
                </a:cubicBezTo>
                <a:lnTo>
                  <a:pt x="200841" y="41815"/>
                </a:lnTo>
                <a:close/>
                <a:moveTo>
                  <a:pt x="276882" y="65335"/>
                </a:moveTo>
                <a:lnTo>
                  <a:pt x="276882" y="71525"/>
                </a:lnTo>
                <a:lnTo>
                  <a:pt x="218700" y="71525"/>
                </a:lnTo>
                <a:cubicBezTo>
                  <a:pt x="219250" y="80259"/>
                  <a:pt x="221875" y="86913"/>
                  <a:pt x="226574" y="91486"/>
                </a:cubicBezTo>
                <a:cubicBezTo>
                  <a:pt x="231274" y="96060"/>
                  <a:pt x="237819" y="98347"/>
                  <a:pt x="246209" y="98347"/>
                </a:cubicBezTo>
                <a:cubicBezTo>
                  <a:pt x="251069" y="98347"/>
                  <a:pt x="255780" y="97751"/>
                  <a:pt x="260342" y="96558"/>
                </a:cubicBezTo>
                <a:cubicBezTo>
                  <a:pt x="264904" y="95366"/>
                  <a:pt x="269432" y="93578"/>
                  <a:pt x="273925" y="91194"/>
                </a:cubicBezTo>
                <a:lnTo>
                  <a:pt x="273925" y="103161"/>
                </a:lnTo>
                <a:cubicBezTo>
                  <a:pt x="269386" y="105086"/>
                  <a:pt x="264732" y="106554"/>
                  <a:pt x="259964" y="107562"/>
                </a:cubicBezTo>
                <a:cubicBezTo>
                  <a:pt x="255196" y="108571"/>
                  <a:pt x="250359" y="109075"/>
                  <a:pt x="245453" y="109075"/>
                </a:cubicBezTo>
                <a:cubicBezTo>
                  <a:pt x="233165" y="109075"/>
                  <a:pt x="223434" y="105493"/>
                  <a:pt x="216258" y="98329"/>
                </a:cubicBezTo>
                <a:cubicBezTo>
                  <a:pt x="209083" y="91164"/>
                  <a:pt x="205495" y="81473"/>
                  <a:pt x="205495" y="69257"/>
                </a:cubicBezTo>
                <a:cubicBezTo>
                  <a:pt x="205495" y="56627"/>
                  <a:pt x="208899" y="46604"/>
                  <a:pt x="215708" y="39186"/>
                </a:cubicBezTo>
                <a:cubicBezTo>
                  <a:pt x="222517" y="31769"/>
                  <a:pt x="231698" y="28060"/>
                  <a:pt x="243252" y="28060"/>
                </a:cubicBezTo>
                <a:cubicBezTo>
                  <a:pt x="253614" y="28060"/>
                  <a:pt x="261809" y="31402"/>
                  <a:pt x="267839" y="38086"/>
                </a:cubicBezTo>
                <a:cubicBezTo>
                  <a:pt x="273868" y="44768"/>
                  <a:pt x="276882" y="53851"/>
                  <a:pt x="276882" y="65335"/>
                </a:cubicBezTo>
                <a:moveTo>
                  <a:pt x="264228" y="61621"/>
                </a:moveTo>
                <a:cubicBezTo>
                  <a:pt x="264136" y="54677"/>
                  <a:pt x="262199" y="49135"/>
                  <a:pt x="258417" y="44997"/>
                </a:cubicBezTo>
                <a:cubicBezTo>
                  <a:pt x="254634" y="40858"/>
                  <a:pt x="249625" y="38788"/>
                  <a:pt x="243390" y="38788"/>
                </a:cubicBezTo>
                <a:cubicBezTo>
                  <a:pt x="236329" y="38788"/>
                  <a:pt x="230678" y="40789"/>
                  <a:pt x="226437" y="44791"/>
                </a:cubicBezTo>
                <a:cubicBezTo>
                  <a:pt x="222196" y="48791"/>
                  <a:pt x="219754" y="54424"/>
                  <a:pt x="219112" y="61690"/>
                </a:cubicBezTo>
                <a:lnTo>
                  <a:pt x="264228" y="61621"/>
                </a:lnTo>
                <a:close/>
                <a:moveTo>
                  <a:pt x="363504" y="65335"/>
                </a:moveTo>
                <a:lnTo>
                  <a:pt x="363504" y="71525"/>
                </a:lnTo>
                <a:lnTo>
                  <a:pt x="305322" y="71525"/>
                </a:lnTo>
                <a:cubicBezTo>
                  <a:pt x="305872" y="80259"/>
                  <a:pt x="308497" y="86913"/>
                  <a:pt x="313196" y="91486"/>
                </a:cubicBezTo>
                <a:cubicBezTo>
                  <a:pt x="317896" y="96060"/>
                  <a:pt x="324441" y="98347"/>
                  <a:pt x="332831" y="98347"/>
                </a:cubicBezTo>
                <a:cubicBezTo>
                  <a:pt x="337691" y="98347"/>
                  <a:pt x="342402" y="97751"/>
                  <a:pt x="346964" y="96558"/>
                </a:cubicBezTo>
                <a:cubicBezTo>
                  <a:pt x="351526" y="95366"/>
                  <a:pt x="356054" y="93578"/>
                  <a:pt x="360547" y="91194"/>
                </a:cubicBezTo>
                <a:lnTo>
                  <a:pt x="360547" y="103161"/>
                </a:lnTo>
                <a:cubicBezTo>
                  <a:pt x="356008" y="105086"/>
                  <a:pt x="351354" y="106554"/>
                  <a:pt x="346586" y="107562"/>
                </a:cubicBezTo>
                <a:cubicBezTo>
                  <a:pt x="341818" y="108571"/>
                  <a:pt x="336981" y="109075"/>
                  <a:pt x="332075" y="109075"/>
                </a:cubicBezTo>
                <a:cubicBezTo>
                  <a:pt x="319787" y="109075"/>
                  <a:pt x="310056" y="105493"/>
                  <a:pt x="302880" y="98329"/>
                </a:cubicBezTo>
                <a:cubicBezTo>
                  <a:pt x="295705" y="91164"/>
                  <a:pt x="292117" y="81473"/>
                  <a:pt x="292117" y="69257"/>
                </a:cubicBezTo>
                <a:cubicBezTo>
                  <a:pt x="292117" y="56627"/>
                  <a:pt x="295522" y="46604"/>
                  <a:pt x="302330" y="39186"/>
                </a:cubicBezTo>
                <a:cubicBezTo>
                  <a:pt x="309139" y="31769"/>
                  <a:pt x="318320" y="28060"/>
                  <a:pt x="329874" y="28060"/>
                </a:cubicBezTo>
                <a:cubicBezTo>
                  <a:pt x="340236" y="28060"/>
                  <a:pt x="348432" y="31402"/>
                  <a:pt x="354461" y="38086"/>
                </a:cubicBezTo>
                <a:cubicBezTo>
                  <a:pt x="360490" y="44768"/>
                  <a:pt x="363504" y="53851"/>
                  <a:pt x="363504" y="65335"/>
                </a:cubicBezTo>
                <a:moveTo>
                  <a:pt x="350850" y="61621"/>
                </a:moveTo>
                <a:cubicBezTo>
                  <a:pt x="350758" y="54677"/>
                  <a:pt x="348821" y="49135"/>
                  <a:pt x="345039" y="44997"/>
                </a:cubicBezTo>
                <a:cubicBezTo>
                  <a:pt x="341256" y="40858"/>
                  <a:pt x="336247" y="38788"/>
                  <a:pt x="330012" y="38788"/>
                </a:cubicBezTo>
                <a:cubicBezTo>
                  <a:pt x="322951" y="38788"/>
                  <a:pt x="317300" y="40789"/>
                  <a:pt x="313059" y="44791"/>
                </a:cubicBezTo>
                <a:cubicBezTo>
                  <a:pt x="308818" y="48791"/>
                  <a:pt x="306376" y="54424"/>
                  <a:pt x="305734" y="61690"/>
                </a:cubicBezTo>
                <a:lnTo>
                  <a:pt x="350850" y="61621"/>
                </a:lnTo>
                <a:close/>
                <a:moveTo>
                  <a:pt x="448270" y="60521"/>
                </a:moveTo>
                <a:lnTo>
                  <a:pt x="448270" y="107012"/>
                </a:lnTo>
                <a:lnTo>
                  <a:pt x="435615" y="107012"/>
                </a:lnTo>
                <a:lnTo>
                  <a:pt x="435615" y="60934"/>
                </a:lnTo>
                <a:cubicBezTo>
                  <a:pt x="435615" y="53621"/>
                  <a:pt x="434194" y="48147"/>
                  <a:pt x="431351" y="44514"/>
                </a:cubicBezTo>
                <a:cubicBezTo>
                  <a:pt x="428509" y="40880"/>
                  <a:pt x="424245" y="39064"/>
                  <a:pt x="418559" y="39064"/>
                </a:cubicBezTo>
                <a:cubicBezTo>
                  <a:pt x="411728" y="39064"/>
                  <a:pt x="406340" y="41248"/>
                  <a:pt x="402397" y="45616"/>
                </a:cubicBezTo>
                <a:cubicBezTo>
                  <a:pt x="398454" y="49984"/>
                  <a:pt x="396483" y="55937"/>
                  <a:pt x="396483" y="63478"/>
                </a:cubicBezTo>
                <a:lnTo>
                  <a:pt x="396483" y="107012"/>
                </a:lnTo>
                <a:lnTo>
                  <a:pt x="383760" y="107012"/>
                </a:lnTo>
                <a:lnTo>
                  <a:pt x="383760" y="29985"/>
                </a:lnTo>
                <a:lnTo>
                  <a:pt x="396483" y="29985"/>
                </a:lnTo>
                <a:lnTo>
                  <a:pt x="396483" y="41952"/>
                </a:lnTo>
                <a:cubicBezTo>
                  <a:pt x="399509" y="37298"/>
                  <a:pt x="403074" y="33820"/>
                  <a:pt x="407177" y="31516"/>
                </a:cubicBezTo>
                <a:cubicBezTo>
                  <a:pt x="411281" y="29212"/>
                  <a:pt x="416015" y="28060"/>
                  <a:pt x="421379" y="28060"/>
                </a:cubicBezTo>
                <a:cubicBezTo>
                  <a:pt x="430228" y="28060"/>
                  <a:pt x="436922" y="30805"/>
                  <a:pt x="441461" y="36295"/>
                </a:cubicBezTo>
                <a:cubicBezTo>
                  <a:pt x="446000" y="41786"/>
                  <a:pt x="448270" y="49861"/>
                  <a:pt x="448270" y="60521"/>
                </a:cubicBezTo>
                <a:close/>
                <a:moveTo>
                  <a:pt x="567152" y="32186"/>
                </a:moveTo>
                <a:lnTo>
                  <a:pt x="567152" y="44153"/>
                </a:lnTo>
                <a:cubicBezTo>
                  <a:pt x="563576" y="42319"/>
                  <a:pt x="559862" y="40943"/>
                  <a:pt x="556011" y="40026"/>
                </a:cubicBezTo>
                <a:cubicBezTo>
                  <a:pt x="552159" y="39109"/>
                  <a:pt x="548171" y="38651"/>
                  <a:pt x="544044" y="38651"/>
                </a:cubicBezTo>
                <a:cubicBezTo>
                  <a:pt x="537763" y="38651"/>
                  <a:pt x="533052" y="39616"/>
                  <a:pt x="529911" y="41546"/>
                </a:cubicBezTo>
                <a:cubicBezTo>
                  <a:pt x="526770" y="43476"/>
                  <a:pt x="525200" y="46371"/>
                  <a:pt x="525200" y="50231"/>
                </a:cubicBezTo>
                <a:cubicBezTo>
                  <a:pt x="525200" y="53171"/>
                  <a:pt x="526323" y="55480"/>
                  <a:pt x="528570" y="57158"/>
                </a:cubicBezTo>
                <a:cubicBezTo>
                  <a:pt x="530817" y="58835"/>
                  <a:pt x="535333" y="60432"/>
                  <a:pt x="542118" y="61948"/>
                </a:cubicBezTo>
                <a:lnTo>
                  <a:pt x="546451" y="62915"/>
                </a:lnTo>
                <a:cubicBezTo>
                  <a:pt x="555438" y="64844"/>
                  <a:pt x="561822" y="67565"/>
                  <a:pt x="565605" y="71080"/>
                </a:cubicBezTo>
                <a:cubicBezTo>
                  <a:pt x="569387" y="74593"/>
                  <a:pt x="571279" y="79496"/>
                  <a:pt x="571279" y="85789"/>
                </a:cubicBezTo>
                <a:cubicBezTo>
                  <a:pt x="571279" y="92954"/>
                  <a:pt x="568447" y="98627"/>
                  <a:pt x="562785" y="102806"/>
                </a:cubicBezTo>
                <a:cubicBezTo>
                  <a:pt x="557123" y="106986"/>
                  <a:pt x="549340" y="109075"/>
                  <a:pt x="539436" y="109075"/>
                </a:cubicBezTo>
                <a:cubicBezTo>
                  <a:pt x="535310" y="109075"/>
                  <a:pt x="531011" y="108674"/>
                  <a:pt x="526541" y="107872"/>
                </a:cubicBezTo>
                <a:cubicBezTo>
                  <a:pt x="522071" y="107069"/>
                  <a:pt x="517360" y="105866"/>
                  <a:pt x="512408" y="104261"/>
                </a:cubicBezTo>
                <a:lnTo>
                  <a:pt x="512408" y="91194"/>
                </a:lnTo>
                <a:cubicBezTo>
                  <a:pt x="517085" y="93624"/>
                  <a:pt x="521693" y="95447"/>
                  <a:pt x="526232" y="96662"/>
                </a:cubicBezTo>
                <a:cubicBezTo>
                  <a:pt x="530771" y="97877"/>
                  <a:pt x="535264" y="98484"/>
                  <a:pt x="539711" y="98484"/>
                </a:cubicBezTo>
                <a:cubicBezTo>
                  <a:pt x="545672" y="98484"/>
                  <a:pt x="550257" y="97462"/>
                  <a:pt x="553466" y="95417"/>
                </a:cubicBezTo>
                <a:cubicBezTo>
                  <a:pt x="556676" y="93373"/>
                  <a:pt x="558280" y="90490"/>
                  <a:pt x="558280" y="86769"/>
                </a:cubicBezTo>
                <a:cubicBezTo>
                  <a:pt x="558280" y="83323"/>
                  <a:pt x="557123" y="80681"/>
                  <a:pt x="554807" y="78843"/>
                </a:cubicBezTo>
                <a:cubicBezTo>
                  <a:pt x="552492" y="77005"/>
                  <a:pt x="547414" y="75236"/>
                  <a:pt x="539574" y="73536"/>
                </a:cubicBezTo>
                <a:lnTo>
                  <a:pt x="535172" y="72503"/>
                </a:lnTo>
                <a:cubicBezTo>
                  <a:pt x="527332" y="70849"/>
                  <a:pt x="521670" y="68312"/>
                  <a:pt x="518185" y="64890"/>
                </a:cubicBezTo>
                <a:cubicBezTo>
                  <a:pt x="514701" y="61467"/>
                  <a:pt x="512958" y="56770"/>
                  <a:pt x="512958" y="50798"/>
                </a:cubicBezTo>
                <a:cubicBezTo>
                  <a:pt x="512958" y="43540"/>
                  <a:pt x="515526" y="37935"/>
                  <a:pt x="520661" y="33985"/>
                </a:cubicBezTo>
                <a:cubicBezTo>
                  <a:pt x="525796" y="30035"/>
                  <a:pt x="533086" y="28060"/>
                  <a:pt x="542531" y="28060"/>
                </a:cubicBezTo>
                <a:cubicBezTo>
                  <a:pt x="547208" y="28060"/>
                  <a:pt x="551609" y="28404"/>
                  <a:pt x="555736" y="29091"/>
                </a:cubicBezTo>
                <a:cubicBezTo>
                  <a:pt x="559862" y="29779"/>
                  <a:pt x="563668" y="30811"/>
                  <a:pt x="567152" y="32186"/>
                </a:cubicBezTo>
                <a:close/>
                <a:moveTo>
                  <a:pt x="603531" y="95458"/>
                </a:moveTo>
                <a:lnTo>
                  <a:pt x="603531" y="136310"/>
                </a:lnTo>
                <a:lnTo>
                  <a:pt x="590807" y="136310"/>
                </a:lnTo>
                <a:lnTo>
                  <a:pt x="590807" y="29985"/>
                </a:lnTo>
                <a:lnTo>
                  <a:pt x="603531" y="29985"/>
                </a:lnTo>
                <a:lnTo>
                  <a:pt x="603531" y="41677"/>
                </a:lnTo>
                <a:cubicBezTo>
                  <a:pt x="606190" y="37069"/>
                  <a:pt x="609548" y="33648"/>
                  <a:pt x="613606" y="31412"/>
                </a:cubicBezTo>
                <a:cubicBezTo>
                  <a:pt x="617664" y="29177"/>
                  <a:pt x="622512" y="28060"/>
                  <a:pt x="628152" y="28060"/>
                </a:cubicBezTo>
                <a:cubicBezTo>
                  <a:pt x="637505" y="28060"/>
                  <a:pt x="645104" y="31780"/>
                  <a:pt x="650950" y="39220"/>
                </a:cubicBezTo>
                <a:cubicBezTo>
                  <a:pt x="656796" y="46661"/>
                  <a:pt x="659719" y="56443"/>
                  <a:pt x="659719" y="68568"/>
                </a:cubicBezTo>
                <a:cubicBezTo>
                  <a:pt x="659719" y="80692"/>
                  <a:pt x="656796" y="90474"/>
                  <a:pt x="650950" y="97915"/>
                </a:cubicBezTo>
                <a:cubicBezTo>
                  <a:pt x="645104" y="105355"/>
                  <a:pt x="637505" y="109075"/>
                  <a:pt x="628152" y="109075"/>
                </a:cubicBezTo>
                <a:cubicBezTo>
                  <a:pt x="622512" y="109075"/>
                  <a:pt x="617664" y="107958"/>
                  <a:pt x="613606" y="105723"/>
                </a:cubicBezTo>
                <a:cubicBezTo>
                  <a:pt x="609548" y="103487"/>
                  <a:pt x="606190" y="100066"/>
                  <a:pt x="603531" y="95458"/>
                </a:cubicBezTo>
                <a:moveTo>
                  <a:pt x="646583" y="68568"/>
                </a:moveTo>
                <a:cubicBezTo>
                  <a:pt x="646583" y="59239"/>
                  <a:pt x="644669" y="51921"/>
                  <a:pt x="640840" y="46614"/>
                </a:cubicBezTo>
                <a:cubicBezTo>
                  <a:pt x="637012" y="41305"/>
                  <a:pt x="631751" y="38651"/>
                  <a:pt x="625057" y="38651"/>
                </a:cubicBezTo>
                <a:cubicBezTo>
                  <a:pt x="618363" y="38651"/>
                  <a:pt x="613102" y="41305"/>
                  <a:pt x="609273" y="46614"/>
                </a:cubicBezTo>
                <a:cubicBezTo>
                  <a:pt x="605445" y="51921"/>
                  <a:pt x="603531" y="59239"/>
                  <a:pt x="603531" y="68568"/>
                </a:cubicBezTo>
                <a:cubicBezTo>
                  <a:pt x="603531" y="77896"/>
                  <a:pt x="605445" y="85215"/>
                  <a:pt x="609273" y="90524"/>
                </a:cubicBezTo>
                <a:cubicBezTo>
                  <a:pt x="613102" y="95831"/>
                  <a:pt x="618363" y="98484"/>
                  <a:pt x="625057" y="98484"/>
                </a:cubicBezTo>
                <a:cubicBezTo>
                  <a:pt x="631751" y="98484"/>
                  <a:pt x="637012" y="95831"/>
                  <a:pt x="640840" y="90524"/>
                </a:cubicBezTo>
                <a:cubicBezTo>
                  <a:pt x="644669" y="85215"/>
                  <a:pt x="646583" y="77896"/>
                  <a:pt x="646583" y="68568"/>
                </a:cubicBezTo>
                <a:close/>
                <a:moveTo>
                  <a:pt x="715593" y="68224"/>
                </a:moveTo>
                <a:cubicBezTo>
                  <a:pt x="705369" y="68224"/>
                  <a:pt x="698285" y="69399"/>
                  <a:pt x="694342" y="71748"/>
                </a:cubicBezTo>
                <a:cubicBezTo>
                  <a:pt x="690399" y="74097"/>
                  <a:pt x="688427" y="78103"/>
                  <a:pt x="688427" y="83769"/>
                </a:cubicBezTo>
                <a:cubicBezTo>
                  <a:pt x="688427" y="88282"/>
                  <a:pt x="689906" y="91863"/>
                  <a:pt x="692863" y="94512"/>
                </a:cubicBezTo>
                <a:cubicBezTo>
                  <a:pt x="695820" y="97160"/>
                  <a:pt x="699844" y="98484"/>
                  <a:pt x="704933" y="98484"/>
                </a:cubicBezTo>
                <a:cubicBezTo>
                  <a:pt x="711948" y="98484"/>
                  <a:pt x="717576" y="95985"/>
                  <a:pt x="721817" y="90988"/>
                </a:cubicBezTo>
                <a:cubicBezTo>
                  <a:pt x="726058" y="85989"/>
                  <a:pt x="728179" y="79343"/>
                  <a:pt x="728179" y="71050"/>
                </a:cubicBezTo>
                <a:lnTo>
                  <a:pt x="728179" y="68224"/>
                </a:lnTo>
                <a:lnTo>
                  <a:pt x="715593" y="68224"/>
                </a:lnTo>
                <a:moveTo>
                  <a:pt x="740833" y="62997"/>
                </a:moveTo>
                <a:lnTo>
                  <a:pt x="740833" y="107012"/>
                </a:lnTo>
                <a:lnTo>
                  <a:pt x="728179" y="107012"/>
                </a:lnTo>
                <a:lnTo>
                  <a:pt x="728179" y="95321"/>
                </a:lnTo>
                <a:cubicBezTo>
                  <a:pt x="725290" y="100020"/>
                  <a:pt x="721691" y="103487"/>
                  <a:pt x="717381" y="105723"/>
                </a:cubicBezTo>
                <a:cubicBezTo>
                  <a:pt x="713071" y="107958"/>
                  <a:pt x="707799" y="109075"/>
                  <a:pt x="701563" y="109075"/>
                </a:cubicBezTo>
                <a:cubicBezTo>
                  <a:pt x="693677" y="109075"/>
                  <a:pt x="687407" y="106857"/>
                  <a:pt x="682753" y="102421"/>
                </a:cubicBezTo>
                <a:cubicBezTo>
                  <a:pt x="678100" y="97984"/>
                  <a:pt x="675773" y="92042"/>
                  <a:pt x="675773" y="84594"/>
                </a:cubicBezTo>
                <a:cubicBezTo>
                  <a:pt x="675773" y="75906"/>
                  <a:pt x="678673" y="69355"/>
                  <a:pt x="684473" y="64942"/>
                </a:cubicBezTo>
                <a:cubicBezTo>
                  <a:pt x="690273" y="60527"/>
                  <a:pt x="698927" y="58320"/>
                  <a:pt x="710435" y="58320"/>
                </a:cubicBezTo>
                <a:lnTo>
                  <a:pt x="728179" y="58320"/>
                </a:lnTo>
                <a:lnTo>
                  <a:pt x="728179" y="57082"/>
                </a:lnTo>
                <a:cubicBezTo>
                  <a:pt x="728179" y="51259"/>
                  <a:pt x="726264" y="46755"/>
                  <a:pt x="722436" y="43568"/>
                </a:cubicBezTo>
                <a:cubicBezTo>
                  <a:pt x="718608" y="40382"/>
                  <a:pt x="713232" y="38788"/>
                  <a:pt x="706308" y="38788"/>
                </a:cubicBezTo>
                <a:cubicBezTo>
                  <a:pt x="701907" y="38788"/>
                  <a:pt x="697620" y="39316"/>
                  <a:pt x="693448" y="40370"/>
                </a:cubicBezTo>
                <a:cubicBezTo>
                  <a:pt x="689276" y="41425"/>
                  <a:pt x="685264" y="43007"/>
                  <a:pt x="681412" y="45116"/>
                </a:cubicBezTo>
                <a:lnTo>
                  <a:pt x="681412" y="33424"/>
                </a:lnTo>
                <a:cubicBezTo>
                  <a:pt x="686043" y="31636"/>
                  <a:pt x="690536" y="30295"/>
                  <a:pt x="694892" y="29401"/>
                </a:cubicBezTo>
                <a:cubicBezTo>
                  <a:pt x="699248" y="28507"/>
                  <a:pt x="703489" y="28060"/>
                  <a:pt x="707615" y="28060"/>
                </a:cubicBezTo>
                <a:cubicBezTo>
                  <a:pt x="718757" y="28060"/>
                  <a:pt x="727078" y="30948"/>
                  <a:pt x="732580" y="36725"/>
                </a:cubicBezTo>
                <a:cubicBezTo>
                  <a:pt x="738082" y="42502"/>
                  <a:pt x="740833" y="51259"/>
                  <a:pt x="740833" y="62997"/>
                </a:cubicBezTo>
                <a:close/>
                <a:moveTo>
                  <a:pt x="822218" y="32874"/>
                </a:moveTo>
                <a:lnTo>
                  <a:pt x="822218" y="44703"/>
                </a:lnTo>
                <a:cubicBezTo>
                  <a:pt x="818642" y="42731"/>
                  <a:pt x="815054" y="41253"/>
                  <a:pt x="811455" y="40267"/>
                </a:cubicBezTo>
                <a:cubicBezTo>
                  <a:pt x="807856" y="39281"/>
                  <a:pt x="804222" y="38788"/>
                  <a:pt x="800554" y="38788"/>
                </a:cubicBezTo>
                <a:cubicBezTo>
                  <a:pt x="792347" y="38788"/>
                  <a:pt x="785974" y="41397"/>
                  <a:pt x="781435" y="46614"/>
                </a:cubicBezTo>
                <a:cubicBezTo>
                  <a:pt x="776896" y="51829"/>
                  <a:pt x="774627" y="59147"/>
                  <a:pt x="774627" y="68568"/>
                </a:cubicBezTo>
                <a:cubicBezTo>
                  <a:pt x="774627" y="77988"/>
                  <a:pt x="776896" y="85307"/>
                  <a:pt x="781435" y="90524"/>
                </a:cubicBezTo>
                <a:cubicBezTo>
                  <a:pt x="785974" y="95739"/>
                  <a:pt x="792347" y="98347"/>
                  <a:pt x="800554" y="98347"/>
                </a:cubicBezTo>
                <a:cubicBezTo>
                  <a:pt x="804222" y="98347"/>
                  <a:pt x="807856" y="97854"/>
                  <a:pt x="811455" y="96868"/>
                </a:cubicBezTo>
                <a:cubicBezTo>
                  <a:pt x="815054" y="95882"/>
                  <a:pt x="818642" y="94404"/>
                  <a:pt x="822218" y="92432"/>
                </a:cubicBezTo>
                <a:lnTo>
                  <a:pt x="822218" y="104124"/>
                </a:lnTo>
                <a:cubicBezTo>
                  <a:pt x="818688" y="105774"/>
                  <a:pt x="815031" y="107012"/>
                  <a:pt x="811249" y="107837"/>
                </a:cubicBezTo>
                <a:cubicBezTo>
                  <a:pt x="807466" y="108663"/>
                  <a:pt x="803443" y="109075"/>
                  <a:pt x="799179" y="109075"/>
                </a:cubicBezTo>
                <a:cubicBezTo>
                  <a:pt x="787579" y="109075"/>
                  <a:pt x="778363" y="105425"/>
                  <a:pt x="771532" y="98123"/>
                </a:cubicBezTo>
                <a:cubicBezTo>
                  <a:pt x="764700" y="90820"/>
                  <a:pt x="761285" y="80968"/>
                  <a:pt x="761285" y="68568"/>
                </a:cubicBezTo>
                <a:cubicBezTo>
                  <a:pt x="761285" y="55983"/>
                  <a:pt x="764735" y="46086"/>
                  <a:pt x="771635" y="38877"/>
                </a:cubicBezTo>
                <a:cubicBezTo>
                  <a:pt x="778535" y="31665"/>
                  <a:pt x="787992" y="28060"/>
                  <a:pt x="800004" y="28060"/>
                </a:cubicBezTo>
                <a:cubicBezTo>
                  <a:pt x="803901" y="28060"/>
                  <a:pt x="807707" y="28461"/>
                  <a:pt x="811421" y="29263"/>
                </a:cubicBezTo>
                <a:cubicBezTo>
                  <a:pt x="815135" y="30066"/>
                  <a:pt x="818734" y="31269"/>
                  <a:pt x="822218" y="32874"/>
                </a:cubicBezTo>
                <a:close/>
                <a:moveTo>
                  <a:pt x="909998" y="65335"/>
                </a:moveTo>
                <a:lnTo>
                  <a:pt x="909998" y="71525"/>
                </a:lnTo>
                <a:lnTo>
                  <a:pt x="851815" y="71525"/>
                </a:lnTo>
                <a:cubicBezTo>
                  <a:pt x="852365" y="80259"/>
                  <a:pt x="854990" y="86913"/>
                  <a:pt x="859690" y="91486"/>
                </a:cubicBezTo>
                <a:cubicBezTo>
                  <a:pt x="864389" y="96060"/>
                  <a:pt x="870934" y="98347"/>
                  <a:pt x="879325" y="98347"/>
                </a:cubicBezTo>
                <a:cubicBezTo>
                  <a:pt x="884185" y="98347"/>
                  <a:pt x="888896" y="97751"/>
                  <a:pt x="893458" y="96558"/>
                </a:cubicBezTo>
                <a:cubicBezTo>
                  <a:pt x="898020" y="95366"/>
                  <a:pt x="902547" y="93578"/>
                  <a:pt x="907041" y="91194"/>
                </a:cubicBezTo>
                <a:lnTo>
                  <a:pt x="907041" y="103161"/>
                </a:lnTo>
                <a:cubicBezTo>
                  <a:pt x="902502" y="105086"/>
                  <a:pt x="897848" y="106554"/>
                  <a:pt x="893079" y="107562"/>
                </a:cubicBezTo>
                <a:cubicBezTo>
                  <a:pt x="888311" y="108571"/>
                  <a:pt x="883474" y="109075"/>
                  <a:pt x="878568" y="109075"/>
                </a:cubicBezTo>
                <a:cubicBezTo>
                  <a:pt x="866281" y="109075"/>
                  <a:pt x="856549" y="105493"/>
                  <a:pt x="849374" y="98329"/>
                </a:cubicBezTo>
                <a:cubicBezTo>
                  <a:pt x="842198" y="91164"/>
                  <a:pt x="838611" y="81473"/>
                  <a:pt x="838611" y="69257"/>
                </a:cubicBezTo>
                <a:cubicBezTo>
                  <a:pt x="838611" y="56627"/>
                  <a:pt x="842015" y="46604"/>
                  <a:pt x="848824" y="39186"/>
                </a:cubicBezTo>
                <a:cubicBezTo>
                  <a:pt x="855632" y="31769"/>
                  <a:pt x="864813" y="28060"/>
                  <a:pt x="876367" y="28060"/>
                </a:cubicBezTo>
                <a:cubicBezTo>
                  <a:pt x="886729" y="28060"/>
                  <a:pt x="894925" y="31402"/>
                  <a:pt x="900954" y="38086"/>
                </a:cubicBezTo>
                <a:cubicBezTo>
                  <a:pt x="906983" y="44768"/>
                  <a:pt x="909998" y="53851"/>
                  <a:pt x="909998" y="65335"/>
                </a:cubicBezTo>
                <a:moveTo>
                  <a:pt x="897343" y="61621"/>
                </a:moveTo>
                <a:cubicBezTo>
                  <a:pt x="897252" y="54677"/>
                  <a:pt x="895315" y="49135"/>
                  <a:pt x="891532" y="44997"/>
                </a:cubicBezTo>
                <a:cubicBezTo>
                  <a:pt x="887750" y="40858"/>
                  <a:pt x="882740" y="38788"/>
                  <a:pt x="876505" y="38788"/>
                </a:cubicBezTo>
                <a:cubicBezTo>
                  <a:pt x="869444" y="38788"/>
                  <a:pt x="863793" y="40789"/>
                  <a:pt x="859552" y="44791"/>
                </a:cubicBezTo>
                <a:cubicBezTo>
                  <a:pt x="855311" y="48791"/>
                  <a:pt x="852870" y="54424"/>
                  <a:pt x="852228" y="61690"/>
                </a:cubicBezTo>
                <a:lnTo>
                  <a:pt x="897343" y="61621"/>
                </a:lnTo>
                <a:close/>
                <a:moveTo>
                  <a:pt x="1026070" y="41677"/>
                </a:moveTo>
                <a:lnTo>
                  <a:pt x="1026070" y="0"/>
                </a:lnTo>
                <a:lnTo>
                  <a:pt x="1038724" y="0"/>
                </a:lnTo>
                <a:lnTo>
                  <a:pt x="1038724" y="107012"/>
                </a:lnTo>
                <a:lnTo>
                  <a:pt x="1026070" y="107012"/>
                </a:lnTo>
                <a:lnTo>
                  <a:pt x="1026070" y="95458"/>
                </a:lnTo>
                <a:cubicBezTo>
                  <a:pt x="1023411" y="100066"/>
                  <a:pt x="1020052" y="103487"/>
                  <a:pt x="1015995" y="105723"/>
                </a:cubicBezTo>
                <a:cubicBezTo>
                  <a:pt x="1011937" y="107958"/>
                  <a:pt x="1007066" y="109075"/>
                  <a:pt x="1001380" y="109075"/>
                </a:cubicBezTo>
                <a:cubicBezTo>
                  <a:pt x="992073" y="109075"/>
                  <a:pt x="984496" y="105355"/>
                  <a:pt x="978650" y="97915"/>
                </a:cubicBezTo>
                <a:cubicBezTo>
                  <a:pt x="972805" y="90474"/>
                  <a:pt x="969882" y="80692"/>
                  <a:pt x="969882" y="68568"/>
                </a:cubicBezTo>
                <a:cubicBezTo>
                  <a:pt x="969882" y="56443"/>
                  <a:pt x="972805" y="46661"/>
                  <a:pt x="978650" y="39220"/>
                </a:cubicBezTo>
                <a:cubicBezTo>
                  <a:pt x="984496" y="31780"/>
                  <a:pt x="992073" y="28060"/>
                  <a:pt x="1001380" y="28060"/>
                </a:cubicBezTo>
                <a:cubicBezTo>
                  <a:pt x="1007066" y="28060"/>
                  <a:pt x="1011937" y="29177"/>
                  <a:pt x="1015995" y="31412"/>
                </a:cubicBezTo>
                <a:cubicBezTo>
                  <a:pt x="1020052" y="33648"/>
                  <a:pt x="1023411" y="37069"/>
                  <a:pt x="1026070" y="41677"/>
                </a:cubicBezTo>
                <a:moveTo>
                  <a:pt x="982949" y="68568"/>
                </a:moveTo>
                <a:cubicBezTo>
                  <a:pt x="982949" y="77896"/>
                  <a:pt x="984863" y="85215"/>
                  <a:pt x="988691" y="90524"/>
                </a:cubicBezTo>
                <a:cubicBezTo>
                  <a:pt x="992520" y="95831"/>
                  <a:pt x="997781" y="98484"/>
                  <a:pt x="1004475" y="98484"/>
                </a:cubicBezTo>
                <a:cubicBezTo>
                  <a:pt x="1011169" y="98484"/>
                  <a:pt x="1016442" y="95831"/>
                  <a:pt x="1020293" y="90524"/>
                </a:cubicBezTo>
                <a:cubicBezTo>
                  <a:pt x="1024144" y="85215"/>
                  <a:pt x="1026070" y="77896"/>
                  <a:pt x="1026070" y="68568"/>
                </a:cubicBezTo>
                <a:cubicBezTo>
                  <a:pt x="1026070" y="59239"/>
                  <a:pt x="1024144" y="51921"/>
                  <a:pt x="1020293" y="46614"/>
                </a:cubicBezTo>
                <a:cubicBezTo>
                  <a:pt x="1016442" y="41305"/>
                  <a:pt x="1011169" y="38651"/>
                  <a:pt x="1004475" y="38651"/>
                </a:cubicBezTo>
                <a:cubicBezTo>
                  <a:pt x="997781" y="38651"/>
                  <a:pt x="992520" y="41305"/>
                  <a:pt x="988691" y="46614"/>
                </a:cubicBezTo>
                <a:cubicBezTo>
                  <a:pt x="984863" y="51921"/>
                  <a:pt x="982949" y="59239"/>
                  <a:pt x="982949" y="68568"/>
                </a:cubicBezTo>
                <a:close/>
                <a:moveTo>
                  <a:pt x="1064682" y="29985"/>
                </a:moveTo>
                <a:lnTo>
                  <a:pt x="1077336" y="29985"/>
                </a:lnTo>
                <a:lnTo>
                  <a:pt x="1077336" y="107012"/>
                </a:lnTo>
                <a:lnTo>
                  <a:pt x="1064682" y="107012"/>
                </a:lnTo>
                <a:lnTo>
                  <a:pt x="1064682" y="29985"/>
                </a:lnTo>
                <a:moveTo>
                  <a:pt x="1064682" y="0"/>
                </a:moveTo>
                <a:lnTo>
                  <a:pt x="1077336" y="0"/>
                </a:lnTo>
                <a:lnTo>
                  <a:pt x="1077336" y="16093"/>
                </a:lnTo>
                <a:lnTo>
                  <a:pt x="1064682" y="16093"/>
                </a:lnTo>
                <a:lnTo>
                  <a:pt x="1064682" y="0"/>
                </a:lnTo>
                <a:close/>
                <a:moveTo>
                  <a:pt x="1103697" y="0"/>
                </a:moveTo>
                <a:lnTo>
                  <a:pt x="1116351" y="0"/>
                </a:lnTo>
                <a:lnTo>
                  <a:pt x="1116351" y="107012"/>
                </a:lnTo>
                <a:lnTo>
                  <a:pt x="1103697" y="107012"/>
                </a:lnTo>
                <a:lnTo>
                  <a:pt x="1103697" y="0"/>
                </a:lnTo>
                <a:close/>
                <a:moveTo>
                  <a:pt x="1177718" y="68224"/>
                </a:moveTo>
                <a:cubicBezTo>
                  <a:pt x="1167494" y="68224"/>
                  <a:pt x="1160410" y="69399"/>
                  <a:pt x="1156467" y="71748"/>
                </a:cubicBezTo>
                <a:cubicBezTo>
                  <a:pt x="1152524" y="74097"/>
                  <a:pt x="1150552" y="78103"/>
                  <a:pt x="1150552" y="83769"/>
                </a:cubicBezTo>
                <a:cubicBezTo>
                  <a:pt x="1150552" y="88282"/>
                  <a:pt x="1152031" y="91863"/>
                  <a:pt x="1154988" y="94512"/>
                </a:cubicBezTo>
                <a:cubicBezTo>
                  <a:pt x="1157946" y="97160"/>
                  <a:pt x="1161969" y="98484"/>
                  <a:pt x="1167058" y="98484"/>
                </a:cubicBezTo>
                <a:cubicBezTo>
                  <a:pt x="1174073" y="98484"/>
                  <a:pt x="1179701" y="95985"/>
                  <a:pt x="1183942" y="90988"/>
                </a:cubicBezTo>
                <a:cubicBezTo>
                  <a:pt x="1188183" y="85989"/>
                  <a:pt x="1190304" y="79343"/>
                  <a:pt x="1190304" y="71050"/>
                </a:cubicBezTo>
                <a:lnTo>
                  <a:pt x="1190304" y="68224"/>
                </a:lnTo>
                <a:lnTo>
                  <a:pt x="1177718" y="68224"/>
                </a:lnTo>
                <a:moveTo>
                  <a:pt x="1202958" y="62997"/>
                </a:moveTo>
                <a:lnTo>
                  <a:pt x="1202958" y="107012"/>
                </a:lnTo>
                <a:lnTo>
                  <a:pt x="1190304" y="107012"/>
                </a:lnTo>
                <a:lnTo>
                  <a:pt x="1190304" y="95321"/>
                </a:lnTo>
                <a:cubicBezTo>
                  <a:pt x="1187415" y="100020"/>
                  <a:pt x="1183816" y="103487"/>
                  <a:pt x="1179506" y="105723"/>
                </a:cubicBezTo>
                <a:cubicBezTo>
                  <a:pt x="1175196" y="107958"/>
                  <a:pt x="1169924" y="109075"/>
                  <a:pt x="1163688" y="109075"/>
                </a:cubicBezTo>
                <a:cubicBezTo>
                  <a:pt x="1155802" y="109075"/>
                  <a:pt x="1149532" y="106857"/>
                  <a:pt x="1144878" y="102421"/>
                </a:cubicBezTo>
                <a:cubicBezTo>
                  <a:pt x="1140225" y="97984"/>
                  <a:pt x="1137898" y="92042"/>
                  <a:pt x="1137898" y="84594"/>
                </a:cubicBezTo>
                <a:cubicBezTo>
                  <a:pt x="1137898" y="75906"/>
                  <a:pt x="1140798" y="69355"/>
                  <a:pt x="1146598" y="64942"/>
                </a:cubicBezTo>
                <a:cubicBezTo>
                  <a:pt x="1152398" y="60527"/>
                  <a:pt x="1161052" y="58320"/>
                  <a:pt x="1172560" y="58320"/>
                </a:cubicBezTo>
                <a:lnTo>
                  <a:pt x="1190304" y="58320"/>
                </a:lnTo>
                <a:lnTo>
                  <a:pt x="1190304" y="57082"/>
                </a:lnTo>
                <a:cubicBezTo>
                  <a:pt x="1190304" y="51259"/>
                  <a:pt x="1188389" y="46755"/>
                  <a:pt x="1184561" y="43568"/>
                </a:cubicBezTo>
                <a:cubicBezTo>
                  <a:pt x="1180733" y="40382"/>
                  <a:pt x="1175357" y="38788"/>
                  <a:pt x="1168434" y="38788"/>
                </a:cubicBezTo>
                <a:cubicBezTo>
                  <a:pt x="1164032" y="38788"/>
                  <a:pt x="1159745" y="39316"/>
                  <a:pt x="1155573" y="40370"/>
                </a:cubicBezTo>
                <a:cubicBezTo>
                  <a:pt x="1151401" y="41425"/>
                  <a:pt x="1147389" y="43007"/>
                  <a:pt x="1143537" y="45116"/>
                </a:cubicBezTo>
                <a:lnTo>
                  <a:pt x="1143537" y="33424"/>
                </a:lnTo>
                <a:cubicBezTo>
                  <a:pt x="1148168" y="31636"/>
                  <a:pt x="1152661" y="30295"/>
                  <a:pt x="1157017" y="29401"/>
                </a:cubicBezTo>
                <a:cubicBezTo>
                  <a:pt x="1161373" y="28507"/>
                  <a:pt x="1165614" y="28060"/>
                  <a:pt x="1169740" y="28060"/>
                </a:cubicBezTo>
                <a:cubicBezTo>
                  <a:pt x="1180882" y="28060"/>
                  <a:pt x="1189203" y="30948"/>
                  <a:pt x="1194705" y="36725"/>
                </a:cubicBezTo>
                <a:cubicBezTo>
                  <a:pt x="1200207" y="42502"/>
                  <a:pt x="1202958" y="51259"/>
                  <a:pt x="1202958" y="62997"/>
                </a:cubicBezTo>
                <a:close/>
                <a:moveTo>
                  <a:pt x="1241428" y="8115"/>
                </a:moveTo>
                <a:lnTo>
                  <a:pt x="1241428" y="29985"/>
                </a:lnTo>
                <a:lnTo>
                  <a:pt x="1267494" y="29985"/>
                </a:lnTo>
                <a:lnTo>
                  <a:pt x="1267494" y="39889"/>
                </a:lnTo>
                <a:lnTo>
                  <a:pt x="1241428" y="39889"/>
                </a:lnTo>
                <a:lnTo>
                  <a:pt x="1241428" y="81652"/>
                </a:lnTo>
                <a:cubicBezTo>
                  <a:pt x="1241428" y="87926"/>
                  <a:pt x="1242288" y="91956"/>
                  <a:pt x="1244007" y="93743"/>
                </a:cubicBezTo>
                <a:cubicBezTo>
                  <a:pt x="1245727" y="95528"/>
                  <a:pt x="1249223" y="96421"/>
                  <a:pt x="1254495" y="96421"/>
                </a:cubicBezTo>
                <a:lnTo>
                  <a:pt x="1267494" y="96421"/>
                </a:lnTo>
                <a:lnTo>
                  <a:pt x="1267494" y="107012"/>
                </a:lnTo>
                <a:lnTo>
                  <a:pt x="1254495" y="107012"/>
                </a:lnTo>
                <a:cubicBezTo>
                  <a:pt x="1244730" y="107012"/>
                  <a:pt x="1237990" y="105191"/>
                  <a:pt x="1234276" y="101549"/>
                </a:cubicBezTo>
                <a:cubicBezTo>
                  <a:pt x="1230562" y="97905"/>
                  <a:pt x="1228705" y="91273"/>
                  <a:pt x="1228705" y="81652"/>
                </a:cubicBezTo>
                <a:lnTo>
                  <a:pt x="1228705" y="39889"/>
                </a:lnTo>
                <a:lnTo>
                  <a:pt x="1219421" y="39889"/>
                </a:lnTo>
                <a:lnTo>
                  <a:pt x="1219421" y="29985"/>
                </a:lnTo>
                <a:lnTo>
                  <a:pt x="1228705" y="29985"/>
                </a:lnTo>
                <a:lnTo>
                  <a:pt x="1228705" y="8115"/>
                </a:lnTo>
                <a:lnTo>
                  <a:pt x="1241428" y="8115"/>
                </a:lnTo>
                <a:close/>
                <a:moveTo>
                  <a:pt x="1284124" y="29985"/>
                </a:moveTo>
                <a:lnTo>
                  <a:pt x="1296779" y="29985"/>
                </a:lnTo>
                <a:lnTo>
                  <a:pt x="1296779" y="107012"/>
                </a:lnTo>
                <a:lnTo>
                  <a:pt x="1284124" y="107012"/>
                </a:lnTo>
                <a:lnTo>
                  <a:pt x="1284124" y="29985"/>
                </a:lnTo>
                <a:moveTo>
                  <a:pt x="1284124" y="0"/>
                </a:moveTo>
                <a:lnTo>
                  <a:pt x="1296779" y="0"/>
                </a:lnTo>
                <a:lnTo>
                  <a:pt x="1296779" y="16093"/>
                </a:lnTo>
                <a:lnTo>
                  <a:pt x="1284124" y="16093"/>
                </a:lnTo>
                <a:lnTo>
                  <a:pt x="1284124" y="0"/>
                </a:lnTo>
                <a:close/>
                <a:moveTo>
                  <a:pt x="1352987" y="38788"/>
                </a:moveTo>
                <a:cubicBezTo>
                  <a:pt x="1346202" y="38788"/>
                  <a:pt x="1340837" y="41443"/>
                  <a:pt x="1336894" y="46751"/>
                </a:cubicBezTo>
                <a:cubicBezTo>
                  <a:pt x="1332951" y="52058"/>
                  <a:pt x="1330980" y="59330"/>
                  <a:pt x="1330980" y="68568"/>
                </a:cubicBezTo>
                <a:cubicBezTo>
                  <a:pt x="1330980" y="77805"/>
                  <a:pt x="1332940" y="85078"/>
                  <a:pt x="1336860" y="90386"/>
                </a:cubicBezTo>
                <a:cubicBezTo>
                  <a:pt x="1340780" y="95693"/>
                  <a:pt x="1346156" y="98347"/>
                  <a:pt x="1352987" y="98347"/>
                </a:cubicBezTo>
                <a:cubicBezTo>
                  <a:pt x="1359727" y="98347"/>
                  <a:pt x="1365069" y="95682"/>
                  <a:pt x="1369012" y="90352"/>
                </a:cubicBezTo>
                <a:cubicBezTo>
                  <a:pt x="1372955" y="85020"/>
                  <a:pt x="1374926" y="77759"/>
                  <a:pt x="1374926" y="68568"/>
                </a:cubicBezTo>
                <a:cubicBezTo>
                  <a:pt x="1374926" y="59422"/>
                  <a:pt x="1372955" y="52173"/>
                  <a:pt x="1369012" y="46820"/>
                </a:cubicBezTo>
                <a:cubicBezTo>
                  <a:pt x="1365069" y="41466"/>
                  <a:pt x="1359727" y="38788"/>
                  <a:pt x="1352987" y="38788"/>
                </a:cubicBezTo>
                <a:moveTo>
                  <a:pt x="1352987" y="28060"/>
                </a:moveTo>
                <a:cubicBezTo>
                  <a:pt x="1363991" y="28060"/>
                  <a:pt x="1372634" y="31642"/>
                  <a:pt x="1378915" y="38808"/>
                </a:cubicBezTo>
                <a:cubicBezTo>
                  <a:pt x="1385196" y="45972"/>
                  <a:pt x="1388337" y="55892"/>
                  <a:pt x="1388337" y="68568"/>
                </a:cubicBezTo>
                <a:cubicBezTo>
                  <a:pt x="1388337" y="81198"/>
                  <a:pt x="1385196" y="91107"/>
                  <a:pt x="1378915" y="98295"/>
                </a:cubicBezTo>
                <a:cubicBezTo>
                  <a:pt x="1372634" y="105482"/>
                  <a:pt x="1363991" y="109075"/>
                  <a:pt x="1352987" y="109075"/>
                </a:cubicBezTo>
                <a:cubicBezTo>
                  <a:pt x="1341938" y="109075"/>
                  <a:pt x="1333284" y="105482"/>
                  <a:pt x="1327025" y="98295"/>
                </a:cubicBezTo>
                <a:cubicBezTo>
                  <a:pt x="1320767" y="91107"/>
                  <a:pt x="1317638" y="81198"/>
                  <a:pt x="1317638" y="68568"/>
                </a:cubicBezTo>
                <a:cubicBezTo>
                  <a:pt x="1317638" y="55892"/>
                  <a:pt x="1320767" y="45972"/>
                  <a:pt x="1327025" y="38808"/>
                </a:cubicBezTo>
                <a:cubicBezTo>
                  <a:pt x="1333284" y="31642"/>
                  <a:pt x="1341938" y="28060"/>
                  <a:pt x="1352987" y="28060"/>
                </a:cubicBezTo>
                <a:close/>
                <a:moveTo>
                  <a:pt x="1473227" y="60521"/>
                </a:moveTo>
                <a:lnTo>
                  <a:pt x="1473227" y="107012"/>
                </a:lnTo>
                <a:lnTo>
                  <a:pt x="1460572" y="107012"/>
                </a:lnTo>
                <a:lnTo>
                  <a:pt x="1460572" y="60934"/>
                </a:lnTo>
                <a:cubicBezTo>
                  <a:pt x="1460572" y="53621"/>
                  <a:pt x="1459151" y="48147"/>
                  <a:pt x="1456308" y="44514"/>
                </a:cubicBezTo>
                <a:cubicBezTo>
                  <a:pt x="1453466" y="40880"/>
                  <a:pt x="1449202" y="39064"/>
                  <a:pt x="1443516" y="39064"/>
                </a:cubicBezTo>
                <a:cubicBezTo>
                  <a:pt x="1436685" y="39064"/>
                  <a:pt x="1431298" y="41248"/>
                  <a:pt x="1427354" y="45616"/>
                </a:cubicBezTo>
                <a:cubicBezTo>
                  <a:pt x="1423411" y="49984"/>
                  <a:pt x="1421440" y="55937"/>
                  <a:pt x="1421440" y="63478"/>
                </a:cubicBezTo>
                <a:lnTo>
                  <a:pt x="1421440" y="107012"/>
                </a:lnTo>
                <a:lnTo>
                  <a:pt x="1408717" y="107012"/>
                </a:lnTo>
                <a:lnTo>
                  <a:pt x="1408717" y="29985"/>
                </a:lnTo>
                <a:lnTo>
                  <a:pt x="1421440" y="29985"/>
                </a:lnTo>
                <a:lnTo>
                  <a:pt x="1421440" y="41952"/>
                </a:lnTo>
                <a:cubicBezTo>
                  <a:pt x="1424466" y="37298"/>
                  <a:pt x="1428031" y="33820"/>
                  <a:pt x="1432134" y="31516"/>
                </a:cubicBezTo>
                <a:cubicBezTo>
                  <a:pt x="1436238" y="29212"/>
                  <a:pt x="1440972" y="28060"/>
                  <a:pt x="1446336" y="28060"/>
                </a:cubicBezTo>
                <a:cubicBezTo>
                  <a:pt x="1455185" y="28060"/>
                  <a:pt x="1461879" y="30805"/>
                  <a:pt x="1466418" y="36295"/>
                </a:cubicBezTo>
                <a:cubicBezTo>
                  <a:pt x="1470957" y="41786"/>
                  <a:pt x="1473227" y="49861"/>
                  <a:pt x="1473227" y="60521"/>
                </a:cubicBezTo>
                <a:close/>
                <a:moveTo>
                  <a:pt x="1496361" y="138"/>
                </a:moveTo>
                <a:lnTo>
                  <a:pt x="1507365" y="138"/>
                </a:lnTo>
                <a:cubicBezTo>
                  <a:pt x="1514242" y="10958"/>
                  <a:pt x="1519389" y="21549"/>
                  <a:pt x="1522805" y="31911"/>
                </a:cubicBezTo>
                <a:cubicBezTo>
                  <a:pt x="1526220" y="42273"/>
                  <a:pt x="1527928" y="52566"/>
                  <a:pt x="1527928" y="62791"/>
                </a:cubicBezTo>
                <a:cubicBezTo>
                  <a:pt x="1527928" y="73061"/>
                  <a:pt x="1526220" y="83400"/>
                  <a:pt x="1522805" y="93808"/>
                </a:cubicBezTo>
                <a:cubicBezTo>
                  <a:pt x="1519389" y="104215"/>
                  <a:pt x="1514242" y="114806"/>
                  <a:pt x="1507365" y="125581"/>
                </a:cubicBezTo>
                <a:lnTo>
                  <a:pt x="1496361" y="125581"/>
                </a:lnTo>
                <a:cubicBezTo>
                  <a:pt x="1502459" y="115082"/>
                  <a:pt x="1507009" y="104639"/>
                  <a:pt x="1510013" y="94255"/>
                </a:cubicBezTo>
                <a:cubicBezTo>
                  <a:pt x="1513016" y="83870"/>
                  <a:pt x="1514517" y="73382"/>
                  <a:pt x="1514517" y="62791"/>
                </a:cubicBezTo>
                <a:cubicBezTo>
                  <a:pt x="1514517" y="52199"/>
                  <a:pt x="1513016" y="41746"/>
                  <a:pt x="1510013" y="31430"/>
                </a:cubicBezTo>
                <a:cubicBezTo>
                  <a:pt x="1507009" y="21114"/>
                  <a:pt x="1502459" y="10683"/>
                  <a:pt x="1496361" y="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Faithful">
            <a:extLst xmlns:a="http://schemas.openxmlformats.org/drawingml/2006/main">
              <a:ext uri="{FF2B5EF4-FFF2-40B4-BE49-F238E27FC236}">
                <a16:creationId xmlns:a16="http://schemas.microsoft.com/office/drawing/2014/main" id="{E41D1B08-B3F6-4E6E-8352-6410348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03" y="1425453"/>
            <a:ext cx="558234" cy="124657"/>
          </a:xfrm>
          <a:custGeom xmlns:a="http://schemas.openxmlformats.org/drawingml/2006/main">
            <a:pathLst>
              <a:path w="558234" h="124657">
                <a:moveTo>
                  <a:pt x="0" y="4873"/>
                </a:moveTo>
                <a:lnTo>
                  <a:pt x="67438" y="4873"/>
                </a:lnTo>
                <a:lnTo>
                  <a:pt x="67438" y="18235"/>
                </a:lnTo>
                <a:lnTo>
                  <a:pt x="15877" y="18235"/>
                </a:lnTo>
                <a:lnTo>
                  <a:pt x="15877" y="52818"/>
                </a:lnTo>
                <a:lnTo>
                  <a:pt x="62407" y="52818"/>
                </a:lnTo>
                <a:lnTo>
                  <a:pt x="62407" y="66180"/>
                </a:lnTo>
                <a:lnTo>
                  <a:pt x="15877" y="66180"/>
                </a:lnTo>
                <a:lnTo>
                  <a:pt x="15877" y="122300"/>
                </a:lnTo>
                <a:lnTo>
                  <a:pt x="0" y="122300"/>
                </a:lnTo>
                <a:lnTo>
                  <a:pt x="0" y="4873"/>
                </a:lnTo>
                <a:close/>
                <a:moveTo>
                  <a:pt x="117127" y="77970"/>
                </a:moveTo>
                <a:cubicBezTo>
                  <a:pt x="105442" y="77970"/>
                  <a:pt x="97346" y="79313"/>
                  <a:pt x="92840" y="81998"/>
                </a:cubicBezTo>
                <a:cubicBezTo>
                  <a:pt x="88333" y="84682"/>
                  <a:pt x="86080" y="89261"/>
                  <a:pt x="86080" y="95736"/>
                </a:cubicBezTo>
                <a:cubicBezTo>
                  <a:pt x="86080" y="100894"/>
                  <a:pt x="87770" y="104987"/>
                  <a:pt x="91150" y="108014"/>
                </a:cubicBezTo>
                <a:cubicBezTo>
                  <a:pt x="94529" y="111040"/>
                  <a:pt x="99127" y="112553"/>
                  <a:pt x="104944" y="112553"/>
                </a:cubicBezTo>
                <a:cubicBezTo>
                  <a:pt x="112961" y="112553"/>
                  <a:pt x="119393" y="109698"/>
                  <a:pt x="124240" y="103986"/>
                </a:cubicBezTo>
                <a:cubicBezTo>
                  <a:pt x="129087" y="98273"/>
                  <a:pt x="131510" y="90677"/>
                  <a:pt x="131510" y="81200"/>
                </a:cubicBezTo>
                <a:lnTo>
                  <a:pt x="131510" y="77970"/>
                </a:lnTo>
                <a:lnTo>
                  <a:pt x="117127" y="77970"/>
                </a:lnTo>
                <a:moveTo>
                  <a:pt x="145972" y="71996"/>
                </a:moveTo>
                <a:lnTo>
                  <a:pt x="145972" y="122300"/>
                </a:lnTo>
                <a:lnTo>
                  <a:pt x="131510" y="122300"/>
                </a:lnTo>
                <a:lnTo>
                  <a:pt x="131510" y="108938"/>
                </a:lnTo>
                <a:cubicBezTo>
                  <a:pt x="128209" y="114309"/>
                  <a:pt x="124096" y="118271"/>
                  <a:pt x="119170" y="120826"/>
                </a:cubicBezTo>
                <a:cubicBezTo>
                  <a:pt x="114245" y="123380"/>
                  <a:pt x="108219" y="124657"/>
                  <a:pt x="101092" y="124657"/>
                </a:cubicBezTo>
                <a:cubicBezTo>
                  <a:pt x="92080" y="124657"/>
                  <a:pt x="84914" y="122123"/>
                  <a:pt x="79596" y="117053"/>
                </a:cubicBezTo>
                <a:cubicBezTo>
                  <a:pt x="74277" y="111982"/>
                  <a:pt x="71618" y="105190"/>
                  <a:pt x="71618" y="96679"/>
                </a:cubicBezTo>
                <a:cubicBezTo>
                  <a:pt x="71618" y="86749"/>
                  <a:pt x="74932" y="79263"/>
                  <a:pt x="81561" y="74219"/>
                </a:cubicBezTo>
                <a:cubicBezTo>
                  <a:pt x="88189" y="69174"/>
                  <a:pt x="98079" y="66652"/>
                  <a:pt x="111232" y="66652"/>
                </a:cubicBezTo>
                <a:lnTo>
                  <a:pt x="131510" y="66652"/>
                </a:lnTo>
                <a:lnTo>
                  <a:pt x="131510" y="65237"/>
                </a:lnTo>
                <a:cubicBezTo>
                  <a:pt x="131510" y="58582"/>
                  <a:pt x="129322" y="53434"/>
                  <a:pt x="124947" y="49792"/>
                </a:cubicBezTo>
                <a:cubicBezTo>
                  <a:pt x="120572" y="46151"/>
                  <a:pt x="114428" y="44330"/>
                  <a:pt x="106516" y="44330"/>
                </a:cubicBezTo>
                <a:cubicBezTo>
                  <a:pt x="101485" y="44330"/>
                  <a:pt x="96586" y="44932"/>
                  <a:pt x="91818" y="46137"/>
                </a:cubicBezTo>
                <a:cubicBezTo>
                  <a:pt x="87049" y="47343"/>
                  <a:pt x="82464" y="49150"/>
                  <a:pt x="78063" y="51561"/>
                </a:cubicBezTo>
                <a:lnTo>
                  <a:pt x="78063" y="38199"/>
                </a:lnTo>
                <a:cubicBezTo>
                  <a:pt x="83355" y="36155"/>
                  <a:pt x="88490" y="34623"/>
                  <a:pt x="93468" y="33601"/>
                </a:cubicBezTo>
                <a:cubicBezTo>
                  <a:pt x="98446" y="32579"/>
                  <a:pt x="103293" y="32068"/>
                  <a:pt x="108009" y="32068"/>
                </a:cubicBezTo>
                <a:cubicBezTo>
                  <a:pt x="120742" y="32068"/>
                  <a:pt x="130252" y="35369"/>
                  <a:pt x="136540" y="41972"/>
                </a:cubicBezTo>
                <a:cubicBezTo>
                  <a:pt x="142828" y="48574"/>
                  <a:pt x="145972" y="58582"/>
                  <a:pt x="145972" y="71996"/>
                </a:cubicBezTo>
                <a:close/>
                <a:moveTo>
                  <a:pt x="175634" y="34269"/>
                </a:moveTo>
                <a:lnTo>
                  <a:pt x="190096" y="34269"/>
                </a:lnTo>
                <a:lnTo>
                  <a:pt x="190096" y="122300"/>
                </a:lnTo>
                <a:lnTo>
                  <a:pt x="175634" y="122300"/>
                </a:lnTo>
                <a:lnTo>
                  <a:pt x="175634" y="34269"/>
                </a:lnTo>
                <a:moveTo>
                  <a:pt x="175634" y="0"/>
                </a:moveTo>
                <a:lnTo>
                  <a:pt x="190096" y="0"/>
                </a:lnTo>
                <a:lnTo>
                  <a:pt x="190096" y="18392"/>
                </a:lnTo>
                <a:lnTo>
                  <a:pt x="175634" y="18392"/>
                </a:lnTo>
                <a:lnTo>
                  <a:pt x="175634" y="0"/>
                </a:lnTo>
                <a:close/>
                <a:moveTo>
                  <a:pt x="234527" y="9275"/>
                </a:moveTo>
                <a:lnTo>
                  <a:pt x="234527" y="34269"/>
                </a:lnTo>
                <a:lnTo>
                  <a:pt x="264316" y="34269"/>
                </a:lnTo>
                <a:lnTo>
                  <a:pt x="264316" y="45587"/>
                </a:lnTo>
                <a:lnTo>
                  <a:pt x="234527" y="45587"/>
                </a:lnTo>
                <a:lnTo>
                  <a:pt x="234527" y="93316"/>
                </a:lnTo>
                <a:cubicBezTo>
                  <a:pt x="234527" y="100487"/>
                  <a:pt x="235510" y="105093"/>
                  <a:pt x="237475" y="107135"/>
                </a:cubicBezTo>
                <a:cubicBezTo>
                  <a:pt x="239440" y="109175"/>
                  <a:pt x="243435" y="110195"/>
                  <a:pt x="249461" y="110195"/>
                </a:cubicBezTo>
                <a:lnTo>
                  <a:pt x="264316" y="110195"/>
                </a:lnTo>
                <a:lnTo>
                  <a:pt x="264316" y="122300"/>
                </a:lnTo>
                <a:lnTo>
                  <a:pt x="249461" y="122300"/>
                </a:lnTo>
                <a:cubicBezTo>
                  <a:pt x="238300" y="122300"/>
                  <a:pt x="230597" y="120218"/>
                  <a:pt x="226353" y="116056"/>
                </a:cubicBezTo>
                <a:cubicBezTo>
                  <a:pt x="222109" y="111892"/>
                  <a:pt x="219986" y="104312"/>
                  <a:pt x="219986" y="93316"/>
                </a:cubicBezTo>
                <a:lnTo>
                  <a:pt x="219986" y="45587"/>
                </a:lnTo>
                <a:lnTo>
                  <a:pt x="209376" y="45587"/>
                </a:lnTo>
                <a:lnTo>
                  <a:pt x="209376" y="34269"/>
                </a:lnTo>
                <a:lnTo>
                  <a:pt x="219986" y="34269"/>
                </a:lnTo>
                <a:lnTo>
                  <a:pt x="219986" y="9275"/>
                </a:lnTo>
                <a:lnTo>
                  <a:pt x="234527" y="9275"/>
                </a:lnTo>
                <a:close/>
                <a:moveTo>
                  <a:pt x="356498" y="69167"/>
                </a:moveTo>
                <a:lnTo>
                  <a:pt x="356498" y="122300"/>
                </a:lnTo>
                <a:lnTo>
                  <a:pt x="342036" y="122300"/>
                </a:lnTo>
                <a:lnTo>
                  <a:pt x="342036" y="69638"/>
                </a:lnTo>
                <a:cubicBezTo>
                  <a:pt x="342036" y="61281"/>
                  <a:pt x="340411" y="55026"/>
                  <a:pt x="337163" y="50873"/>
                </a:cubicBezTo>
                <a:cubicBezTo>
                  <a:pt x="333914" y="46720"/>
                  <a:pt x="329041" y="44644"/>
                  <a:pt x="322543" y="44644"/>
                </a:cubicBezTo>
                <a:cubicBezTo>
                  <a:pt x="314736" y="44644"/>
                  <a:pt x="308579" y="47140"/>
                  <a:pt x="304072" y="52133"/>
                </a:cubicBezTo>
                <a:cubicBezTo>
                  <a:pt x="299566" y="57124"/>
                  <a:pt x="297313" y="63929"/>
                  <a:pt x="297313" y="72547"/>
                </a:cubicBezTo>
                <a:lnTo>
                  <a:pt x="297313" y="122300"/>
                </a:lnTo>
                <a:lnTo>
                  <a:pt x="282772" y="122300"/>
                </a:lnTo>
                <a:lnTo>
                  <a:pt x="282772" y="0"/>
                </a:lnTo>
                <a:lnTo>
                  <a:pt x="297313" y="0"/>
                </a:lnTo>
                <a:lnTo>
                  <a:pt x="297313" y="47945"/>
                </a:lnTo>
                <a:cubicBezTo>
                  <a:pt x="300771" y="42627"/>
                  <a:pt x="304845" y="38651"/>
                  <a:pt x="309535" y="36018"/>
                </a:cubicBezTo>
                <a:cubicBezTo>
                  <a:pt x="314225" y="33385"/>
                  <a:pt x="319635" y="32068"/>
                  <a:pt x="325766" y="32068"/>
                </a:cubicBezTo>
                <a:cubicBezTo>
                  <a:pt x="335879" y="32068"/>
                  <a:pt x="343529" y="35206"/>
                  <a:pt x="348717" y="41480"/>
                </a:cubicBezTo>
                <a:cubicBezTo>
                  <a:pt x="353904" y="47755"/>
                  <a:pt x="356498" y="56984"/>
                  <a:pt x="356498" y="69167"/>
                </a:cubicBezTo>
                <a:close/>
                <a:moveTo>
                  <a:pt x="429782" y="0"/>
                </a:moveTo>
                <a:lnTo>
                  <a:pt x="429782" y="12104"/>
                </a:lnTo>
                <a:lnTo>
                  <a:pt x="415949" y="12104"/>
                </a:lnTo>
                <a:cubicBezTo>
                  <a:pt x="410761" y="12104"/>
                  <a:pt x="407159" y="13149"/>
                  <a:pt x="405141" y="15238"/>
                </a:cubicBezTo>
                <a:cubicBezTo>
                  <a:pt x="403124" y="17326"/>
                  <a:pt x="402115" y="21085"/>
                  <a:pt x="402115" y="26515"/>
                </a:cubicBezTo>
                <a:lnTo>
                  <a:pt x="402115" y="34269"/>
                </a:lnTo>
                <a:lnTo>
                  <a:pt x="425931" y="34269"/>
                </a:lnTo>
                <a:lnTo>
                  <a:pt x="425931" y="45587"/>
                </a:lnTo>
                <a:lnTo>
                  <a:pt x="402115" y="45587"/>
                </a:lnTo>
                <a:lnTo>
                  <a:pt x="402115" y="122300"/>
                </a:lnTo>
                <a:lnTo>
                  <a:pt x="387575" y="122300"/>
                </a:lnTo>
                <a:lnTo>
                  <a:pt x="387575" y="45587"/>
                </a:lnTo>
                <a:lnTo>
                  <a:pt x="373741" y="45587"/>
                </a:lnTo>
                <a:lnTo>
                  <a:pt x="373741" y="34269"/>
                </a:lnTo>
                <a:lnTo>
                  <a:pt x="387575" y="34269"/>
                </a:lnTo>
                <a:lnTo>
                  <a:pt x="387575" y="28160"/>
                </a:lnTo>
                <a:cubicBezTo>
                  <a:pt x="387575" y="18354"/>
                  <a:pt x="389854" y="11208"/>
                  <a:pt x="394413" y="6725"/>
                </a:cubicBezTo>
                <a:cubicBezTo>
                  <a:pt x="398971" y="2242"/>
                  <a:pt x="406202" y="0"/>
                  <a:pt x="416106" y="0"/>
                </a:cubicBezTo>
                <a:lnTo>
                  <a:pt x="429782" y="0"/>
                </a:lnTo>
                <a:close/>
                <a:moveTo>
                  <a:pt x="440385" y="87559"/>
                </a:moveTo>
                <a:lnTo>
                  <a:pt x="440385" y="34269"/>
                </a:lnTo>
                <a:lnTo>
                  <a:pt x="454847" y="34269"/>
                </a:lnTo>
                <a:lnTo>
                  <a:pt x="454847" y="87009"/>
                </a:lnTo>
                <a:cubicBezTo>
                  <a:pt x="454847" y="95366"/>
                  <a:pt x="456471" y="101635"/>
                  <a:pt x="459720" y="105813"/>
                </a:cubicBezTo>
                <a:cubicBezTo>
                  <a:pt x="462969" y="109992"/>
                  <a:pt x="467842" y="112082"/>
                  <a:pt x="474339" y="112082"/>
                </a:cubicBezTo>
                <a:cubicBezTo>
                  <a:pt x="482147" y="112082"/>
                  <a:pt x="488317" y="109586"/>
                  <a:pt x="492849" y="104595"/>
                </a:cubicBezTo>
                <a:cubicBezTo>
                  <a:pt x="497382" y="99603"/>
                  <a:pt x="499648" y="92797"/>
                  <a:pt x="499648" y="84179"/>
                </a:cubicBezTo>
                <a:lnTo>
                  <a:pt x="499648" y="34269"/>
                </a:lnTo>
                <a:lnTo>
                  <a:pt x="514110" y="34269"/>
                </a:lnTo>
                <a:lnTo>
                  <a:pt x="514110" y="122300"/>
                </a:lnTo>
                <a:lnTo>
                  <a:pt x="499648" y="122300"/>
                </a:lnTo>
                <a:lnTo>
                  <a:pt x="499648" y="108781"/>
                </a:lnTo>
                <a:cubicBezTo>
                  <a:pt x="496137" y="114151"/>
                  <a:pt x="492063" y="118140"/>
                  <a:pt x="487426" y="120747"/>
                </a:cubicBezTo>
                <a:cubicBezTo>
                  <a:pt x="482789" y="123354"/>
                  <a:pt x="477405" y="124657"/>
                  <a:pt x="471274" y="124657"/>
                </a:cubicBezTo>
                <a:cubicBezTo>
                  <a:pt x="461161" y="124657"/>
                  <a:pt x="453484" y="121507"/>
                  <a:pt x="448244" y="115206"/>
                </a:cubicBezTo>
                <a:cubicBezTo>
                  <a:pt x="443005" y="108905"/>
                  <a:pt x="440385" y="99689"/>
                  <a:pt x="440385" y="87559"/>
                </a:cubicBezTo>
                <a:moveTo>
                  <a:pt x="476776" y="32068"/>
                </a:moveTo>
                <a:lnTo>
                  <a:pt x="476776" y="32068"/>
                </a:lnTo>
                <a:close/>
                <a:moveTo>
                  <a:pt x="543772" y="0"/>
                </a:moveTo>
                <a:lnTo>
                  <a:pt x="558234" y="0"/>
                </a:lnTo>
                <a:lnTo>
                  <a:pt x="558234" y="122300"/>
                </a:lnTo>
                <a:lnTo>
                  <a:pt x="543772" y="122300"/>
                </a:lnTo>
                <a:lnTo>
                  <a:pt x="5437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Rendering">
            <a:extLst xmlns:a="http://schemas.openxmlformats.org/drawingml/2006/main">
              <a:ext uri="{FF2B5EF4-FFF2-40B4-BE49-F238E27FC236}">
                <a16:creationId xmlns:a16="http://schemas.microsoft.com/office/drawing/2014/main" id="{58F86360-252E-4C10-A2BD-8461F71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44" y="1626666"/>
            <a:ext cx="790814" cy="155783"/>
          </a:xfrm>
          <a:custGeom xmlns:a="http://schemas.openxmlformats.org/drawingml/2006/main">
            <a:pathLst>
              <a:path w="790814" h="155783">
                <a:moveTo>
                  <a:pt x="55648" y="67202"/>
                </a:moveTo>
                <a:cubicBezTo>
                  <a:pt x="59054" y="68356"/>
                  <a:pt x="62368" y="70822"/>
                  <a:pt x="65591" y="74600"/>
                </a:cubicBezTo>
                <a:cubicBezTo>
                  <a:pt x="68813" y="78376"/>
                  <a:pt x="72049" y="83569"/>
                  <a:pt x="75298" y="90180"/>
                </a:cubicBezTo>
                <a:lnTo>
                  <a:pt x="91410" y="122300"/>
                </a:lnTo>
                <a:lnTo>
                  <a:pt x="74354" y="122300"/>
                </a:lnTo>
                <a:lnTo>
                  <a:pt x="59342" y="92150"/>
                </a:lnTo>
                <a:cubicBezTo>
                  <a:pt x="55464" y="84277"/>
                  <a:pt x="51705" y="79055"/>
                  <a:pt x="48063" y="76484"/>
                </a:cubicBezTo>
                <a:cubicBezTo>
                  <a:pt x="44421" y="73911"/>
                  <a:pt x="39457" y="72625"/>
                  <a:pt x="33169" y="72625"/>
                </a:cubicBezTo>
                <a:lnTo>
                  <a:pt x="15877" y="72625"/>
                </a:lnTo>
                <a:lnTo>
                  <a:pt x="15877" y="122300"/>
                </a:lnTo>
                <a:lnTo>
                  <a:pt x="0" y="122300"/>
                </a:lnTo>
                <a:lnTo>
                  <a:pt x="0" y="4873"/>
                </a:lnTo>
                <a:lnTo>
                  <a:pt x="35841" y="4873"/>
                </a:lnTo>
                <a:cubicBezTo>
                  <a:pt x="49255" y="4873"/>
                  <a:pt x="59263" y="7676"/>
                  <a:pt x="65866" y="13283"/>
                </a:cubicBezTo>
                <a:cubicBezTo>
                  <a:pt x="72468" y="18890"/>
                  <a:pt x="75769" y="27352"/>
                  <a:pt x="75769" y="38671"/>
                </a:cubicBezTo>
                <a:cubicBezTo>
                  <a:pt x="75769" y="46059"/>
                  <a:pt x="74053" y="52190"/>
                  <a:pt x="70621" y="57063"/>
                </a:cubicBezTo>
                <a:cubicBezTo>
                  <a:pt x="67189" y="61936"/>
                  <a:pt x="62198" y="65315"/>
                  <a:pt x="55648" y="67202"/>
                </a:cubicBezTo>
                <a:moveTo>
                  <a:pt x="15877" y="17920"/>
                </a:moveTo>
                <a:lnTo>
                  <a:pt x="15877" y="59578"/>
                </a:lnTo>
                <a:lnTo>
                  <a:pt x="35841" y="59578"/>
                </a:lnTo>
                <a:cubicBezTo>
                  <a:pt x="43491" y="59578"/>
                  <a:pt x="49268" y="57809"/>
                  <a:pt x="53172" y="54272"/>
                </a:cubicBezTo>
                <a:cubicBezTo>
                  <a:pt x="57076" y="50735"/>
                  <a:pt x="59028" y="45535"/>
                  <a:pt x="59028" y="38671"/>
                </a:cubicBezTo>
                <a:cubicBezTo>
                  <a:pt x="59028" y="31806"/>
                  <a:pt x="57076" y="26632"/>
                  <a:pt x="53172" y="23147"/>
                </a:cubicBezTo>
                <a:cubicBezTo>
                  <a:pt x="49268" y="19663"/>
                  <a:pt x="43491" y="17920"/>
                  <a:pt x="35841" y="17920"/>
                </a:cubicBezTo>
                <a:lnTo>
                  <a:pt x="15877" y="17920"/>
                </a:lnTo>
                <a:close/>
                <a:moveTo>
                  <a:pt x="179138" y="74669"/>
                </a:moveTo>
                <a:lnTo>
                  <a:pt x="179138" y="81743"/>
                </a:lnTo>
                <a:lnTo>
                  <a:pt x="112644" y="81743"/>
                </a:lnTo>
                <a:cubicBezTo>
                  <a:pt x="113273" y="91725"/>
                  <a:pt x="116273" y="99329"/>
                  <a:pt x="121644" y="104556"/>
                </a:cubicBezTo>
                <a:cubicBezTo>
                  <a:pt x="127014" y="109783"/>
                  <a:pt x="134494" y="112396"/>
                  <a:pt x="144083" y="112396"/>
                </a:cubicBezTo>
                <a:cubicBezTo>
                  <a:pt x="149638" y="112396"/>
                  <a:pt x="155022" y="111715"/>
                  <a:pt x="160236" y="110353"/>
                </a:cubicBezTo>
                <a:cubicBezTo>
                  <a:pt x="165449" y="108990"/>
                  <a:pt x="170624" y="106947"/>
                  <a:pt x="175759" y="104222"/>
                </a:cubicBezTo>
                <a:lnTo>
                  <a:pt x="175759" y="117898"/>
                </a:lnTo>
                <a:cubicBezTo>
                  <a:pt x="170571" y="120099"/>
                  <a:pt x="165253" y="121776"/>
                  <a:pt x="159803" y="122928"/>
                </a:cubicBezTo>
                <a:cubicBezTo>
                  <a:pt x="154354" y="124081"/>
                  <a:pt x="148826" y="124657"/>
                  <a:pt x="143219" y="124657"/>
                </a:cubicBezTo>
                <a:cubicBezTo>
                  <a:pt x="129176" y="124657"/>
                  <a:pt x="118054" y="120564"/>
                  <a:pt x="109854" y="112376"/>
                </a:cubicBezTo>
                <a:cubicBezTo>
                  <a:pt x="101653" y="104187"/>
                  <a:pt x="97553" y="93112"/>
                  <a:pt x="97553" y="79151"/>
                </a:cubicBezTo>
                <a:cubicBezTo>
                  <a:pt x="97553" y="64717"/>
                  <a:pt x="101444" y="53261"/>
                  <a:pt x="109225" y="44784"/>
                </a:cubicBezTo>
                <a:cubicBezTo>
                  <a:pt x="117006" y="36307"/>
                  <a:pt x="127499" y="32068"/>
                  <a:pt x="140704" y="32068"/>
                </a:cubicBezTo>
                <a:cubicBezTo>
                  <a:pt x="152546" y="32068"/>
                  <a:pt x="161912" y="35888"/>
                  <a:pt x="168803" y="43526"/>
                </a:cubicBezTo>
                <a:cubicBezTo>
                  <a:pt x="175693" y="51164"/>
                  <a:pt x="179138" y="61544"/>
                  <a:pt x="179138" y="74669"/>
                </a:cubicBezTo>
                <a:moveTo>
                  <a:pt x="164676" y="70424"/>
                </a:moveTo>
                <a:cubicBezTo>
                  <a:pt x="164572" y="62488"/>
                  <a:pt x="162358" y="56155"/>
                  <a:pt x="158035" y="51426"/>
                </a:cubicBezTo>
                <a:cubicBezTo>
                  <a:pt x="153712" y="46695"/>
                  <a:pt x="147987" y="44330"/>
                  <a:pt x="140861" y="44330"/>
                </a:cubicBezTo>
                <a:cubicBezTo>
                  <a:pt x="132791" y="44330"/>
                  <a:pt x="126333" y="46616"/>
                  <a:pt x="121486" y="51190"/>
                </a:cubicBezTo>
                <a:cubicBezTo>
                  <a:pt x="116639" y="55762"/>
                  <a:pt x="113849" y="62199"/>
                  <a:pt x="113116" y="70503"/>
                </a:cubicBezTo>
                <a:lnTo>
                  <a:pt x="164676" y="70424"/>
                </a:lnTo>
                <a:close/>
                <a:moveTo>
                  <a:pt x="276013" y="69167"/>
                </a:moveTo>
                <a:lnTo>
                  <a:pt x="276013" y="122300"/>
                </a:lnTo>
                <a:lnTo>
                  <a:pt x="261551" y="122300"/>
                </a:lnTo>
                <a:lnTo>
                  <a:pt x="261551" y="69638"/>
                </a:lnTo>
                <a:cubicBezTo>
                  <a:pt x="261551" y="61281"/>
                  <a:pt x="259926" y="55026"/>
                  <a:pt x="256678" y="50873"/>
                </a:cubicBezTo>
                <a:cubicBezTo>
                  <a:pt x="253429" y="46720"/>
                  <a:pt x="248556" y="44644"/>
                  <a:pt x="242058" y="44644"/>
                </a:cubicBezTo>
                <a:cubicBezTo>
                  <a:pt x="234251" y="44644"/>
                  <a:pt x="228094" y="47140"/>
                  <a:pt x="223588" y="52133"/>
                </a:cubicBezTo>
                <a:cubicBezTo>
                  <a:pt x="219081" y="57124"/>
                  <a:pt x="216828" y="63929"/>
                  <a:pt x="216828" y="72547"/>
                </a:cubicBezTo>
                <a:lnTo>
                  <a:pt x="216828" y="122300"/>
                </a:lnTo>
                <a:lnTo>
                  <a:pt x="202287" y="122300"/>
                </a:lnTo>
                <a:lnTo>
                  <a:pt x="202287" y="34269"/>
                </a:lnTo>
                <a:lnTo>
                  <a:pt x="216828" y="34269"/>
                </a:lnTo>
                <a:lnTo>
                  <a:pt x="216828" y="47945"/>
                </a:lnTo>
                <a:cubicBezTo>
                  <a:pt x="220286" y="42627"/>
                  <a:pt x="224360" y="38651"/>
                  <a:pt x="229050" y="36018"/>
                </a:cubicBezTo>
                <a:cubicBezTo>
                  <a:pt x="233740" y="33385"/>
                  <a:pt x="239150" y="32068"/>
                  <a:pt x="245281" y="32068"/>
                </a:cubicBezTo>
                <a:cubicBezTo>
                  <a:pt x="255394" y="32068"/>
                  <a:pt x="263044" y="35206"/>
                  <a:pt x="268232" y="41480"/>
                </a:cubicBezTo>
                <a:cubicBezTo>
                  <a:pt x="273419" y="47755"/>
                  <a:pt x="276013" y="56984"/>
                  <a:pt x="276013" y="69167"/>
                </a:cubicBezTo>
                <a:close/>
                <a:moveTo>
                  <a:pt x="362659" y="47631"/>
                </a:moveTo>
                <a:lnTo>
                  <a:pt x="362659" y="0"/>
                </a:lnTo>
                <a:lnTo>
                  <a:pt x="377121" y="0"/>
                </a:lnTo>
                <a:lnTo>
                  <a:pt x="377121" y="122300"/>
                </a:lnTo>
                <a:lnTo>
                  <a:pt x="362659" y="122300"/>
                </a:lnTo>
                <a:lnTo>
                  <a:pt x="362659" y="109095"/>
                </a:lnTo>
                <a:cubicBezTo>
                  <a:pt x="359620" y="114361"/>
                  <a:pt x="355781" y="118271"/>
                  <a:pt x="351144" y="120826"/>
                </a:cubicBezTo>
                <a:cubicBezTo>
                  <a:pt x="346507" y="123380"/>
                  <a:pt x="340939" y="124657"/>
                  <a:pt x="334442" y="124657"/>
                </a:cubicBezTo>
                <a:cubicBezTo>
                  <a:pt x="323805" y="124657"/>
                  <a:pt x="315146" y="120406"/>
                  <a:pt x="308465" y="111902"/>
                </a:cubicBezTo>
                <a:cubicBezTo>
                  <a:pt x="301784" y="103399"/>
                  <a:pt x="298444" y="92219"/>
                  <a:pt x="298444" y="78363"/>
                </a:cubicBezTo>
                <a:cubicBezTo>
                  <a:pt x="298444" y="64507"/>
                  <a:pt x="301784" y="53327"/>
                  <a:pt x="308465" y="44823"/>
                </a:cubicBezTo>
                <a:cubicBezTo>
                  <a:pt x="315146" y="36320"/>
                  <a:pt x="323805" y="32068"/>
                  <a:pt x="334442" y="32068"/>
                </a:cubicBezTo>
                <a:cubicBezTo>
                  <a:pt x="340939" y="32068"/>
                  <a:pt x="346507" y="33345"/>
                  <a:pt x="351144" y="35900"/>
                </a:cubicBezTo>
                <a:cubicBezTo>
                  <a:pt x="355781" y="38454"/>
                  <a:pt x="359620" y="42365"/>
                  <a:pt x="362659" y="47631"/>
                </a:cubicBezTo>
                <a:moveTo>
                  <a:pt x="313377" y="78363"/>
                </a:moveTo>
                <a:cubicBezTo>
                  <a:pt x="313377" y="89024"/>
                  <a:pt x="315565" y="97389"/>
                  <a:pt x="319940" y="103455"/>
                </a:cubicBezTo>
                <a:cubicBezTo>
                  <a:pt x="324316" y="109521"/>
                  <a:pt x="330328" y="112553"/>
                  <a:pt x="337979" y="112553"/>
                </a:cubicBezTo>
                <a:cubicBezTo>
                  <a:pt x="345629" y="112553"/>
                  <a:pt x="351655" y="109521"/>
                  <a:pt x="356056" y="103455"/>
                </a:cubicBezTo>
                <a:cubicBezTo>
                  <a:pt x="360458" y="97389"/>
                  <a:pt x="362659" y="89024"/>
                  <a:pt x="362659" y="78363"/>
                </a:cubicBezTo>
                <a:cubicBezTo>
                  <a:pt x="362659" y="67701"/>
                  <a:pt x="360458" y="59338"/>
                  <a:pt x="356056" y="53273"/>
                </a:cubicBezTo>
                <a:cubicBezTo>
                  <a:pt x="351655" y="47206"/>
                  <a:pt x="345629" y="44172"/>
                  <a:pt x="337979" y="44172"/>
                </a:cubicBezTo>
                <a:cubicBezTo>
                  <a:pt x="330328" y="44172"/>
                  <a:pt x="324316" y="47206"/>
                  <a:pt x="319940" y="53273"/>
                </a:cubicBezTo>
                <a:cubicBezTo>
                  <a:pt x="315565" y="59338"/>
                  <a:pt x="313377" y="67701"/>
                  <a:pt x="313377" y="78363"/>
                </a:cubicBezTo>
                <a:close/>
                <a:moveTo>
                  <a:pt x="482084" y="74669"/>
                </a:moveTo>
                <a:lnTo>
                  <a:pt x="482084" y="81743"/>
                </a:lnTo>
                <a:lnTo>
                  <a:pt x="415590" y="81743"/>
                </a:lnTo>
                <a:cubicBezTo>
                  <a:pt x="416218" y="91725"/>
                  <a:pt x="419218" y="99329"/>
                  <a:pt x="424589" y="104556"/>
                </a:cubicBezTo>
                <a:cubicBezTo>
                  <a:pt x="429960" y="109783"/>
                  <a:pt x="437440" y="112396"/>
                  <a:pt x="447029" y="112396"/>
                </a:cubicBezTo>
                <a:cubicBezTo>
                  <a:pt x="452583" y="112396"/>
                  <a:pt x="457967" y="111715"/>
                  <a:pt x="463181" y="110353"/>
                </a:cubicBezTo>
                <a:cubicBezTo>
                  <a:pt x="468395" y="108990"/>
                  <a:pt x="473569" y="106947"/>
                  <a:pt x="478704" y="104222"/>
                </a:cubicBezTo>
                <a:lnTo>
                  <a:pt x="478704" y="117898"/>
                </a:lnTo>
                <a:cubicBezTo>
                  <a:pt x="473517" y="120099"/>
                  <a:pt x="468198" y="121776"/>
                  <a:pt x="462749" y="122928"/>
                </a:cubicBezTo>
                <a:cubicBezTo>
                  <a:pt x="457299" y="124081"/>
                  <a:pt x="451771" y="124657"/>
                  <a:pt x="446164" y="124657"/>
                </a:cubicBezTo>
                <a:cubicBezTo>
                  <a:pt x="432122" y="124657"/>
                  <a:pt x="421000" y="120564"/>
                  <a:pt x="412799" y="112376"/>
                </a:cubicBezTo>
                <a:cubicBezTo>
                  <a:pt x="404599" y="104187"/>
                  <a:pt x="400499" y="93112"/>
                  <a:pt x="400499" y="79151"/>
                </a:cubicBezTo>
                <a:cubicBezTo>
                  <a:pt x="400499" y="64717"/>
                  <a:pt x="404389" y="53261"/>
                  <a:pt x="412171" y="44784"/>
                </a:cubicBezTo>
                <a:cubicBezTo>
                  <a:pt x="419952" y="36307"/>
                  <a:pt x="430445" y="32068"/>
                  <a:pt x="443649" y="32068"/>
                </a:cubicBezTo>
                <a:cubicBezTo>
                  <a:pt x="455492" y="32068"/>
                  <a:pt x="464858" y="35888"/>
                  <a:pt x="471748" y="43526"/>
                </a:cubicBezTo>
                <a:cubicBezTo>
                  <a:pt x="478639" y="51164"/>
                  <a:pt x="482084" y="61544"/>
                  <a:pt x="482084" y="74669"/>
                </a:cubicBezTo>
                <a:moveTo>
                  <a:pt x="467622" y="70424"/>
                </a:moveTo>
                <a:cubicBezTo>
                  <a:pt x="467517" y="62488"/>
                  <a:pt x="465303" y="56155"/>
                  <a:pt x="460980" y="51426"/>
                </a:cubicBezTo>
                <a:cubicBezTo>
                  <a:pt x="456657" y="46695"/>
                  <a:pt x="450933" y="44330"/>
                  <a:pt x="443807" y="44330"/>
                </a:cubicBezTo>
                <a:cubicBezTo>
                  <a:pt x="435737" y="44330"/>
                  <a:pt x="429279" y="46616"/>
                  <a:pt x="424432" y="51190"/>
                </a:cubicBezTo>
                <a:cubicBezTo>
                  <a:pt x="419585" y="55762"/>
                  <a:pt x="416795" y="62199"/>
                  <a:pt x="416061" y="70503"/>
                </a:cubicBezTo>
                <a:lnTo>
                  <a:pt x="467622" y="70424"/>
                </a:lnTo>
                <a:close/>
                <a:moveTo>
                  <a:pt x="556794" y="47788"/>
                </a:moveTo>
                <a:cubicBezTo>
                  <a:pt x="555169" y="46819"/>
                  <a:pt x="553401" y="46105"/>
                  <a:pt x="551488" y="45646"/>
                </a:cubicBezTo>
                <a:cubicBezTo>
                  <a:pt x="549576" y="45188"/>
                  <a:pt x="547467" y="44958"/>
                  <a:pt x="545161" y="44958"/>
                </a:cubicBezTo>
                <a:cubicBezTo>
                  <a:pt x="536987" y="44958"/>
                  <a:pt x="530712" y="47625"/>
                  <a:pt x="526337" y="52958"/>
                </a:cubicBezTo>
                <a:cubicBezTo>
                  <a:pt x="521961" y="58290"/>
                  <a:pt x="519774" y="65946"/>
                  <a:pt x="519774" y="75926"/>
                </a:cubicBezTo>
                <a:lnTo>
                  <a:pt x="519774" y="122300"/>
                </a:lnTo>
                <a:lnTo>
                  <a:pt x="505233" y="122300"/>
                </a:lnTo>
                <a:lnTo>
                  <a:pt x="505233" y="34269"/>
                </a:lnTo>
                <a:lnTo>
                  <a:pt x="519774" y="34269"/>
                </a:lnTo>
                <a:lnTo>
                  <a:pt x="519774" y="47945"/>
                </a:lnTo>
                <a:cubicBezTo>
                  <a:pt x="522813" y="42574"/>
                  <a:pt x="526769" y="38585"/>
                  <a:pt x="531642" y="35979"/>
                </a:cubicBezTo>
                <a:cubicBezTo>
                  <a:pt x="536515" y="33372"/>
                  <a:pt x="542436" y="32068"/>
                  <a:pt x="549405" y="32068"/>
                </a:cubicBezTo>
                <a:cubicBezTo>
                  <a:pt x="550401" y="32068"/>
                  <a:pt x="551501" y="32134"/>
                  <a:pt x="552707" y="32265"/>
                </a:cubicBezTo>
                <a:cubicBezTo>
                  <a:pt x="553912" y="32396"/>
                  <a:pt x="555248" y="32592"/>
                  <a:pt x="556715" y="32854"/>
                </a:cubicBezTo>
                <a:lnTo>
                  <a:pt x="556794" y="47788"/>
                </a:lnTo>
                <a:close/>
                <a:moveTo>
                  <a:pt x="571942" y="34269"/>
                </a:moveTo>
                <a:lnTo>
                  <a:pt x="586404" y="34269"/>
                </a:lnTo>
                <a:lnTo>
                  <a:pt x="586404" y="122300"/>
                </a:lnTo>
                <a:lnTo>
                  <a:pt x="571942" y="122300"/>
                </a:lnTo>
                <a:lnTo>
                  <a:pt x="571942" y="34269"/>
                </a:lnTo>
                <a:moveTo>
                  <a:pt x="571942" y="0"/>
                </a:moveTo>
                <a:lnTo>
                  <a:pt x="586404" y="0"/>
                </a:lnTo>
                <a:lnTo>
                  <a:pt x="586404" y="18392"/>
                </a:lnTo>
                <a:lnTo>
                  <a:pt x="571942" y="18392"/>
                </a:lnTo>
                <a:lnTo>
                  <a:pt x="571942" y="0"/>
                </a:lnTo>
                <a:close/>
                <a:moveTo>
                  <a:pt x="689706" y="69167"/>
                </a:moveTo>
                <a:lnTo>
                  <a:pt x="689706" y="122300"/>
                </a:lnTo>
                <a:lnTo>
                  <a:pt x="675244" y="122300"/>
                </a:lnTo>
                <a:lnTo>
                  <a:pt x="675244" y="69638"/>
                </a:lnTo>
                <a:cubicBezTo>
                  <a:pt x="675244" y="61281"/>
                  <a:pt x="673619" y="55026"/>
                  <a:pt x="670371" y="50873"/>
                </a:cubicBezTo>
                <a:cubicBezTo>
                  <a:pt x="667122" y="46720"/>
                  <a:pt x="662249" y="44644"/>
                  <a:pt x="655751" y="44644"/>
                </a:cubicBezTo>
                <a:cubicBezTo>
                  <a:pt x="647944" y="44644"/>
                  <a:pt x="641787" y="47140"/>
                  <a:pt x="637281" y="52133"/>
                </a:cubicBezTo>
                <a:cubicBezTo>
                  <a:pt x="632774" y="57124"/>
                  <a:pt x="630521" y="63929"/>
                  <a:pt x="630521" y="72547"/>
                </a:cubicBezTo>
                <a:lnTo>
                  <a:pt x="630521" y="122300"/>
                </a:lnTo>
                <a:lnTo>
                  <a:pt x="615980" y="122300"/>
                </a:lnTo>
                <a:lnTo>
                  <a:pt x="615980" y="34269"/>
                </a:lnTo>
                <a:lnTo>
                  <a:pt x="630521" y="34269"/>
                </a:lnTo>
                <a:lnTo>
                  <a:pt x="630521" y="47945"/>
                </a:lnTo>
                <a:cubicBezTo>
                  <a:pt x="633980" y="42627"/>
                  <a:pt x="638054" y="38651"/>
                  <a:pt x="642743" y="36018"/>
                </a:cubicBezTo>
                <a:cubicBezTo>
                  <a:pt x="647433" y="33385"/>
                  <a:pt x="652843" y="32068"/>
                  <a:pt x="658974" y="32068"/>
                </a:cubicBezTo>
                <a:cubicBezTo>
                  <a:pt x="669087" y="32068"/>
                  <a:pt x="676737" y="35206"/>
                  <a:pt x="681925" y="41480"/>
                </a:cubicBezTo>
                <a:cubicBezTo>
                  <a:pt x="687112" y="47755"/>
                  <a:pt x="689706" y="56984"/>
                  <a:pt x="689706" y="69167"/>
                </a:cubicBezTo>
                <a:close/>
                <a:moveTo>
                  <a:pt x="776352" y="77223"/>
                </a:moveTo>
                <a:cubicBezTo>
                  <a:pt x="776352" y="66730"/>
                  <a:pt x="774190" y="58599"/>
                  <a:pt x="769868" y="52828"/>
                </a:cubicBezTo>
                <a:cubicBezTo>
                  <a:pt x="765545" y="47058"/>
                  <a:pt x="759479" y="44172"/>
                  <a:pt x="751672" y="44172"/>
                </a:cubicBezTo>
                <a:cubicBezTo>
                  <a:pt x="743917" y="44172"/>
                  <a:pt x="737878" y="47058"/>
                  <a:pt x="733555" y="52828"/>
                </a:cubicBezTo>
                <a:cubicBezTo>
                  <a:pt x="729232" y="58599"/>
                  <a:pt x="727071" y="66730"/>
                  <a:pt x="727071" y="77223"/>
                </a:cubicBezTo>
                <a:cubicBezTo>
                  <a:pt x="727071" y="87664"/>
                  <a:pt x="729232" y="95769"/>
                  <a:pt x="733555" y="101540"/>
                </a:cubicBezTo>
                <a:cubicBezTo>
                  <a:pt x="737878" y="107310"/>
                  <a:pt x="743917" y="110195"/>
                  <a:pt x="751672" y="110195"/>
                </a:cubicBezTo>
                <a:cubicBezTo>
                  <a:pt x="759479" y="110195"/>
                  <a:pt x="765545" y="107310"/>
                  <a:pt x="769868" y="101540"/>
                </a:cubicBezTo>
                <a:cubicBezTo>
                  <a:pt x="774190" y="95769"/>
                  <a:pt x="776352" y="87664"/>
                  <a:pt x="776352" y="77223"/>
                </a:cubicBezTo>
                <a:moveTo>
                  <a:pt x="790814" y="111374"/>
                </a:moveTo>
                <a:cubicBezTo>
                  <a:pt x="790814" y="126360"/>
                  <a:pt x="787487" y="137508"/>
                  <a:pt x="780832" y="144818"/>
                </a:cubicBezTo>
                <a:cubicBezTo>
                  <a:pt x="774177" y="152128"/>
                  <a:pt x="763986" y="155783"/>
                  <a:pt x="750257" y="155783"/>
                </a:cubicBezTo>
                <a:cubicBezTo>
                  <a:pt x="745174" y="155783"/>
                  <a:pt x="740380" y="155409"/>
                  <a:pt x="735874" y="154663"/>
                </a:cubicBezTo>
                <a:cubicBezTo>
                  <a:pt x="731367" y="153916"/>
                  <a:pt x="726992" y="152770"/>
                  <a:pt x="722748" y="151224"/>
                </a:cubicBezTo>
                <a:lnTo>
                  <a:pt x="722748" y="137076"/>
                </a:lnTo>
                <a:cubicBezTo>
                  <a:pt x="726992" y="139382"/>
                  <a:pt x="731184" y="141085"/>
                  <a:pt x="735323" y="142185"/>
                </a:cubicBezTo>
                <a:cubicBezTo>
                  <a:pt x="739463" y="143285"/>
                  <a:pt x="743681" y="143836"/>
                  <a:pt x="747978" y="143836"/>
                </a:cubicBezTo>
                <a:cubicBezTo>
                  <a:pt x="757462" y="143836"/>
                  <a:pt x="764562" y="141360"/>
                  <a:pt x="769278" y="136408"/>
                </a:cubicBezTo>
                <a:cubicBezTo>
                  <a:pt x="773994" y="131456"/>
                  <a:pt x="776352" y="123976"/>
                  <a:pt x="776352" y="113968"/>
                </a:cubicBezTo>
                <a:lnTo>
                  <a:pt x="776352" y="106737"/>
                </a:lnTo>
                <a:cubicBezTo>
                  <a:pt x="773365" y="111951"/>
                  <a:pt x="769540" y="115848"/>
                  <a:pt x="764877" y="118429"/>
                </a:cubicBezTo>
                <a:cubicBezTo>
                  <a:pt x="760213" y="121009"/>
                  <a:pt x="754633" y="122300"/>
                  <a:pt x="748135" y="122300"/>
                </a:cubicBezTo>
                <a:cubicBezTo>
                  <a:pt x="737341" y="122300"/>
                  <a:pt x="728643" y="118183"/>
                  <a:pt x="722040" y="109950"/>
                </a:cubicBezTo>
                <a:cubicBezTo>
                  <a:pt x="715438" y="101715"/>
                  <a:pt x="712137" y="90806"/>
                  <a:pt x="712137" y="77223"/>
                </a:cubicBezTo>
                <a:cubicBezTo>
                  <a:pt x="712137" y="63588"/>
                  <a:pt x="715438" y="52654"/>
                  <a:pt x="722040" y="44421"/>
                </a:cubicBezTo>
                <a:cubicBezTo>
                  <a:pt x="728643" y="36186"/>
                  <a:pt x="737341" y="32068"/>
                  <a:pt x="748135" y="32068"/>
                </a:cubicBezTo>
                <a:cubicBezTo>
                  <a:pt x="754633" y="32068"/>
                  <a:pt x="760213" y="33359"/>
                  <a:pt x="764877" y="35939"/>
                </a:cubicBezTo>
                <a:cubicBezTo>
                  <a:pt x="769540" y="38520"/>
                  <a:pt x="773365" y="42417"/>
                  <a:pt x="776352" y="47631"/>
                </a:cubicBezTo>
                <a:lnTo>
                  <a:pt x="776352" y="34269"/>
                </a:lnTo>
                <a:lnTo>
                  <a:pt x="790814" y="34269"/>
                </a:lnTo>
                <a:lnTo>
                  <a:pt x="790814" y="111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Faithful">
            <a:extLst xmlns:a="http://schemas.openxmlformats.org/drawingml/2006/main">
              <a:ext uri="{FF2B5EF4-FFF2-40B4-BE49-F238E27FC236}">
                <a16:creationId xmlns:a16="http://schemas.microsoft.com/office/drawing/2014/main" id="{878C4464-2E01-48FE-90D4-1425427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479" y="1425453"/>
            <a:ext cx="558235" cy="124657"/>
          </a:xfrm>
          <a:custGeom xmlns:a="http://schemas.openxmlformats.org/drawingml/2006/main">
            <a:pathLst>
              <a:path w="558235" h="124657">
                <a:moveTo>
                  <a:pt x="0" y="4873"/>
                </a:moveTo>
                <a:lnTo>
                  <a:pt x="67438" y="4873"/>
                </a:lnTo>
                <a:lnTo>
                  <a:pt x="67438" y="18235"/>
                </a:lnTo>
                <a:lnTo>
                  <a:pt x="15877" y="18235"/>
                </a:lnTo>
                <a:lnTo>
                  <a:pt x="15877" y="52818"/>
                </a:lnTo>
                <a:lnTo>
                  <a:pt x="62407" y="52818"/>
                </a:lnTo>
                <a:lnTo>
                  <a:pt x="62407" y="66180"/>
                </a:lnTo>
                <a:lnTo>
                  <a:pt x="15877" y="66180"/>
                </a:lnTo>
                <a:lnTo>
                  <a:pt x="15877" y="122300"/>
                </a:lnTo>
                <a:lnTo>
                  <a:pt x="0" y="122300"/>
                </a:lnTo>
                <a:lnTo>
                  <a:pt x="0" y="4873"/>
                </a:lnTo>
                <a:close/>
                <a:moveTo>
                  <a:pt x="117127" y="77970"/>
                </a:moveTo>
                <a:cubicBezTo>
                  <a:pt x="105442" y="77970"/>
                  <a:pt x="97346" y="79313"/>
                  <a:pt x="92840" y="81998"/>
                </a:cubicBezTo>
                <a:cubicBezTo>
                  <a:pt x="88333" y="84682"/>
                  <a:pt x="86080" y="89261"/>
                  <a:pt x="86080" y="95736"/>
                </a:cubicBezTo>
                <a:cubicBezTo>
                  <a:pt x="86080" y="100894"/>
                  <a:pt x="87770" y="104987"/>
                  <a:pt x="91150" y="108014"/>
                </a:cubicBezTo>
                <a:cubicBezTo>
                  <a:pt x="94530" y="111040"/>
                  <a:pt x="99128" y="112553"/>
                  <a:pt x="104944" y="112553"/>
                </a:cubicBezTo>
                <a:cubicBezTo>
                  <a:pt x="112961" y="112553"/>
                  <a:pt x="119393" y="109698"/>
                  <a:pt x="124240" y="103986"/>
                </a:cubicBezTo>
                <a:cubicBezTo>
                  <a:pt x="129087" y="98273"/>
                  <a:pt x="131510" y="90677"/>
                  <a:pt x="131510" y="81200"/>
                </a:cubicBezTo>
                <a:lnTo>
                  <a:pt x="131510" y="77970"/>
                </a:lnTo>
                <a:lnTo>
                  <a:pt x="117127" y="77970"/>
                </a:lnTo>
                <a:moveTo>
                  <a:pt x="145973" y="71996"/>
                </a:moveTo>
                <a:lnTo>
                  <a:pt x="145973" y="122300"/>
                </a:lnTo>
                <a:lnTo>
                  <a:pt x="131510" y="122300"/>
                </a:lnTo>
                <a:lnTo>
                  <a:pt x="131510" y="108938"/>
                </a:lnTo>
                <a:cubicBezTo>
                  <a:pt x="128209" y="114309"/>
                  <a:pt x="124096" y="118271"/>
                  <a:pt x="119170" y="120826"/>
                </a:cubicBezTo>
                <a:cubicBezTo>
                  <a:pt x="114245" y="123380"/>
                  <a:pt x="108219" y="124657"/>
                  <a:pt x="101093" y="124657"/>
                </a:cubicBezTo>
                <a:cubicBezTo>
                  <a:pt x="92080" y="124657"/>
                  <a:pt x="84914" y="122123"/>
                  <a:pt x="79596" y="117053"/>
                </a:cubicBezTo>
                <a:cubicBezTo>
                  <a:pt x="74277" y="111982"/>
                  <a:pt x="71618" y="105190"/>
                  <a:pt x="71618" y="96679"/>
                </a:cubicBezTo>
                <a:cubicBezTo>
                  <a:pt x="71618" y="86749"/>
                  <a:pt x="74932" y="79263"/>
                  <a:pt x="81561" y="74219"/>
                </a:cubicBezTo>
                <a:cubicBezTo>
                  <a:pt x="88189" y="69174"/>
                  <a:pt x="98080" y="66652"/>
                  <a:pt x="111232" y="66652"/>
                </a:cubicBezTo>
                <a:lnTo>
                  <a:pt x="131510" y="66652"/>
                </a:lnTo>
                <a:lnTo>
                  <a:pt x="131510" y="65237"/>
                </a:lnTo>
                <a:cubicBezTo>
                  <a:pt x="131510" y="58582"/>
                  <a:pt x="129323" y="53434"/>
                  <a:pt x="124947" y="49792"/>
                </a:cubicBezTo>
                <a:cubicBezTo>
                  <a:pt x="120572" y="46151"/>
                  <a:pt x="114428" y="44330"/>
                  <a:pt x="106516" y="44330"/>
                </a:cubicBezTo>
                <a:cubicBezTo>
                  <a:pt x="101486" y="44330"/>
                  <a:pt x="96586" y="44932"/>
                  <a:pt x="91818" y="46137"/>
                </a:cubicBezTo>
                <a:cubicBezTo>
                  <a:pt x="87050" y="47343"/>
                  <a:pt x="82465" y="49150"/>
                  <a:pt x="78063" y="51561"/>
                </a:cubicBezTo>
                <a:lnTo>
                  <a:pt x="78063" y="38199"/>
                </a:lnTo>
                <a:cubicBezTo>
                  <a:pt x="83356" y="36155"/>
                  <a:pt x="88491" y="34623"/>
                  <a:pt x="93469" y="33601"/>
                </a:cubicBezTo>
                <a:cubicBezTo>
                  <a:pt x="98447" y="32579"/>
                  <a:pt x="103293" y="32068"/>
                  <a:pt x="108009" y="32068"/>
                </a:cubicBezTo>
                <a:cubicBezTo>
                  <a:pt x="120742" y="32068"/>
                  <a:pt x="130253" y="35369"/>
                  <a:pt x="136541" y="41972"/>
                </a:cubicBezTo>
                <a:cubicBezTo>
                  <a:pt x="142829" y="48574"/>
                  <a:pt x="145973" y="58582"/>
                  <a:pt x="145973" y="71996"/>
                </a:cubicBezTo>
                <a:close/>
                <a:moveTo>
                  <a:pt x="175634" y="34269"/>
                </a:moveTo>
                <a:lnTo>
                  <a:pt x="190097" y="34269"/>
                </a:lnTo>
                <a:lnTo>
                  <a:pt x="190097" y="122300"/>
                </a:lnTo>
                <a:lnTo>
                  <a:pt x="175634" y="122300"/>
                </a:lnTo>
                <a:lnTo>
                  <a:pt x="175634" y="34269"/>
                </a:lnTo>
                <a:moveTo>
                  <a:pt x="175634" y="0"/>
                </a:moveTo>
                <a:lnTo>
                  <a:pt x="190097" y="0"/>
                </a:lnTo>
                <a:lnTo>
                  <a:pt x="190097" y="18392"/>
                </a:lnTo>
                <a:lnTo>
                  <a:pt x="175634" y="18392"/>
                </a:lnTo>
                <a:lnTo>
                  <a:pt x="175634" y="0"/>
                </a:lnTo>
                <a:close/>
                <a:moveTo>
                  <a:pt x="234527" y="9275"/>
                </a:moveTo>
                <a:lnTo>
                  <a:pt x="234527" y="34269"/>
                </a:lnTo>
                <a:lnTo>
                  <a:pt x="264316" y="34269"/>
                </a:lnTo>
                <a:lnTo>
                  <a:pt x="264316" y="45587"/>
                </a:lnTo>
                <a:lnTo>
                  <a:pt x="234527" y="45587"/>
                </a:lnTo>
                <a:lnTo>
                  <a:pt x="234527" y="93316"/>
                </a:lnTo>
                <a:cubicBezTo>
                  <a:pt x="234527" y="100487"/>
                  <a:pt x="235510" y="105093"/>
                  <a:pt x="237475" y="107135"/>
                </a:cubicBezTo>
                <a:cubicBezTo>
                  <a:pt x="239440" y="109175"/>
                  <a:pt x="243435" y="110195"/>
                  <a:pt x="249461" y="110195"/>
                </a:cubicBezTo>
                <a:lnTo>
                  <a:pt x="264316" y="110195"/>
                </a:lnTo>
                <a:lnTo>
                  <a:pt x="264316" y="122300"/>
                </a:lnTo>
                <a:lnTo>
                  <a:pt x="249461" y="122300"/>
                </a:lnTo>
                <a:cubicBezTo>
                  <a:pt x="238300" y="122300"/>
                  <a:pt x="230598" y="120218"/>
                  <a:pt x="226353" y="116056"/>
                </a:cubicBezTo>
                <a:cubicBezTo>
                  <a:pt x="222109" y="111892"/>
                  <a:pt x="219987" y="104312"/>
                  <a:pt x="219987" y="93316"/>
                </a:cubicBezTo>
                <a:lnTo>
                  <a:pt x="219987" y="45587"/>
                </a:lnTo>
                <a:lnTo>
                  <a:pt x="209376" y="45587"/>
                </a:lnTo>
                <a:lnTo>
                  <a:pt x="209376" y="34269"/>
                </a:lnTo>
                <a:lnTo>
                  <a:pt x="219987" y="34269"/>
                </a:lnTo>
                <a:lnTo>
                  <a:pt x="219987" y="9275"/>
                </a:lnTo>
                <a:lnTo>
                  <a:pt x="234527" y="9275"/>
                </a:lnTo>
                <a:close/>
                <a:moveTo>
                  <a:pt x="356498" y="69167"/>
                </a:moveTo>
                <a:lnTo>
                  <a:pt x="356498" y="122300"/>
                </a:lnTo>
                <a:lnTo>
                  <a:pt x="342036" y="122300"/>
                </a:lnTo>
                <a:lnTo>
                  <a:pt x="342036" y="69638"/>
                </a:lnTo>
                <a:cubicBezTo>
                  <a:pt x="342036" y="61281"/>
                  <a:pt x="340412" y="55026"/>
                  <a:pt x="337163" y="50873"/>
                </a:cubicBezTo>
                <a:cubicBezTo>
                  <a:pt x="333914" y="46720"/>
                  <a:pt x="329041" y="44644"/>
                  <a:pt x="322543" y="44644"/>
                </a:cubicBezTo>
                <a:cubicBezTo>
                  <a:pt x="314736" y="44644"/>
                  <a:pt x="308579" y="47140"/>
                  <a:pt x="304073" y="52133"/>
                </a:cubicBezTo>
                <a:cubicBezTo>
                  <a:pt x="299566" y="57124"/>
                  <a:pt x="297313" y="63929"/>
                  <a:pt x="297313" y="72547"/>
                </a:cubicBezTo>
                <a:lnTo>
                  <a:pt x="297313" y="122300"/>
                </a:lnTo>
                <a:lnTo>
                  <a:pt x="282773" y="122300"/>
                </a:lnTo>
                <a:lnTo>
                  <a:pt x="282773" y="0"/>
                </a:lnTo>
                <a:lnTo>
                  <a:pt x="297313" y="0"/>
                </a:lnTo>
                <a:lnTo>
                  <a:pt x="297313" y="47945"/>
                </a:lnTo>
                <a:cubicBezTo>
                  <a:pt x="300772" y="42627"/>
                  <a:pt x="304846" y="38651"/>
                  <a:pt x="309535" y="36018"/>
                </a:cubicBezTo>
                <a:cubicBezTo>
                  <a:pt x="314225" y="33385"/>
                  <a:pt x="319635" y="32068"/>
                  <a:pt x="325766" y="32068"/>
                </a:cubicBezTo>
                <a:cubicBezTo>
                  <a:pt x="335879" y="32068"/>
                  <a:pt x="343529" y="35206"/>
                  <a:pt x="348717" y="41480"/>
                </a:cubicBezTo>
                <a:cubicBezTo>
                  <a:pt x="353904" y="47755"/>
                  <a:pt x="356498" y="56984"/>
                  <a:pt x="356498" y="69167"/>
                </a:cubicBezTo>
                <a:close/>
                <a:moveTo>
                  <a:pt x="429782" y="0"/>
                </a:moveTo>
                <a:lnTo>
                  <a:pt x="429782" y="12104"/>
                </a:lnTo>
                <a:lnTo>
                  <a:pt x="415949" y="12104"/>
                </a:lnTo>
                <a:cubicBezTo>
                  <a:pt x="410761" y="12104"/>
                  <a:pt x="407159" y="13149"/>
                  <a:pt x="405141" y="15238"/>
                </a:cubicBezTo>
                <a:cubicBezTo>
                  <a:pt x="403124" y="17326"/>
                  <a:pt x="402115" y="21085"/>
                  <a:pt x="402115" y="26515"/>
                </a:cubicBezTo>
                <a:lnTo>
                  <a:pt x="402115" y="34269"/>
                </a:lnTo>
                <a:lnTo>
                  <a:pt x="425931" y="34269"/>
                </a:lnTo>
                <a:lnTo>
                  <a:pt x="425931" y="45587"/>
                </a:lnTo>
                <a:lnTo>
                  <a:pt x="402115" y="45587"/>
                </a:lnTo>
                <a:lnTo>
                  <a:pt x="402115" y="122300"/>
                </a:lnTo>
                <a:lnTo>
                  <a:pt x="387575" y="122300"/>
                </a:lnTo>
                <a:lnTo>
                  <a:pt x="387575" y="45587"/>
                </a:lnTo>
                <a:lnTo>
                  <a:pt x="373741" y="45587"/>
                </a:lnTo>
                <a:lnTo>
                  <a:pt x="373741" y="34269"/>
                </a:lnTo>
                <a:lnTo>
                  <a:pt x="387575" y="34269"/>
                </a:lnTo>
                <a:lnTo>
                  <a:pt x="387575" y="28160"/>
                </a:lnTo>
                <a:cubicBezTo>
                  <a:pt x="387575" y="18354"/>
                  <a:pt x="389854" y="11208"/>
                  <a:pt x="394413" y="6725"/>
                </a:cubicBezTo>
                <a:cubicBezTo>
                  <a:pt x="398971" y="2242"/>
                  <a:pt x="406202" y="0"/>
                  <a:pt x="416106" y="0"/>
                </a:cubicBezTo>
                <a:lnTo>
                  <a:pt x="429782" y="0"/>
                </a:lnTo>
                <a:close/>
                <a:moveTo>
                  <a:pt x="440385" y="87559"/>
                </a:moveTo>
                <a:lnTo>
                  <a:pt x="440385" y="34269"/>
                </a:lnTo>
                <a:lnTo>
                  <a:pt x="454847" y="34269"/>
                </a:lnTo>
                <a:lnTo>
                  <a:pt x="454847" y="87009"/>
                </a:lnTo>
                <a:cubicBezTo>
                  <a:pt x="454847" y="95366"/>
                  <a:pt x="456471" y="101635"/>
                  <a:pt x="459720" y="105813"/>
                </a:cubicBezTo>
                <a:cubicBezTo>
                  <a:pt x="462969" y="109992"/>
                  <a:pt x="467842" y="112082"/>
                  <a:pt x="474339" y="112082"/>
                </a:cubicBezTo>
                <a:cubicBezTo>
                  <a:pt x="482147" y="112082"/>
                  <a:pt x="488317" y="109586"/>
                  <a:pt x="492849" y="104595"/>
                </a:cubicBezTo>
                <a:cubicBezTo>
                  <a:pt x="497382" y="99603"/>
                  <a:pt x="499648" y="92797"/>
                  <a:pt x="499648" y="84179"/>
                </a:cubicBezTo>
                <a:lnTo>
                  <a:pt x="499648" y="34269"/>
                </a:lnTo>
                <a:lnTo>
                  <a:pt x="514110" y="34269"/>
                </a:lnTo>
                <a:lnTo>
                  <a:pt x="514110" y="122300"/>
                </a:lnTo>
                <a:lnTo>
                  <a:pt x="499648" y="122300"/>
                </a:lnTo>
                <a:lnTo>
                  <a:pt x="499648" y="108781"/>
                </a:lnTo>
                <a:cubicBezTo>
                  <a:pt x="496137" y="114151"/>
                  <a:pt x="492063" y="118140"/>
                  <a:pt x="487426" y="120747"/>
                </a:cubicBezTo>
                <a:cubicBezTo>
                  <a:pt x="482789" y="123354"/>
                  <a:pt x="477405" y="124657"/>
                  <a:pt x="471274" y="124657"/>
                </a:cubicBezTo>
                <a:cubicBezTo>
                  <a:pt x="461161" y="124657"/>
                  <a:pt x="453484" y="121507"/>
                  <a:pt x="448244" y="115206"/>
                </a:cubicBezTo>
                <a:cubicBezTo>
                  <a:pt x="443005" y="108905"/>
                  <a:pt x="440385" y="99689"/>
                  <a:pt x="440385" y="87559"/>
                </a:cubicBezTo>
                <a:moveTo>
                  <a:pt x="476776" y="32068"/>
                </a:moveTo>
                <a:lnTo>
                  <a:pt x="476776" y="32068"/>
                </a:lnTo>
                <a:close/>
                <a:moveTo>
                  <a:pt x="543773" y="0"/>
                </a:moveTo>
                <a:lnTo>
                  <a:pt x="558235" y="0"/>
                </a:lnTo>
                <a:lnTo>
                  <a:pt x="558235" y="122300"/>
                </a:lnTo>
                <a:lnTo>
                  <a:pt x="543773" y="122300"/>
                </a:lnTo>
                <a:lnTo>
                  <a:pt x="5437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Rendering">
            <a:extLst xmlns:a="http://schemas.openxmlformats.org/drawingml/2006/main">
              <a:ext uri="{FF2B5EF4-FFF2-40B4-BE49-F238E27FC236}">
                <a16:creationId xmlns:a16="http://schemas.microsoft.com/office/drawing/2014/main" id="{615A7D29-0426-41AA-9B2B-D4AF82B9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479" y="1626666"/>
            <a:ext cx="790815" cy="155783"/>
          </a:xfrm>
          <a:custGeom xmlns:a="http://schemas.openxmlformats.org/drawingml/2006/main">
            <a:pathLst>
              <a:path w="790815" h="155783">
                <a:moveTo>
                  <a:pt x="55648" y="67202"/>
                </a:moveTo>
                <a:cubicBezTo>
                  <a:pt x="59054" y="68356"/>
                  <a:pt x="62368" y="70822"/>
                  <a:pt x="65591" y="74600"/>
                </a:cubicBezTo>
                <a:cubicBezTo>
                  <a:pt x="68813" y="78376"/>
                  <a:pt x="72049" y="83569"/>
                  <a:pt x="75298" y="90180"/>
                </a:cubicBezTo>
                <a:lnTo>
                  <a:pt x="91410" y="122300"/>
                </a:lnTo>
                <a:lnTo>
                  <a:pt x="74354" y="122300"/>
                </a:lnTo>
                <a:lnTo>
                  <a:pt x="59342" y="92150"/>
                </a:lnTo>
                <a:cubicBezTo>
                  <a:pt x="55464" y="84277"/>
                  <a:pt x="51705" y="79055"/>
                  <a:pt x="48063" y="76484"/>
                </a:cubicBezTo>
                <a:cubicBezTo>
                  <a:pt x="44421" y="73911"/>
                  <a:pt x="39457" y="72625"/>
                  <a:pt x="33169" y="72625"/>
                </a:cubicBezTo>
                <a:lnTo>
                  <a:pt x="15877" y="72625"/>
                </a:lnTo>
                <a:lnTo>
                  <a:pt x="15877" y="122300"/>
                </a:lnTo>
                <a:lnTo>
                  <a:pt x="0" y="122300"/>
                </a:lnTo>
                <a:lnTo>
                  <a:pt x="0" y="4873"/>
                </a:lnTo>
                <a:lnTo>
                  <a:pt x="35841" y="4873"/>
                </a:lnTo>
                <a:cubicBezTo>
                  <a:pt x="49255" y="4873"/>
                  <a:pt x="59263" y="7676"/>
                  <a:pt x="65866" y="13283"/>
                </a:cubicBezTo>
                <a:cubicBezTo>
                  <a:pt x="72468" y="18890"/>
                  <a:pt x="75769" y="27352"/>
                  <a:pt x="75769" y="38671"/>
                </a:cubicBezTo>
                <a:cubicBezTo>
                  <a:pt x="75769" y="46059"/>
                  <a:pt x="74053" y="52190"/>
                  <a:pt x="70621" y="57063"/>
                </a:cubicBezTo>
                <a:cubicBezTo>
                  <a:pt x="67189" y="61936"/>
                  <a:pt x="62198" y="65315"/>
                  <a:pt x="55648" y="67202"/>
                </a:cubicBezTo>
                <a:moveTo>
                  <a:pt x="15877" y="17920"/>
                </a:moveTo>
                <a:lnTo>
                  <a:pt x="15877" y="59578"/>
                </a:lnTo>
                <a:lnTo>
                  <a:pt x="35841" y="59578"/>
                </a:lnTo>
                <a:cubicBezTo>
                  <a:pt x="43491" y="59578"/>
                  <a:pt x="49268" y="57809"/>
                  <a:pt x="53172" y="54272"/>
                </a:cubicBezTo>
                <a:cubicBezTo>
                  <a:pt x="57076" y="50735"/>
                  <a:pt x="59028" y="45535"/>
                  <a:pt x="59028" y="38671"/>
                </a:cubicBezTo>
                <a:cubicBezTo>
                  <a:pt x="59028" y="31806"/>
                  <a:pt x="57076" y="26632"/>
                  <a:pt x="53172" y="23147"/>
                </a:cubicBezTo>
                <a:cubicBezTo>
                  <a:pt x="49268" y="19663"/>
                  <a:pt x="43491" y="17920"/>
                  <a:pt x="35841" y="17920"/>
                </a:cubicBezTo>
                <a:lnTo>
                  <a:pt x="15877" y="17920"/>
                </a:lnTo>
                <a:close/>
                <a:moveTo>
                  <a:pt x="179139" y="74669"/>
                </a:moveTo>
                <a:lnTo>
                  <a:pt x="179139" y="81743"/>
                </a:lnTo>
                <a:lnTo>
                  <a:pt x="112644" y="81743"/>
                </a:lnTo>
                <a:cubicBezTo>
                  <a:pt x="113273" y="91725"/>
                  <a:pt x="116273" y="99329"/>
                  <a:pt x="121644" y="104556"/>
                </a:cubicBezTo>
                <a:cubicBezTo>
                  <a:pt x="127015" y="109783"/>
                  <a:pt x="134495" y="112396"/>
                  <a:pt x="144084" y="112396"/>
                </a:cubicBezTo>
                <a:cubicBezTo>
                  <a:pt x="149638" y="112396"/>
                  <a:pt x="155022" y="111715"/>
                  <a:pt x="160236" y="110353"/>
                </a:cubicBezTo>
                <a:cubicBezTo>
                  <a:pt x="165449" y="108990"/>
                  <a:pt x="170624" y="106947"/>
                  <a:pt x="175759" y="104222"/>
                </a:cubicBezTo>
                <a:lnTo>
                  <a:pt x="175759" y="117898"/>
                </a:lnTo>
                <a:cubicBezTo>
                  <a:pt x="170571" y="120099"/>
                  <a:pt x="165253" y="121776"/>
                  <a:pt x="159803" y="122928"/>
                </a:cubicBezTo>
                <a:cubicBezTo>
                  <a:pt x="154354" y="124081"/>
                  <a:pt x="148826" y="124657"/>
                  <a:pt x="143219" y="124657"/>
                </a:cubicBezTo>
                <a:cubicBezTo>
                  <a:pt x="129176" y="124657"/>
                  <a:pt x="118054" y="120564"/>
                  <a:pt x="109854" y="112376"/>
                </a:cubicBezTo>
                <a:cubicBezTo>
                  <a:pt x="101653" y="104187"/>
                  <a:pt x="97553" y="93112"/>
                  <a:pt x="97553" y="79151"/>
                </a:cubicBezTo>
                <a:cubicBezTo>
                  <a:pt x="97553" y="64717"/>
                  <a:pt x="101444" y="53261"/>
                  <a:pt x="109225" y="44784"/>
                </a:cubicBezTo>
                <a:cubicBezTo>
                  <a:pt x="117006" y="36307"/>
                  <a:pt x="127499" y="32068"/>
                  <a:pt x="140704" y="32068"/>
                </a:cubicBezTo>
                <a:cubicBezTo>
                  <a:pt x="152546" y="32068"/>
                  <a:pt x="161912" y="35888"/>
                  <a:pt x="168803" y="43526"/>
                </a:cubicBezTo>
                <a:cubicBezTo>
                  <a:pt x="175693" y="51164"/>
                  <a:pt x="179139" y="61544"/>
                  <a:pt x="179139" y="74669"/>
                </a:cubicBezTo>
                <a:moveTo>
                  <a:pt x="164676" y="70424"/>
                </a:moveTo>
                <a:cubicBezTo>
                  <a:pt x="164572" y="62488"/>
                  <a:pt x="162358" y="56155"/>
                  <a:pt x="158035" y="51426"/>
                </a:cubicBezTo>
                <a:cubicBezTo>
                  <a:pt x="153712" y="46695"/>
                  <a:pt x="147987" y="44330"/>
                  <a:pt x="140861" y="44330"/>
                </a:cubicBezTo>
                <a:cubicBezTo>
                  <a:pt x="132792" y="44330"/>
                  <a:pt x="126333" y="46616"/>
                  <a:pt x="121487" y="51190"/>
                </a:cubicBezTo>
                <a:cubicBezTo>
                  <a:pt x="116640" y="55762"/>
                  <a:pt x="113849" y="62199"/>
                  <a:pt x="113116" y="70503"/>
                </a:cubicBezTo>
                <a:lnTo>
                  <a:pt x="164676" y="70424"/>
                </a:lnTo>
                <a:close/>
                <a:moveTo>
                  <a:pt x="276013" y="69167"/>
                </a:moveTo>
                <a:lnTo>
                  <a:pt x="276013" y="122300"/>
                </a:lnTo>
                <a:lnTo>
                  <a:pt x="261551" y="122300"/>
                </a:lnTo>
                <a:lnTo>
                  <a:pt x="261551" y="69638"/>
                </a:lnTo>
                <a:cubicBezTo>
                  <a:pt x="261551" y="61281"/>
                  <a:pt x="259927" y="55026"/>
                  <a:pt x="256678" y="50873"/>
                </a:cubicBezTo>
                <a:cubicBezTo>
                  <a:pt x="253429" y="46720"/>
                  <a:pt x="248556" y="44644"/>
                  <a:pt x="242059" y="44644"/>
                </a:cubicBezTo>
                <a:cubicBezTo>
                  <a:pt x="234251" y="44644"/>
                  <a:pt x="228094" y="47140"/>
                  <a:pt x="223588" y="52133"/>
                </a:cubicBezTo>
                <a:cubicBezTo>
                  <a:pt x="219082" y="57124"/>
                  <a:pt x="216828" y="63929"/>
                  <a:pt x="216828" y="72547"/>
                </a:cubicBezTo>
                <a:lnTo>
                  <a:pt x="216828" y="122300"/>
                </a:lnTo>
                <a:lnTo>
                  <a:pt x="202288" y="122300"/>
                </a:lnTo>
                <a:lnTo>
                  <a:pt x="202288" y="34269"/>
                </a:lnTo>
                <a:lnTo>
                  <a:pt x="216828" y="34269"/>
                </a:lnTo>
                <a:lnTo>
                  <a:pt x="216828" y="47945"/>
                </a:lnTo>
                <a:cubicBezTo>
                  <a:pt x="220287" y="42627"/>
                  <a:pt x="224361" y="38651"/>
                  <a:pt x="229050" y="36018"/>
                </a:cubicBezTo>
                <a:cubicBezTo>
                  <a:pt x="233740" y="33385"/>
                  <a:pt x="239150" y="32068"/>
                  <a:pt x="245281" y="32068"/>
                </a:cubicBezTo>
                <a:cubicBezTo>
                  <a:pt x="255394" y="32068"/>
                  <a:pt x="263044" y="35206"/>
                  <a:pt x="268232" y="41480"/>
                </a:cubicBezTo>
                <a:cubicBezTo>
                  <a:pt x="273419" y="47755"/>
                  <a:pt x="276013" y="56984"/>
                  <a:pt x="276013" y="69167"/>
                </a:cubicBezTo>
                <a:close/>
                <a:moveTo>
                  <a:pt x="362659" y="47631"/>
                </a:moveTo>
                <a:lnTo>
                  <a:pt x="362659" y="0"/>
                </a:lnTo>
                <a:lnTo>
                  <a:pt x="377121" y="0"/>
                </a:lnTo>
                <a:lnTo>
                  <a:pt x="377121" y="122300"/>
                </a:lnTo>
                <a:lnTo>
                  <a:pt x="362659" y="122300"/>
                </a:lnTo>
                <a:lnTo>
                  <a:pt x="362659" y="109095"/>
                </a:lnTo>
                <a:cubicBezTo>
                  <a:pt x="359620" y="114361"/>
                  <a:pt x="355782" y="118271"/>
                  <a:pt x="351144" y="120826"/>
                </a:cubicBezTo>
                <a:cubicBezTo>
                  <a:pt x="346507" y="123380"/>
                  <a:pt x="340940" y="124657"/>
                  <a:pt x="334442" y="124657"/>
                </a:cubicBezTo>
                <a:cubicBezTo>
                  <a:pt x="323805" y="124657"/>
                  <a:pt x="315146" y="120406"/>
                  <a:pt x="308465" y="111902"/>
                </a:cubicBezTo>
                <a:cubicBezTo>
                  <a:pt x="301784" y="103399"/>
                  <a:pt x="298444" y="92219"/>
                  <a:pt x="298444" y="78363"/>
                </a:cubicBezTo>
                <a:cubicBezTo>
                  <a:pt x="298444" y="64507"/>
                  <a:pt x="301784" y="53327"/>
                  <a:pt x="308465" y="44823"/>
                </a:cubicBezTo>
                <a:cubicBezTo>
                  <a:pt x="315146" y="36320"/>
                  <a:pt x="323805" y="32068"/>
                  <a:pt x="334442" y="32068"/>
                </a:cubicBezTo>
                <a:cubicBezTo>
                  <a:pt x="340940" y="32068"/>
                  <a:pt x="346507" y="33345"/>
                  <a:pt x="351144" y="35900"/>
                </a:cubicBezTo>
                <a:cubicBezTo>
                  <a:pt x="355782" y="38454"/>
                  <a:pt x="359620" y="42365"/>
                  <a:pt x="362659" y="47631"/>
                </a:cubicBezTo>
                <a:moveTo>
                  <a:pt x="313378" y="78363"/>
                </a:moveTo>
                <a:cubicBezTo>
                  <a:pt x="313378" y="89024"/>
                  <a:pt x="315565" y="97389"/>
                  <a:pt x="319941" y="103455"/>
                </a:cubicBezTo>
                <a:cubicBezTo>
                  <a:pt x="324316" y="109521"/>
                  <a:pt x="330329" y="112553"/>
                  <a:pt x="337979" y="112553"/>
                </a:cubicBezTo>
                <a:cubicBezTo>
                  <a:pt x="345629" y="112553"/>
                  <a:pt x="351655" y="109521"/>
                  <a:pt x="356057" y="103455"/>
                </a:cubicBezTo>
                <a:cubicBezTo>
                  <a:pt x="360458" y="97389"/>
                  <a:pt x="362659" y="89024"/>
                  <a:pt x="362659" y="78363"/>
                </a:cubicBezTo>
                <a:cubicBezTo>
                  <a:pt x="362659" y="67701"/>
                  <a:pt x="360458" y="59338"/>
                  <a:pt x="356057" y="53273"/>
                </a:cubicBezTo>
                <a:cubicBezTo>
                  <a:pt x="351655" y="47206"/>
                  <a:pt x="345629" y="44172"/>
                  <a:pt x="337979" y="44172"/>
                </a:cubicBezTo>
                <a:cubicBezTo>
                  <a:pt x="330329" y="44172"/>
                  <a:pt x="324316" y="47206"/>
                  <a:pt x="319941" y="53273"/>
                </a:cubicBezTo>
                <a:cubicBezTo>
                  <a:pt x="315565" y="59338"/>
                  <a:pt x="313378" y="67701"/>
                  <a:pt x="313378" y="78363"/>
                </a:cubicBezTo>
                <a:close/>
                <a:moveTo>
                  <a:pt x="482085" y="74669"/>
                </a:moveTo>
                <a:lnTo>
                  <a:pt x="482085" y="81743"/>
                </a:lnTo>
                <a:lnTo>
                  <a:pt x="415590" y="81743"/>
                </a:lnTo>
                <a:cubicBezTo>
                  <a:pt x="416219" y="91725"/>
                  <a:pt x="419219" y="99329"/>
                  <a:pt x="424590" y="104556"/>
                </a:cubicBezTo>
                <a:cubicBezTo>
                  <a:pt x="429960" y="109783"/>
                  <a:pt x="437440" y="112396"/>
                  <a:pt x="447030" y="112396"/>
                </a:cubicBezTo>
                <a:cubicBezTo>
                  <a:pt x="452584" y="112396"/>
                  <a:pt x="457968" y="111715"/>
                  <a:pt x="463182" y="110353"/>
                </a:cubicBezTo>
                <a:cubicBezTo>
                  <a:pt x="468395" y="108990"/>
                  <a:pt x="473570" y="106947"/>
                  <a:pt x="478705" y="104222"/>
                </a:cubicBezTo>
                <a:lnTo>
                  <a:pt x="478705" y="117898"/>
                </a:lnTo>
                <a:cubicBezTo>
                  <a:pt x="473517" y="120099"/>
                  <a:pt x="468199" y="121776"/>
                  <a:pt x="462749" y="122928"/>
                </a:cubicBezTo>
                <a:cubicBezTo>
                  <a:pt x="457300" y="124081"/>
                  <a:pt x="451772" y="124657"/>
                  <a:pt x="446165" y="124657"/>
                </a:cubicBezTo>
                <a:cubicBezTo>
                  <a:pt x="432122" y="124657"/>
                  <a:pt x="421000" y="120564"/>
                  <a:pt x="412800" y="112376"/>
                </a:cubicBezTo>
                <a:cubicBezTo>
                  <a:pt x="404599" y="104187"/>
                  <a:pt x="400499" y="93112"/>
                  <a:pt x="400499" y="79151"/>
                </a:cubicBezTo>
                <a:cubicBezTo>
                  <a:pt x="400499" y="64717"/>
                  <a:pt x="404390" y="53261"/>
                  <a:pt x="412171" y="44784"/>
                </a:cubicBezTo>
                <a:cubicBezTo>
                  <a:pt x="419952" y="36307"/>
                  <a:pt x="430445" y="32068"/>
                  <a:pt x="443650" y="32068"/>
                </a:cubicBezTo>
                <a:cubicBezTo>
                  <a:pt x="455492" y="32068"/>
                  <a:pt x="464858" y="35888"/>
                  <a:pt x="471749" y="43526"/>
                </a:cubicBezTo>
                <a:cubicBezTo>
                  <a:pt x="478639" y="51164"/>
                  <a:pt x="482085" y="61544"/>
                  <a:pt x="482085" y="74669"/>
                </a:cubicBezTo>
                <a:moveTo>
                  <a:pt x="467622" y="70424"/>
                </a:moveTo>
                <a:cubicBezTo>
                  <a:pt x="467518" y="62488"/>
                  <a:pt x="465304" y="56155"/>
                  <a:pt x="460981" y="51426"/>
                </a:cubicBezTo>
                <a:cubicBezTo>
                  <a:pt x="456658" y="46695"/>
                  <a:pt x="450933" y="44330"/>
                  <a:pt x="443807" y="44330"/>
                </a:cubicBezTo>
                <a:cubicBezTo>
                  <a:pt x="435737" y="44330"/>
                  <a:pt x="429279" y="46616"/>
                  <a:pt x="424432" y="51190"/>
                </a:cubicBezTo>
                <a:cubicBezTo>
                  <a:pt x="419585" y="55762"/>
                  <a:pt x="416795" y="62199"/>
                  <a:pt x="416062" y="70503"/>
                </a:cubicBezTo>
                <a:lnTo>
                  <a:pt x="467622" y="70424"/>
                </a:lnTo>
                <a:close/>
                <a:moveTo>
                  <a:pt x="556794" y="47788"/>
                </a:moveTo>
                <a:cubicBezTo>
                  <a:pt x="555169" y="46819"/>
                  <a:pt x="553401" y="46105"/>
                  <a:pt x="551488" y="45646"/>
                </a:cubicBezTo>
                <a:cubicBezTo>
                  <a:pt x="549576" y="45188"/>
                  <a:pt x="547467" y="44958"/>
                  <a:pt x="545161" y="44958"/>
                </a:cubicBezTo>
                <a:cubicBezTo>
                  <a:pt x="536987" y="44958"/>
                  <a:pt x="530712" y="47625"/>
                  <a:pt x="526337" y="52958"/>
                </a:cubicBezTo>
                <a:cubicBezTo>
                  <a:pt x="521961" y="58290"/>
                  <a:pt x="519774" y="65946"/>
                  <a:pt x="519774" y="75926"/>
                </a:cubicBezTo>
                <a:lnTo>
                  <a:pt x="519774" y="122300"/>
                </a:lnTo>
                <a:lnTo>
                  <a:pt x="505233" y="122300"/>
                </a:lnTo>
                <a:lnTo>
                  <a:pt x="505233" y="34269"/>
                </a:lnTo>
                <a:lnTo>
                  <a:pt x="519774" y="34269"/>
                </a:lnTo>
                <a:lnTo>
                  <a:pt x="519774" y="47945"/>
                </a:lnTo>
                <a:cubicBezTo>
                  <a:pt x="522813" y="42574"/>
                  <a:pt x="526769" y="38585"/>
                  <a:pt x="531642" y="35979"/>
                </a:cubicBezTo>
                <a:cubicBezTo>
                  <a:pt x="536515" y="33372"/>
                  <a:pt x="542436" y="32068"/>
                  <a:pt x="549405" y="32068"/>
                </a:cubicBezTo>
                <a:cubicBezTo>
                  <a:pt x="550401" y="32068"/>
                  <a:pt x="551501" y="32134"/>
                  <a:pt x="552706" y="32265"/>
                </a:cubicBezTo>
                <a:cubicBezTo>
                  <a:pt x="553912" y="32396"/>
                  <a:pt x="555248" y="32592"/>
                  <a:pt x="556715" y="32854"/>
                </a:cubicBezTo>
                <a:lnTo>
                  <a:pt x="556794" y="47788"/>
                </a:lnTo>
                <a:close/>
                <a:moveTo>
                  <a:pt x="571942" y="34269"/>
                </a:moveTo>
                <a:lnTo>
                  <a:pt x="586405" y="34269"/>
                </a:lnTo>
                <a:lnTo>
                  <a:pt x="586405" y="122300"/>
                </a:lnTo>
                <a:lnTo>
                  <a:pt x="571942" y="122300"/>
                </a:lnTo>
                <a:lnTo>
                  <a:pt x="571942" y="34269"/>
                </a:lnTo>
                <a:moveTo>
                  <a:pt x="571942" y="0"/>
                </a:moveTo>
                <a:lnTo>
                  <a:pt x="586405" y="0"/>
                </a:lnTo>
                <a:lnTo>
                  <a:pt x="586405" y="18392"/>
                </a:lnTo>
                <a:lnTo>
                  <a:pt x="571942" y="18392"/>
                </a:lnTo>
                <a:lnTo>
                  <a:pt x="571942" y="0"/>
                </a:lnTo>
                <a:close/>
                <a:moveTo>
                  <a:pt x="689707" y="69167"/>
                </a:moveTo>
                <a:lnTo>
                  <a:pt x="689707" y="122300"/>
                </a:lnTo>
                <a:lnTo>
                  <a:pt x="675244" y="122300"/>
                </a:lnTo>
                <a:lnTo>
                  <a:pt x="675244" y="69638"/>
                </a:lnTo>
                <a:cubicBezTo>
                  <a:pt x="675244" y="61281"/>
                  <a:pt x="673620" y="55026"/>
                  <a:pt x="670371" y="50873"/>
                </a:cubicBezTo>
                <a:cubicBezTo>
                  <a:pt x="667123" y="46720"/>
                  <a:pt x="662249" y="44644"/>
                  <a:pt x="655752" y="44644"/>
                </a:cubicBezTo>
                <a:cubicBezTo>
                  <a:pt x="647944" y="44644"/>
                  <a:pt x="641788" y="47140"/>
                  <a:pt x="637281" y="52133"/>
                </a:cubicBezTo>
                <a:cubicBezTo>
                  <a:pt x="632775" y="57124"/>
                  <a:pt x="630522" y="63929"/>
                  <a:pt x="630522" y="72547"/>
                </a:cubicBezTo>
                <a:lnTo>
                  <a:pt x="630522" y="122300"/>
                </a:lnTo>
                <a:lnTo>
                  <a:pt x="615981" y="122300"/>
                </a:lnTo>
                <a:lnTo>
                  <a:pt x="615981" y="34269"/>
                </a:lnTo>
                <a:lnTo>
                  <a:pt x="630522" y="34269"/>
                </a:lnTo>
                <a:lnTo>
                  <a:pt x="630522" y="47945"/>
                </a:lnTo>
                <a:cubicBezTo>
                  <a:pt x="633980" y="42627"/>
                  <a:pt x="638054" y="38651"/>
                  <a:pt x="642744" y="36018"/>
                </a:cubicBezTo>
                <a:cubicBezTo>
                  <a:pt x="647434" y="33385"/>
                  <a:pt x="652844" y="32068"/>
                  <a:pt x="658974" y="32068"/>
                </a:cubicBezTo>
                <a:cubicBezTo>
                  <a:pt x="669088" y="32068"/>
                  <a:pt x="676738" y="35206"/>
                  <a:pt x="681925" y="41480"/>
                </a:cubicBezTo>
                <a:cubicBezTo>
                  <a:pt x="687113" y="47755"/>
                  <a:pt x="689707" y="56984"/>
                  <a:pt x="689707" y="69167"/>
                </a:cubicBezTo>
                <a:close/>
                <a:moveTo>
                  <a:pt x="776353" y="77223"/>
                </a:moveTo>
                <a:cubicBezTo>
                  <a:pt x="776353" y="66730"/>
                  <a:pt x="774192" y="58599"/>
                  <a:pt x="769869" y="52828"/>
                </a:cubicBezTo>
                <a:cubicBezTo>
                  <a:pt x="765546" y="47058"/>
                  <a:pt x="759481" y="44172"/>
                  <a:pt x="751673" y="44172"/>
                </a:cubicBezTo>
                <a:cubicBezTo>
                  <a:pt x="743918" y="44172"/>
                  <a:pt x="737879" y="47058"/>
                  <a:pt x="733556" y="52828"/>
                </a:cubicBezTo>
                <a:cubicBezTo>
                  <a:pt x="729233" y="58599"/>
                  <a:pt x="727072" y="66730"/>
                  <a:pt x="727072" y="77223"/>
                </a:cubicBezTo>
                <a:cubicBezTo>
                  <a:pt x="727072" y="87664"/>
                  <a:pt x="729233" y="95769"/>
                  <a:pt x="733556" y="101540"/>
                </a:cubicBezTo>
                <a:cubicBezTo>
                  <a:pt x="737879" y="107310"/>
                  <a:pt x="743918" y="110195"/>
                  <a:pt x="751673" y="110195"/>
                </a:cubicBezTo>
                <a:cubicBezTo>
                  <a:pt x="759481" y="110195"/>
                  <a:pt x="765546" y="107310"/>
                  <a:pt x="769869" y="101540"/>
                </a:cubicBezTo>
                <a:cubicBezTo>
                  <a:pt x="774192" y="95769"/>
                  <a:pt x="776353" y="87664"/>
                  <a:pt x="776353" y="77223"/>
                </a:cubicBezTo>
                <a:moveTo>
                  <a:pt x="790815" y="111374"/>
                </a:moveTo>
                <a:cubicBezTo>
                  <a:pt x="790815" y="126360"/>
                  <a:pt x="787488" y="137508"/>
                  <a:pt x="780833" y="144818"/>
                </a:cubicBezTo>
                <a:cubicBezTo>
                  <a:pt x="774179" y="152128"/>
                  <a:pt x="763987" y="155783"/>
                  <a:pt x="750258" y="155783"/>
                </a:cubicBezTo>
                <a:cubicBezTo>
                  <a:pt x="745176" y="155783"/>
                  <a:pt x="740381" y="155409"/>
                  <a:pt x="735875" y="154663"/>
                </a:cubicBezTo>
                <a:cubicBezTo>
                  <a:pt x="731369" y="153916"/>
                  <a:pt x="726993" y="152770"/>
                  <a:pt x="722749" y="151224"/>
                </a:cubicBezTo>
                <a:lnTo>
                  <a:pt x="722749" y="137076"/>
                </a:lnTo>
                <a:cubicBezTo>
                  <a:pt x="726993" y="139382"/>
                  <a:pt x="731185" y="141085"/>
                  <a:pt x="735325" y="142185"/>
                </a:cubicBezTo>
                <a:cubicBezTo>
                  <a:pt x="739464" y="143285"/>
                  <a:pt x="743682" y="143836"/>
                  <a:pt x="747979" y="143836"/>
                </a:cubicBezTo>
                <a:cubicBezTo>
                  <a:pt x="757463" y="143836"/>
                  <a:pt x="764563" y="141360"/>
                  <a:pt x="769279" y="136408"/>
                </a:cubicBezTo>
                <a:cubicBezTo>
                  <a:pt x="773995" y="131456"/>
                  <a:pt x="776353" y="123976"/>
                  <a:pt x="776353" y="113968"/>
                </a:cubicBezTo>
                <a:lnTo>
                  <a:pt x="776353" y="106737"/>
                </a:lnTo>
                <a:cubicBezTo>
                  <a:pt x="773366" y="111951"/>
                  <a:pt x="769541" y="115848"/>
                  <a:pt x="764878" y="118429"/>
                </a:cubicBezTo>
                <a:cubicBezTo>
                  <a:pt x="760214" y="121009"/>
                  <a:pt x="754634" y="122300"/>
                  <a:pt x="748136" y="122300"/>
                </a:cubicBezTo>
                <a:cubicBezTo>
                  <a:pt x="737342" y="122300"/>
                  <a:pt x="728644" y="118183"/>
                  <a:pt x="722041" y="109950"/>
                </a:cubicBezTo>
                <a:cubicBezTo>
                  <a:pt x="715439" y="101715"/>
                  <a:pt x="712138" y="90806"/>
                  <a:pt x="712138" y="77223"/>
                </a:cubicBezTo>
                <a:cubicBezTo>
                  <a:pt x="712138" y="63588"/>
                  <a:pt x="715439" y="52654"/>
                  <a:pt x="722041" y="44421"/>
                </a:cubicBezTo>
                <a:cubicBezTo>
                  <a:pt x="728644" y="36186"/>
                  <a:pt x="737342" y="32068"/>
                  <a:pt x="748136" y="32068"/>
                </a:cubicBezTo>
                <a:cubicBezTo>
                  <a:pt x="754634" y="32068"/>
                  <a:pt x="760214" y="33359"/>
                  <a:pt x="764878" y="35939"/>
                </a:cubicBezTo>
                <a:cubicBezTo>
                  <a:pt x="769541" y="38520"/>
                  <a:pt x="773366" y="42417"/>
                  <a:pt x="776353" y="47631"/>
                </a:cubicBezTo>
                <a:lnTo>
                  <a:pt x="776353" y="34269"/>
                </a:lnTo>
                <a:lnTo>
                  <a:pt x="790815" y="34269"/>
                </a:lnTo>
                <a:lnTo>
                  <a:pt x="790815" y="111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(a)FaithfulRepresentation">
            <a:extLst xmlns:a="http://schemas.openxmlformats.org/drawingml/2006/main">
              <a:ext uri="{FF2B5EF4-FFF2-40B4-BE49-F238E27FC236}">
                <a16:creationId xmlns:a16="http://schemas.microsoft.com/office/drawing/2014/main" id="{8D9F913D-D128-4A06-99E9-2E8401EA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944" y="200096"/>
            <a:ext cx="2140566" cy="155783"/>
          </a:xfrm>
          <a:custGeom xmlns:a="http://schemas.openxmlformats.org/drawingml/2006/main">
            <a:pathLst>
              <a:path w="2140566" h="155783">
                <a:moveTo>
                  <a:pt x="46845" y="143521"/>
                </a:moveTo>
                <a:lnTo>
                  <a:pt x="23501" y="143521"/>
                </a:lnTo>
                <a:cubicBezTo>
                  <a:pt x="15484" y="130579"/>
                  <a:pt x="9563" y="118278"/>
                  <a:pt x="5738" y="106619"/>
                </a:cubicBezTo>
                <a:cubicBezTo>
                  <a:pt x="1913" y="94960"/>
                  <a:pt x="0" y="83393"/>
                  <a:pt x="0" y="71918"/>
                </a:cubicBezTo>
                <a:cubicBezTo>
                  <a:pt x="0" y="60442"/>
                  <a:pt x="1926" y="48823"/>
                  <a:pt x="5777" y="37059"/>
                </a:cubicBezTo>
                <a:cubicBezTo>
                  <a:pt x="9628" y="25296"/>
                  <a:pt x="15536" y="12995"/>
                  <a:pt x="23501" y="157"/>
                </a:cubicBezTo>
                <a:lnTo>
                  <a:pt x="46845" y="157"/>
                </a:lnTo>
                <a:cubicBezTo>
                  <a:pt x="40138" y="12576"/>
                  <a:pt x="35107" y="24719"/>
                  <a:pt x="31754" y="36588"/>
                </a:cubicBezTo>
                <a:cubicBezTo>
                  <a:pt x="28400" y="48456"/>
                  <a:pt x="26724" y="60180"/>
                  <a:pt x="26724" y="71761"/>
                </a:cubicBezTo>
                <a:cubicBezTo>
                  <a:pt x="26724" y="83341"/>
                  <a:pt x="28387" y="95078"/>
                  <a:pt x="31715" y="106973"/>
                </a:cubicBezTo>
                <a:cubicBezTo>
                  <a:pt x="35042" y="118867"/>
                  <a:pt x="40085" y="131050"/>
                  <a:pt x="46845" y="143521"/>
                </a:cubicBezTo>
                <a:close/>
                <a:moveTo>
                  <a:pt x="112706" y="82843"/>
                </a:moveTo>
                <a:cubicBezTo>
                  <a:pt x="106837" y="82843"/>
                  <a:pt x="102422" y="83835"/>
                  <a:pt x="99462" y="85820"/>
                </a:cubicBezTo>
                <a:cubicBezTo>
                  <a:pt x="96501" y="87805"/>
                  <a:pt x="95021" y="90729"/>
                  <a:pt x="95021" y="94594"/>
                </a:cubicBezTo>
                <a:cubicBezTo>
                  <a:pt x="95021" y="98144"/>
                  <a:pt x="96213" y="100924"/>
                  <a:pt x="98597" y="102935"/>
                </a:cubicBezTo>
                <a:cubicBezTo>
                  <a:pt x="100981" y="104946"/>
                  <a:pt x="104296" y="105951"/>
                  <a:pt x="108540" y="105951"/>
                </a:cubicBezTo>
                <a:cubicBezTo>
                  <a:pt x="113832" y="105951"/>
                  <a:pt x="118286" y="104058"/>
                  <a:pt x="121902" y="100272"/>
                </a:cubicBezTo>
                <a:cubicBezTo>
                  <a:pt x="125517" y="96486"/>
                  <a:pt x="127325" y="91748"/>
                  <a:pt x="127325" y="86056"/>
                </a:cubicBezTo>
                <a:lnTo>
                  <a:pt x="127325" y="82843"/>
                </a:lnTo>
                <a:lnTo>
                  <a:pt x="112706" y="82843"/>
                </a:lnTo>
                <a:moveTo>
                  <a:pt x="155699" y="72183"/>
                </a:moveTo>
                <a:lnTo>
                  <a:pt x="155699" y="122300"/>
                </a:lnTo>
                <a:lnTo>
                  <a:pt x="127325" y="122300"/>
                </a:lnTo>
                <a:lnTo>
                  <a:pt x="127325" y="109252"/>
                </a:lnTo>
                <a:cubicBezTo>
                  <a:pt x="123552" y="114625"/>
                  <a:pt x="119308" y="118536"/>
                  <a:pt x="114592" y="120986"/>
                </a:cubicBezTo>
                <a:cubicBezTo>
                  <a:pt x="109876" y="123434"/>
                  <a:pt x="104138" y="124658"/>
                  <a:pt x="97379" y="124658"/>
                </a:cubicBezTo>
                <a:cubicBezTo>
                  <a:pt x="88261" y="124658"/>
                  <a:pt x="80860" y="121998"/>
                  <a:pt x="75175" y="116680"/>
                </a:cubicBezTo>
                <a:cubicBezTo>
                  <a:pt x="69489" y="111361"/>
                  <a:pt x="66647" y="104458"/>
                  <a:pt x="66647" y="95969"/>
                </a:cubicBezTo>
                <a:cubicBezTo>
                  <a:pt x="66647" y="85646"/>
                  <a:pt x="70197" y="78075"/>
                  <a:pt x="77297" y="73254"/>
                </a:cubicBezTo>
                <a:cubicBezTo>
                  <a:pt x="84397" y="68433"/>
                  <a:pt x="95545" y="66023"/>
                  <a:pt x="110741" y="66023"/>
                </a:cubicBezTo>
                <a:lnTo>
                  <a:pt x="127325" y="66023"/>
                </a:lnTo>
                <a:lnTo>
                  <a:pt x="127325" y="63778"/>
                </a:lnTo>
                <a:cubicBezTo>
                  <a:pt x="127325" y="59285"/>
                  <a:pt x="125570" y="55994"/>
                  <a:pt x="122059" y="53906"/>
                </a:cubicBezTo>
                <a:cubicBezTo>
                  <a:pt x="118548" y="51819"/>
                  <a:pt x="113072" y="50775"/>
                  <a:pt x="105632" y="50775"/>
                </a:cubicBezTo>
                <a:cubicBezTo>
                  <a:pt x="99606" y="50775"/>
                  <a:pt x="93999" y="51377"/>
                  <a:pt x="88812" y="52583"/>
                </a:cubicBezTo>
                <a:cubicBezTo>
                  <a:pt x="83624" y="53788"/>
                  <a:pt x="78803" y="55595"/>
                  <a:pt x="74349" y="58006"/>
                </a:cubicBezTo>
                <a:lnTo>
                  <a:pt x="74349" y="36470"/>
                </a:lnTo>
                <a:cubicBezTo>
                  <a:pt x="80375" y="35029"/>
                  <a:pt x="86427" y="33935"/>
                  <a:pt x="92506" y="33188"/>
                </a:cubicBezTo>
                <a:cubicBezTo>
                  <a:pt x="98584" y="32442"/>
                  <a:pt x="104662" y="32068"/>
                  <a:pt x="110741" y="32068"/>
                </a:cubicBezTo>
                <a:cubicBezTo>
                  <a:pt x="126618" y="32068"/>
                  <a:pt x="138080" y="35214"/>
                  <a:pt x="145128" y="41505"/>
                </a:cubicBezTo>
                <a:cubicBezTo>
                  <a:pt x="152175" y="47796"/>
                  <a:pt x="155699" y="58022"/>
                  <a:pt x="155699" y="72183"/>
                </a:cubicBezTo>
                <a:close/>
                <a:moveTo>
                  <a:pt x="181114" y="143521"/>
                </a:moveTo>
                <a:cubicBezTo>
                  <a:pt x="187822" y="131050"/>
                  <a:pt x="192852" y="118867"/>
                  <a:pt x="196205" y="106973"/>
                </a:cubicBezTo>
                <a:cubicBezTo>
                  <a:pt x="199559" y="95078"/>
                  <a:pt x="201236" y="83341"/>
                  <a:pt x="201236" y="71761"/>
                </a:cubicBezTo>
                <a:cubicBezTo>
                  <a:pt x="201236" y="60180"/>
                  <a:pt x="199559" y="48456"/>
                  <a:pt x="196205" y="36588"/>
                </a:cubicBezTo>
                <a:cubicBezTo>
                  <a:pt x="192852" y="24719"/>
                  <a:pt x="187822" y="12576"/>
                  <a:pt x="181114" y="157"/>
                </a:cubicBezTo>
                <a:lnTo>
                  <a:pt x="204458" y="157"/>
                </a:lnTo>
                <a:cubicBezTo>
                  <a:pt x="212423" y="12995"/>
                  <a:pt x="218331" y="25296"/>
                  <a:pt x="222182" y="37059"/>
                </a:cubicBezTo>
                <a:cubicBezTo>
                  <a:pt x="226034" y="48823"/>
                  <a:pt x="227959" y="60442"/>
                  <a:pt x="227959" y="71918"/>
                </a:cubicBezTo>
                <a:cubicBezTo>
                  <a:pt x="227959" y="83393"/>
                  <a:pt x="226047" y="94960"/>
                  <a:pt x="222222" y="106619"/>
                </a:cubicBezTo>
                <a:cubicBezTo>
                  <a:pt x="218396" y="118278"/>
                  <a:pt x="212475" y="130579"/>
                  <a:pt x="204458" y="143521"/>
                </a:cubicBezTo>
                <a:lnTo>
                  <a:pt x="181114" y="143521"/>
                </a:lnTo>
                <a:close/>
                <a:moveTo>
                  <a:pt x="308613" y="4873"/>
                </a:moveTo>
                <a:lnTo>
                  <a:pt x="376051" y="4873"/>
                </a:lnTo>
                <a:lnTo>
                  <a:pt x="376051" y="18235"/>
                </a:lnTo>
                <a:lnTo>
                  <a:pt x="324490" y="18235"/>
                </a:lnTo>
                <a:lnTo>
                  <a:pt x="324490" y="52818"/>
                </a:lnTo>
                <a:lnTo>
                  <a:pt x="371021" y="52818"/>
                </a:lnTo>
                <a:lnTo>
                  <a:pt x="371021" y="66180"/>
                </a:lnTo>
                <a:lnTo>
                  <a:pt x="324490" y="66180"/>
                </a:lnTo>
                <a:lnTo>
                  <a:pt x="324490" y="122300"/>
                </a:lnTo>
                <a:lnTo>
                  <a:pt x="308613" y="122300"/>
                </a:lnTo>
                <a:lnTo>
                  <a:pt x="308613" y="4873"/>
                </a:lnTo>
                <a:close/>
                <a:moveTo>
                  <a:pt x="425740" y="77970"/>
                </a:moveTo>
                <a:cubicBezTo>
                  <a:pt x="414055" y="77970"/>
                  <a:pt x="405959" y="79313"/>
                  <a:pt x="401453" y="81998"/>
                </a:cubicBezTo>
                <a:cubicBezTo>
                  <a:pt x="396947" y="84682"/>
                  <a:pt x="394694" y="89261"/>
                  <a:pt x="394694" y="95736"/>
                </a:cubicBezTo>
                <a:cubicBezTo>
                  <a:pt x="394694" y="100894"/>
                  <a:pt x="396383" y="104987"/>
                  <a:pt x="399763" y="108014"/>
                </a:cubicBezTo>
                <a:cubicBezTo>
                  <a:pt x="403143" y="111040"/>
                  <a:pt x="407741" y="112553"/>
                  <a:pt x="413557" y="112553"/>
                </a:cubicBezTo>
                <a:cubicBezTo>
                  <a:pt x="421574" y="112553"/>
                  <a:pt x="428006" y="109698"/>
                  <a:pt x="432853" y="103986"/>
                </a:cubicBezTo>
                <a:cubicBezTo>
                  <a:pt x="437700" y="98273"/>
                  <a:pt x="440124" y="90678"/>
                  <a:pt x="440124" y="81200"/>
                </a:cubicBezTo>
                <a:lnTo>
                  <a:pt x="440124" y="77970"/>
                </a:lnTo>
                <a:lnTo>
                  <a:pt x="425740" y="77970"/>
                </a:lnTo>
                <a:moveTo>
                  <a:pt x="454586" y="71996"/>
                </a:moveTo>
                <a:lnTo>
                  <a:pt x="454586" y="122300"/>
                </a:lnTo>
                <a:lnTo>
                  <a:pt x="440124" y="122300"/>
                </a:lnTo>
                <a:lnTo>
                  <a:pt x="440124" y="108938"/>
                </a:lnTo>
                <a:cubicBezTo>
                  <a:pt x="436823" y="114309"/>
                  <a:pt x="432709" y="118271"/>
                  <a:pt x="427784" y="120826"/>
                </a:cubicBezTo>
                <a:cubicBezTo>
                  <a:pt x="422858" y="123380"/>
                  <a:pt x="416832" y="124658"/>
                  <a:pt x="409706" y="124658"/>
                </a:cubicBezTo>
                <a:cubicBezTo>
                  <a:pt x="400693" y="124658"/>
                  <a:pt x="393528" y="122123"/>
                  <a:pt x="388209" y="117053"/>
                </a:cubicBezTo>
                <a:cubicBezTo>
                  <a:pt x="382891" y="111982"/>
                  <a:pt x="380231" y="105190"/>
                  <a:pt x="380231" y="96679"/>
                </a:cubicBezTo>
                <a:cubicBezTo>
                  <a:pt x="380231" y="86749"/>
                  <a:pt x="383546" y="79263"/>
                  <a:pt x="390174" y="74219"/>
                </a:cubicBezTo>
                <a:cubicBezTo>
                  <a:pt x="396803" y="69174"/>
                  <a:pt x="406693" y="66652"/>
                  <a:pt x="419845" y="66652"/>
                </a:cubicBezTo>
                <a:lnTo>
                  <a:pt x="440124" y="66652"/>
                </a:lnTo>
                <a:lnTo>
                  <a:pt x="440124" y="65237"/>
                </a:lnTo>
                <a:cubicBezTo>
                  <a:pt x="440124" y="58582"/>
                  <a:pt x="437936" y="53434"/>
                  <a:pt x="433561" y="49792"/>
                </a:cubicBezTo>
                <a:cubicBezTo>
                  <a:pt x="429185" y="46151"/>
                  <a:pt x="423042" y="44330"/>
                  <a:pt x="415129" y="44330"/>
                </a:cubicBezTo>
                <a:cubicBezTo>
                  <a:pt x="410099" y="44330"/>
                  <a:pt x="405200" y="44932"/>
                  <a:pt x="400431" y="46137"/>
                </a:cubicBezTo>
                <a:cubicBezTo>
                  <a:pt x="395663" y="47343"/>
                  <a:pt x="391078" y="49150"/>
                  <a:pt x="386677" y="51561"/>
                </a:cubicBezTo>
                <a:lnTo>
                  <a:pt x="386677" y="38199"/>
                </a:lnTo>
                <a:cubicBezTo>
                  <a:pt x="391969" y="36155"/>
                  <a:pt x="397104" y="34623"/>
                  <a:pt x="402082" y="33601"/>
                </a:cubicBezTo>
                <a:cubicBezTo>
                  <a:pt x="407060" y="32579"/>
                  <a:pt x="411907" y="32068"/>
                  <a:pt x="416623" y="32068"/>
                </a:cubicBezTo>
                <a:cubicBezTo>
                  <a:pt x="429356" y="32068"/>
                  <a:pt x="438866" y="35369"/>
                  <a:pt x="445154" y="41972"/>
                </a:cubicBezTo>
                <a:cubicBezTo>
                  <a:pt x="451442" y="48574"/>
                  <a:pt x="454586" y="58582"/>
                  <a:pt x="454586" y="71996"/>
                </a:cubicBezTo>
                <a:close/>
                <a:moveTo>
                  <a:pt x="484247" y="34269"/>
                </a:moveTo>
                <a:lnTo>
                  <a:pt x="498710" y="34269"/>
                </a:lnTo>
                <a:lnTo>
                  <a:pt x="498710" y="122300"/>
                </a:lnTo>
                <a:lnTo>
                  <a:pt x="484247" y="122300"/>
                </a:lnTo>
                <a:lnTo>
                  <a:pt x="484247" y="34269"/>
                </a:lnTo>
                <a:moveTo>
                  <a:pt x="484247" y="0"/>
                </a:moveTo>
                <a:lnTo>
                  <a:pt x="498710" y="0"/>
                </a:lnTo>
                <a:lnTo>
                  <a:pt x="498710" y="18392"/>
                </a:lnTo>
                <a:lnTo>
                  <a:pt x="484247" y="18392"/>
                </a:lnTo>
                <a:lnTo>
                  <a:pt x="484247" y="0"/>
                </a:lnTo>
                <a:close/>
                <a:moveTo>
                  <a:pt x="543141" y="9275"/>
                </a:moveTo>
                <a:lnTo>
                  <a:pt x="543141" y="34269"/>
                </a:lnTo>
                <a:lnTo>
                  <a:pt x="572929" y="34269"/>
                </a:lnTo>
                <a:lnTo>
                  <a:pt x="572929" y="45587"/>
                </a:lnTo>
                <a:lnTo>
                  <a:pt x="543141" y="45587"/>
                </a:lnTo>
                <a:lnTo>
                  <a:pt x="543141" y="93316"/>
                </a:lnTo>
                <a:cubicBezTo>
                  <a:pt x="543141" y="100487"/>
                  <a:pt x="544123" y="105093"/>
                  <a:pt x="546088" y="107135"/>
                </a:cubicBezTo>
                <a:cubicBezTo>
                  <a:pt x="548053" y="109175"/>
                  <a:pt x="552048" y="110195"/>
                  <a:pt x="558074" y="110195"/>
                </a:cubicBezTo>
                <a:lnTo>
                  <a:pt x="572929" y="110195"/>
                </a:lnTo>
                <a:lnTo>
                  <a:pt x="572929" y="122300"/>
                </a:lnTo>
                <a:lnTo>
                  <a:pt x="558074" y="122300"/>
                </a:lnTo>
                <a:cubicBezTo>
                  <a:pt x="546913" y="122300"/>
                  <a:pt x="539211" y="120218"/>
                  <a:pt x="534966" y="116056"/>
                </a:cubicBezTo>
                <a:cubicBezTo>
                  <a:pt x="530722" y="111892"/>
                  <a:pt x="528600" y="104312"/>
                  <a:pt x="528600" y="93316"/>
                </a:cubicBezTo>
                <a:lnTo>
                  <a:pt x="528600" y="45587"/>
                </a:lnTo>
                <a:lnTo>
                  <a:pt x="517989" y="45587"/>
                </a:lnTo>
                <a:lnTo>
                  <a:pt x="517989" y="34269"/>
                </a:lnTo>
                <a:lnTo>
                  <a:pt x="528600" y="34269"/>
                </a:lnTo>
                <a:lnTo>
                  <a:pt x="528600" y="9275"/>
                </a:lnTo>
                <a:lnTo>
                  <a:pt x="543141" y="9275"/>
                </a:lnTo>
                <a:close/>
                <a:moveTo>
                  <a:pt x="665111" y="69167"/>
                </a:moveTo>
                <a:lnTo>
                  <a:pt x="665111" y="122300"/>
                </a:lnTo>
                <a:lnTo>
                  <a:pt x="650649" y="122300"/>
                </a:lnTo>
                <a:lnTo>
                  <a:pt x="650649" y="69638"/>
                </a:lnTo>
                <a:cubicBezTo>
                  <a:pt x="650649" y="61281"/>
                  <a:pt x="649025" y="55026"/>
                  <a:pt x="645776" y="50873"/>
                </a:cubicBezTo>
                <a:cubicBezTo>
                  <a:pt x="642527" y="46720"/>
                  <a:pt x="637654" y="44644"/>
                  <a:pt x="631157" y="44644"/>
                </a:cubicBezTo>
                <a:cubicBezTo>
                  <a:pt x="623349" y="44644"/>
                  <a:pt x="617192" y="47140"/>
                  <a:pt x="612686" y="52133"/>
                </a:cubicBezTo>
                <a:cubicBezTo>
                  <a:pt x="608180" y="57124"/>
                  <a:pt x="605927" y="63929"/>
                  <a:pt x="605927" y="72547"/>
                </a:cubicBezTo>
                <a:lnTo>
                  <a:pt x="605927" y="122300"/>
                </a:lnTo>
                <a:lnTo>
                  <a:pt x="591386" y="122300"/>
                </a:lnTo>
                <a:lnTo>
                  <a:pt x="591386" y="0"/>
                </a:lnTo>
                <a:lnTo>
                  <a:pt x="605927" y="0"/>
                </a:lnTo>
                <a:lnTo>
                  <a:pt x="605927" y="47945"/>
                </a:lnTo>
                <a:cubicBezTo>
                  <a:pt x="609385" y="42627"/>
                  <a:pt x="613459" y="38651"/>
                  <a:pt x="618149" y="36018"/>
                </a:cubicBezTo>
                <a:cubicBezTo>
                  <a:pt x="622838" y="33385"/>
                  <a:pt x="628249" y="32068"/>
                  <a:pt x="634379" y="32068"/>
                </a:cubicBezTo>
                <a:cubicBezTo>
                  <a:pt x="644492" y="32068"/>
                  <a:pt x="652143" y="35206"/>
                  <a:pt x="657330" y="41480"/>
                </a:cubicBezTo>
                <a:cubicBezTo>
                  <a:pt x="662518" y="47755"/>
                  <a:pt x="665111" y="56984"/>
                  <a:pt x="665111" y="69167"/>
                </a:cubicBezTo>
                <a:close/>
                <a:moveTo>
                  <a:pt x="738396" y="0"/>
                </a:moveTo>
                <a:lnTo>
                  <a:pt x="738396" y="12104"/>
                </a:lnTo>
                <a:lnTo>
                  <a:pt x="724563" y="12104"/>
                </a:lnTo>
                <a:cubicBezTo>
                  <a:pt x="719375" y="12104"/>
                  <a:pt x="715773" y="13149"/>
                  <a:pt x="713755" y="15238"/>
                </a:cubicBezTo>
                <a:cubicBezTo>
                  <a:pt x="711738" y="17326"/>
                  <a:pt x="710729" y="21085"/>
                  <a:pt x="710729" y="26515"/>
                </a:cubicBezTo>
                <a:lnTo>
                  <a:pt x="710729" y="34269"/>
                </a:lnTo>
                <a:lnTo>
                  <a:pt x="734545" y="34269"/>
                </a:lnTo>
                <a:lnTo>
                  <a:pt x="734545" y="45587"/>
                </a:lnTo>
                <a:lnTo>
                  <a:pt x="710729" y="45587"/>
                </a:lnTo>
                <a:lnTo>
                  <a:pt x="710729" y="122300"/>
                </a:lnTo>
                <a:lnTo>
                  <a:pt x="696188" y="122300"/>
                </a:lnTo>
                <a:lnTo>
                  <a:pt x="696188" y="45587"/>
                </a:lnTo>
                <a:lnTo>
                  <a:pt x="682355" y="45587"/>
                </a:lnTo>
                <a:lnTo>
                  <a:pt x="682355" y="34269"/>
                </a:lnTo>
                <a:lnTo>
                  <a:pt x="696188" y="34269"/>
                </a:lnTo>
                <a:lnTo>
                  <a:pt x="696188" y="28160"/>
                </a:lnTo>
                <a:cubicBezTo>
                  <a:pt x="696188" y="18354"/>
                  <a:pt x="698468" y="11209"/>
                  <a:pt x="703026" y="6725"/>
                </a:cubicBezTo>
                <a:cubicBezTo>
                  <a:pt x="707585" y="2242"/>
                  <a:pt x="714816" y="0"/>
                  <a:pt x="724720" y="0"/>
                </a:cubicBezTo>
                <a:lnTo>
                  <a:pt x="738396" y="0"/>
                </a:lnTo>
                <a:close/>
                <a:moveTo>
                  <a:pt x="748999" y="87559"/>
                </a:moveTo>
                <a:lnTo>
                  <a:pt x="748999" y="34269"/>
                </a:lnTo>
                <a:lnTo>
                  <a:pt x="763461" y="34269"/>
                </a:lnTo>
                <a:lnTo>
                  <a:pt x="763461" y="87009"/>
                </a:lnTo>
                <a:cubicBezTo>
                  <a:pt x="763461" y="95366"/>
                  <a:pt x="765085" y="101635"/>
                  <a:pt x="768334" y="105814"/>
                </a:cubicBezTo>
                <a:cubicBezTo>
                  <a:pt x="771583" y="109992"/>
                  <a:pt x="776456" y="112082"/>
                  <a:pt x="782953" y="112082"/>
                </a:cubicBezTo>
                <a:cubicBezTo>
                  <a:pt x="790761" y="112082"/>
                  <a:pt x="796931" y="109586"/>
                  <a:pt x="801463" y="104595"/>
                </a:cubicBezTo>
                <a:cubicBezTo>
                  <a:pt x="805996" y="99603"/>
                  <a:pt x="808262" y="92797"/>
                  <a:pt x="808262" y="84179"/>
                </a:cubicBezTo>
                <a:lnTo>
                  <a:pt x="808262" y="34269"/>
                </a:lnTo>
                <a:lnTo>
                  <a:pt x="822724" y="34269"/>
                </a:lnTo>
                <a:lnTo>
                  <a:pt x="822724" y="122300"/>
                </a:lnTo>
                <a:lnTo>
                  <a:pt x="808262" y="122300"/>
                </a:lnTo>
                <a:lnTo>
                  <a:pt x="808262" y="108781"/>
                </a:lnTo>
                <a:cubicBezTo>
                  <a:pt x="804751" y="114152"/>
                  <a:pt x="800677" y="118140"/>
                  <a:pt x="796040" y="120747"/>
                </a:cubicBezTo>
                <a:cubicBezTo>
                  <a:pt x="791403" y="123354"/>
                  <a:pt x="786019" y="124658"/>
                  <a:pt x="779888" y="124658"/>
                </a:cubicBezTo>
                <a:cubicBezTo>
                  <a:pt x="769775" y="124658"/>
                  <a:pt x="762099" y="121507"/>
                  <a:pt x="756859" y="115206"/>
                </a:cubicBezTo>
                <a:cubicBezTo>
                  <a:pt x="751619" y="108905"/>
                  <a:pt x="748999" y="99689"/>
                  <a:pt x="748999" y="87559"/>
                </a:cubicBezTo>
                <a:moveTo>
                  <a:pt x="785390" y="32068"/>
                </a:moveTo>
                <a:lnTo>
                  <a:pt x="785390" y="32068"/>
                </a:lnTo>
                <a:close/>
                <a:moveTo>
                  <a:pt x="852387" y="0"/>
                </a:moveTo>
                <a:lnTo>
                  <a:pt x="866849" y="0"/>
                </a:lnTo>
                <a:lnTo>
                  <a:pt x="866849" y="122300"/>
                </a:lnTo>
                <a:lnTo>
                  <a:pt x="852387" y="122300"/>
                </a:lnTo>
                <a:lnTo>
                  <a:pt x="852387" y="0"/>
                </a:lnTo>
                <a:close/>
                <a:moveTo>
                  <a:pt x="1004280" y="67202"/>
                </a:moveTo>
                <a:cubicBezTo>
                  <a:pt x="1007686" y="68356"/>
                  <a:pt x="1011000" y="70822"/>
                  <a:pt x="1014223" y="74600"/>
                </a:cubicBezTo>
                <a:cubicBezTo>
                  <a:pt x="1017445" y="78376"/>
                  <a:pt x="1020681" y="83569"/>
                  <a:pt x="1023929" y="90180"/>
                </a:cubicBezTo>
                <a:lnTo>
                  <a:pt x="1040042" y="122300"/>
                </a:lnTo>
                <a:lnTo>
                  <a:pt x="1022986" y="122300"/>
                </a:lnTo>
                <a:lnTo>
                  <a:pt x="1007974" y="92150"/>
                </a:lnTo>
                <a:cubicBezTo>
                  <a:pt x="1004096" y="84277"/>
                  <a:pt x="1000337" y="79055"/>
                  <a:pt x="996695" y="76484"/>
                </a:cubicBezTo>
                <a:cubicBezTo>
                  <a:pt x="993053" y="73911"/>
                  <a:pt x="988088" y="72625"/>
                  <a:pt x="981801" y="72625"/>
                </a:cubicBezTo>
                <a:lnTo>
                  <a:pt x="964509" y="72625"/>
                </a:lnTo>
                <a:lnTo>
                  <a:pt x="964509" y="122300"/>
                </a:lnTo>
                <a:lnTo>
                  <a:pt x="948632" y="122300"/>
                </a:lnTo>
                <a:lnTo>
                  <a:pt x="948632" y="4873"/>
                </a:lnTo>
                <a:lnTo>
                  <a:pt x="984473" y="4873"/>
                </a:lnTo>
                <a:cubicBezTo>
                  <a:pt x="997887" y="4873"/>
                  <a:pt x="1007895" y="7676"/>
                  <a:pt x="1014498" y="13283"/>
                </a:cubicBezTo>
                <a:cubicBezTo>
                  <a:pt x="1021100" y="18890"/>
                  <a:pt x="1024401" y="27352"/>
                  <a:pt x="1024401" y="38671"/>
                </a:cubicBezTo>
                <a:cubicBezTo>
                  <a:pt x="1024401" y="46059"/>
                  <a:pt x="1022685" y="52190"/>
                  <a:pt x="1019253" y="57063"/>
                </a:cubicBezTo>
                <a:cubicBezTo>
                  <a:pt x="1015821" y="61936"/>
                  <a:pt x="1010830" y="65316"/>
                  <a:pt x="1004280" y="67202"/>
                </a:cubicBezTo>
                <a:moveTo>
                  <a:pt x="964509" y="17921"/>
                </a:moveTo>
                <a:lnTo>
                  <a:pt x="964509" y="59578"/>
                </a:lnTo>
                <a:lnTo>
                  <a:pt x="984473" y="59578"/>
                </a:lnTo>
                <a:cubicBezTo>
                  <a:pt x="992123" y="59578"/>
                  <a:pt x="997900" y="57809"/>
                  <a:pt x="1001804" y="54272"/>
                </a:cubicBezTo>
                <a:cubicBezTo>
                  <a:pt x="1005708" y="50735"/>
                  <a:pt x="1007660" y="45535"/>
                  <a:pt x="1007660" y="38671"/>
                </a:cubicBezTo>
                <a:cubicBezTo>
                  <a:pt x="1007660" y="31806"/>
                  <a:pt x="1005708" y="26632"/>
                  <a:pt x="1001804" y="23147"/>
                </a:cubicBezTo>
                <a:cubicBezTo>
                  <a:pt x="997900" y="19663"/>
                  <a:pt x="992123" y="17921"/>
                  <a:pt x="984473" y="17921"/>
                </a:cubicBezTo>
                <a:lnTo>
                  <a:pt x="964509" y="17921"/>
                </a:lnTo>
                <a:close/>
                <a:moveTo>
                  <a:pt x="1127770" y="74669"/>
                </a:moveTo>
                <a:lnTo>
                  <a:pt x="1127770" y="81743"/>
                </a:lnTo>
                <a:lnTo>
                  <a:pt x="1061275" y="81743"/>
                </a:lnTo>
                <a:cubicBezTo>
                  <a:pt x="1061904" y="91725"/>
                  <a:pt x="1064904" y="99329"/>
                  <a:pt x="1070275" y="104556"/>
                </a:cubicBezTo>
                <a:cubicBezTo>
                  <a:pt x="1075646" y="109783"/>
                  <a:pt x="1083126" y="112396"/>
                  <a:pt x="1092715" y="112396"/>
                </a:cubicBezTo>
                <a:cubicBezTo>
                  <a:pt x="1098269" y="112396"/>
                  <a:pt x="1103653" y="111715"/>
                  <a:pt x="1108867" y="110353"/>
                </a:cubicBezTo>
                <a:cubicBezTo>
                  <a:pt x="1114081" y="108990"/>
                  <a:pt x="1119255" y="106947"/>
                  <a:pt x="1124390" y="104222"/>
                </a:cubicBezTo>
                <a:lnTo>
                  <a:pt x="1124390" y="117898"/>
                </a:lnTo>
                <a:cubicBezTo>
                  <a:pt x="1119203" y="120099"/>
                  <a:pt x="1113884" y="121776"/>
                  <a:pt x="1108435" y="122928"/>
                </a:cubicBezTo>
                <a:cubicBezTo>
                  <a:pt x="1102985" y="124081"/>
                  <a:pt x="1097457" y="124658"/>
                  <a:pt x="1091850" y="124658"/>
                </a:cubicBezTo>
                <a:cubicBezTo>
                  <a:pt x="1077807" y="124658"/>
                  <a:pt x="1066686" y="120564"/>
                  <a:pt x="1058485" y="112377"/>
                </a:cubicBezTo>
                <a:cubicBezTo>
                  <a:pt x="1050285" y="104188"/>
                  <a:pt x="1046185" y="93112"/>
                  <a:pt x="1046185" y="79151"/>
                </a:cubicBezTo>
                <a:cubicBezTo>
                  <a:pt x="1046185" y="64717"/>
                  <a:pt x="1050075" y="53261"/>
                  <a:pt x="1057856" y="44784"/>
                </a:cubicBezTo>
                <a:cubicBezTo>
                  <a:pt x="1065638" y="36307"/>
                  <a:pt x="1076131" y="32068"/>
                  <a:pt x="1089335" y="32068"/>
                </a:cubicBezTo>
                <a:cubicBezTo>
                  <a:pt x="1101177" y="32068"/>
                  <a:pt x="1110544" y="35888"/>
                  <a:pt x="1117434" y="43526"/>
                </a:cubicBezTo>
                <a:cubicBezTo>
                  <a:pt x="1124325" y="51164"/>
                  <a:pt x="1127770" y="61544"/>
                  <a:pt x="1127770" y="74669"/>
                </a:cubicBezTo>
                <a:moveTo>
                  <a:pt x="1113308" y="70424"/>
                </a:moveTo>
                <a:cubicBezTo>
                  <a:pt x="1113203" y="62488"/>
                  <a:pt x="1110989" y="56155"/>
                  <a:pt x="1106666" y="51426"/>
                </a:cubicBezTo>
                <a:cubicBezTo>
                  <a:pt x="1102343" y="46695"/>
                  <a:pt x="1096619" y="44330"/>
                  <a:pt x="1089492" y="44330"/>
                </a:cubicBezTo>
                <a:cubicBezTo>
                  <a:pt x="1081423" y="44330"/>
                  <a:pt x="1074965" y="46616"/>
                  <a:pt x="1070118" y="51190"/>
                </a:cubicBezTo>
                <a:cubicBezTo>
                  <a:pt x="1065271" y="55762"/>
                  <a:pt x="1062481" y="62199"/>
                  <a:pt x="1061747" y="70503"/>
                </a:cubicBezTo>
                <a:lnTo>
                  <a:pt x="1113308" y="70424"/>
                </a:lnTo>
                <a:close/>
                <a:moveTo>
                  <a:pt x="1165460" y="109095"/>
                </a:moveTo>
                <a:lnTo>
                  <a:pt x="1165460" y="155783"/>
                </a:lnTo>
                <a:lnTo>
                  <a:pt x="1150919" y="155783"/>
                </a:lnTo>
                <a:lnTo>
                  <a:pt x="1150919" y="34269"/>
                </a:lnTo>
                <a:lnTo>
                  <a:pt x="1165460" y="34269"/>
                </a:lnTo>
                <a:lnTo>
                  <a:pt x="1165460" y="47631"/>
                </a:lnTo>
                <a:cubicBezTo>
                  <a:pt x="1168499" y="42365"/>
                  <a:pt x="1172337" y="38454"/>
                  <a:pt x="1176975" y="35900"/>
                </a:cubicBezTo>
                <a:cubicBezTo>
                  <a:pt x="1181612" y="33346"/>
                  <a:pt x="1187153" y="32068"/>
                  <a:pt x="1193598" y="32068"/>
                </a:cubicBezTo>
                <a:cubicBezTo>
                  <a:pt x="1204288" y="32068"/>
                  <a:pt x="1212973" y="36320"/>
                  <a:pt x="1219654" y="44823"/>
                </a:cubicBezTo>
                <a:cubicBezTo>
                  <a:pt x="1226335" y="53327"/>
                  <a:pt x="1229675" y="64507"/>
                  <a:pt x="1229675" y="78363"/>
                </a:cubicBezTo>
                <a:cubicBezTo>
                  <a:pt x="1229675" y="92219"/>
                  <a:pt x="1226335" y="103399"/>
                  <a:pt x="1219654" y="111902"/>
                </a:cubicBezTo>
                <a:cubicBezTo>
                  <a:pt x="1212973" y="120406"/>
                  <a:pt x="1204288" y="124658"/>
                  <a:pt x="1193598" y="124658"/>
                </a:cubicBezTo>
                <a:cubicBezTo>
                  <a:pt x="1187153" y="124658"/>
                  <a:pt x="1181612" y="123380"/>
                  <a:pt x="1176975" y="120826"/>
                </a:cubicBezTo>
                <a:cubicBezTo>
                  <a:pt x="1172337" y="118271"/>
                  <a:pt x="1168499" y="114361"/>
                  <a:pt x="1165460" y="109095"/>
                </a:cubicBezTo>
                <a:moveTo>
                  <a:pt x="1214663" y="78363"/>
                </a:moveTo>
                <a:cubicBezTo>
                  <a:pt x="1214663" y="67701"/>
                  <a:pt x="1212475" y="59338"/>
                  <a:pt x="1208100" y="53273"/>
                </a:cubicBezTo>
                <a:cubicBezTo>
                  <a:pt x="1203724" y="47206"/>
                  <a:pt x="1197712" y="44172"/>
                  <a:pt x="1190061" y="44172"/>
                </a:cubicBezTo>
                <a:cubicBezTo>
                  <a:pt x="1182411" y="44172"/>
                  <a:pt x="1176398" y="47206"/>
                  <a:pt x="1172023" y="53273"/>
                </a:cubicBezTo>
                <a:cubicBezTo>
                  <a:pt x="1167648" y="59338"/>
                  <a:pt x="1165460" y="67701"/>
                  <a:pt x="1165460" y="78363"/>
                </a:cubicBezTo>
                <a:cubicBezTo>
                  <a:pt x="1165460" y="89025"/>
                  <a:pt x="1167648" y="97389"/>
                  <a:pt x="1172023" y="103456"/>
                </a:cubicBezTo>
                <a:cubicBezTo>
                  <a:pt x="1176398" y="109521"/>
                  <a:pt x="1182411" y="112553"/>
                  <a:pt x="1190061" y="112553"/>
                </a:cubicBezTo>
                <a:cubicBezTo>
                  <a:pt x="1197712" y="112553"/>
                  <a:pt x="1203724" y="109521"/>
                  <a:pt x="1208100" y="103456"/>
                </a:cubicBezTo>
                <a:cubicBezTo>
                  <a:pt x="1212475" y="97389"/>
                  <a:pt x="1214663" y="89025"/>
                  <a:pt x="1214663" y="78363"/>
                </a:cubicBezTo>
                <a:close/>
                <a:moveTo>
                  <a:pt x="1304535" y="47788"/>
                </a:moveTo>
                <a:cubicBezTo>
                  <a:pt x="1302911" y="46819"/>
                  <a:pt x="1301142" y="46105"/>
                  <a:pt x="1299230" y="45646"/>
                </a:cubicBezTo>
                <a:cubicBezTo>
                  <a:pt x="1297317" y="45188"/>
                  <a:pt x="1295208" y="44958"/>
                  <a:pt x="1292902" y="44958"/>
                </a:cubicBezTo>
                <a:cubicBezTo>
                  <a:pt x="1284728" y="44958"/>
                  <a:pt x="1278453" y="47625"/>
                  <a:pt x="1274078" y="52958"/>
                </a:cubicBezTo>
                <a:cubicBezTo>
                  <a:pt x="1269703" y="58290"/>
                  <a:pt x="1267515" y="65946"/>
                  <a:pt x="1267515" y="75926"/>
                </a:cubicBezTo>
                <a:lnTo>
                  <a:pt x="1267515" y="122300"/>
                </a:lnTo>
                <a:lnTo>
                  <a:pt x="1252974" y="122300"/>
                </a:lnTo>
                <a:lnTo>
                  <a:pt x="1252974" y="34269"/>
                </a:lnTo>
                <a:lnTo>
                  <a:pt x="1267515" y="34269"/>
                </a:lnTo>
                <a:lnTo>
                  <a:pt x="1267515" y="47945"/>
                </a:lnTo>
                <a:cubicBezTo>
                  <a:pt x="1270554" y="42574"/>
                  <a:pt x="1274510" y="38585"/>
                  <a:pt x="1279383" y="35979"/>
                </a:cubicBezTo>
                <a:cubicBezTo>
                  <a:pt x="1284257" y="33372"/>
                  <a:pt x="1290178" y="32068"/>
                  <a:pt x="1297147" y="32068"/>
                </a:cubicBezTo>
                <a:cubicBezTo>
                  <a:pt x="1298142" y="32068"/>
                  <a:pt x="1299243" y="32134"/>
                  <a:pt x="1300448" y="32265"/>
                </a:cubicBezTo>
                <a:cubicBezTo>
                  <a:pt x="1301653" y="32396"/>
                  <a:pt x="1302989" y="32592"/>
                  <a:pt x="1304456" y="32854"/>
                </a:cubicBezTo>
                <a:lnTo>
                  <a:pt x="1304535" y="47788"/>
                </a:lnTo>
                <a:close/>
                <a:moveTo>
                  <a:pt x="1391440" y="74669"/>
                </a:moveTo>
                <a:lnTo>
                  <a:pt x="1391440" y="81743"/>
                </a:lnTo>
                <a:lnTo>
                  <a:pt x="1324945" y="81743"/>
                </a:lnTo>
                <a:cubicBezTo>
                  <a:pt x="1325574" y="91725"/>
                  <a:pt x="1328574" y="99329"/>
                  <a:pt x="1333945" y="104556"/>
                </a:cubicBezTo>
                <a:cubicBezTo>
                  <a:pt x="1339315" y="109783"/>
                  <a:pt x="1346795" y="112396"/>
                  <a:pt x="1356384" y="112396"/>
                </a:cubicBezTo>
                <a:cubicBezTo>
                  <a:pt x="1361939" y="112396"/>
                  <a:pt x="1367323" y="111715"/>
                  <a:pt x="1372537" y="110353"/>
                </a:cubicBezTo>
                <a:cubicBezTo>
                  <a:pt x="1377750" y="108990"/>
                  <a:pt x="1382925" y="106947"/>
                  <a:pt x="1388060" y="104222"/>
                </a:cubicBezTo>
                <a:lnTo>
                  <a:pt x="1388060" y="117898"/>
                </a:lnTo>
                <a:cubicBezTo>
                  <a:pt x="1382872" y="120099"/>
                  <a:pt x="1377554" y="121776"/>
                  <a:pt x="1372104" y="122928"/>
                </a:cubicBezTo>
                <a:cubicBezTo>
                  <a:pt x="1366655" y="124081"/>
                  <a:pt x="1361127" y="124658"/>
                  <a:pt x="1355520" y="124658"/>
                </a:cubicBezTo>
                <a:cubicBezTo>
                  <a:pt x="1341477" y="124658"/>
                  <a:pt x="1330355" y="120564"/>
                  <a:pt x="1322155" y="112377"/>
                </a:cubicBezTo>
                <a:cubicBezTo>
                  <a:pt x="1313954" y="104188"/>
                  <a:pt x="1309854" y="93112"/>
                  <a:pt x="1309854" y="79151"/>
                </a:cubicBezTo>
                <a:cubicBezTo>
                  <a:pt x="1309854" y="64717"/>
                  <a:pt x="1313745" y="53261"/>
                  <a:pt x="1321526" y="44784"/>
                </a:cubicBezTo>
                <a:cubicBezTo>
                  <a:pt x="1329307" y="36307"/>
                  <a:pt x="1339800" y="32068"/>
                  <a:pt x="1353005" y="32068"/>
                </a:cubicBezTo>
                <a:cubicBezTo>
                  <a:pt x="1364847" y="32068"/>
                  <a:pt x="1374213" y="35888"/>
                  <a:pt x="1381104" y="43526"/>
                </a:cubicBezTo>
                <a:cubicBezTo>
                  <a:pt x="1387994" y="51164"/>
                  <a:pt x="1391440" y="61544"/>
                  <a:pt x="1391440" y="74669"/>
                </a:cubicBezTo>
                <a:moveTo>
                  <a:pt x="1376977" y="70424"/>
                </a:moveTo>
                <a:cubicBezTo>
                  <a:pt x="1376873" y="62488"/>
                  <a:pt x="1374659" y="56155"/>
                  <a:pt x="1370336" y="51426"/>
                </a:cubicBezTo>
                <a:cubicBezTo>
                  <a:pt x="1366013" y="46695"/>
                  <a:pt x="1360288" y="44330"/>
                  <a:pt x="1353162" y="44330"/>
                </a:cubicBezTo>
                <a:cubicBezTo>
                  <a:pt x="1345092" y="44330"/>
                  <a:pt x="1338634" y="46616"/>
                  <a:pt x="1333787" y="51190"/>
                </a:cubicBezTo>
                <a:cubicBezTo>
                  <a:pt x="1328940" y="55762"/>
                  <a:pt x="1326150" y="62199"/>
                  <a:pt x="1325417" y="70503"/>
                </a:cubicBezTo>
                <a:lnTo>
                  <a:pt x="1376977" y="70424"/>
                </a:lnTo>
                <a:close/>
                <a:moveTo>
                  <a:pt x="1471258" y="36784"/>
                </a:moveTo>
                <a:lnTo>
                  <a:pt x="1471258" y="50460"/>
                </a:lnTo>
                <a:cubicBezTo>
                  <a:pt x="1467171" y="48364"/>
                  <a:pt x="1462927" y="46792"/>
                  <a:pt x="1458525" y="45744"/>
                </a:cubicBezTo>
                <a:cubicBezTo>
                  <a:pt x="1454124" y="44696"/>
                  <a:pt x="1449565" y="44172"/>
                  <a:pt x="1444849" y="44172"/>
                </a:cubicBezTo>
                <a:cubicBezTo>
                  <a:pt x="1437670" y="44172"/>
                  <a:pt x="1432286" y="45275"/>
                  <a:pt x="1428697" y="47481"/>
                </a:cubicBezTo>
                <a:cubicBezTo>
                  <a:pt x="1425108" y="49687"/>
                  <a:pt x="1423313" y="52995"/>
                  <a:pt x="1423313" y="57407"/>
                </a:cubicBezTo>
                <a:cubicBezTo>
                  <a:pt x="1423313" y="60767"/>
                  <a:pt x="1424597" y="63405"/>
                  <a:pt x="1427164" y="65323"/>
                </a:cubicBezTo>
                <a:cubicBezTo>
                  <a:pt x="1429732" y="67240"/>
                  <a:pt x="1434893" y="69065"/>
                  <a:pt x="1442648" y="70798"/>
                </a:cubicBezTo>
                <a:lnTo>
                  <a:pt x="1447600" y="71903"/>
                </a:lnTo>
                <a:cubicBezTo>
                  <a:pt x="1457870" y="74107"/>
                  <a:pt x="1465167" y="77218"/>
                  <a:pt x="1469490" y="81234"/>
                </a:cubicBezTo>
                <a:cubicBezTo>
                  <a:pt x="1473813" y="85249"/>
                  <a:pt x="1475974" y="90853"/>
                  <a:pt x="1475974" y="98045"/>
                </a:cubicBezTo>
                <a:cubicBezTo>
                  <a:pt x="1475974" y="106234"/>
                  <a:pt x="1472738" y="112716"/>
                  <a:pt x="1466267" y="117493"/>
                </a:cubicBezTo>
                <a:cubicBezTo>
                  <a:pt x="1459796" y="122269"/>
                  <a:pt x="1450901" y="124658"/>
                  <a:pt x="1439583" y="124658"/>
                </a:cubicBezTo>
                <a:cubicBezTo>
                  <a:pt x="1434867" y="124658"/>
                  <a:pt x="1429954" y="124199"/>
                  <a:pt x="1424846" y="123282"/>
                </a:cubicBezTo>
                <a:cubicBezTo>
                  <a:pt x="1419737" y="122365"/>
                  <a:pt x="1414353" y="120990"/>
                  <a:pt x="1408694" y="119156"/>
                </a:cubicBezTo>
                <a:lnTo>
                  <a:pt x="1408694" y="104222"/>
                </a:lnTo>
                <a:cubicBezTo>
                  <a:pt x="1414038" y="106999"/>
                  <a:pt x="1419304" y="109082"/>
                  <a:pt x="1424492" y="110471"/>
                </a:cubicBezTo>
                <a:cubicBezTo>
                  <a:pt x="1429679" y="111859"/>
                  <a:pt x="1434814" y="112553"/>
                  <a:pt x="1439897" y="112553"/>
                </a:cubicBezTo>
                <a:cubicBezTo>
                  <a:pt x="1446709" y="112553"/>
                  <a:pt x="1451949" y="111385"/>
                  <a:pt x="1455617" y="109048"/>
                </a:cubicBezTo>
                <a:cubicBezTo>
                  <a:pt x="1459285" y="106712"/>
                  <a:pt x="1461119" y="103417"/>
                  <a:pt x="1461119" y="99165"/>
                </a:cubicBezTo>
                <a:cubicBezTo>
                  <a:pt x="1461119" y="95226"/>
                  <a:pt x="1459796" y="92207"/>
                  <a:pt x="1457150" y="90106"/>
                </a:cubicBezTo>
                <a:cubicBezTo>
                  <a:pt x="1454503" y="88005"/>
                  <a:pt x="1448700" y="85984"/>
                  <a:pt x="1439740" y="84042"/>
                </a:cubicBezTo>
                <a:lnTo>
                  <a:pt x="1434710" y="82860"/>
                </a:lnTo>
                <a:cubicBezTo>
                  <a:pt x="1425749" y="80971"/>
                  <a:pt x="1419278" y="78071"/>
                  <a:pt x="1415296" y="74160"/>
                </a:cubicBezTo>
                <a:cubicBezTo>
                  <a:pt x="1411313" y="70248"/>
                  <a:pt x="1409322" y="64880"/>
                  <a:pt x="1409322" y="58055"/>
                </a:cubicBezTo>
                <a:cubicBezTo>
                  <a:pt x="1409322" y="49760"/>
                  <a:pt x="1412257" y="43355"/>
                  <a:pt x="1418125" y="38840"/>
                </a:cubicBezTo>
                <a:cubicBezTo>
                  <a:pt x="1423994" y="34326"/>
                  <a:pt x="1432326" y="32068"/>
                  <a:pt x="1443120" y="32068"/>
                </a:cubicBezTo>
                <a:cubicBezTo>
                  <a:pt x="1448464" y="32068"/>
                  <a:pt x="1453495" y="32461"/>
                  <a:pt x="1458211" y="33247"/>
                </a:cubicBezTo>
                <a:cubicBezTo>
                  <a:pt x="1462927" y="34033"/>
                  <a:pt x="1467276" y="35212"/>
                  <a:pt x="1471258" y="36784"/>
                </a:cubicBezTo>
                <a:close/>
                <a:moveTo>
                  <a:pt x="1574140" y="74669"/>
                </a:moveTo>
                <a:lnTo>
                  <a:pt x="1574140" y="81743"/>
                </a:lnTo>
                <a:lnTo>
                  <a:pt x="1507646" y="81743"/>
                </a:lnTo>
                <a:cubicBezTo>
                  <a:pt x="1508275" y="91725"/>
                  <a:pt x="1511274" y="99329"/>
                  <a:pt x="1516645" y="104556"/>
                </a:cubicBezTo>
                <a:cubicBezTo>
                  <a:pt x="1522016" y="109783"/>
                  <a:pt x="1529496" y="112396"/>
                  <a:pt x="1539085" y="112396"/>
                </a:cubicBezTo>
                <a:cubicBezTo>
                  <a:pt x="1544640" y="112396"/>
                  <a:pt x="1550024" y="111715"/>
                  <a:pt x="1555237" y="110353"/>
                </a:cubicBezTo>
                <a:cubicBezTo>
                  <a:pt x="1560451" y="108990"/>
                  <a:pt x="1565625" y="106947"/>
                  <a:pt x="1570761" y="104222"/>
                </a:cubicBezTo>
                <a:lnTo>
                  <a:pt x="1570761" y="117898"/>
                </a:lnTo>
                <a:cubicBezTo>
                  <a:pt x="1565573" y="120099"/>
                  <a:pt x="1560255" y="121776"/>
                  <a:pt x="1554805" y="122928"/>
                </a:cubicBezTo>
                <a:cubicBezTo>
                  <a:pt x="1549356" y="124081"/>
                  <a:pt x="1543827" y="124658"/>
                  <a:pt x="1538221" y="124658"/>
                </a:cubicBezTo>
                <a:cubicBezTo>
                  <a:pt x="1524178" y="124658"/>
                  <a:pt x="1513056" y="120564"/>
                  <a:pt x="1504856" y="112377"/>
                </a:cubicBezTo>
                <a:cubicBezTo>
                  <a:pt x="1496655" y="104188"/>
                  <a:pt x="1492555" y="93112"/>
                  <a:pt x="1492555" y="79151"/>
                </a:cubicBezTo>
                <a:cubicBezTo>
                  <a:pt x="1492555" y="64717"/>
                  <a:pt x="1496446" y="53261"/>
                  <a:pt x="1504227" y="44784"/>
                </a:cubicBezTo>
                <a:cubicBezTo>
                  <a:pt x="1512008" y="36307"/>
                  <a:pt x="1522501" y="32068"/>
                  <a:pt x="1535706" y="32068"/>
                </a:cubicBezTo>
                <a:cubicBezTo>
                  <a:pt x="1547548" y="32068"/>
                  <a:pt x="1556914" y="35888"/>
                  <a:pt x="1563805" y="43526"/>
                </a:cubicBezTo>
                <a:cubicBezTo>
                  <a:pt x="1570695" y="51164"/>
                  <a:pt x="1574140" y="61544"/>
                  <a:pt x="1574140" y="74669"/>
                </a:cubicBezTo>
                <a:moveTo>
                  <a:pt x="1559678" y="70424"/>
                </a:moveTo>
                <a:cubicBezTo>
                  <a:pt x="1559573" y="62488"/>
                  <a:pt x="1557360" y="56155"/>
                  <a:pt x="1553037" y="51426"/>
                </a:cubicBezTo>
                <a:cubicBezTo>
                  <a:pt x="1548714" y="46695"/>
                  <a:pt x="1542989" y="44330"/>
                  <a:pt x="1535863" y="44330"/>
                </a:cubicBezTo>
                <a:cubicBezTo>
                  <a:pt x="1527793" y="44330"/>
                  <a:pt x="1521335" y="46616"/>
                  <a:pt x="1516488" y="51190"/>
                </a:cubicBezTo>
                <a:cubicBezTo>
                  <a:pt x="1511641" y="55762"/>
                  <a:pt x="1508851" y="62199"/>
                  <a:pt x="1508117" y="70503"/>
                </a:cubicBezTo>
                <a:lnTo>
                  <a:pt x="1559678" y="70424"/>
                </a:lnTo>
                <a:close/>
                <a:moveTo>
                  <a:pt x="1671015" y="69167"/>
                </a:moveTo>
                <a:lnTo>
                  <a:pt x="1671015" y="122300"/>
                </a:lnTo>
                <a:lnTo>
                  <a:pt x="1656553" y="122300"/>
                </a:lnTo>
                <a:lnTo>
                  <a:pt x="1656553" y="69638"/>
                </a:lnTo>
                <a:cubicBezTo>
                  <a:pt x="1656553" y="61281"/>
                  <a:pt x="1654929" y="55026"/>
                  <a:pt x="1651680" y="50873"/>
                </a:cubicBezTo>
                <a:cubicBezTo>
                  <a:pt x="1648431" y="46720"/>
                  <a:pt x="1643558" y="44644"/>
                  <a:pt x="1637061" y="44644"/>
                </a:cubicBezTo>
                <a:cubicBezTo>
                  <a:pt x="1629253" y="44644"/>
                  <a:pt x="1623096" y="47140"/>
                  <a:pt x="1618590" y="52133"/>
                </a:cubicBezTo>
                <a:cubicBezTo>
                  <a:pt x="1614084" y="57124"/>
                  <a:pt x="1611831" y="63929"/>
                  <a:pt x="1611831" y="72547"/>
                </a:cubicBezTo>
                <a:lnTo>
                  <a:pt x="1611831" y="122300"/>
                </a:lnTo>
                <a:lnTo>
                  <a:pt x="1597290" y="122300"/>
                </a:lnTo>
                <a:lnTo>
                  <a:pt x="1597290" y="34269"/>
                </a:lnTo>
                <a:lnTo>
                  <a:pt x="1611831" y="34269"/>
                </a:lnTo>
                <a:lnTo>
                  <a:pt x="1611831" y="47945"/>
                </a:lnTo>
                <a:cubicBezTo>
                  <a:pt x="1615289" y="42627"/>
                  <a:pt x="1619363" y="38651"/>
                  <a:pt x="1624053" y="36018"/>
                </a:cubicBezTo>
                <a:cubicBezTo>
                  <a:pt x="1628742" y="33385"/>
                  <a:pt x="1634153" y="32068"/>
                  <a:pt x="1640283" y="32068"/>
                </a:cubicBezTo>
                <a:cubicBezTo>
                  <a:pt x="1650396" y="32068"/>
                  <a:pt x="1658047" y="35206"/>
                  <a:pt x="1663234" y="41480"/>
                </a:cubicBezTo>
                <a:cubicBezTo>
                  <a:pt x="1668422" y="47755"/>
                  <a:pt x="1671015" y="56984"/>
                  <a:pt x="1671015" y="69167"/>
                </a:cubicBezTo>
                <a:close/>
                <a:moveTo>
                  <a:pt x="1714039" y="9275"/>
                </a:moveTo>
                <a:lnTo>
                  <a:pt x="1714039" y="34269"/>
                </a:lnTo>
                <a:lnTo>
                  <a:pt x="1743828" y="34269"/>
                </a:lnTo>
                <a:lnTo>
                  <a:pt x="1743828" y="45587"/>
                </a:lnTo>
                <a:lnTo>
                  <a:pt x="1714039" y="45587"/>
                </a:lnTo>
                <a:lnTo>
                  <a:pt x="1714039" y="93316"/>
                </a:lnTo>
                <a:cubicBezTo>
                  <a:pt x="1714039" y="100487"/>
                  <a:pt x="1715021" y="105093"/>
                  <a:pt x="1716986" y="107135"/>
                </a:cubicBezTo>
                <a:cubicBezTo>
                  <a:pt x="1718951" y="109175"/>
                  <a:pt x="1722947" y="110195"/>
                  <a:pt x="1728973" y="110195"/>
                </a:cubicBezTo>
                <a:lnTo>
                  <a:pt x="1743828" y="110195"/>
                </a:lnTo>
                <a:lnTo>
                  <a:pt x="1743828" y="122300"/>
                </a:lnTo>
                <a:lnTo>
                  <a:pt x="1728973" y="122300"/>
                </a:lnTo>
                <a:cubicBezTo>
                  <a:pt x="1717812" y="122300"/>
                  <a:pt x="1710109" y="120218"/>
                  <a:pt x="1705865" y="116056"/>
                </a:cubicBezTo>
                <a:cubicBezTo>
                  <a:pt x="1701620" y="111892"/>
                  <a:pt x="1699498" y="104312"/>
                  <a:pt x="1699498" y="93316"/>
                </a:cubicBezTo>
                <a:lnTo>
                  <a:pt x="1699498" y="45587"/>
                </a:lnTo>
                <a:lnTo>
                  <a:pt x="1688887" y="45587"/>
                </a:lnTo>
                <a:lnTo>
                  <a:pt x="1688887" y="34269"/>
                </a:lnTo>
                <a:lnTo>
                  <a:pt x="1699498" y="34269"/>
                </a:lnTo>
                <a:lnTo>
                  <a:pt x="1699498" y="9275"/>
                </a:lnTo>
                <a:lnTo>
                  <a:pt x="1714039" y="9275"/>
                </a:lnTo>
                <a:close/>
                <a:moveTo>
                  <a:pt x="1802841" y="77970"/>
                </a:moveTo>
                <a:cubicBezTo>
                  <a:pt x="1791156" y="77970"/>
                  <a:pt x="1783060" y="79313"/>
                  <a:pt x="1778554" y="81998"/>
                </a:cubicBezTo>
                <a:cubicBezTo>
                  <a:pt x="1774048" y="84682"/>
                  <a:pt x="1771795" y="89261"/>
                  <a:pt x="1771795" y="95736"/>
                </a:cubicBezTo>
                <a:cubicBezTo>
                  <a:pt x="1771795" y="100894"/>
                  <a:pt x="1773484" y="104987"/>
                  <a:pt x="1776864" y="108014"/>
                </a:cubicBezTo>
                <a:cubicBezTo>
                  <a:pt x="1780244" y="111040"/>
                  <a:pt x="1784842" y="112553"/>
                  <a:pt x="1790658" y="112553"/>
                </a:cubicBezTo>
                <a:cubicBezTo>
                  <a:pt x="1798675" y="112553"/>
                  <a:pt x="1805107" y="109698"/>
                  <a:pt x="1809954" y="103986"/>
                </a:cubicBezTo>
                <a:cubicBezTo>
                  <a:pt x="1814801" y="98273"/>
                  <a:pt x="1817225" y="90678"/>
                  <a:pt x="1817225" y="81200"/>
                </a:cubicBezTo>
                <a:lnTo>
                  <a:pt x="1817225" y="77970"/>
                </a:lnTo>
                <a:lnTo>
                  <a:pt x="1802841" y="77970"/>
                </a:lnTo>
                <a:moveTo>
                  <a:pt x="1831687" y="71996"/>
                </a:moveTo>
                <a:lnTo>
                  <a:pt x="1831687" y="122300"/>
                </a:lnTo>
                <a:lnTo>
                  <a:pt x="1817225" y="122300"/>
                </a:lnTo>
                <a:lnTo>
                  <a:pt x="1817225" y="108938"/>
                </a:lnTo>
                <a:cubicBezTo>
                  <a:pt x="1813924" y="114309"/>
                  <a:pt x="1809810" y="118271"/>
                  <a:pt x="1804885" y="120826"/>
                </a:cubicBezTo>
                <a:cubicBezTo>
                  <a:pt x="1799959" y="123380"/>
                  <a:pt x="1793933" y="124658"/>
                  <a:pt x="1786807" y="124658"/>
                </a:cubicBezTo>
                <a:cubicBezTo>
                  <a:pt x="1777794" y="124658"/>
                  <a:pt x="1770629" y="122123"/>
                  <a:pt x="1765310" y="117053"/>
                </a:cubicBezTo>
                <a:cubicBezTo>
                  <a:pt x="1759992" y="111982"/>
                  <a:pt x="1757332" y="105190"/>
                  <a:pt x="1757332" y="96679"/>
                </a:cubicBezTo>
                <a:cubicBezTo>
                  <a:pt x="1757332" y="86749"/>
                  <a:pt x="1760647" y="79263"/>
                  <a:pt x="1767275" y="74219"/>
                </a:cubicBezTo>
                <a:cubicBezTo>
                  <a:pt x="1773904" y="69174"/>
                  <a:pt x="1783794" y="66652"/>
                  <a:pt x="1796946" y="66652"/>
                </a:cubicBezTo>
                <a:lnTo>
                  <a:pt x="1817225" y="66652"/>
                </a:lnTo>
                <a:lnTo>
                  <a:pt x="1817225" y="65237"/>
                </a:lnTo>
                <a:cubicBezTo>
                  <a:pt x="1817225" y="58582"/>
                  <a:pt x="1815037" y="53434"/>
                  <a:pt x="1810662" y="49792"/>
                </a:cubicBezTo>
                <a:cubicBezTo>
                  <a:pt x="1806286" y="46151"/>
                  <a:pt x="1800143" y="44330"/>
                  <a:pt x="1792230" y="44330"/>
                </a:cubicBezTo>
                <a:cubicBezTo>
                  <a:pt x="1787200" y="44330"/>
                  <a:pt x="1782301" y="44932"/>
                  <a:pt x="1777532" y="46137"/>
                </a:cubicBezTo>
                <a:cubicBezTo>
                  <a:pt x="1772764" y="47343"/>
                  <a:pt x="1768179" y="49150"/>
                  <a:pt x="1763778" y="51561"/>
                </a:cubicBezTo>
                <a:lnTo>
                  <a:pt x="1763778" y="38199"/>
                </a:lnTo>
                <a:cubicBezTo>
                  <a:pt x="1769070" y="36155"/>
                  <a:pt x="1774205" y="34623"/>
                  <a:pt x="1779183" y="33601"/>
                </a:cubicBezTo>
                <a:cubicBezTo>
                  <a:pt x="1784161" y="32579"/>
                  <a:pt x="1789008" y="32068"/>
                  <a:pt x="1793724" y="32068"/>
                </a:cubicBezTo>
                <a:cubicBezTo>
                  <a:pt x="1806457" y="32068"/>
                  <a:pt x="1815967" y="35369"/>
                  <a:pt x="1822255" y="41972"/>
                </a:cubicBezTo>
                <a:cubicBezTo>
                  <a:pt x="1828543" y="48574"/>
                  <a:pt x="1831687" y="58582"/>
                  <a:pt x="1831687" y="71996"/>
                </a:cubicBezTo>
                <a:close/>
                <a:moveTo>
                  <a:pt x="1875653" y="9275"/>
                </a:moveTo>
                <a:lnTo>
                  <a:pt x="1875653" y="34269"/>
                </a:lnTo>
                <a:lnTo>
                  <a:pt x="1905442" y="34269"/>
                </a:lnTo>
                <a:lnTo>
                  <a:pt x="1905442" y="45587"/>
                </a:lnTo>
                <a:lnTo>
                  <a:pt x="1875653" y="45587"/>
                </a:lnTo>
                <a:lnTo>
                  <a:pt x="1875653" y="93316"/>
                </a:lnTo>
                <a:cubicBezTo>
                  <a:pt x="1875653" y="100487"/>
                  <a:pt x="1876636" y="105093"/>
                  <a:pt x="1878601" y="107135"/>
                </a:cubicBezTo>
                <a:cubicBezTo>
                  <a:pt x="1880565" y="109175"/>
                  <a:pt x="1884561" y="110195"/>
                  <a:pt x="1890587" y="110195"/>
                </a:cubicBezTo>
                <a:lnTo>
                  <a:pt x="1905442" y="110195"/>
                </a:lnTo>
                <a:lnTo>
                  <a:pt x="1905442" y="122300"/>
                </a:lnTo>
                <a:lnTo>
                  <a:pt x="1890587" y="122300"/>
                </a:lnTo>
                <a:cubicBezTo>
                  <a:pt x="1879426" y="122300"/>
                  <a:pt x="1871723" y="120218"/>
                  <a:pt x="1867479" y="116056"/>
                </a:cubicBezTo>
                <a:cubicBezTo>
                  <a:pt x="1863234" y="111892"/>
                  <a:pt x="1861112" y="104312"/>
                  <a:pt x="1861112" y="93316"/>
                </a:cubicBezTo>
                <a:lnTo>
                  <a:pt x="1861112" y="45587"/>
                </a:lnTo>
                <a:lnTo>
                  <a:pt x="1850501" y="45587"/>
                </a:lnTo>
                <a:lnTo>
                  <a:pt x="1850501" y="34269"/>
                </a:lnTo>
                <a:lnTo>
                  <a:pt x="1861112" y="34269"/>
                </a:lnTo>
                <a:lnTo>
                  <a:pt x="1861112" y="9275"/>
                </a:lnTo>
                <a:lnTo>
                  <a:pt x="1875653" y="9275"/>
                </a:lnTo>
                <a:close/>
                <a:moveTo>
                  <a:pt x="1924449" y="34269"/>
                </a:moveTo>
                <a:lnTo>
                  <a:pt x="1938911" y="34269"/>
                </a:lnTo>
                <a:lnTo>
                  <a:pt x="1938911" y="122300"/>
                </a:lnTo>
                <a:lnTo>
                  <a:pt x="1924449" y="122300"/>
                </a:lnTo>
                <a:lnTo>
                  <a:pt x="1924449" y="34269"/>
                </a:lnTo>
                <a:moveTo>
                  <a:pt x="1924449" y="0"/>
                </a:moveTo>
                <a:lnTo>
                  <a:pt x="1938911" y="0"/>
                </a:lnTo>
                <a:lnTo>
                  <a:pt x="1938911" y="18392"/>
                </a:lnTo>
                <a:lnTo>
                  <a:pt x="1924449" y="18392"/>
                </a:lnTo>
                <a:lnTo>
                  <a:pt x="1924449" y="0"/>
                </a:lnTo>
                <a:close/>
                <a:moveTo>
                  <a:pt x="2003149" y="44330"/>
                </a:moveTo>
                <a:cubicBezTo>
                  <a:pt x="1995394" y="44330"/>
                  <a:pt x="1989263" y="47363"/>
                  <a:pt x="1984757" y="53430"/>
                </a:cubicBezTo>
                <a:cubicBezTo>
                  <a:pt x="1980251" y="59495"/>
                  <a:pt x="1977998" y="67806"/>
                  <a:pt x="1977998" y="78363"/>
                </a:cubicBezTo>
                <a:cubicBezTo>
                  <a:pt x="1977998" y="88920"/>
                  <a:pt x="1980238" y="97232"/>
                  <a:pt x="1984718" y="103298"/>
                </a:cubicBezTo>
                <a:cubicBezTo>
                  <a:pt x="1989198" y="109364"/>
                  <a:pt x="1995342" y="112396"/>
                  <a:pt x="2003149" y="112396"/>
                </a:cubicBezTo>
                <a:cubicBezTo>
                  <a:pt x="2010852" y="112396"/>
                  <a:pt x="2016956" y="109350"/>
                  <a:pt x="2021463" y="103259"/>
                </a:cubicBezTo>
                <a:cubicBezTo>
                  <a:pt x="2025969" y="97166"/>
                  <a:pt x="2028222" y="88867"/>
                  <a:pt x="2028222" y="78363"/>
                </a:cubicBezTo>
                <a:cubicBezTo>
                  <a:pt x="2028222" y="67911"/>
                  <a:pt x="2025969" y="59626"/>
                  <a:pt x="2021463" y="53509"/>
                </a:cubicBezTo>
                <a:cubicBezTo>
                  <a:pt x="2016956" y="47389"/>
                  <a:pt x="2010852" y="44330"/>
                  <a:pt x="2003149" y="44330"/>
                </a:cubicBezTo>
                <a:moveTo>
                  <a:pt x="2003149" y="32068"/>
                </a:moveTo>
                <a:cubicBezTo>
                  <a:pt x="2015725" y="32068"/>
                  <a:pt x="2025602" y="36163"/>
                  <a:pt x="2032781" y="44352"/>
                </a:cubicBezTo>
                <a:cubicBezTo>
                  <a:pt x="2039960" y="52539"/>
                  <a:pt x="2043549" y="63876"/>
                  <a:pt x="2043549" y="78363"/>
                </a:cubicBezTo>
                <a:cubicBezTo>
                  <a:pt x="2043549" y="92797"/>
                  <a:pt x="2039960" y="104122"/>
                  <a:pt x="2032781" y="112337"/>
                </a:cubicBezTo>
                <a:cubicBezTo>
                  <a:pt x="2025602" y="120551"/>
                  <a:pt x="2015725" y="124658"/>
                  <a:pt x="2003149" y="124658"/>
                </a:cubicBezTo>
                <a:cubicBezTo>
                  <a:pt x="1990521" y="124658"/>
                  <a:pt x="1980631" y="120551"/>
                  <a:pt x="1973478" y="112337"/>
                </a:cubicBezTo>
                <a:cubicBezTo>
                  <a:pt x="1966326" y="104122"/>
                  <a:pt x="1962749" y="92797"/>
                  <a:pt x="1962749" y="78363"/>
                </a:cubicBezTo>
                <a:cubicBezTo>
                  <a:pt x="1962749" y="63876"/>
                  <a:pt x="1966326" y="52539"/>
                  <a:pt x="1973478" y="44352"/>
                </a:cubicBezTo>
                <a:cubicBezTo>
                  <a:pt x="1980631" y="36163"/>
                  <a:pt x="1990521" y="32068"/>
                  <a:pt x="2003149" y="32068"/>
                </a:cubicBezTo>
                <a:close/>
                <a:moveTo>
                  <a:pt x="2140566" y="69167"/>
                </a:moveTo>
                <a:lnTo>
                  <a:pt x="2140566" y="122300"/>
                </a:lnTo>
                <a:lnTo>
                  <a:pt x="2126104" y="122300"/>
                </a:lnTo>
                <a:lnTo>
                  <a:pt x="2126104" y="69638"/>
                </a:lnTo>
                <a:cubicBezTo>
                  <a:pt x="2126104" y="61281"/>
                  <a:pt x="2124479" y="55026"/>
                  <a:pt x="2121231" y="50873"/>
                </a:cubicBezTo>
                <a:cubicBezTo>
                  <a:pt x="2117982" y="46720"/>
                  <a:pt x="2113109" y="44644"/>
                  <a:pt x="2106611" y="44644"/>
                </a:cubicBezTo>
                <a:cubicBezTo>
                  <a:pt x="2098804" y="44644"/>
                  <a:pt x="2092647" y="47140"/>
                  <a:pt x="2088140" y="52133"/>
                </a:cubicBezTo>
                <a:cubicBezTo>
                  <a:pt x="2083634" y="57124"/>
                  <a:pt x="2081381" y="63929"/>
                  <a:pt x="2081381" y="72547"/>
                </a:cubicBezTo>
                <a:lnTo>
                  <a:pt x="2081381" y="122300"/>
                </a:lnTo>
                <a:lnTo>
                  <a:pt x="2066840" y="122300"/>
                </a:lnTo>
                <a:lnTo>
                  <a:pt x="2066840" y="34269"/>
                </a:lnTo>
                <a:lnTo>
                  <a:pt x="2081381" y="34269"/>
                </a:lnTo>
                <a:lnTo>
                  <a:pt x="2081381" y="47945"/>
                </a:lnTo>
                <a:cubicBezTo>
                  <a:pt x="2084839" y="42627"/>
                  <a:pt x="2088913" y="38651"/>
                  <a:pt x="2093603" y="36018"/>
                </a:cubicBezTo>
                <a:cubicBezTo>
                  <a:pt x="2098293" y="33385"/>
                  <a:pt x="2103703" y="32068"/>
                  <a:pt x="2109834" y="32068"/>
                </a:cubicBezTo>
                <a:cubicBezTo>
                  <a:pt x="2119947" y="32068"/>
                  <a:pt x="2127597" y="35206"/>
                  <a:pt x="2132785" y="41480"/>
                </a:cubicBezTo>
                <a:cubicBezTo>
                  <a:pt x="2137972" y="47755"/>
                  <a:pt x="2140566" y="56984"/>
                  <a:pt x="2140566" y="69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(b)DegenerateRepresentation">
            <a:extLst xmlns:a="http://schemas.openxmlformats.org/drawingml/2006/main">
              <a:ext uri="{FF2B5EF4-FFF2-40B4-BE49-F238E27FC236}">
                <a16:creationId xmlns:a16="http://schemas.microsoft.com/office/drawing/2014/main" id="{0B210697-EAE3-46F1-A8CB-5CF42552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175" y="200096"/>
            <a:ext cx="2509831" cy="155783"/>
          </a:xfrm>
          <a:custGeom xmlns:a="http://schemas.openxmlformats.org/drawingml/2006/main">
            <a:pathLst>
              <a:path w="2509831" h="155783">
                <a:moveTo>
                  <a:pt x="46845" y="143521"/>
                </a:moveTo>
                <a:lnTo>
                  <a:pt x="23501" y="143521"/>
                </a:lnTo>
                <a:cubicBezTo>
                  <a:pt x="15484" y="130579"/>
                  <a:pt x="9563" y="118278"/>
                  <a:pt x="5738" y="106619"/>
                </a:cubicBezTo>
                <a:cubicBezTo>
                  <a:pt x="1913" y="94960"/>
                  <a:pt x="0" y="83393"/>
                  <a:pt x="0" y="71918"/>
                </a:cubicBezTo>
                <a:cubicBezTo>
                  <a:pt x="0" y="60442"/>
                  <a:pt x="1926" y="48823"/>
                  <a:pt x="5777" y="37059"/>
                </a:cubicBezTo>
                <a:cubicBezTo>
                  <a:pt x="9628" y="25296"/>
                  <a:pt x="15536" y="12995"/>
                  <a:pt x="23501" y="157"/>
                </a:cubicBezTo>
                <a:lnTo>
                  <a:pt x="46845" y="157"/>
                </a:lnTo>
                <a:cubicBezTo>
                  <a:pt x="40138" y="12576"/>
                  <a:pt x="35107" y="24719"/>
                  <a:pt x="31754" y="36588"/>
                </a:cubicBezTo>
                <a:cubicBezTo>
                  <a:pt x="28400" y="48456"/>
                  <a:pt x="26724" y="60180"/>
                  <a:pt x="26724" y="71761"/>
                </a:cubicBezTo>
                <a:cubicBezTo>
                  <a:pt x="26724" y="83341"/>
                  <a:pt x="28387" y="95078"/>
                  <a:pt x="31715" y="106973"/>
                </a:cubicBezTo>
                <a:cubicBezTo>
                  <a:pt x="35042" y="118867"/>
                  <a:pt x="40085" y="131050"/>
                  <a:pt x="46845" y="143521"/>
                </a:cubicBezTo>
                <a:close/>
                <a:moveTo>
                  <a:pt x="120094" y="104222"/>
                </a:moveTo>
                <a:cubicBezTo>
                  <a:pt x="126120" y="104222"/>
                  <a:pt x="130718" y="102015"/>
                  <a:pt x="133888" y="97600"/>
                </a:cubicBezTo>
                <a:cubicBezTo>
                  <a:pt x="137058" y="93185"/>
                  <a:pt x="138643" y="86773"/>
                  <a:pt x="138643" y="78363"/>
                </a:cubicBezTo>
                <a:cubicBezTo>
                  <a:pt x="138643" y="69953"/>
                  <a:pt x="137058" y="63541"/>
                  <a:pt x="133888" y="59126"/>
                </a:cubicBezTo>
                <a:cubicBezTo>
                  <a:pt x="130718" y="54711"/>
                  <a:pt x="126120" y="52504"/>
                  <a:pt x="120094" y="52504"/>
                </a:cubicBezTo>
                <a:cubicBezTo>
                  <a:pt x="114068" y="52504"/>
                  <a:pt x="109444" y="54724"/>
                  <a:pt x="106221" y="59165"/>
                </a:cubicBezTo>
                <a:cubicBezTo>
                  <a:pt x="102999" y="63606"/>
                  <a:pt x="101387" y="70005"/>
                  <a:pt x="101387" y="78363"/>
                </a:cubicBezTo>
                <a:cubicBezTo>
                  <a:pt x="101387" y="86721"/>
                  <a:pt x="102999" y="93120"/>
                  <a:pt x="106221" y="97561"/>
                </a:cubicBezTo>
                <a:cubicBezTo>
                  <a:pt x="109444" y="102002"/>
                  <a:pt x="114068" y="104222"/>
                  <a:pt x="120094" y="104222"/>
                </a:cubicBezTo>
                <a:moveTo>
                  <a:pt x="101387" y="47159"/>
                </a:moveTo>
                <a:cubicBezTo>
                  <a:pt x="105265" y="41998"/>
                  <a:pt x="109562" y="38192"/>
                  <a:pt x="114278" y="35743"/>
                </a:cubicBezTo>
                <a:cubicBezTo>
                  <a:pt x="118994" y="33293"/>
                  <a:pt x="124417" y="32068"/>
                  <a:pt x="130548" y="32068"/>
                </a:cubicBezTo>
                <a:cubicBezTo>
                  <a:pt x="141394" y="32068"/>
                  <a:pt x="150302" y="36385"/>
                  <a:pt x="157271" y="45020"/>
                </a:cubicBezTo>
                <a:cubicBezTo>
                  <a:pt x="164240" y="53654"/>
                  <a:pt x="167725" y="64769"/>
                  <a:pt x="167725" y="78363"/>
                </a:cubicBezTo>
                <a:cubicBezTo>
                  <a:pt x="167725" y="91957"/>
                  <a:pt x="164240" y="103072"/>
                  <a:pt x="157271" y="111706"/>
                </a:cubicBezTo>
                <a:cubicBezTo>
                  <a:pt x="150302" y="120340"/>
                  <a:pt x="141394" y="124658"/>
                  <a:pt x="130548" y="124658"/>
                </a:cubicBezTo>
                <a:cubicBezTo>
                  <a:pt x="124417" y="124658"/>
                  <a:pt x="118994" y="123433"/>
                  <a:pt x="114278" y="120983"/>
                </a:cubicBezTo>
                <a:cubicBezTo>
                  <a:pt x="109562" y="118533"/>
                  <a:pt x="105265" y="114728"/>
                  <a:pt x="101387" y="109567"/>
                </a:cubicBezTo>
                <a:lnTo>
                  <a:pt x="101387" y="122300"/>
                </a:lnTo>
                <a:lnTo>
                  <a:pt x="73249" y="122300"/>
                </a:lnTo>
                <a:lnTo>
                  <a:pt x="73249" y="0"/>
                </a:lnTo>
                <a:lnTo>
                  <a:pt x="101387" y="0"/>
                </a:lnTo>
                <a:lnTo>
                  <a:pt x="101387" y="47159"/>
                </a:lnTo>
                <a:close/>
                <a:moveTo>
                  <a:pt x="187715" y="143521"/>
                </a:moveTo>
                <a:cubicBezTo>
                  <a:pt x="194422" y="131050"/>
                  <a:pt x="199452" y="118867"/>
                  <a:pt x="202806" y="106973"/>
                </a:cubicBezTo>
                <a:cubicBezTo>
                  <a:pt x="206159" y="95078"/>
                  <a:pt x="207836" y="83341"/>
                  <a:pt x="207836" y="71761"/>
                </a:cubicBezTo>
                <a:cubicBezTo>
                  <a:pt x="207836" y="60180"/>
                  <a:pt x="206159" y="48456"/>
                  <a:pt x="202806" y="36588"/>
                </a:cubicBezTo>
                <a:cubicBezTo>
                  <a:pt x="199452" y="24719"/>
                  <a:pt x="194422" y="12576"/>
                  <a:pt x="187715" y="157"/>
                </a:cubicBezTo>
                <a:lnTo>
                  <a:pt x="211059" y="157"/>
                </a:lnTo>
                <a:cubicBezTo>
                  <a:pt x="219023" y="12995"/>
                  <a:pt x="224931" y="25296"/>
                  <a:pt x="228783" y="37059"/>
                </a:cubicBezTo>
                <a:cubicBezTo>
                  <a:pt x="232634" y="48823"/>
                  <a:pt x="234560" y="60442"/>
                  <a:pt x="234560" y="71918"/>
                </a:cubicBezTo>
                <a:cubicBezTo>
                  <a:pt x="234560" y="83393"/>
                  <a:pt x="232647" y="94960"/>
                  <a:pt x="228822" y="106619"/>
                </a:cubicBezTo>
                <a:cubicBezTo>
                  <a:pt x="224997" y="118278"/>
                  <a:pt x="219076" y="130579"/>
                  <a:pt x="211059" y="143521"/>
                </a:cubicBezTo>
                <a:lnTo>
                  <a:pt x="187715" y="143521"/>
                </a:lnTo>
                <a:close/>
                <a:moveTo>
                  <a:pt x="331090" y="17921"/>
                </a:moveTo>
                <a:lnTo>
                  <a:pt x="331090" y="109252"/>
                </a:lnTo>
                <a:lnTo>
                  <a:pt x="350269" y="109252"/>
                </a:lnTo>
                <a:cubicBezTo>
                  <a:pt x="366460" y="109252"/>
                  <a:pt x="378315" y="105581"/>
                  <a:pt x="385835" y="98239"/>
                </a:cubicBezTo>
                <a:cubicBezTo>
                  <a:pt x="393354" y="90896"/>
                  <a:pt x="397113" y="79306"/>
                  <a:pt x="397113" y="63468"/>
                </a:cubicBezTo>
                <a:cubicBezTo>
                  <a:pt x="397113" y="47736"/>
                  <a:pt x="393354" y="36211"/>
                  <a:pt x="385835" y="28895"/>
                </a:cubicBezTo>
                <a:cubicBezTo>
                  <a:pt x="378315" y="21579"/>
                  <a:pt x="366460" y="17921"/>
                  <a:pt x="350269" y="17921"/>
                </a:cubicBezTo>
                <a:lnTo>
                  <a:pt x="331090" y="17921"/>
                </a:lnTo>
                <a:moveTo>
                  <a:pt x="315214" y="4873"/>
                </a:moveTo>
                <a:lnTo>
                  <a:pt x="347832" y="4873"/>
                </a:lnTo>
                <a:cubicBezTo>
                  <a:pt x="370573" y="4873"/>
                  <a:pt x="387262" y="9605"/>
                  <a:pt x="397899" y="19070"/>
                </a:cubicBezTo>
                <a:cubicBezTo>
                  <a:pt x="408536" y="28535"/>
                  <a:pt x="413855" y="43334"/>
                  <a:pt x="413855" y="63468"/>
                </a:cubicBezTo>
                <a:cubicBezTo>
                  <a:pt x="413855" y="83708"/>
                  <a:pt x="408510" y="98573"/>
                  <a:pt x="397821" y="108063"/>
                </a:cubicBezTo>
                <a:cubicBezTo>
                  <a:pt x="387131" y="117554"/>
                  <a:pt x="370468" y="122300"/>
                  <a:pt x="347832" y="122300"/>
                </a:cubicBezTo>
                <a:lnTo>
                  <a:pt x="315214" y="122300"/>
                </a:lnTo>
                <a:lnTo>
                  <a:pt x="315214" y="4873"/>
                </a:lnTo>
                <a:close/>
                <a:moveTo>
                  <a:pt x="513830" y="74669"/>
                </a:moveTo>
                <a:lnTo>
                  <a:pt x="513830" y="81743"/>
                </a:lnTo>
                <a:lnTo>
                  <a:pt x="447336" y="81743"/>
                </a:lnTo>
                <a:cubicBezTo>
                  <a:pt x="447964" y="91725"/>
                  <a:pt x="450964" y="99329"/>
                  <a:pt x="456335" y="104556"/>
                </a:cubicBezTo>
                <a:cubicBezTo>
                  <a:pt x="461706" y="109783"/>
                  <a:pt x="469186" y="112396"/>
                  <a:pt x="478775" y="112396"/>
                </a:cubicBezTo>
                <a:cubicBezTo>
                  <a:pt x="484329" y="112396"/>
                  <a:pt x="489713" y="111715"/>
                  <a:pt x="494927" y="110353"/>
                </a:cubicBezTo>
                <a:cubicBezTo>
                  <a:pt x="500141" y="108990"/>
                  <a:pt x="505315" y="106947"/>
                  <a:pt x="510450" y="104222"/>
                </a:cubicBezTo>
                <a:lnTo>
                  <a:pt x="510450" y="117898"/>
                </a:lnTo>
                <a:cubicBezTo>
                  <a:pt x="505263" y="120099"/>
                  <a:pt x="499944" y="121776"/>
                  <a:pt x="494495" y="122928"/>
                </a:cubicBezTo>
                <a:cubicBezTo>
                  <a:pt x="489045" y="124081"/>
                  <a:pt x="483517" y="124658"/>
                  <a:pt x="477911" y="124658"/>
                </a:cubicBezTo>
                <a:cubicBezTo>
                  <a:pt x="463868" y="124658"/>
                  <a:pt x="452746" y="120564"/>
                  <a:pt x="444545" y="112377"/>
                </a:cubicBezTo>
                <a:cubicBezTo>
                  <a:pt x="436345" y="104188"/>
                  <a:pt x="432245" y="93112"/>
                  <a:pt x="432245" y="79151"/>
                </a:cubicBezTo>
                <a:cubicBezTo>
                  <a:pt x="432245" y="64717"/>
                  <a:pt x="436135" y="53261"/>
                  <a:pt x="443917" y="44784"/>
                </a:cubicBezTo>
                <a:cubicBezTo>
                  <a:pt x="451698" y="36307"/>
                  <a:pt x="462191" y="32068"/>
                  <a:pt x="475395" y="32068"/>
                </a:cubicBezTo>
                <a:cubicBezTo>
                  <a:pt x="487238" y="32068"/>
                  <a:pt x="496604" y="35888"/>
                  <a:pt x="503494" y="43526"/>
                </a:cubicBezTo>
                <a:cubicBezTo>
                  <a:pt x="510385" y="51164"/>
                  <a:pt x="513830" y="61544"/>
                  <a:pt x="513830" y="74669"/>
                </a:cubicBezTo>
                <a:moveTo>
                  <a:pt x="499368" y="70424"/>
                </a:moveTo>
                <a:cubicBezTo>
                  <a:pt x="499263" y="62488"/>
                  <a:pt x="497049" y="56155"/>
                  <a:pt x="492726" y="51426"/>
                </a:cubicBezTo>
                <a:cubicBezTo>
                  <a:pt x="488403" y="46695"/>
                  <a:pt x="482679" y="44330"/>
                  <a:pt x="475553" y="44330"/>
                </a:cubicBezTo>
                <a:cubicBezTo>
                  <a:pt x="467483" y="44330"/>
                  <a:pt x="461025" y="46616"/>
                  <a:pt x="456178" y="51190"/>
                </a:cubicBezTo>
                <a:cubicBezTo>
                  <a:pt x="451331" y="55762"/>
                  <a:pt x="448541" y="62199"/>
                  <a:pt x="447807" y="70503"/>
                </a:cubicBezTo>
                <a:lnTo>
                  <a:pt x="499368" y="70424"/>
                </a:lnTo>
                <a:close/>
                <a:moveTo>
                  <a:pt x="595456" y="77223"/>
                </a:moveTo>
                <a:cubicBezTo>
                  <a:pt x="595456" y="66730"/>
                  <a:pt x="593295" y="58599"/>
                  <a:pt x="588972" y="52828"/>
                </a:cubicBezTo>
                <a:cubicBezTo>
                  <a:pt x="584649" y="47058"/>
                  <a:pt x="578584" y="44172"/>
                  <a:pt x="570776" y="44172"/>
                </a:cubicBezTo>
                <a:cubicBezTo>
                  <a:pt x="563021" y="44172"/>
                  <a:pt x="556982" y="47058"/>
                  <a:pt x="552659" y="52828"/>
                </a:cubicBezTo>
                <a:cubicBezTo>
                  <a:pt x="548337" y="58599"/>
                  <a:pt x="546175" y="66730"/>
                  <a:pt x="546175" y="77223"/>
                </a:cubicBezTo>
                <a:cubicBezTo>
                  <a:pt x="546175" y="87664"/>
                  <a:pt x="548337" y="95769"/>
                  <a:pt x="552659" y="101540"/>
                </a:cubicBezTo>
                <a:cubicBezTo>
                  <a:pt x="556982" y="107310"/>
                  <a:pt x="563021" y="110195"/>
                  <a:pt x="570776" y="110195"/>
                </a:cubicBezTo>
                <a:cubicBezTo>
                  <a:pt x="578584" y="110195"/>
                  <a:pt x="584649" y="107310"/>
                  <a:pt x="588972" y="101540"/>
                </a:cubicBezTo>
                <a:cubicBezTo>
                  <a:pt x="593295" y="95769"/>
                  <a:pt x="595456" y="87664"/>
                  <a:pt x="595456" y="77223"/>
                </a:cubicBezTo>
                <a:moveTo>
                  <a:pt x="609919" y="111374"/>
                </a:moveTo>
                <a:cubicBezTo>
                  <a:pt x="609919" y="126361"/>
                  <a:pt x="606591" y="137508"/>
                  <a:pt x="599937" y="144818"/>
                </a:cubicBezTo>
                <a:cubicBezTo>
                  <a:pt x="593282" y="152128"/>
                  <a:pt x="583090" y="155783"/>
                  <a:pt x="569362" y="155783"/>
                </a:cubicBezTo>
                <a:cubicBezTo>
                  <a:pt x="564279" y="155783"/>
                  <a:pt x="559484" y="155409"/>
                  <a:pt x="554978" y="154663"/>
                </a:cubicBezTo>
                <a:cubicBezTo>
                  <a:pt x="550472" y="153916"/>
                  <a:pt x="546096" y="152770"/>
                  <a:pt x="541852" y="151224"/>
                </a:cubicBezTo>
                <a:lnTo>
                  <a:pt x="541852" y="137076"/>
                </a:lnTo>
                <a:cubicBezTo>
                  <a:pt x="546096" y="139382"/>
                  <a:pt x="550288" y="141085"/>
                  <a:pt x="554428" y="142185"/>
                </a:cubicBezTo>
                <a:cubicBezTo>
                  <a:pt x="558567" y="143285"/>
                  <a:pt x="562786" y="143836"/>
                  <a:pt x="567082" y="143836"/>
                </a:cubicBezTo>
                <a:cubicBezTo>
                  <a:pt x="576567" y="143836"/>
                  <a:pt x="583667" y="141360"/>
                  <a:pt x="588383" y="136408"/>
                </a:cubicBezTo>
                <a:cubicBezTo>
                  <a:pt x="593098" y="131456"/>
                  <a:pt x="595456" y="123976"/>
                  <a:pt x="595456" y="113968"/>
                </a:cubicBezTo>
                <a:lnTo>
                  <a:pt x="595456" y="106737"/>
                </a:lnTo>
                <a:cubicBezTo>
                  <a:pt x="592470" y="111951"/>
                  <a:pt x="588645" y="115848"/>
                  <a:pt x="583981" y="118429"/>
                </a:cubicBezTo>
                <a:cubicBezTo>
                  <a:pt x="579318" y="121009"/>
                  <a:pt x="573737" y="122300"/>
                  <a:pt x="567240" y="122300"/>
                </a:cubicBezTo>
                <a:cubicBezTo>
                  <a:pt x="556445" y="122300"/>
                  <a:pt x="547747" y="118183"/>
                  <a:pt x="541145" y="109950"/>
                </a:cubicBezTo>
                <a:cubicBezTo>
                  <a:pt x="534542" y="101715"/>
                  <a:pt x="531241" y="90806"/>
                  <a:pt x="531241" y="77223"/>
                </a:cubicBezTo>
                <a:cubicBezTo>
                  <a:pt x="531241" y="63588"/>
                  <a:pt x="534542" y="52654"/>
                  <a:pt x="541145" y="44421"/>
                </a:cubicBezTo>
                <a:cubicBezTo>
                  <a:pt x="547747" y="36186"/>
                  <a:pt x="556445" y="32068"/>
                  <a:pt x="567240" y="32068"/>
                </a:cubicBezTo>
                <a:cubicBezTo>
                  <a:pt x="573737" y="32068"/>
                  <a:pt x="579318" y="33359"/>
                  <a:pt x="583981" y="35939"/>
                </a:cubicBezTo>
                <a:cubicBezTo>
                  <a:pt x="588645" y="38520"/>
                  <a:pt x="592470" y="42417"/>
                  <a:pt x="595456" y="47631"/>
                </a:cubicBezTo>
                <a:lnTo>
                  <a:pt x="595456" y="34269"/>
                </a:lnTo>
                <a:lnTo>
                  <a:pt x="609919" y="34269"/>
                </a:lnTo>
                <a:lnTo>
                  <a:pt x="609919" y="111374"/>
                </a:lnTo>
                <a:close/>
                <a:moveTo>
                  <a:pt x="714882" y="74669"/>
                </a:moveTo>
                <a:lnTo>
                  <a:pt x="714882" y="81743"/>
                </a:lnTo>
                <a:lnTo>
                  <a:pt x="648388" y="81743"/>
                </a:lnTo>
                <a:cubicBezTo>
                  <a:pt x="649017" y="91725"/>
                  <a:pt x="652017" y="99329"/>
                  <a:pt x="657387" y="104556"/>
                </a:cubicBezTo>
                <a:cubicBezTo>
                  <a:pt x="662758" y="109783"/>
                  <a:pt x="670238" y="112396"/>
                  <a:pt x="679827" y="112396"/>
                </a:cubicBezTo>
                <a:cubicBezTo>
                  <a:pt x="685382" y="112396"/>
                  <a:pt x="690766" y="111715"/>
                  <a:pt x="695979" y="110353"/>
                </a:cubicBezTo>
                <a:cubicBezTo>
                  <a:pt x="701193" y="108990"/>
                  <a:pt x="706368" y="106947"/>
                  <a:pt x="711503" y="104222"/>
                </a:cubicBezTo>
                <a:lnTo>
                  <a:pt x="711503" y="117898"/>
                </a:lnTo>
                <a:cubicBezTo>
                  <a:pt x="706315" y="120099"/>
                  <a:pt x="700997" y="121776"/>
                  <a:pt x="695547" y="122928"/>
                </a:cubicBezTo>
                <a:cubicBezTo>
                  <a:pt x="690098" y="124081"/>
                  <a:pt x="684569" y="124658"/>
                  <a:pt x="678963" y="124658"/>
                </a:cubicBezTo>
                <a:cubicBezTo>
                  <a:pt x="664920" y="124658"/>
                  <a:pt x="653798" y="120564"/>
                  <a:pt x="645598" y="112377"/>
                </a:cubicBezTo>
                <a:cubicBezTo>
                  <a:pt x="637397" y="104188"/>
                  <a:pt x="633297" y="93112"/>
                  <a:pt x="633297" y="79151"/>
                </a:cubicBezTo>
                <a:cubicBezTo>
                  <a:pt x="633297" y="64717"/>
                  <a:pt x="637188" y="53261"/>
                  <a:pt x="644969" y="44784"/>
                </a:cubicBezTo>
                <a:cubicBezTo>
                  <a:pt x="652750" y="36307"/>
                  <a:pt x="663243" y="32068"/>
                  <a:pt x="676448" y="32068"/>
                </a:cubicBezTo>
                <a:cubicBezTo>
                  <a:pt x="688290" y="32068"/>
                  <a:pt x="697656" y="35888"/>
                  <a:pt x="704547" y="43526"/>
                </a:cubicBezTo>
                <a:cubicBezTo>
                  <a:pt x="711437" y="51164"/>
                  <a:pt x="714882" y="61544"/>
                  <a:pt x="714882" y="74669"/>
                </a:cubicBezTo>
                <a:moveTo>
                  <a:pt x="700420" y="70424"/>
                </a:moveTo>
                <a:cubicBezTo>
                  <a:pt x="700315" y="62488"/>
                  <a:pt x="698102" y="56155"/>
                  <a:pt x="693779" y="51426"/>
                </a:cubicBezTo>
                <a:cubicBezTo>
                  <a:pt x="689456" y="46695"/>
                  <a:pt x="683731" y="44330"/>
                  <a:pt x="676605" y="44330"/>
                </a:cubicBezTo>
                <a:cubicBezTo>
                  <a:pt x="668535" y="44330"/>
                  <a:pt x="662077" y="46616"/>
                  <a:pt x="657230" y="51190"/>
                </a:cubicBezTo>
                <a:cubicBezTo>
                  <a:pt x="652383" y="55762"/>
                  <a:pt x="649593" y="62199"/>
                  <a:pt x="648859" y="70503"/>
                </a:cubicBezTo>
                <a:lnTo>
                  <a:pt x="700420" y="70424"/>
                </a:lnTo>
                <a:close/>
                <a:moveTo>
                  <a:pt x="811757" y="69167"/>
                </a:moveTo>
                <a:lnTo>
                  <a:pt x="811757" y="122300"/>
                </a:lnTo>
                <a:lnTo>
                  <a:pt x="797295" y="122300"/>
                </a:lnTo>
                <a:lnTo>
                  <a:pt x="797295" y="69638"/>
                </a:lnTo>
                <a:cubicBezTo>
                  <a:pt x="797295" y="61281"/>
                  <a:pt x="795670" y="55026"/>
                  <a:pt x="792422" y="50873"/>
                </a:cubicBezTo>
                <a:cubicBezTo>
                  <a:pt x="789173" y="46720"/>
                  <a:pt x="784300" y="44644"/>
                  <a:pt x="777802" y="44644"/>
                </a:cubicBezTo>
                <a:cubicBezTo>
                  <a:pt x="769995" y="44644"/>
                  <a:pt x="763838" y="47140"/>
                  <a:pt x="759332" y="52133"/>
                </a:cubicBezTo>
                <a:cubicBezTo>
                  <a:pt x="754825" y="57124"/>
                  <a:pt x="752572" y="63929"/>
                  <a:pt x="752572" y="72547"/>
                </a:cubicBezTo>
                <a:lnTo>
                  <a:pt x="752572" y="122300"/>
                </a:lnTo>
                <a:lnTo>
                  <a:pt x="738031" y="122300"/>
                </a:lnTo>
                <a:lnTo>
                  <a:pt x="738031" y="34269"/>
                </a:lnTo>
                <a:lnTo>
                  <a:pt x="752572" y="34269"/>
                </a:lnTo>
                <a:lnTo>
                  <a:pt x="752572" y="47945"/>
                </a:lnTo>
                <a:cubicBezTo>
                  <a:pt x="756030" y="42627"/>
                  <a:pt x="760104" y="38651"/>
                  <a:pt x="764794" y="36018"/>
                </a:cubicBezTo>
                <a:cubicBezTo>
                  <a:pt x="769484" y="33385"/>
                  <a:pt x="774894" y="32068"/>
                  <a:pt x="781025" y="32068"/>
                </a:cubicBezTo>
                <a:cubicBezTo>
                  <a:pt x="791138" y="32068"/>
                  <a:pt x="798788" y="35206"/>
                  <a:pt x="803976" y="41480"/>
                </a:cubicBezTo>
                <a:cubicBezTo>
                  <a:pt x="809163" y="47755"/>
                  <a:pt x="811757" y="56984"/>
                  <a:pt x="811757" y="69167"/>
                </a:cubicBezTo>
                <a:close/>
                <a:moveTo>
                  <a:pt x="915773" y="74669"/>
                </a:moveTo>
                <a:lnTo>
                  <a:pt x="915773" y="81743"/>
                </a:lnTo>
                <a:lnTo>
                  <a:pt x="849279" y="81743"/>
                </a:lnTo>
                <a:cubicBezTo>
                  <a:pt x="849907" y="91725"/>
                  <a:pt x="852907" y="99329"/>
                  <a:pt x="858278" y="104556"/>
                </a:cubicBezTo>
                <a:cubicBezTo>
                  <a:pt x="863649" y="109783"/>
                  <a:pt x="871129" y="112396"/>
                  <a:pt x="880718" y="112396"/>
                </a:cubicBezTo>
                <a:cubicBezTo>
                  <a:pt x="886272" y="112396"/>
                  <a:pt x="891657" y="111715"/>
                  <a:pt x="896870" y="110353"/>
                </a:cubicBezTo>
                <a:cubicBezTo>
                  <a:pt x="902084" y="108990"/>
                  <a:pt x="907258" y="106947"/>
                  <a:pt x="912393" y="104222"/>
                </a:cubicBezTo>
                <a:lnTo>
                  <a:pt x="912393" y="117898"/>
                </a:lnTo>
                <a:cubicBezTo>
                  <a:pt x="907206" y="120099"/>
                  <a:pt x="901887" y="121776"/>
                  <a:pt x="896438" y="122928"/>
                </a:cubicBezTo>
                <a:cubicBezTo>
                  <a:pt x="890988" y="124081"/>
                  <a:pt x="885460" y="124658"/>
                  <a:pt x="879854" y="124658"/>
                </a:cubicBezTo>
                <a:cubicBezTo>
                  <a:pt x="865811" y="124658"/>
                  <a:pt x="854689" y="120564"/>
                  <a:pt x="846488" y="112377"/>
                </a:cubicBezTo>
                <a:cubicBezTo>
                  <a:pt x="838288" y="104188"/>
                  <a:pt x="834188" y="93112"/>
                  <a:pt x="834188" y="79151"/>
                </a:cubicBezTo>
                <a:cubicBezTo>
                  <a:pt x="834188" y="64717"/>
                  <a:pt x="838078" y="53261"/>
                  <a:pt x="845860" y="44784"/>
                </a:cubicBezTo>
                <a:cubicBezTo>
                  <a:pt x="853641" y="36307"/>
                  <a:pt x="864134" y="32068"/>
                  <a:pt x="877338" y="32068"/>
                </a:cubicBezTo>
                <a:cubicBezTo>
                  <a:pt x="889181" y="32068"/>
                  <a:pt x="898547" y="35888"/>
                  <a:pt x="905437" y="43526"/>
                </a:cubicBezTo>
                <a:cubicBezTo>
                  <a:pt x="912328" y="51164"/>
                  <a:pt x="915773" y="61544"/>
                  <a:pt x="915773" y="74669"/>
                </a:cubicBezTo>
                <a:moveTo>
                  <a:pt x="901311" y="70424"/>
                </a:moveTo>
                <a:cubicBezTo>
                  <a:pt x="901206" y="62488"/>
                  <a:pt x="898992" y="56155"/>
                  <a:pt x="894669" y="51426"/>
                </a:cubicBezTo>
                <a:cubicBezTo>
                  <a:pt x="890347" y="46695"/>
                  <a:pt x="884622" y="44330"/>
                  <a:pt x="877496" y="44330"/>
                </a:cubicBezTo>
                <a:cubicBezTo>
                  <a:pt x="869426" y="44330"/>
                  <a:pt x="862968" y="46616"/>
                  <a:pt x="858121" y="51190"/>
                </a:cubicBezTo>
                <a:cubicBezTo>
                  <a:pt x="853274" y="55762"/>
                  <a:pt x="850484" y="62199"/>
                  <a:pt x="849750" y="70503"/>
                </a:cubicBezTo>
                <a:lnTo>
                  <a:pt x="901311" y="70424"/>
                </a:lnTo>
                <a:close/>
                <a:moveTo>
                  <a:pt x="990483" y="47788"/>
                </a:moveTo>
                <a:cubicBezTo>
                  <a:pt x="988858" y="46819"/>
                  <a:pt x="987090" y="46105"/>
                  <a:pt x="985177" y="45646"/>
                </a:cubicBezTo>
                <a:cubicBezTo>
                  <a:pt x="983265" y="45188"/>
                  <a:pt x="981156" y="44958"/>
                  <a:pt x="978850" y="44958"/>
                </a:cubicBezTo>
                <a:cubicBezTo>
                  <a:pt x="970676" y="44958"/>
                  <a:pt x="964401" y="47625"/>
                  <a:pt x="960026" y="52958"/>
                </a:cubicBezTo>
                <a:cubicBezTo>
                  <a:pt x="955651" y="58290"/>
                  <a:pt x="953463" y="65946"/>
                  <a:pt x="953463" y="75926"/>
                </a:cubicBezTo>
                <a:lnTo>
                  <a:pt x="953463" y="122300"/>
                </a:lnTo>
                <a:lnTo>
                  <a:pt x="938922" y="122300"/>
                </a:lnTo>
                <a:lnTo>
                  <a:pt x="938922" y="34269"/>
                </a:lnTo>
                <a:lnTo>
                  <a:pt x="953463" y="34269"/>
                </a:lnTo>
                <a:lnTo>
                  <a:pt x="953463" y="47945"/>
                </a:lnTo>
                <a:cubicBezTo>
                  <a:pt x="956502" y="42574"/>
                  <a:pt x="960458" y="38585"/>
                  <a:pt x="965331" y="35979"/>
                </a:cubicBezTo>
                <a:cubicBezTo>
                  <a:pt x="970204" y="33372"/>
                  <a:pt x="976125" y="32068"/>
                  <a:pt x="983095" y="32068"/>
                </a:cubicBezTo>
                <a:cubicBezTo>
                  <a:pt x="984090" y="32068"/>
                  <a:pt x="985191" y="32134"/>
                  <a:pt x="986396" y="32265"/>
                </a:cubicBezTo>
                <a:cubicBezTo>
                  <a:pt x="987601" y="32396"/>
                  <a:pt x="988937" y="32592"/>
                  <a:pt x="990404" y="32854"/>
                </a:cubicBezTo>
                <a:lnTo>
                  <a:pt x="990483" y="47788"/>
                </a:lnTo>
                <a:close/>
                <a:moveTo>
                  <a:pt x="1045637" y="77970"/>
                </a:moveTo>
                <a:cubicBezTo>
                  <a:pt x="1033952" y="77970"/>
                  <a:pt x="1025857" y="79313"/>
                  <a:pt x="1021350" y="81998"/>
                </a:cubicBezTo>
                <a:cubicBezTo>
                  <a:pt x="1016844" y="84682"/>
                  <a:pt x="1014591" y="89261"/>
                  <a:pt x="1014591" y="95736"/>
                </a:cubicBezTo>
                <a:cubicBezTo>
                  <a:pt x="1014591" y="100894"/>
                  <a:pt x="1016281" y="104987"/>
                  <a:pt x="1019660" y="108014"/>
                </a:cubicBezTo>
                <a:cubicBezTo>
                  <a:pt x="1023040" y="111040"/>
                  <a:pt x="1027638" y="112553"/>
                  <a:pt x="1033455" y="112553"/>
                </a:cubicBezTo>
                <a:cubicBezTo>
                  <a:pt x="1041472" y="112553"/>
                  <a:pt x="1047904" y="109698"/>
                  <a:pt x="1052750" y="103986"/>
                </a:cubicBezTo>
                <a:cubicBezTo>
                  <a:pt x="1057597" y="98273"/>
                  <a:pt x="1060021" y="90678"/>
                  <a:pt x="1060021" y="81200"/>
                </a:cubicBezTo>
                <a:lnTo>
                  <a:pt x="1060021" y="77970"/>
                </a:lnTo>
                <a:lnTo>
                  <a:pt x="1045637" y="77970"/>
                </a:lnTo>
                <a:moveTo>
                  <a:pt x="1074483" y="71996"/>
                </a:moveTo>
                <a:lnTo>
                  <a:pt x="1074483" y="122300"/>
                </a:lnTo>
                <a:lnTo>
                  <a:pt x="1060021" y="122300"/>
                </a:lnTo>
                <a:lnTo>
                  <a:pt x="1060021" y="108938"/>
                </a:lnTo>
                <a:cubicBezTo>
                  <a:pt x="1056720" y="114309"/>
                  <a:pt x="1052606" y="118271"/>
                  <a:pt x="1047681" y="120826"/>
                </a:cubicBezTo>
                <a:cubicBezTo>
                  <a:pt x="1042755" y="123380"/>
                  <a:pt x="1036729" y="124658"/>
                  <a:pt x="1029603" y="124658"/>
                </a:cubicBezTo>
                <a:cubicBezTo>
                  <a:pt x="1020591" y="124658"/>
                  <a:pt x="1013425" y="122123"/>
                  <a:pt x="1008106" y="117053"/>
                </a:cubicBezTo>
                <a:cubicBezTo>
                  <a:pt x="1002788" y="111982"/>
                  <a:pt x="1000129" y="105190"/>
                  <a:pt x="1000129" y="96679"/>
                </a:cubicBezTo>
                <a:cubicBezTo>
                  <a:pt x="1000129" y="86749"/>
                  <a:pt x="1003443" y="79263"/>
                  <a:pt x="1010071" y="74219"/>
                </a:cubicBezTo>
                <a:cubicBezTo>
                  <a:pt x="1016700" y="69174"/>
                  <a:pt x="1026590" y="66652"/>
                  <a:pt x="1039742" y="66652"/>
                </a:cubicBezTo>
                <a:lnTo>
                  <a:pt x="1060021" y="66652"/>
                </a:lnTo>
                <a:lnTo>
                  <a:pt x="1060021" y="65237"/>
                </a:lnTo>
                <a:cubicBezTo>
                  <a:pt x="1060021" y="58582"/>
                  <a:pt x="1057833" y="53434"/>
                  <a:pt x="1053458" y="49792"/>
                </a:cubicBezTo>
                <a:cubicBezTo>
                  <a:pt x="1049083" y="46151"/>
                  <a:pt x="1042939" y="44330"/>
                  <a:pt x="1035026" y="44330"/>
                </a:cubicBezTo>
                <a:cubicBezTo>
                  <a:pt x="1029996" y="44330"/>
                  <a:pt x="1025097" y="44932"/>
                  <a:pt x="1020329" y="46137"/>
                </a:cubicBezTo>
                <a:cubicBezTo>
                  <a:pt x="1015560" y="47343"/>
                  <a:pt x="1010975" y="49150"/>
                  <a:pt x="1006574" y="51561"/>
                </a:cubicBezTo>
                <a:lnTo>
                  <a:pt x="1006574" y="38199"/>
                </a:lnTo>
                <a:cubicBezTo>
                  <a:pt x="1011866" y="36155"/>
                  <a:pt x="1017001" y="34623"/>
                  <a:pt x="1021979" y="33601"/>
                </a:cubicBezTo>
                <a:cubicBezTo>
                  <a:pt x="1026957" y="32579"/>
                  <a:pt x="1031804" y="32068"/>
                  <a:pt x="1036520" y="32068"/>
                </a:cubicBezTo>
                <a:cubicBezTo>
                  <a:pt x="1049253" y="32068"/>
                  <a:pt x="1058763" y="35369"/>
                  <a:pt x="1065051" y="41972"/>
                </a:cubicBezTo>
                <a:cubicBezTo>
                  <a:pt x="1071339" y="48574"/>
                  <a:pt x="1074483" y="58582"/>
                  <a:pt x="1074483" y="71996"/>
                </a:cubicBezTo>
                <a:close/>
                <a:moveTo>
                  <a:pt x="1118450" y="9275"/>
                </a:moveTo>
                <a:lnTo>
                  <a:pt x="1118450" y="34269"/>
                </a:lnTo>
                <a:lnTo>
                  <a:pt x="1148239" y="34269"/>
                </a:lnTo>
                <a:lnTo>
                  <a:pt x="1148239" y="45587"/>
                </a:lnTo>
                <a:lnTo>
                  <a:pt x="1118450" y="45587"/>
                </a:lnTo>
                <a:lnTo>
                  <a:pt x="1118450" y="93316"/>
                </a:lnTo>
                <a:cubicBezTo>
                  <a:pt x="1118450" y="100487"/>
                  <a:pt x="1119432" y="105093"/>
                  <a:pt x="1121397" y="107135"/>
                </a:cubicBezTo>
                <a:cubicBezTo>
                  <a:pt x="1123362" y="109175"/>
                  <a:pt x="1127358" y="110195"/>
                  <a:pt x="1133384" y="110195"/>
                </a:cubicBezTo>
                <a:lnTo>
                  <a:pt x="1148239" y="110195"/>
                </a:lnTo>
                <a:lnTo>
                  <a:pt x="1148239" y="122300"/>
                </a:lnTo>
                <a:lnTo>
                  <a:pt x="1133384" y="122300"/>
                </a:lnTo>
                <a:cubicBezTo>
                  <a:pt x="1122223" y="122300"/>
                  <a:pt x="1114520" y="120218"/>
                  <a:pt x="1110276" y="116056"/>
                </a:cubicBezTo>
                <a:cubicBezTo>
                  <a:pt x="1106031" y="111892"/>
                  <a:pt x="1103909" y="104312"/>
                  <a:pt x="1103909" y="93316"/>
                </a:cubicBezTo>
                <a:lnTo>
                  <a:pt x="1103909" y="45587"/>
                </a:lnTo>
                <a:lnTo>
                  <a:pt x="1093298" y="45587"/>
                </a:lnTo>
                <a:lnTo>
                  <a:pt x="1093298" y="34269"/>
                </a:lnTo>
                <a:lnTo>
                  <a:pt x="1103909" y="34269"/>
                </a:lnTo>
                <a:lnTo>
                  <a:pt x="1103909" y="9275"/>
                </a:lnTo>
                <a:lnTo>
                  <a:pt x="1118450" y="9275"/>
                </a:lnTo>
                <a:close/>
                <a:moveTo>
                  <a:pt x="1242542" y="74669"/>
                </a:moveTo>
                <a:lnTo>
                  <a:pt x="1242542" y="81743"/>
                </a:lnTo>
                <a:lnTo>
                  <a:pt x="1176048" y="81743"/>
                </a:lnTo>
                <a:cubicBezTo>
                  <a:pt x="1176677" y="91725"/>
                  <a:pt x="1179676" y="99329"/>
                  <a:pt x="1185047" y="104556"/>
                </a:cubicBezTo>
                <a:cubicBezTo>
                  <a:pt x="1190418" y="109783"/>
                  <a:pt x="1197898" y="112396"/>
                  <a:pt x="1207487" y="112396"/>
                </a:cubicBezTo>
                <a:cubicBezTo>
                  <a:pt x="1213042" y="112396"/>
                  <a:pt x="1218426" y="111715"/>
                  <a:pt x="1223639" y="110353"/>
                </a:cubicBezTo>
                <a:cubicBezTo>
                  <a:pt x="1228853" y="108990"/>
                  <a:pt x="1234027" y="106947"/>
                  <a:pt x="1239163" y="104222"/>
                </a:cubicBezTo>
                <a:lnTo>
                  <a:pt x="1239163" y="117898"/>
                </a:lnTo>
                <a:cubicBezTo>
                  <a:pt x="1233975" y="120099"/>
                  <a:pt x="1228657" y="121776"/>
                  <a:pt x="1223207" y="122928"/>
                </a:cubicBezTo>
                <a:cubicBezTo>
                  <a:pt x="1217758" y="124081"/>
                  <a:pt x="1212229" y="124658"/>
                  <a:pt x="1206623" y="124658"/>
                </a:cubicBezTo>
                <a:cubicBezTo>
                  <a:pt x="1192580" y="124658"/>
                  <a:pt x="1181458" y="120564"/>
                  <a:pt x="1173258" y="112377"/>
                </a:cubicBezTo>
                <a:cubicBezTo>
                  <a:pt x="1165057" y="104188"/>
                  <a:pt x="1160957" y="93112"/>
                  <a:pt x="1160957" y="79151"/>
                </a:cubicBezTo>
                <a:cubicBezTo>
                  <a:pt x="1160957" y="64717"/>
                  <a:pt x="1164847" y="53261"/>
                  <a:pt x="1172629" y="44784"/>
                </a:cubicBezTo>
                <a:cubicBezTo>
                  <a:pt x="1180410" y="36307"/>
                  <a:pt x="1190903" y="32068"/>
                  <a:pt x="1204108" y="32068"/>
                </a:cubicBezTo>
                <a:cubicBezTo>
                  <a:pt x="1215950" y="32068"/>
                  <a:pt x="1225316" y="35888"/>
                  <a:pt x="1232207" y="43526"/>
                </a:cubicBezTo>
                <a:cubicBezTo>
                  <a:pt x="1239097" y="51164"/>
                  <a:pt x="1242542" y="61544"/>
                  <a:pt x="1242542" y="74669"/>
                </a:cubicBezTo>
                <a:moveTo>
                  <a:pt x="1228080" y="70424"/>
                </a:moveTo>
                <a:cubicBezTo>
                  <a:pt x="1227975" y="62488"/>
                  <a:pt x="1225762" y="56155"/>
                  <a:pt x="1221439" y="51426"/>
                </a:cubicBezTo>
                <a:cubicBezTo>
                  <a:pt x="1217116" y="46695"/>
                  <a:pt x="1211391" y="44330"/>
                  <a:pt x="1204265" y="44330"/>
                </a:cubicBezTo>
                <a:cubicBezTo>
                  <a:pt x="1196195" y="44330"/>
                  <a:pt x="1189737" y="46616"/>
                  <a:pt x="1184890" y="51190"/>
                </a:cubicBezTo>
                <a:cubicBezTo>
                  <a:pt x="1180043" y="55762"/>
                  <a:pt x="1177253" y="62199"/>
                  <a:pt x="1176519" y="70503"/>
                </a:cubicBezTo>
                <a:lnTo>
                  <a:pt x="1228080" y="70424"/>
                </a:lnTo>
                <a:close/>
                <a:moveTo>
                  <a:pt x="1373545" y="67202"/>
                </a:moveTo>
                <a:cubicBezTo>
                  <a:pt x="1376951" y="68356"/>
                  <a:pt x="1380266" y="70822"/>
                  <a:pt x="1383488" y="74600"/>
                </a:cubicBezTo>
                <a:cubicBezTo>
                  <a:pt x="1386711" y="78376"/>
                  <a:pt x="1389946" y="83569"/>
                  <a:pt x="1393195" y="90180"/>
                </a:cubicBezTo>
                <a:lnTo>
                  <a:pt x="1409308" y="122300"/>
                </a:lnTo>
                <a:lnTo>
                  <a:pt x="1392252" y="122300"/>
                </a:lnTo>
                <a:lnTo>
                  <a:pt x="1377239" y="92150"/>
                </a:lnTo>
                <a:cubicBezTo>
                  <a:pt x="1373362" y="84277"/>
                  <a:pt x="1369602" y="79055"/>
                  <a:pt x="1365961" y="76484"/>
                </a:cubicBezTo>
                <a:cubicBezTo>
                  <a:pt x="1362319" y="73911"/>
                  <a:pt x="1357354" y="72625"/>
                  <a:pt x="1351066" y="72625"/>
                </a:cubicBezTo>
                <a:lnTo>
                  <a:pt x="1333774" y="72625"/>
                </a:lnTo>
                <a:lnTo>
                  <a:pt x="1333774" y="122300"/>
                </a:lnTo>
                <a:lnTo>
                  <a:pt x="1317897" y="122300"/>
                </a:lnTo>
                <a:lnTo>
                  <a:pt x="1317897" y="4873"/>
                </a:lnTo>
                <a:lnTo>
                  <a:pt x="1353738" y="4873"/>
                </a:lnTo>
                <a:cubicBezTo>
                  <a:pt x="1367153" y="4873"/>
                  <a:pt x="1377161" y="7676"/>
                  <a:pt x="1383763" y="13283"/>
                </a:cubicBezTo>
                <a:cubicBezTo>
                  <a:pt x="1390365" y="18890"/>
                  <a:pt x="1393667" y="27352"/>
                  <a:pt x="1393667" y="38671"/>
                </a:cubicBezTo>
                <a:cubicBezTo>
                  <a:pt x="1393667" y="46059"/>
                  <a:pt x="1391951" y="52190"/>
                  <a:pt x="1388518" y="57063"/>
                </a:cubicBezTo>
                <a:cubicBezTo>
                  <a:pt x="1385086" y="61936"/>
                  <a:pt x="1380095" y="65316"/>
                  <a:pt x="1373545" y="67202"/>
                </a:cubicBezTo>
                <a:moveTo>
                  <a:pt x="1333774" y="17921"/>
                </a:moveTo>
                <a:lnTo>
                  <a:pt x="1333774" y="59578"/>
                </a:lnTo>
                <a:lnTo>
                  <a:pt x="1353738" y="59578"/>
                </a:lnTo>
                <a:cubicBezTo>
                  <a:pt x="1361389" y="59578"/>
                  <a:pt x="1367166" y="57809"/>
                  <a:pt x="1371069" y="54272"/>
                </a:cubicBezTo>
                <a:cubicBezTo>
                  <a:pt x="1374973" y="50735"/>
                  <a:pt x="1376925" y="45535"/>
                  <a:pt x="1376925" y="38671"/>
                </a:cubicBezTo>
                <a:cubicBezTo>
                  <a:pt x="1376925" y="31806"/>
                  <a:pt x="1374973" y="26632"/>
                  <a:pt x="1371069" y="23147"/>
                </a:cubicBezTo>
                <a:cubicBezTo>
                  <a:pt x="1367166" y="19663"/>
                  <a:pt x="1361389" y="17921"/>
                  <a:pt x="1353738" y="17921"/>
                </a:cubicBezTo>
                <a:lnTo>
                  <a:pt x="1333774" y="17921"/>
                </a:lnTo>
                <a:close/>
                <a:moveTo>
                  <a:pt x="1497036" y="74669"/>
                </a:moveTo>
                <a:lnTo>
                  <a:pt x="1497036" y="81743"/>
                </a:lnTo>
                <a:lnTo>
                  <a:pt x="1430541" y="81743"/>
                </a:lnTo>
                <a:cubicBezTo>
                  <a:pt x="1431170" y="91725"/>
                  <a:pt x="1434170" y="99329"/>
                  <a:pt x="1439541" y="104556"/>
                </a:cubicBezTo>
                <a:cubicBezTo>
                  <a:pt x="1444912" y="109783"/>
                  <a:pt x="1452392" y="112396"/>
                  <a:pt x="1461981" y="112396"/>
                </a:cubicBezTo>
                <a:cubicBezTo>
                  <a:pt x="1467535" y="112396"/>
                  <a:pt x="1472919" y="111715"/>
                  <a:pt x="1478133" y="110353"/>
                </a:cubicBezTo>
                <a:cubicBezTo>
                  <a:pt x="1483347" y="108990"/>
                  <a:pt x="1488521" y="106947"/>
                  <a:pt x="1493656" y="104222"/>
                </a:cubicBezTo>
                <a:lnTo>
                  <a:pt x="1493656" y="117898"/>
                </a:lnTo>
                <a:cubicBezTo>
                  <a:pt x="1488469" y="120099"/>
                  <a:pt x="1483150" y="121776"/>
                  <a:pt x="1477701" y="122928"/>
                </a:cubicBezTo>
                <a:cubicBezTo>
                  <a:pt x="1472251" y="124081"/>
                  <a:pt x="1466723" y="124658"/>
                  <a:pt x="1461116" y="124658"/>
                </a:cubicBezTo>
                <a:cubicBezTo>
                  <a:pt x="1447073" y="124658"/>
                  <a:pt x="1435952" y="120564"/>
                  <a:pt x="1427751" y="112377"/>
                </a:cubicBezTo>
                <a:cubicBezTo>
                  <a:pt x="1419551" y="104188"/>
                  <a:pt x="1415450" y="93112"/>
                  <a:pt x="1415450" y="79151"/>
                </a:cubicBezTo>
                <a:cubicBezTo>
                  <a:pt x="1415450" y="64717"/>
                  <a:pt x="1419341" y="53261"/>
                  <a:pt x="1427122" y="44784"/>
                </a:cubicBezTo>
                <a:cubicBezTo>
                  <a:pt x="1434904" y="36307"/>
                  <a:pt x="1445396" y="32068"/>
                  <a:pt x="1458601" y="32068"/>
                </a:cubicBezTo>
                <a:cubicBezTo>
                  <a:pt x="1470443" y="32068"/>
                  <a:pt x="1479810" y="35888"/>
                  <a:pt x="1486700" y="43526"/>
                </a:cubicBezTo>
                <a:cubicBezTo>
                  <a:pt x="1493591" y="51164"/>
                  <a:pt x="1497036" y="61544"/>
                  <a:pt x="1497036" y="74669"/>
                </a:cubicBezTo>
                <a:moveTo>
                  <a:pt x="1482574" y="70424"/>
                </a:moveTo>
                <a:cubicBezTo>
                  <a:pt x="1482469" y="62488"/>
                  <a:pt x="1480255" y="56155"/>
                  <a:pt x="1475932" y="51426"/>
                </a:cubicBezTo>
                <a:cubicBezTo>
                  <a:pt x="1471609" y="46695"/>
                  <a:pt x="1465885" y="44330"/>
                  <a:pt x="1458758" y="44330"/>
                </a:cubicBezTo>
                <a:cubicBezTo>
                  <a:pt x="1450689" y="44330"/>
                  <a:pt x="1444231" y="46616"/>
                  <a:pt x="1439384" y="51190"/>
                </a:cubicBezTo>
                <a:cubicBezTo>
                  <a:pt x="1434537" y="55762"/>
                  <a:pt x="1431747" y="62199"/>
                  <a:pt x="1431013" y="70503"/>
                </a:cubicBezTo>
                <a:lnTo>
                  <a:pt x="1482574" y="70424"/>
                </a:lnTo>
                <a:close/>
                <a:moveTo>
                  <a:pt x="1534726" y="109095"/>
                </a:moveTo>
                <a:lnTo>
                  <a:pt x="1534726" y="155783"/>
                </a:lnTo>
                <a:lnTo>
                  <a:pt x="1520185" y="155783"/>
                </a:lnTo>
                <a:lnTo>
                  <a:pt x="1520185" y="34269"/>
                </a:lnTo>
                <a:lnTo>
                  <a:pt x="1534726" y="34269"/>
                </a:lnTo>
                <a:lnTo>
                  <a:pt x="1534726" y="47631"/>
                </a:lnTo>
                <a:cubicBezTo>
                  <a:pt x="1537765" y="42365"/>
                  <a:pt x="1541603" y="38454"/>
                  <a:pt x="1546241" y="35900"/>
                </a:cubicBezTo>
                <a:cubicBezTo>
                  <a:pt x="1550878" y="33346"/>
                  <a:pt x="1556419" y="32068"/>
                  <a:pt x="1562864" y="32068"/>
                </a:cubicBezTo>
                <a:cubicBezTo>
                  <a:pt x="1573554" y="32068"/>
                  <a:pt x="1582239" y="36320"/>
                  <a:pt x="1588920" y="44823"/>
                </a:cubicBezTo>
                <a:cubicBezTo>
                  <a:pt x="1595601" y="53327"/>
                  <a:pt x="1598941" y="64507"/>
                  <a:pt x="1598941" y="78363"/>
                </a:cubicBezTo>
                <a:cubicBezTo>
                  <a:pt x="1598941" y="92219"/>
                  <a:pt x="1595601" y="103399"/>
                  <a:pt x="1588920" y="111902"/>
                </a:cubicBezTo>
                <a:cubicBezTo>
                  <a:pt x="1582239" y="120406"/>
                  <a:pt x="1573554" y="124658"/>
                  <a:pt x="1562864" y="124658"/>
                </a:cubicBezTo>
                <a:cubicBezTo>
                  <a:pt x="1556419" y="124658"/>
                  <a:pt x="1550878" y="123380"/>
                  <a:pt x="1546241" y="120826"/>
                </a:cubicBezTo>
                <a:cubicBezTo>
                  <a:pt x="1541603" y="118271"/>
                  <a:pt x="1537765" y="114361"/>
                  <a:pt x="1534726" y="109095"/>
                </a:cubicBezTo>
                <a:moveTo>
                  <a:pt x="1583929" y="78363"/>
                </a:moveTo>
                <a:cubicBezTo>
                  <a:pt x="1583929" y="67701"/>
                  <a:pt x="1581741" y="59338"/>
                  <a:pt x="1577366" y="53273"/>
                </a:cubicBezTo>
                <a:cubicBezTo>
                  <a:pt x="1572991" y="47206"/>
                  <a:pt x="1566978" y="44172"/>
                  <a:pt x="1559327" y="44172"/>
                </a:cubicBezTo>
                <a:cubicBezTo>
                  <a:pt x="1551677" y="44172"/>
                  <a:pt x="1545664" y="47206"/>
                  <a:pt x="1541289" y="53273"/>
                </a:cubicBezTo>
                <a:cubicBezTo>
                  <a:pt x="1536914" y="59338"/>
                  <a:pt x="1534726" y="67701"/>
                  <a:pt x="1534726" y="78363"/>
                </a:cubicBezTo>
                <a:cubicBezTo>
                  <a:pt x="1534726" y="89025"/>
                  <a:pt x="1536914" y="97389"/>
                  <a:pt x="1541289" y="103456"/>
                </a:cubicBezTo>
                <a:cubicBezTo>
                  <a:pt x="1545664" y="109521"/>
                  <a:pt x="1551677" y="112553"/>
                  <a:pt x="1559327" y="112553"/>
                </a:cubicBezTo>
                <a:cubicBezTo>
                  <a:pt x="1566978" y="112553"/>
                  <a:pt x="1572991" y="109521"/>
                  <a:pt x="1577366" y="103456"/>
                </a:cubicBezTo>
                <a:cubicBezTo>
                  <a:pt x="1581741" y="97389"/>
                  <a:pt x="1583929" y="89025"/>
                  <a:pt x="1583929" y="78363"/>
                </a:cubicBezTo>
                <a:close/>
                <a:moveTo>
                  <a:pt x="1673801" y="47788"/>
                </a:moveTo>
                <a:cubicBezTo>
                  <a:pt x="1672177" y="46819"/>
                  <a:pt x="1670408" y="46105"/>
                  <a:pt x="1668496" y="45646"/>
                </a:cubicBezTo>
                <a:cubicBezTo>
                  <a:pt x="1666583" y="45188"/>
                  <a:pt x="1664474" y="44958"/>
                  <a:pt x="1662169" y="44958"/>
                </a:cubicBezTo>
                <a:cubicBezTo>
                  <a:pt x="1653994" y="44958"/>
                  <a:pt x="1647719" y="47625"/>
                  <a:pt x="1643344" y="52958"/>
                </a:cubicBezTo>
                <a:cubicBezTo>
                  <a:pt x="1638969" y="58290"/>
                  <a:pt x="1636781" y="65946"/>
                  <a:pt x="1636781" y="75926"/>
                </a:cubicBezTo>
                <a:lnTo>
                  <a:pt x="1636781" y="122300"/>
                </a:lnTo>
                <a:lnTo>
                  <a:pt x="1622240" y="122300"/>
                </a:lnTo>
                <a:lnTo>
                  <a:pt x="1622240" y="34269"/>
                </a:lnTo>
                <a:lnTo>
                  <a:pt x="1636781" y="34269"/>
                </a:lnTo>
                <a:lnTo>
                  <a:pt x="1636781" y="47945"/>
                </a:lnTo>
                <a:cubicBezTo>
                  <a:pt x="1639820" y="42574"/>
                  <a:pt x="1643776" y="38585"/>
                  <a:pt x="1648650" y="35979"/>
                </a:cubicBezTo>
                <a:cubicBezTo>
                  <a:pt x="1653523" y="33372"/>
                  <a:pt x="1659444" y="32068"/>
                  <a:pt x="1666413" y="32068"/>
                </a:cubicBezTo>
                <a:cubicBezTo>
                  <a:pt x="1667408" y="32068"/>
                  <a:pt x="1668509" y="32134"/>
                  <a:pt x="1669714" y="32265"/>
                </a:cubicBezTo>
                <a:cubicBezTo>
                  <a:pt x="1670919" y="32396"/>
                  <a:pt x="1672255" y="32592"/>
                  <a:pt x="1673723" y="32854"/>
                </a:cubicBezTo>
                <a:lnTo>
                  <a:pt x="1673801" y="47788"/>
                </a:lnTo>
                <a:close/>
                <a:moveTo>
                  <a:pt x="1760705" y="74669"/>
                </a:moveTo>
                <a:lnTo>
                  <a:pt x="1760705" y="81743"/>
                </a:lnTo>
                <a:lnTo>
                  <a:pt x="1694211" y="81743"/>
                </a:lnTo>
                <a:cubicBezTo>
                  <a:pt x="1694839" y="91725"/>
                  <a:pt x="1697839" y="99329"/>
                  <a:pt x="1703210" y="104556"/>
                </a:cubicBezTo>
                <a:cubicBezTo>
                  <a:pt x="1708581" y="109783"/>
                  <a:pt x="1716061" y="112396"/>
                  <a:pt x="1725650" y="112396"/>
                </a:cubicBezTo>
                <a:cubicBezTo>
                  <a:pt x="1731204" y="112396"/>
                  <a:pt x="1736588" y="111715"/>
                  <a:pt x="1741802" y="110353"/>
                </a:cubicBezTo>
                <a:cubicBezTo>
                  <a:pt x="1747016" y="108990"/>
                  <a:pt x="1752190" y="106947"/>
                  <a:pt x="1757325" y="104222"/>
                </a:cubicBezTo>
                <a:lnTo>
                  <a:pt x="1757325" y="117898"/>
                </a:lnTo>
                <a:cubicBezTo>
                  <a:pt x="1752138" y="120099"/>
                  <a:pt x="1746819" y="121776"/>
                  <a:pt x="1741370" y="122928"/>
                </a:cubicBezTo>
                <a:cubicBezTo>
                  <a:pt x="1735920" y="124081"/>
                  <a:pt x="1730392" y="124658"/>
                  <a:pt x="1724785" y="124658"/>
                </a:cubicBezTo>
                <a:cubicBezTo>
                  <a:pt x="1710743" y="124658"/>
                  <a:pt x="1699621" y="120564"/>
                  <a:pt x="1691420" y="112377"/>
                </a:cubicBezTo>
                <a:cubicBezTo>
                  <a:pt x="1683220" y="104188"/>
                  <a:pt x="1679120" y="93112"/>
                  <a:pt x="1679120" y="79151"/>
                </a:cubicBezTo>
                <a:cubicBezTo>
                  <a:pt x="1679120" y="64717"/>
                  <a:pt x="1683010" y="53261"/>
                  <a:pt x="1690792" y="44784"/>
                </a:cubicBezTo>
                <a:cubicBezTo>
                  <a:pt x="1698573" y="36307"/>
                  <a:pt x="1709066" y="32068"/>
                  <a:pt x="1722270" y="32068"/>
                </a:cubicBezTo>
                <a:cubicBezTo>
                  <a:pt x="1734113" y="32068"/>
                  <a:pt x="1743479" y="35888"/>
                  <a:pt x="1750369" y="43526"/>
                </a:cubicBezTo>
                <a:cubicBezTo>
                  <a:pt x="1757260" y="51164"/>
                  <a:pt x="1760705" y="61544"/>
                  <a:pt x="1760705" y="74669"/>
                </a:cubicBezTo>
                <a:moveTo>
                  <a:pt x="1746243" y="70424"/>
                </a:moveTo>
                <a:cubicBezTo>
                  <a:pt x="1746138" y="62488"/>
                  <a:pt x="1743924" y="56155"/>
                  <a:pt x="1739601" y="51426"/>
                </a:cubicBezTo>
                <a:cubicBezTo>
                  <a:pt x="1735278" y="46695"/>
                  <a:pt x="1729554" y="44330"/>
                  <a:pt x="1722428" y="44330"/>
                </a:cubicBezTo>
                <a:cubicBezTo>
                  <a:pt x="1714358" y="44330"/>
                  <a:pt x="1707900" y="46616"/>
                  <a:pt x="1703053" y="51190"/>
                </a:cubicBezTo>
                <a:cubicBezTo>
                  <a:pt x="1698206" y="55762"/>
                  <a:pt x="1695416" y="62199"/>
                  <a:pt x="1694682" y="70503"/>
                </a:cubicBezTo>
                <a:lnTo>
                  <a:pt x="1746243" y="70424"/>
                </a:lnTo>
                <a:close/>
                <a:moveTo>
                  <a:pt x="1840524" y="36784"/>
                </a:moveTo>
                <a:lnTo>
                  <a:pt x="1840524" y="50460"/>
                </a:lnTo>
                <a:cubicBezTo>
                  <a:pt x="1836437" y="48364"/>
                  <a:pt x="1832193" y="46792"/>
                  <a:pt x="1827791" y="45744"/>
                </a:cubicBezTo>
                <a:cubicBezTo>
                  <a:pt x="1823390" y="44696"/>
                  <a:pt x="1818831" y="44172"/>
                  <a:pt x="1814115" y="44172"/>
                </a:cubicBezTo>
                <a:cubicBezTo>
                  <a:pt x="1806936" y="44172"/>
                  <a:pt x="1801552" y="45275"/>
                  <a:pt x="1797963" y="47481"/>
                </a:cubicBezTo>
                <a:cubicBezTo>
                  <a:pt x="1794374" y="49687"/>
                  <a:pt x="1792579" y="52995"/>
                  <a:pt x="1792579" y="57407"/>
                </a:cubicBezTo>
                <a:cubicBezTo>
                  <a:pt x="1792579" y="60767"/>
                  <a:pt x="1793863" y="63405"/>
                  <a:pt x="1796430" y="65323"/>
                </a:cubicBezTo>
                <a:cubicBezTo>
                  <a:pt x="1798998" y="67240"/>
                  <a:pt x="1804159" y="69065"/>
                  <a:pt x="1811914" y="70798"/>
                </a:cubicBezTo>
                <a:lnTo>
                  <a:pt x="1816866" y="71903"/>
                </a:lnTo>
                <a:cubicBezTo>
                  <a:pt x="1827136" y="74107"/>
                  <a:pt x="1834433" y="77218"/>
                  <a:pt x="1838756" y="81234"/>
                </a:cubicBezTo>
                <a:cubicBezTo>
                  <a:pt x="1843079" y="85249"/>
                  <a:pt x="1845240" y="90853"/>
                  <a:pt x="1845240" y="98045"/>
                </a:cubicBezTo>
                <a:cubicBezTo>
                  <a:pt x="1845240" y="106234"/>
                  <a:pt x="1842005" y="112716"/>
                  <a:pt x="1835533" y="117493"/>
                </a:cubicBezTo>
                <a:cubicBezTo>
                  <a:pt x="1829062" y="122269"/>
                  <a:pt x="1820167" y="124658"/>
                  <a:pt x="1808849" y="124658"/>
                </a:cubicBezTo>
                <a:cubicBezTo>
                  <a:pt x="1804133" y="124658"/>
                  <a:pt x="1799221" y="124199"/>
                  <a:pt x="1794112" y="123282"/>
                </a:cubicBezTo>
                <a:cubicBezTo>
                  <a:pt x="1789003" y="122365"/>
                  <a:pt x="1783619" y="120990"/>
                  <a:pt x="1777960" y="119156"/>
                </a:cubicBezTo>
                <a:lnTo>
                  <a:pt x="1777960" y="104222"/>
                </a:lnTo>
                <a:cubicBezTo>
                  <a:pt x="1783304" y="106999"/>
                  <a:pt x="1788570" y="109082"/>
                  <a:pt x="1793758" y="110471"/>
                </a:cubicBezTo>
                <a:cubicBezTo>
                  <a:pt x="1798946" y="111859"/>
                  <a:pt x="1804081" y="112553"/>
                  <a:pt x="1809163" y="112553"/>
                </a:cubicBezTo>
                <a:cubicBezTo>
                  <a:pt x="1815975" y="112553"/>
                  <a:pt x="1821215" y="111385"/>
                  <a:pt x="1824883" y="109048"/>
                </a:cubicBezTo>
                <a:cubicBezTo>
                  <a:pt x="1828551" y="106712"/>
                  <a:pt x="1830385" y="103417"/>
                  <a:pt x="1830385" y="99165"/>
                </a:cubicBezTo>
                <a:cubicBezTo>
                  <a:pt x="1830385" y="95226"/>
                  <a:pt x="1829062" y="92207"/>
                  <a:pt x="1826416" y="90106"/>
                </a:cubicBezTo>
                <a:cubicBezTo>
                  <a:pt x="1823770" y="88005"/>
                  <a:pt x="1817966" y="85984"/>
                  <a:pt x="1809006" y="84042"/>
                </a:cubicBezTo>
                <a:lnTo>
                  <a:pt x="1803976" y="82860"/>
                </a:lnTo>
                <a:cubicBezTo>
                  <a:pt x="1795016" y="80971"/>
                  <a:pt x="1788544" y="78071"/>
                  <a:pt x="1784562" y="74160"/>
                </a:cubicBezTo>
                <a:cubicBezTo>
                  <a:pt x="1780580" y="70248"/>
                  <a:pt x="1778588" y="64880"/>
                  <a:pt x="1778588" y="58055"/>
                </a:cubicBezTo>
                <a:cubicBezTo>
                  <a:pt x="1778588" y="49760"/>
                  <a:pt x="1781523" y="43355"/>
                  <a:pt x="1787392" y="38840"/>
                </a:cubicBezTo>
                <a:cubicBezTo>
                  <a:pt x="1793260" y="34326"/>
                  <a:pt x="1801592" y="32068"/>
                  <a:pt x="1812386" y="32068"/>
                </a:cubicBezTo>
                <a:cubicBezTo>
                  <a:pt x="1817731" y="32068"/>
                  <a:pt x="1822761" y="32461"/>
                  <a:pt x="1827477" y="33247"/>
                </a:cubicBezTo>
                <a:cubicBezTo>
                  <a:pt x="1832193" y="34033"/>
                  <a:pt x="1836542" y="35212"/>
                  <a:pt x="1840524" y="36784"/>
                </a:cubicBezTo>
                <a:close/>
                <a:moveTo>
                  <a:pt x="1943407" y="74669"/>
                </a:moveTo>
                <a:lnTo>
                  <a:pt x="1943407" y="81743"/>
                </a:lnTo>
                <a:lnTo>
                  <a:pt x="1876912" y="81743"/>
                </a:lnTo>
                <a:cubicBezTo>
                  <a:pt x="1877541" y="91725"/>
                  <a:pt x="1880541" y="99329"/>
                  <a:pt x="1885912" y="104556"/>
                </a:cubicBezTo>
                <a:cubicBezTo>
                  <a:pt x="1891283" y="109783"/>
                  <a:pt x="1898763" y="112396"/>
                  <a:pt x="1908352" y="112396"/>
                </a:cubicBezTo>
                <a:cubicBezTo>
                  <a:pt x="1913906" y="112396"/>
                  <a:pt x="1919290" y="111715"/>
                  <a:pt x="1924504" y="110353"/>
                </a:cubicBezTo>
                <a:cubicBezTo>
                  <a:pt x="1929718" y="108990"/>
                  <a:pt x="1934892" y="106947"/>
                  <a:pt x="1940027" y="104222"/>
                </a:cubicBezTo>
                <a:lnTo>
                  <a:pt x="1940027" y="117898"/>
                </a:lnTo>
                <a:cubicBezTo>
                  <a:pt x="1934840" y="120099"/>
                  <a:pt x="1929521" y="121776"/>
                  <a:pt x="1924072" y="122928"/>
                </a:cubicBezTo>
                <a:cubicBezTo>
                  <a:pt x="1918622" y="124081"/>
                  <a:pt x="1913094" y="124658"/>
                  <a:pt x="1907487" y="124658"/>
                </a:cubicBezTo>
                <a:cubicBezTo>
                  <a:pt x="1893444" y="124658"/>
                  <a:pt x="1882322" y="120564"/>
                  <a:pt x="1874122" y="112377"/>
                </a:cubicBezTo>
                <a:cubicBezTo>
                  <a:pt x="1865922" y="104188"/>
                  <a:pt x="1861821" y="93112"/>
                  <a:pt x="1861821" y="79151"/>
                </a:cubicBezTo>
                <a:cubicBezTo>
                  <a:pt x="1861821" y="64717"/>
                  <a:pt x="1865712" y="53261"/>
                  <a:pt x="1873493" y="44784"/>
                </a:cubicBezTo>
                <a:cubicBezTo>
                  <a:pt x="1881274" y="36307"/>
                  <a:pt x="1891767" y="32068"/>
                  <a:pt x="1904972" y="32068"/>
                </a:cubicBezTo>
                <a:cubicBezTo>
                  <a:pt x="1916814" y="32068"/>
                  <a:pt x="1926181" y="35888"/>
                  <a:pt x="1933071" y="43526"/>
                </a:cubicBezTo>
                <a:cubicBezTo>
                  <a:pt x="1939962" y="51164"/>
                  <a:pt x="1943407" y="61544"/>
                  <a:pt x="1943407" y="74669"/>
                </a:cubicBezTo>
                <a:moveTo>
                  <a:pt x="1928945" y="70424"/>
                </a:moveTo>
                <a:cubicBezTo>
                  <a:pt x="1928840" y="62488"/>
                  <a:pt x="1926626" y="56155"/>
                  <a:pt x="1922303" y="51426"/>
                </a:cubicBezTo>
                <a:cubicBezTo>
                  <a:pt x="1917980" y="46695"/>
                  <a:pt x="1912256" y="44330"/>
                  <a:pt x="1905129" y="44330"/>
                </a:cubicBezTo>
                <a:cubicBezTo>
                  <a:pt x="1897060" y="44330"/>
                  <a:pt x="1890602" y="46616"/>
                  <a:pt x="1885755" y="51190"/>
                </a:cubicBezTo>
                <a:cubicBezTo>
                  <a:pt x="1880908" y="55762"/>
                  <a:pt x="1878117" y="62199"/>
                  <a:pt x="1877384" y="70503"/>
                </a:cubicBezTo>
                <a:lnTo>
                  <a:pt x="1928945" y="70424"/>
                </a:lnTo>
                <a:close/>
                <a:moveTo>
                  <a:pt x="2040281" y="69167"/>
                </a:moveTo>
                <a:lnTo>
                  <a:pt x="2040281" y="122300"/>
                </a:lnTo>
                <a:lnTo>
                  <a:pt x="2025819" y="122300"/>
                </a:lnTo>
                <a:lnTo>
                  <a:pt x="2025819" y="69638"/>
                </a:lnTo>
                <a:cubicBezTo>
                  <a:pt x="2025819" y="61281"/>
                  <a:pt x="2024194" y="55026"/>
                  <a:pt x="2020946" y="50873"/>
                </a:cubicBezTo>
                <a:cubicBezTo>
                  <a:pt x="2017697" y="46720"/>
                  <a:pt x="2012824" y="44644"/>
                  <a:pt x="2006326" y="44644"/>
                </a:cubicBezTo>
                <a:cubicBezTo>
                  <a:pt x="1998519" y="44644"/>
                  <a:pt x="1992362" y="47140"/>
                  <a:pt x="1987856" y="52133"/>
                </a:cubicBezTo>
                <a:cubicBezTo>
                  <a:pt x="1983349" y="57124"/>
                  <a:pt x="1981096" y="63929"/>
                  <a:pt x="1981096" y="72547"/>
                </a:cubicBezTo>
                <a:lnTo>
                  <a:pt x="1981096" y="122300"/>
                </a:lnTo>
                <a:lnTo>
                  <a:pt x="1966555" y="122300"/>
                </a:lnTo>
                <a:lnTo>
                  <a:pt x="1966555" y="34269"/>
                </a:lnTo>
                <a:lnTo>
                  <a:pt x="1981096" y="34269"/>
                </a:lnTo>
                <a:lnTo>
                  <a:pt x="1981096" y="47945"/>
                </a:lnTo>
                <a:cubicBezTo>
                  <a:pt x="1984555" y="42627"/>
                  <a:pt x="1988629" y="38651"/>
                  <a:pt x="1993318" y="36018"/>
                </a:cubicBezTo>
                <a:cubicBezTo>
                  <a:pt x="1998008" y="33385"/>
                  <a:pt x="2003418" y="32068"/>
                  <a:pt x="2009549" y="32068"/>
                </a:cubicBezTo>
                <a:cubicBezTo>
                  <a:pt x="2019662" y="32068"/>
                  <a:pt x="2027312" y="35206"/>
                  <a:pt x="2032500" y="41480"/>
                </a:cubicBezTo>
                <a:cubicBezTo>
                  <a:pt x="2037687" y="47755"/>
                  <a:pt x="2040281" y="56984"/>
                  <a:pt x="2040281" y="69167"/>
                </a:cubicBezTo>
                <a:close/>
                <a:moveTo>
                  <a:pt x="2083305" y="9275"/>
                </a:moveTo>
                <a:lnTo>
                  <a:pt x="2083305" y="34269"/>
                </a:lnTo>
                <a:lnTo>
                  <a:pt x="2113094" y="34269"/>
                </a:lnTo>
                <a:lnTo>
                  <a:pt x="2113094" y="45587"/>
                </a:lnTo>
                <a:lnTo>
                  <a:pt x="2083305" y="45587"/>
                </a:lnTo>
                <a:lnTo>
                  <a:pt x="2083305" y="93316"/>
                </a:lnTo>
                <a:cubicBezTo>
                  <a:pt x="2083305" y="100487"/>
                  <a:pt x="2084287" y="105093"/>
                  <a:pt x="2086252" y="107135"/>
                </a:cubicBezTo>
                <a:cubicBezTo>
                  <a:pt x="2088217" y="109175"/>
                  <a:pt x="2092213" y="110195"/>
                  <a:pt x="2098239" y="110195"/>
                </a:cubicBezTo>
                <a:lnTo>
                  <a:pt x="2113094" y="110195"/>
                </a:lnTo>
                <a:lnTo>
                  <a:pt x="2113094" y="122300"/>
                </a:lnTo>
                <a:lnTo>
                  <a:pt x="2098239" y="122300"/>
                </a:lnTo>
                <a:cubicBezTo>
                  <a:pt x="2087078" y="122300"/>
                  <a:pt x="2079375" y="120218"/>
                  <a:pt x="2075131" y="116056"/>
                </a:cubicBezTo>
                <a:cubicBezTo>
                  <a:pt x="2070886" y="111892"/>
                  <a:pt x="2068764" y="104312"/>
                  <a:pt x="2068764" y="93316"/>
                </a:cubicBezTo>
                <a:lnTo>
                  <a:pt x="2068764" y="45587"/>
                </a:lnTo>
                <a:lnTo>
                  <a:pt x="2058153" y="45587"/>
                </a:lnTo>
                <a:lnTo>
                  <a:pt x="2058153" y="34269"/>
                </a:lnTo>
                <a:lnTo>
                  <a:pt x="2068764" y="34269"/>
                </a:lnTo>
                <a:lnTo>
                  <a:pt x="2068764" y="9275"/>
                </a:lnTo>
                <a:lnTo>
                  <a:pt x="2083305" y="9275"/>
                </a:lnTo>
                <a:close/>
                <a:moveTo>
                  <a:pt x="2172107" y="77970"/>
                </a:moveTo>
                <a:cubicBezTo>
                  <a:pt x="2160422" y="77970"/>
                  <a:pt x="2152326" y="79313"/>
                  <a:pt x="2147820" y="81998"/>
                </a:cubicBezTo>
                <a:cubicBezTo>
                  <a:pt x="2143314" y="84682"/>
                  <a:pt x="2141060" y="89261"/>
                  <a:pt x="2141060" y="95736"/>
                </a:cubicBezTo>
                <a:cubicBezTo>
                  <a:pt x="2141060" y="100894"/>
                  <a:pt x="2142750" y="104987"/>
                  <a:pt x="2146130" y="108014"/>
                </a:cubicBezTo>
                <a:cubicBezTo>
                  <a:pt x="2149510" y="111040"/>
                  <a:pt x="2154108" y="112553"/>
                  <a:pt x="2159924" y="112553"/>
                </a:cubicBezTo>
                <a:cubicBezTo>
                  <a:pt x="2167941" y="112553"/>
                  <a:pt x="2174373" y="109698"/>
                  <a:pt x="2179220" y="103986"/>
                </a:cubicBezTo>
                <a:cubicBezTo>
                  <a:pt x="2184067" y="98273"/>
                  <a:pt x="2186491" y="90678"/>
                  <a:pt x="2186491" y="81200"/>
                </a:cubicBezTo>
                <a:lnTo>
                  <a:pt x="2186491" y="77970"/>
                </a:lnTo>
                <a:lnTo>
                  <a:pt x="2172107" y="77970"/>
                </a:lnTo>
                <a:moveTo>
                  <a:pt x="2200953" y="71996"/>
                </a:moveTo>
                <a:lnTo>
                  <a:pt x="2200953" y="122300"/>
                </a:lnTo>
                <a:lnTo>
                  <a:pt x="2186491" y="122300"/>
                </a:lnTo>
                <a:lnTo>
                  <a:pt x="2186491" y="108938"/>
                </a:lnTo>
                <a:cubicBezTo>
                  <a:pt x="2183189" y="114309"/>
                  <a:pt x="2179076" y="118271"/>
                  <a:pt x="2174151" y="120826"/>
                </a:cubicBezTo>
                <a:cubicBezTo>
                  <a:pt x="2169225" y="123380"/>
                  <a:pt x="2163199" y="124658"/>
                  <a:pt x="2156073" y="124658"/>
                </a:cubicBezTo>
                <a:cubicBezTo>
                  <a:pt x="2147060" y="124658"/>
                  <a:pt x="2139895" y="122123"/>
                  <a:pt x="2134576" y="117053"/>
                </a:cubicBezTo>
                <a:cubicBezTo>
                  <a:pt x="2129258" y="111982"/>
                  <a:pt x="2126598" y="105190"/>
                  <a:pt x="2126598" y="96679"/>
                </a:cubicBezTo>
                <a:cubicBezTo>
                  <a:pt x="2126598" y="86749"/>
                  <a:pt x="2129913" y="79263"/>
                  <a:pt x="2136541" y="74219"/>
                </a:cubicBezTo>
                <a:cubicBezTo>
                  <a:pt x="2143170" y="69174"/>
                  <a:pt x="2153060" y="66652"/>
                  <a:pt x="2166212" y="66652"/>
                </a:cubicBezTo>
                <a:lnTo>
                  <a:pt x="2186491" y="66652"/>
                </a:lnTo>
                <a:lnTo>
                  <a:pt x="2186491" y="65237"/>
                </a:lnTo>
                <a:cubicBezTo>
                  <a:pt x="2186491" y="58582"/>
                  <a:pt x="2184303" y="53434"/>
                  <a:pt x="2179928" y="49792"/>
                </a:cubicBezTo>
                <a:cubicBezTo>
                  <a:pt x="2175552" y="46151"/>
                  <a:pt x="2169408" y="44330"/>
                  <a:pt x="2161496" y="44330"/>
                </a:cubicBezTo>
                <a:cubicBezTo>
                  <a:pt x="2156466" y="44330"/>
                  <a:pt x="2151566" y="44932"/>
                  <a:pt x="2146798" y="46137"/>
                </a:cubicBezTo>
                <a:cubicBezTo>
                  <a:pt x="2142030" y="47343"/>
                  <a:pt x="2137445" y="49150"/>
                  <a:pt x="2133043" y="51561"/>
                </a:cubicBezTo>
                <a:lnTo>
                  <a:pt x="2133043" y="38199"/>
                </a:lnTo>
                <a:cubicBezTo>
                  <a:pt x="2138336" y="36155"/>
                  <a:pt x="2143471" y="34623"/>
                  <a:pt x="2148449" y="33601"/>
                </a:cubicBezTo>
                <a:cubicBezTo>
                  <a:pt x="2153427" y="32579"/>
                  <a:pt x="2158274" y="32068"/>
                  <a:pt x="2162990" y="32068"/>
                </a:cubicBezTo>
                <a:cubicBezTo>
                  <a:pt x="2175723" y="32068"/>
                  <a:pt x="2185233" y="35369"/>
                  <a:pt x="2191521" y="41972"/>
                </a:cubicBezTo>
                <a:cubicBezTo>
                  <a:pt x="2197809" y="48574"/>
                  <a:pt x="2200953" y="58582"/>
                  <a:pt x="2200953" y="71996"/>
                </a:cubicBezTo>
                <a:close/>
                <a:moveTo>
                  <a:pt x="2244919" y="9275"/>
                </a:moveTo>
                <a:lnTo>
                  <a:pt x="2244919" y="34269"/>
                </a:lnTo>
                <a:lnTo>
                  <a:pt x="2274708" y="34269"/>
                </a:lnTo>
                <a:lnTo>
                  <a:pt x="2274708" y="45587"/>
                </a:lnTo>
                <a:lnTo>
                  <a:pt x="2244919" y="45587"/>
                </a:lnTo>
                <a:lnTo>
                  <a:pt x="2244919" y="93316"/>
                </a:lnTo>
                <a:cubicBezTo>
                  <a:pt x="2244919" y="100487"/>
                  <a:pt x="2245902" y="105093"/>
                  <a:pt x="2247867" y="107135"/>
                </a:cubicBezTo>
                <a:cubicBezTo>
                  <a:pt x="2249832" y="109175"/>
                  <a:pt x="2253827" y="110195"/>
                  <a:pt x="2259853" y="110195"/>
                </a:cubicBezTo>
                <a:lnTo>
                  <a:pt x="2274708" y="110195"/>
                </a:lnTo>
                <a:lnTo>
                  <a:pt x="2274708" y="122300"/>
                </a:lnTo>
                <a:lnTo>
                  <a:pt x="2259853" y="122300"/>
                </a:lnTo>
                <a:cubicBezTo>
                  <a:pt x="2248692" y="122300"/>
                  <a:pt x="2240990" y="120218"/>
                  <a:pt x="2236745" y="116056"/>
                </a:cubicBezTo>
                <a:cubicBezTo>
                  <a:pt x="2232501" y="111892"/>
                  <a:pt x="2230379" y="104312"/>
                  <a:pt x="2230379" y="93316"/>
                </a:cubicBezTo>
                <a:lnTo>
                  <a:pt x="2230379" y="45587"/>
                </a:lnTo>
                <a:lnTo>
                  <a:pt x="2219768" y="45587"/>
                </a:lnTo>
                <a:lnTo>
                  <a:pt x="2219768" y="34269"/>
                </a:lnTo>
                <a:lnTo>
                  <a:pt x="2230379" y="34269"/>
                </a:lnTo>
                <a:lnTo>
                  <a:pt x="2230379" y="9275"/>
                </a:lnTo>
                <a:lnTo>
                  <a:pt x="2244919" y="9275"/>
                </a:lnTo>
                <a:close/>
                <a:moveTo>
                  <a:pt x="2293714" y="34269"/>
                </a:moveTo>
                <a:lnTo>
                  <a:pt x="2308177" y="34269"/>
                </a:lnTo>
                <a:lnTo>
                  <a:pt x="2308177" y="122300"/>
                </a:lnTo>
                <a:lnTo>
                  <a:pt x="2293714" y="122300"/>
                </a:lnTo>
                <a:lnTo>
                  <a:pt x="2293714" y="34269"/>
                </a:lnTo>
                <a:moveTo>
                  <a:pt x="2293714" y="0"/>
                </a:moveTo>
                <a:lnTo>
                  <a:pt x="2308177" y="0"/>
                </a:lnTo>
                <a:lnTo>
                  <a:pt x="2308177" y="18392"/>
                </a:lnTo>
                <a:lnTo>
                  <a:pt x="2293714" y="18392"/>
                </a:lnTo>
                <a:lnTo>
                  <a:pt x="2293714" y="0"/>
                </a:lnTo>
                <a:close/>
                <a:moveTo>
                  <a:pt x="2372414" y="44330"/>
                </a:moveTo>
                <a:cubicBezTo>
                  <a:pt x="2364659" y="44330"/>
                  <a:pt x="2358529" y="47363"/>
                  <a:pt x="2354022" y="53430"/>
                </a:cubicBezTo>
                <a:cubicBezTo>
                  <a:pt x="2349516" y="59495"/>
                  <a:pt x="2347263" y="67806"/>
                  <a:pt x="2347263" y="78363"/>
                </a:cubicBezTo>
                <a:cubicBezTo>
                  <a:pt x="2347263" y="88920"/>
                  <a:pt x="2349503" y="97232"/>
                  <a:pt x="2353983" y="103298"/>
                </a:cubicBezTo>
                <a:cubicBezTo>
                  <a:pt x="2358463" y="109364"/>
                  <a:pt x="2364607" y="112396"/>
                  <a:pt x="2372414" y="112396"/>
                </a:cubicBezTo>
                <a:cubicBezTo>
                  <a:pt x="2380117" y="112396"/>
                  <a:pt x="2386222" y="109350"/>
                  <a:pt x="2390728" y="103259"/>
                </a:cubicBezTo>
                <a:cubicBezTo>
                  <a:pt x="2395234" y="97166"/>
                  <a:pt x="2397487" y="88867"/>
                  <a:pt x="2397487" y="78363"/>
                </a:cubicBezTo>
                <a:cubicBezTo>
                  <a:pt x="2397487" y="67911"/>
                  <a:pt x="2395234" y="59626"/>
                  <a:pt x="2390728" y="53509"/>
                </a:cubicBezTo>
                <a:cubicBezTo>
                  <a:pt x="2386222" y="47389"/>
                  <a:pt x="2380117" y="44330"/>
                  <a:pt x="2372414" y="44330"/>
                </a:cubicBezTo>
                <a:moveTo>
                  <a:pt x="2372414" y="32068"/>
                </a:moveTo>
                <a:cubicBezTo>
                  <a:pt x="2384990" y="32068"/>
                  <a:pt x="2394867" y="36163"/>
                  <a:pt x="2402046" y="44352"/>
                </a:cubicBezTo>
                <a:cubicBezTo>
                  <a:pt x="2409225" y="52539"/>
                  <a:pt x="2412814" y="63876"/>
                  <a:pt x="2412814" y="78363"/>
                </a:cubicBezTo>
                <a:cubicBezTo>
                  <a:pt x="2412814" y="92797"/>
                  <a:pt x="2409225" y="104122"/>
                  <a:pt x="2402046" y="112337"/>
                </a:cubicBezTo>
                <a:cubicBezTo>
                  <a:pt x="2394867" y="120551"/>
                  <a:pt x="2384990" y="124658"/>
                  <a:pt x="2372414" y="124658"/>
                </a:cubicBezTo>
                <a:cubicBezTo>
                  <a:pt x="2359786" y="124658"/>
                  <a:pt x="2349896" y="120551"/>
                  <a:pt x="2342743" y="112337"/>
                </a:cubicBezTo>
                <a:cubicBezTo>
                  <a:pt x="2335591" y="104122"/>
                  <a:pt x="2332015" y="92797"/>
                  <a:pt x="2332015" y="78363"/>
                </a:cubicBezTo>
                <a:cubicBezTo>
                  <a:pt x="2332015" y="63876"/>
                  <a:pt x="2335591" y="52539"/>
                  <a:pt x="2342743" y="44352"/>
                </a:cubicBezTo>
                <a:cubicBezTo>
                  <a:pt x="2349896" y="36163"/>
                  <a:pt x="2359786" y="32068"/>
                  <a:pt x="2372414" y="32068"/>
                </a:cubicBezTo>
                <a:close/>
                <a:moveTo>
                  <a:pt x="2509831" y="69167"/>
                </a:moveTo>
                <a:lnTo>
                  <a:pt x="2509831" y="122300"/>
                </a:lnTo>
                <a:lnTo>
                  <a:pt x="2495369" y="122300"/>
                </a:lnTo>
                <a:lnTo>
                  <a:pt x="2495369" y="69638"/>
                </a:lnTo>
                <a:cubicBezTo>
                  <a:pt x="2495369" y="61281"/>
                  <a:pt x="2493745" y="55026"/>
                  <a:pt x="2490496" y="50873"/>
                </a:cubicBezTo>
                <a:cubicBezTo>
                  <a:pt x="2487247" y="46720"/>
                  <a:pt x="2482374" y="44644"/>
                  <a:pt x="2475876" y="44644"/>
                </a:cubicBezTo>
                <a:cubicBezTo>
                  <a:pt x="2468069" y="44644"/>
                  <a:pt x="2461912" y="47140"/>
                  <a:pt x="2457406" y="52133"/>
                </a:cubicBezTo>
                <a:cubicBezTo>
                  <a:pt x="2452899" y="57124"/>
                  <a:pt x="2450646" y="63929"/>
                  <a:pt x="2450646" y="72547"/>
                </a:cubicBezTo>
                <a:lnTo>
                  <a:pt x="2450646" y="122300"/>
                </a:lnTo>
                <a:lnTo>
                  <a:pt x="2436106" y="122300"/>
                </a:lnTo>
                <a:lnTo>
                  <a:pt x="2436106" y="34269"/>
                </a:lnTo>
                <a:lnTo>
                  <a:pt x="2450646" y="34269"/>
                </a:lnTo>
                <a:lnTo>
                  <a:pt x="2450646" y="47945"/>
                </a:lnTo>
                <a:cubicBezTo>
                  <a:pt x="2454105" y="42627"/>
                  <a:pt x="2458179" y="38651"/>
                  <a:pt x="2462868" y="36018"/>
                </a:cubicBezTo>
                <a:cubicBezTo>
                  <a:pt x="2467558" y="33385"/>
                  <a:pt x="2472968" y="32068"/>
                  <a:pt x="2479099" y="32068"/>
                </a:cubicBezTo>
                <a:cubicBezTo>
                  <a:pt x="2489212" y="32068"/>
                  <a:pt x="2496862" y="35206"/>
                  <a:pt x="2502050" y="41480"/>
                </a:cubicBezTo>
                <a:cubicBezTo>
                  <a:pt x="2507237" y="47755"/>
                  <a:pt x="2509831" y="56984"/>
                  <a:pt x="2509831" y="69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56e38747942fd"/>
          <a:stretch xmlns:a="http://schemas.openxmlformats.org/drawingml/2006/main"/>
        </p:blipFill>
        <p:spPr>
          <a:xfrm xmlns:a="http://schemas.openxmlformats.org/drawingml/2006/main">
            <a:off x="3237777" y="4415716"/>
            <a:ext cx="792006" cy="792006"/>
          </a:xfrm>
          <a:prstGeom xmlns:a="http://schemas.openxmlformats.org/drawingml/2006/main" prst="rect">
            <a:avLst/>
          </a:prstGeom>
        </p:spPr>
      </p:pic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916E6-149D-43FF-B315-6BD2A80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3" y="4415649"/>
            <a:ext cx="792074" cy="792275"/>
          </a:xfrm>
          <a:custGeom xmlns:a="http://schemas.openxmlformats.org/drawingml/2006/main">
            <a:pathLst>
              <a:path w="792074" h="792275" fill="none">
                <a:moveTo>
                  <a:pt x="0" y="0"/>
                </a:moveTo>
                <a:lnTo>
                  <a:pt x="792074" y="0"/>
                </a:lnTo>
                <a:lnTo>
                  <a:pt x="792074" y="792275"/>
                </a:lnTo>
                <a:lnTo>
                  <a:pt x="0" y="7922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252" cap="flat">
            <a:solidFill>
              <a:srgbClr val="FF0000"/>
            </a:solidFill>
            <a:miter/>
          </a:ln>
        </p:spPr>
      </p:sp>
      <p:sp>
        <p:nvSpPr>
          <p:cNvPr id="125" name="Text (d)Zoom-inof(b)">
            <a:extLst xmlns:a="http://schemas.openxmlformats.org/drawingml/2006/main">
              <a:ext uri="{FF2B5EF4-FFF2-40B4-BE49-F238E27FC236}">
                <a16:creationId xmlns:a16="http://schemas.microsoft.com/office/drawing/2014/main" id="{3F18097D-09C5-4CD4-A059-A4ABD27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68" y="2968890"/>
            <a:ext cx="1438474" cy="143521"/>
          </a:xfrm>
          <a:custGeom xmlns:a="http://schemas.openxmlformats.org/drawingml/2006/main">
            <a:pathLst>
              <a:path w="1438474" h="143521">
                <a:moveTo>
                  <a:pt x="46845" y="143521"/>
                </a:moveTo>
                <a:lnTo>
                  <a:pt x="23501" y="143521"/>
                </a:lnTo>
                <a:cubicBezTo>
                  <a:pt x="15484" y="130579"/>
                  <a:pt x="9563" y="118278"/>
                  <a:pt x="5738" y="106619"/>
                </a:cubicBezTo>
                <a:cubicBezTo>
                  <a:pt x="1913" y="94960"/>
                  <a:pt x="0" y="83393"/>
                  <a:pt x="0" y="71918"/>
                </a:cubicBezTo>
                <a:cubicBezTo>
                  <a:pt x="0" y="60442"/>
                  <a:pt x="1926" y="48823"/>
                  <a:pt x="5777" y="37059"/>
                </a:cubicBezTo>
                <a:cubicBezTo>
                  <a:pt x="9628" y="25296"/>
                  <a:pt x="15536" y="12995"/>
                  <a:pt x="23501" y="157"/>
                </a:cubicBezTo>
                <a:lnTo>
                  <a:pt x="46845" y="157"/>
                </a:lnTo>
                <a:cubicBezTo>
                  <a:pt x="40138" y="12576"/>
                  <a:pt x="35107" y="24719"/>
                  <a:pt x="31754" y="36588"/>
                </a:cubicBezTo>
                <a:cubicBezTo>
                  <a:pt x="28400" y="48456"/>
                  <a:pt x="26724" y="60180"/>
                  <a:pt x="26724" y="71761"/>
                </a:cubicBezTo>
                <a:cubicBezTo>
                  <a:pt x="26724" y="83341"/>
                  <a:pt x="28387" y="95078"/>
                  <a:pt x="31715" y="106973"/>
                </a:cubicBezTo>
                <a:cubicBezTo>
                  <a:pt x="35042" y="118867"/>
                  <a:pt x="40085" y="131050"/>
                  <a:pt x="46845" y="143521"/>
                </a:cubicBezTo>
                <a:close/>
                <a:moveTo>
                  <a:pt x="133141" y="47159"/>
                </a:moveTo>
                <a:lnTo>
                  <a:pt x="133141" y="0"/>
                </a:lnTo>
                <a:lnTo>
                  <a:pt x="161437" y="0"/>
                </a:lnTo>
                <a:lnTo>
                  <a:pt x="161437" y="122300"/>
                </a:lnTo>
                <a:lnTo>
                  <a:pt x="133141" y="122300"/>
                </a:lnTo>
                <a:lnTo>
                  <a:pt x="133141" y="109567"/>
                </a:lnTo>
                <a:cubicBezTo>
                  <a:pt x="129264" y="114782"/>
                  <a:pt x="124993" y="118601"/>
                  <a:pt x="120329" y="121025"/>
                </a:cubicBezTo>
                <a:cubicBezTo>
                  <a:pt x="115666" y="123447"/>
                  <a:pt x="110269" y="124658"/>
                  <a:pt x="104138" y="124658"/>
                </a:cubicBezTo>
                <a:cubicBezTo>
                  <a:pt x="93291" y="124658"/>
                  <a:pt x="84384" y="120340"/>
                  <a:pt x="77415" y="111706"/>
                </a:cubicBezTo>
                <a:cubicBezTo>
                  <a:pt x="70445" y="103072"/>
                  <a:pt x="66961" y="91957"/>
                  <a:pt x="66961" y="78363"/>
                </a:cubicBezTo>
                <a:cubicBezTo>
                  <a:pt x="66961" y="64769"/>
                  <a:pt x="70445" y="53654"/>
                  <a:pt x="77415" y="45020"/>
                </a:cubicBezTo>
                <a:cubicBezTo>
                  <a:pt x="84384" y="36385"/>
                  <a:pt x="93291" y="32068"/>
                  <a:pt x="104138" y="32068"/>
                </a:cubicBezTo>
                <a:cubicBezTo>
                  <a:pt x="110216" y="32068"/>
                  <a:pt x="115600" y="33293"/>
                  <a:pt x="120290" y="35743"/>
                </a:cubicBezTo>
                <a:cubicBezTo>
                  <a:pt x="124980" y="38192"/>
                  <a:pt x="129264" y="41998"/>
                  <a:pt x="133141" y="47159"/>
                </a:cubicBezTo>
                <a:moveTo>
                  <a:pt x="114592" y="104222"/>
                </a:moveTo>
                <a:cubicBezTo>
                  <a:pt x="120618" y="104222"/>
                  <a:pt x="125216" y="102015"/>
                  <a:pt x="128386" y="97600"/>
                </a:cubicBezTo>
                <a:cubicBezTo>
                  <a:pt x="131556" y="93185"/>
                  <a:pt x="133141" y="86773"/>
                  <a:pt x="133141" y="78363"/>
                </a:cubicBezTo>
                <a:cubicBezTo>
                  <a:pt x="133141" y="69953"/>
                  <a:pt x="131556" y="63541"/>
                  <a:pt x="128386" y="59126"/>
                </a:cubicBezTo>
                <a:cubicBezTo>
                  <a:pt x="125216" y="54711"/>
                  <a:pt x="120618" y="52504"/>
                  <a:pt x="114592" y="52504"/>
                </a:cubicBezTo>
                <a:cubicBezTo>
                  <a:pt x="108618" y="52504"/>
                  <a:pt x="104046" y="54711"/>
                  <a:pt x="100876" y="59126"/>
                </a:cubicBezTo>
                <a:cubicBezTo>
                  <a:pt x="97706" y="63541"/>
                  <a:pt x="96121" y="69953"/>
                  <a:pt x="96121" y="78363"/>
                </a:cubicBezTo>
                <a:cubicBezTo>
                  <a:pt x="96121" y="86773"/>
                  <a:pt x="97706" y="93185"/>
                  <a:pt x="100876" y="97600"/>
                </a:cubicBezTo>
                <a:cubicBezTo>
                  <a:pt x="104046" y="102015"/>
                  <a:pt x="108618" y="104222"/>
                  <a:pt x="114592" y="104222"/>
                </a:cubicBezTo>
                <a:close/>
                <a:moveTo>
                  <a:pt x="187714" y="143521"/>
                </a:moveTo>
                <a:cubicBezTo>
                  <a:pt x="194421" y="131050"/>
                  <a:pt x="199452" y="118867"/>
                  <a:pt x="202805" y="106973"/>
                </a:cubicBezTo>
                <a:cubicBezTo>
                  <a:pt x="206159" y="95078"/>
                  <a:pt x="207835" y="83341"/>
                  <a:pt x="207835" y="71761"/>
                </a:cubicBezTo>
                <a:cubicBezTo>
                  <a:pt x="207835" y="60180"/>
                  <a:pt x="206159" y="48456"/>
                  <a:pt x="202805" y="36588"/>
                </a:cubicBezTo>
                <a:cubicBezTo>
                  <a:pt x="199452" y="24719"/>
                  <a:pt x="194421" y="12576"/>
                  <a:pt x="187714" y="157"/>
                </a:cubicBezTo>
                <a:lnTo>
                  <a:pt x="211058" y="157"/>
                </a:lnTo>
                <a:cubicBezTo>
                  <a:pt x="219023" y="12995"/>
                  <a:pt x="224931" y="25296"/>
                  <a:pt x="228782" y="37059"/>
                </a:cubicBezTo>
                <a:cubicBezTo>
                  <a:pt x="232633" y="48823"/>
                  <a:pt x="234559" y="60442"/>
                  <a:pt x="234559" y="71918"/>
                </a:cubicBezTo>
                <a:cubicBezTo>
                  <a:pt x="234559" y="83393"/>
                  <a:pt x="232646" y="94960"/>
                  <a:pt x="228821" y="106619"/>
                </a:cubicBezTo>
                <a:cubicBezTo>
                  <a:pt x="224996" y="118278"/>
                  <a:pt x="219075" y="130579"/>
                  <a:pt x="211058" y="143521"/>
                </a:cubicBezTo>
                <a:lnTo>
                  <a:pt x="187714" y="143521"/>
                </a:lnTo>
                <a:close/>
                <a:moveTo>
                  <a:pt x="308454" y="4873"/>
                </a:moveTo>
                <a:lnTo>
                  <a:pt x="400650" y="4873"/>
                </a:lnTo>
                <a:lnTo>
                  <a:pt x="400650" y="16987"/>
                </a:lnTo>
                <a:lnTo>
                  <a:pt x="326453" y="108938"/>
                </a:lnTo>
                <a:lnTo>
                  <a:pt x="402458" y="108938"/>
                </a:lnTo>
                <a:lnTo>
                  <a:pt x="402458" y="122300"/>
                </a:lnTo>
                <a:lnTo>
                  <a:pt x="306646" y="122300"/>
                </a:lnTo>
                <a:lnTo>
                  <a:pt x="306646" y="110186"/>
                </a:lnTo>
                <a:lnTo>
                  <a:pt x="380843" y="18235"/>
                </a:lnTo>
                <a:lnTo>
                  <a:pt x="308454" y="18235"/>
                </a:lnTo>
                <a:lnTo>
                  <a:pt x="308454" y="4873"/>
                </a:lnTo>
                <a:close/>
                <a:moveTo>
                  <a:pt x="458961" y="44330"/>
                </a:moveTo>
                <a:cubicBezTo>
                  <a:pt x="451206" y="44330"/>
                  <a:pt x="445075" y="47363"/>
                  <a:pt x="440569" y="53430"/>
                </a:cubicBezTo>
                <a:cubicBezTo>
                  <a:pt x="436063" y="59495"/>
                  <a:pt x="433810" y="67806"/>
                  <a:pt x="433810" y="78363"/>
                </a:cubicBezTo>
                <a:cubicBezTo>
                  <a:pt x="433810" y="88920"/>
                  <a:pt x="436050" y="97232"/>
                  <a:pt x="440530" y="103298"/>
                </a:cubicBezTo>
                <a:cubicBezTo>
                  <a:pt x="445010" y="109364"/>
                  <a:pt x="451154" y="112396"/>
                  <a:pt x="458961" y="112396"/>
                </a:cubicBezTo>
                <a:cubicBezTo>
                  <a:pt x="466664" y="112396"/>
                  <a:pt x="472768" y="109350"/>
                  <a:pt x="477275" y="103259"/>
                </a:cubicBezTo>
                <a:cubicBezTo>
                  <a:pt x="481781" y="97166"/>
                  <a:pt x="484034" y="88867"/>
                  <a:pt x="484034" y="78363"/>
                </a:cubicBezTo>
                <a:cubicBezTo>
                  <a:pt x="484034" y="67911"/>
                  <a:pt x="481781" y="59626"/>
                  <a:pt x="477275" y="53509"/>
                </a:cubicBezTo>
                <a:cubicBezTo>
                  <a:pt x="472768" y="47389"/>
                  <a:pt x="466664" y="44330"/>
                  <a:pt x="458961" y="44330"/>
                </a:cubicBezTo>
                <a:moveTo>
                  <a:pt x="458961" y="32068"/>
                </a:moveTo>
                <a:cubicBezTo>
                  <a:pt x="471537" y="32068"/>
                  <a:pt x="481414" y="36163"/>
                  <a:pt x="488593" y="44352"/>
                </a:cubicBezTo>
                <a:cubicBezTo>
                  <a:pt x="495772" y="52539"/>
                  <a:pt x="499361" y="63876"/>
                  <a:pt x="499361" y="78363"/>
                </a:cubicBezTo>
                <a:cubicBezTo>
                  <a:pt x="499361" y="92797"/>
                  <a:pt x="495772" y="104122"/>
                  <a:pt x="488593" y="112337"/>
                </a:cubicBezTo>
                <a:cubicBezTo>
                  <a:pt x="481414" y="120551"/>
                  <a:pt x="471537" y="124658"/>
                  <a:pt x="458961" y="124658"/>
                </a:cubicBezTo>
                <a:cubicBezTo>
                  <a:pt x="446333" y="124658"/>
                  <a:pt x="436443" y="120551"/>
                  <a:pt x="429290" y="112337"/>
                </a:cubicBezTo>
                <a:cubicBezTo>
                  <a:pt x="422138" y="104122"/>
                  <a:pt x="418561" y="92797"/>
                  <a:pt x="418561" y="78363"/>
                </a:cubicBezTo>
                <a:cubicBezTo>
                  <a:pt x="418561" y="63876"/>
                  <a:pt x="422138" y="52539"/>
                  <a:pt x="429290" y="44352"/>
                </a:cubicBezTo>
                <a:cubicBezTo>
                  <a:pt x="436443" y="36163"/>
                  <a:pt x="446333" y="32068"/>
                  <a:pt x="458961" y="32068"/>
                </a:cubicBezTo>
                <a:close/>
                <a:moveTo>
                  <a:pt x="557314" y="44330"/>
                </a:moveTo>
                <a:cubicBezTo>
                  <a:pt x="549559" y="44330"/>
                  <a:pt x="543428" y="47363"/>
                  <a:pt x="538922" y="53430"/>
                </a:cubicBezTo>
                <a:cubicBezTo>
                  <a:pt x="534416" y="59495"/>
                  <a:pt x="532163" y="67806"/>
                  <a:pt x="532163" y="78363"/>
                </a:cubicBezTo>
                <a:cubicBezTo>
                  <a:pt x="532163" y="88920"/>
                  <a:pt x="534403" y="97232"/>
                  <a:pt x="538883" y="103298"/>
                </a:cubicBezTo>
                <a:cubicBezTo>
                  <a:pt x="543363" y="109364"/>
                  <a:pt x="549507" y="112396"/>
                  <a:pt x="557314" y="112396"/>
                </a:cubicBezTo>
                <a:cubicBezTo>
                  <a:pt x="565017" y="112396"/>
                  <a:pt x="571121" y="109350"/>
                  <a:pt x="575628" y="103259"/>
                </a:cubicBezTo>
                <a:cubicBezTo>
                  <a:pt x="580134" y="97166"/>
                  <a:pt x="582387" y="88867"/>
                  <a:pt x="582387" y="78363"/>
                </a:cubicBezTo>
                <a:cubicBezTo>
                  <a:pt x="582387" y="67911"/>
                  <a:pt x="580134" y="59626"/>
                  <a:pt x="575628" y="53509"/>
                </a:cubicBezTo>
                <a:cubicBezTo>
                  <a:pt x="571121" y="47389"/>
                  <a:pt x="565017" y="44330"/>
                  <a:pt x="557314" y="44330"/>
                </a:cubicBezTo>
                <a:moveTo>
                  <a:pt x="557314" y="32068"/>
                </a:moveTo>
                <a:cubicBezTo>
                  <a:pt x="569890" y="32068"/>
                  <a:pt x="579767" y="36163"/>
                  <a:pt x="586946" y="44352"/>
                </a:cubicBezTo>
                <a:cubicBezTo>
                  <a:pt x="594125" y="52539"/>
                  <a:pt x="597714" y="63876"/>
                  <a:pt x="597714" y="78363"/>
                </a:cubicBezTo>
                <a:cubicBezTo>
                  <a:pt x="597714" y="92797"/>
                  <a:pt x="594125" y="104122"/>
                  <a:pt x="586946" y="112337"/>
                </a:cubicBezTo>
                <a:cubicBezTo>
                  <a:pt x="579767" y="120551"/>
                  <a:pt x="569890" y="124658"/>
                  <a:pt x="557314" y="124658"/>
                </a:cubicBezTo>
                <a:cubicBezTo>
                  <a:pt x="544686" y="124658"/>
                  <a:pt x="534796" y="120551"/>
                  <a:pt x="527643" y="112337"/>
                </a:cubicBezTo>
                <a:cubicBezTo>
                  <a:pt x="520491" y="104122"/>
                  <a:pt x="516914" y="92797"/>
                  <a:pt x="516914" y="78363"/>
                </a:cubicBezTo>
                <a:cubicBezTo>
                  <a:pt x="516914" y="63876"/>
                  <a:pt x="520491" y="52539"/>
                  <a:pt x="527643" y="44352"/>
                </a:cubicBezTo>
                <a:cubicBezTo>
                  <a:pt x="534796" y="36163"/>
                  <a:pt x="544686" y="32068"/>
                  <a:pt x="557314" y="32068"/>
                </a:cubicBezTo>
                <a:close/>
                <a:moveTo>
                  <a:pt x="690093" y="51168"/>
                </a:moveTo>
                <a:cubicBezTo>
                  <a:pt x="693708" y="44644"/>
                  <a:pt x="698031" y="39830"/>
                  <a:pt x="703061" y="36725"/>
                </a:cubicBezTo>
                <a:cubicBezTo>
                  <a:pt x="708092" y="33621"/>
                  <a:pt x="714013" y="32068"/>
                  <a:pt x="720825" y="32068"/>
                </a:cubicBezTo>
                <a:cubicBezTo>
                  <a:pt x="729995" y="32068"/>
                  <a:pt x="737068" y="35285"/>
                  <a:pt x="742046" y="41719"/>
                </a:cubicBezTo>
                <a:cubicBezTo>
                  <a:pt x="747024" y="48151"/>
                  <a:pt x="749513" y="57300"/>
                  <a:pt x="749513" y="69167"/>
                </a:cubicBezTo>
                <a:lnTo>
                  <a:pt x="749513" y="122300"/>
                </a:lnTo>
                <a:lnTo>
                  <a:pt x="734973" y="122300"/>
                </a:lnTo>
                <a:lnTo>
                  <a:pt x="734973" y="69638"/>
                </a:lnTo>
                <a:cubicBezTo>
                  <a:pt x="734973" y="61176"/>
                  <a:pt x="733479" y="54895"/>
                  <a:pt x="730492" y="50794"/>
                </a:cubicBezTo>
                <a:cubicBezTo>
                  <a:pt x="727506" y="46694"/>
                  <a:pt x="722947" y="44644"/>
                  <a:pt x="716816" y="44644"/>
                </a:cubicBezTo>
                <a:cubicBezTo>
                  <a:pt x="709323" y="44644"/>
                  <a:pt x="703402" y="47140"/>
                  <a:pt x="699053" y="52133"/>
                </a:cubicBezTo>
                <a:cubicBezTo>
                  <a:pt x="694704" y="57124"/>
                  <a:pt x="692529" y="63929"/>
                  <a:pt x="692529" y="72547"/>
                </a:cubicBezTo>
                <a:lnTo>
                  <a:pt x="692529" y="122300"/>
                </a:lnTo>
                <a:lnTo>
                  <a:pt x="677988" y="122300"/>
                </a:lnTo>
                <a:lnTo>
                  <a:pt x="677988" y="69638"/>
                </a:lnTo>
                <a:cubicBezTo>
                  <a:pt x="677988" y="61124"/>
                  <a:pt x="676495" y="54829"/>
                  <a:pt x="673508" y="50755"/>
                </a:cubicBezTo>
                <a:cubicBezTo>
                  <a:pt x="670522" y="46681"/>
                  <a:pt x="665910" y="44644"/>
                  <a:pt x="659675" y="44644"/>
                </a:cubicBezTo>
                <a:cubicBezTo>
                  <a:pt x="652287" y="44644"/>
                  <a:pt x="646418" y="47154"/>
                  <a:pt x="642069" y="52172"/>
                </a:cubicBezTo>
                <a:cubicBezTo>
                  <a:pt x="637720" y="57190"/>
                  <a:pt x="635545" y="63981"/>
                  <a:pt x="635545" y="72547"/>
                </a:cubicBezTo>
                <a:lnTo>
                  <a:pt x="635545" y="122300"/>
                </a:lnTo>
                <a:lnTo>
                  <a:pt x="621004" y="122300"/>
                </a:lnTo>
                <a:lnTo>
                  <a:pt x="621004" y="34269"/>
                </a:lnTo>
                <a:lnTo>
                  <a:pt x="635545" y="34269"/>
                </a:lnTo>
                <a:lnTo>
                  <a:pt x="635545" y="47945"/>
                </a:lnTo>
                <a:cubicBezTo>
                  <a:pt x="638846" y="42522"/>
                  <a:pt x="642802" y="38520"/>
                  <a:pt x="647414" y="35939"/>
                </a:cubicBezTo>
                <a:cubicBezTo>
                  <a:pt x="652025" y="33359"/>
                  <a:pt x="657500" y="32068"/>
                  <a:pt x="663841" y="32068"/>
                </a:cubicBezTo>
                <a:cubicBezTo>
                  <a:pt x="670233" y="32068"/>
                  <a:pt x="675670" y="33699"/>
                  <a:pt x="680150" y="36961"/>
                </a:cubicBezTo>
                <a:cubicBezTo>
                  <a:pt x="684630" y="40223"/>
                  <a:pt x="687944" y="44958"/>
                  <a:pt x="690093" y="51168"/>
                </a:cubicBezTo>
                <a:close/>
                <a:moveTo>
                  <a:pt x="771030" y="71682"/>
                </a:moveTo>
                <a:lnTo>
                  <a:pt x="813395" y="71682"/>
                </a:lnTo>
                <a:lnTo>
                  <a:pt x="813395" y="84572"/>
                </a:lnTo>
                <a:lnTo>
                  <a:pt x="771030" y="84572"/>
                </a:lnTo>
                <a:lnTo>
                  <a:pt x="771030" y="71682"/>
                </a:lnTo>
                <a:close/>
                <a:moveTo>
                  <a:pt x="836290" y="34269"/>
                </a:moveTo>
                <a:lnTo>
                  <a:pt x="850752" y="34269"/>
                </a:lnTo>
                <a:lnTo>
                  <a:pt x="850752" y="122300"/>
                </a:lnTo>
                <a:lnTo>
                  <a:pt x="836290" y="122300"/>
                </a:lnTo>
                <a:lnTo>
                  <a:pt x="836290" y="34269"/>
                </a:lnTo>
                <a:moveTo>
                  <a:pt x="836290" y="0"/>
                </a:moveTo>
                <a:lnTo>
                  <a:pt x="850752" y="0"/>
                </a:lnTo>
                <a:lnTo>
                  <a:pt x="850752" y="18392"/>
                </a:lnTo>
                <a:lnTo>
                  <a:pt x="836290" y="18392"/>
                </a:lnTo>
                <a:lnTo>
                  <a:pt x="836290" y="0"/>
                </a:lnTo>
                <a:close/>
                <a:moveTo>
                  <a:pt x="954054" y="69167"/>
                </a:moveTo>
                <a:lnTo>
                  <a:pt x="954054" y="122300"/>
                </a:lnTo>
                <a:lnTo>
                  <a:pt x="939592" y="122300"/>
                </a:lnTo>
                <a:lnTo>
                  <a:pt x="939592" y="69638"/>
                </a:lnTo>
                <a:cubicBezTo>
                  <a:pt x="939592" y="61281"/>
                  <a:pt x="937967" y="55026"/>
                  <a:pt x="934719" y="50873"/>
                </a:cubicBezTo>
                <a:cubicBezTo>
                  <a:pt x="931470" y="46720"/>
                  <a:pt x="926597" y="44644"/>
                  <a:pt x="920099" y="44644"/>
                </a:cubicBezTo>
                <a:cubicBezTo>
                  <a:pt x="912292" y="44644"/>
                  <a:pt x="906135" y="47140"/>
                  <a:pt x="901628" y="52133"/>
                </a:cubicBezTo>
                <a:cubicBezTo>
                  <a:pt x="897122" y="57124"/>
                  <a:pt x="894869" y="63929"/>
                  <a:pt x="894869" y="72547"/>
                </a:cubicBezTo>
                <a:lnTo>
                  <a:pt x="894869" y="122300"/>
                </a:lnTo>
                <a:lnTo>
                  <a:pt x="880328" y="122300"/>
                </a:lnTo>
                <a:lnTo>
                  <a:pt x="880328" y="34269"/>
                </a:lnTo>
                <a:lnTo>
                  <a:pt x="894869" y="34269"/>
                </a:lnTo>
                <a:lnTo>
                  <a:pt x="894869" y="47945"/>
                </a:lnTo>
                <a:cubicBezTo>
                  <a:pt x="898327" y="42627"/>
                  <a:pt x="902401" y="38651"/>
                  <a:pt x="907091" y="36018"/>
                </a:cubicBezTo>
                <a:cubicBezTo>
                  <a:pt x="911781" y="33385"/>
                  <a:pt x="917191" y="32068"/>
                  <a:pt x="923322" y="32068"/>
                </a:cubicBezTo>
                <a:cubicBezTo>
                  <a:pt x="933435" y="32068"/>
                  <a:pt x="941085" y="35206"/>
                  <a:pt x="946273" y="41480"/>
                </a:cubicBezTo>
                <a:cubicBezTo>
                  <a:pt x="951460" y="47755"/>
                  <a:pt x="954054" y="56984"/>
                  <a:pt x="954054" y="69167"/>
                </a:cubicBezTo>
                <a:close/>
                <a:moveTo>
                  <a:pt x="1067912" y="44330"/>
                </a:moveTo>
                <a:cubicBezTo>
                  <a:pt x="1060157" y="44330"/>
                  <a:pt x="1054026" y="47363"/>
                  <a:pt x="1049520" y="53430"/>
                </a:cubicBezTo>
                <a:cubicBezTo>
                  <a:pt x="1045013" y="59495"/>
                  <a:pt x="1042760" y="67806"/>
                  <a:pt x="1042760" y="78363"/>
                </a:cubicBezTo>
                <a:cubicBezTo>
                  <a:pt x="1042760" y="88920"/>
                  <a:pt x="1045000" y="97232"/>
                  <a:pt x="1049481" y="103298"/>
                </a:cubicBezTo>
                <a:cubicBezTo>
                  <a:pt x="1053961" y="109364"/>
                  <a:pt x="1060104" y="112396"/>
                  <a:pt x="1067912" y="112396"/>
                </a:cubicBezTo>
                <a:cubicBezTo>
                  <a:pt x="1075615" y="112396"/>
                  <a:pt x="1081719" y="109350"/>
                  <a:pt x="1086225" y="103259"/>
                </a:cubicBezTo>
                <a:cubicBezTo>
                  <a:pt x="1090732" y="97166"/>
                  <a:pt x="1092985" y="88867"/>
                  <a:pt x="1092985" y="78363"/>
                </a:cubicBezTo>
                <a:cubicBezTo>
                  <a:pt x="1092985" y="67911"/>
                  <a:pt x="1090732" y="59626"/>
                  <a:pt x="1086225" y="53509"/>
                </a:cubicBezTo>
                <a:cubicBezTo>
                  <a:pt x="1081719" y="47389"/>
                  <a:pt x="1075615" y="44330"/>
                  <a:pt x="1067912" y="44330"/>
                </a:cubicBezTo>
                <a:moveTo>
                  <a:pt x="1067912" y="32068"/>
                </a:moveTo>
                <a:cubicBezTo>
                  <a:pt x="1080488" y="32068"/>
                  <a:pt x="1090365" y="36163"/>
                  <a:pt x="1097544" y="44352"/>
                </a:cubicBezTo>
                <a:cubicBezTo>
                  <a:pt x="1104722" y="52539"/>
                  <a:pt x="1108312" y="63876"/>
                  <a:pt x="1108312" y="78363"/>
                </a:cubicBezTo>
                <a:cubicBezTo>
                  <a:pt x="1108312" y="92797"/>
                  <a:pt x="1104722" y="104122"/>
                  <a:pt x="1097544" y="112337"/>
                </a:cubicBezTo>
                <a:cubicBezTo>
                  <a:pt x="1090365" y="120551"/>
                  <a:pt x="1080488" y="124658"/>
                  <a:pt x="1067912" y="124658"/>
                </a:cubicBezTo>
                <a:cubicBezTo>
                  <a:pt x="1055284" y="124658"/>
                  <a:pt x="1045393" y="120551"/>
                  <a:pt x="1038241" y="112337"/>
                </a:cubicBezTo>
                <a:cubicBezTo>
                  <a:pt x="1031088" y="104122"/>
                  <a:pt x="1027512" y="92797"/>
                  <a:pt x="1027512" y="78363"/>
                </a:cubicBezTo>
                <a:cubicBezTo>
                  <a:pt x="1027512" y="63876"/>
                  <a:pt x="1031088" y="52539"/>
                  <a:pt x="1038241" y="44352"/>
                </a:cubicBezTo>
                <a:cubicBezTo>
                  <a:pt x="1045393" y="36163"/>
                  <a:pt x="1055284" y="32068"/>
                  <a:pt x="1067912" y="32068"/>
                </a:cubicBezTo>
                <a:close/>
                <a:moveTo>
                  <a:pt x="1176718" y="0"/>
                </a:moveTo>
                <a:lnTo>
                  <a:pt x="1176718" y="12104"/>
                </a:lnTo>
                <a:lnTo>
                  <a:pt x="1162885" y="12104"/>
                </a:lnTo>
                <a:cubicBezTo>
                  <a:pt x="1157697" y="12104"/>
                  <a:pt x="1154095" y="13149"/>
                  <a:pt x="1152077" y="15238"/>
                </a:cubicBezTo>
                <a:cubicBezTo>
                  <a:pt x="1150060" y="17326"/>
                  <a:pt x="1149051" y="21085"/>
                  <a:pt x="1149051" y="26515"/>
                </a:cubicBezTo>
                <a:lnTo>
                  <a:pt x="1149051" y="34269"/>
                </a:lnTo>
                <a:lnTo>
                  <a:pt x="1172867" y="34269"/>
                </a:lnTo>
                <a:lnTo>
                  <a:pt x="1172867" y="45587"/>
                </a:lnTo>
                <a:lnTo>
                  <a:pt x="1149051" y="45587"/>
                </a:lnTo>
                <a:lnTo>
                  <a:pt x="1149051" y="122300"/>
                </a:lnTo>
                <a:lnTo>
                  <a:pt x="1134511" y="122300"/>
                </a:lnTo>
                <a:lnTo>
                  <a:pt x="1134511" y="45587"/>
                </a:lnTo>
                <a:lnTo>
                  <a:pt x="1120677" y="45587"/>
                </a:lnTo>
                <a:lnTo>
                  <a:pt x="1120677" y="34269"/>
                </a:lnTo>
                <a:lnTo>
                  <a:pt x="1134511" y="34269"/>
                </a:lnTo>
                <a:lnTo>
                  <a:pt x="1134511" y="28160"/>
                </a:lnTo>
                <a:cubicBezTo>
                  <a:pt x="1134511" y="18354"/>
                  <a:pt x="1136790" y="11209"/>
                  <a:pt x="1141349" y="6725"/>
                </a:cubicBezTo>
                <a:cubicBezTo>
                  <a:pt x="1145907" y="2242"/>
                  <a:pt x="1153139" y="0"/>
                  <a:pt x="1163042" y="0"/>
                </a:cubicBezTo>
                <a:lnTo>
                  <a:pt x="1176718" y="0"/>
                </a:lnTo>
                <a:close/>
                <a:moveTo>
                  <a:pt x="1274583" y="157"/>
                </a:moveTo>
                <a:cubicBezTo>
                  <a:pt x="1267561" y="12209"/>
                  <a:pt x="1262348" y="24130"/>
                  <a:pt x="1258942" y="35920"/>
                </a:cubicBezTo>
                <a:cubicBezTo>
                  <a:pt x="1255536" y="47709"/>
                  <a:pt x="1253833" y="59656"/>
                  <a:pt x="1253833" y="71761"/>
                </a:cubicBezTo>
                <a:cubicBezTo>
                  <a:pt x="1253833" y="83865"/>
                  <a:pt x="1255549" y="95851"/>
                  <a:pt x="1258981" y="107720"/>
                </a:cubicBezTo>
                <a:cubicBezTo>
                  <a:pt x="1262413" y="119588"/>
                  <a:pt x="1267614" y="131522"/>
                  <a:pt x="1274583" y="143521"/>
                </a:cubicBezTo>
                <a:lnTo>
                  <a:pt x="1262007" y="143521"/>
                </a:lnTo>
                <a:cubicBezTo>
                  <a:pt x="1254147" y="131207"/>
                  <a:pt x="1248265" y="119103"/>
                  <a:pt x="1244362" y="107209"/>
                </a:cubicBezTo>
                <a:cubicBezTo>
                  <a:pt x="1240458" y="95314"/>
                  <a:pt x="1238506" y="83498"/>
                  <a:pt x="1238506" y="71761"/>
                </a:cubicBezTo>
                <a:cubicBezTo>
                  <a:pt x="1238506" y="60076"/>
                  <a:pt x="1240445" y="48312"/>
                  <a:pt x="1244322" y="36470"/>
                </a:cubicBezTo>
                <a:cubicBezTo>
                  <a:pt x="1248200" y="24628"/>
                  <a:pt x="1254095" y="12523"/>
                  <a:pt x="1262007" y="157"/>
                </a:cubicBezTo>
                <a:lnTo>
                  <a:pt x="1274583" y="157"/>
                </a:lnTo>
                <a:close/>
                <a:moveTo>
                  <a:pt x="1365813" y="78363"/>
                </a:moveTo>
                <a:cubicBezTo>
                  <a:pt x="1365813" y="67701"/>
                  <a:pt x="1363625" y="59338"/>
                  <a:pt x="1359250" y="53273"/>
                </a:cubicBezTo>
                <a:cubicBezTo>
                  <a:pt x="1354875" y="47206"/>
                  <a:pt x="1348862" y="44172"/>
                  <a:pt x="1341212" y="44172"/>
                </a:cubicBezTo>
                <a:cubicBezTo>
                  <a:pt x="1333561" y="44172"/>
                  <a:pt x="1327549" y="47206"/>
                  <a:pt x="1323173" y="53273"/>
                </a:cubicBezTo>
                <a:cubicBezTo>
                  <a:pt x="1318798" y="59338"/>
                  <a:pt x="1316610" y="67701"/>
                  <a:pt x="1316610" y="78363"/>
                </a:cubicBezTo>
                <a:cubicBezTo>
                  <a:pt x="1316610" y="89025"/>
                  <a:pt x="1318798" y="97389"/>
                  <a:pt x="1323173" y="103456"/>
                </a:cubicBezTo>
                <a:cubicBezTo>
                  <a:pt x="1327549" y="109521"/>
                  <a:pt x="1333561" y="112553"/>
                  <a:pt x="1341212" y="112553"/>
                </a:cubicBezTo>
                <a:cubicBezTo>
                  <a:pt x="1348862" y="112553"/>
                  <a:pt x="1354875" y="109521"/>
                  <a:pt x="1359250" y="103456"/>
                </a:cubicBezTo>
                <a:cubicBezTo>
                  <a:pt x="1363625" y="97389"/>
                  <a:pt x="1365813" y="89025"/>
                  <a:pt x="1365813" y="78363"/>
                </a:cubicBezTo>
                <a:moveTo>
                  <a:pt x="1316610" y="47631"/>
                </a:moveTo>
                <a:cubicBezTo>
                  <a:pt x="1319649" y="42365"/>
                  <a:pt x="1323488" y="38454"/>
                  <a:pt x="1328125" y="35900"/>
                </a:cubicBezTo>
                <a:cubicBezTo>
                  <a:pt x="1332762" y="33346"/>
                  <a:pt x="1338304" y="32068"/>
                  <a:pt x="1344749" y="32068"/>
                </a:cubicBezTo>
                <a:cubicBezTo>
                  <a:pt x="1355438" y="32068"/>
                  <a:pt x="1364123" y="36320"/>
                  <a:pt x="1370804" y="44823"/>
                </a:cubicBezTo>
                <a:cubicBezTo>
                  <a:pt x="1377485" y="53327"/>
                  <a:pt x="1380825" y="64507"/>
                  <a:pt x="1380825" y="78363"/>
                </a:cubicBezTo>
                <a:cubicBezTo>
                  <a:pt x="1380825" y="92219"/>
                  <a:pt x="1377485" y="103399"/>
                  <a:pt x="1370804" y="111902"/>
                </a:cubicBezTo>
                <a:cubicBezTo>
                  <a:pt x="1364123" y="120406"/>
                  <a:pt x="1355438" y="124658"/>
                  <a:pt x="1344749" y="124658"/>
                </a:cubicBezTo>
                <a:cubicBezTo>
                  <a:pt x="1338304" y="124658"/>
                  <a:pt x="1332762" y="123380"/>
                  <a:pt x="1328125" y="120826"/>
                </a:cubicBezTo>
                <a:cubicBezTo>
                  <a:pt x="1323488" y="118271"/>
                  <a:pt x="1319649" y="114361"/>
                  <a:pt x="1316610" y="109095"/>
                </a:cubicBezTo>
                <a:lnTo>
                  <a:pt x="1316610" y="122300"/>
                </a:lnTo>
                <a:lnTo>
                  <a:pt x="1302069" y="122300"/>
                </a:lnTo>
                <a:lnTo>
                  <a:pt x="1302069" y="0"/>
                </a:lnTo>
                <a:lnTo>
                  <a:pt x="1316610" y="0"/>
                </a:lnTo>
                <a:lnTo>
                  <a:pt x="1316610" y="47631"/>
                </a:lnTo>
                <a:close/>
                <a:moveTo>
                  <a:pt x="1402397" y="157"/>
                </a:moveTo>
                <a:lnTo>
                  <a:pt x="1414973" y="157"/>
                </a:lnTo>
                <a:cubicBezTo>
                  <a:pt x="1422832" y="12523"/>
                  <a:pt x="1428714" y="24628"/>
                  <a:pt x="1432618" y="36470"/>
                </a:cubicBezTo>
                <a:cubicBezTo>
                  <a:pt x="1436522" y="48312"/>
                  <a:pt x="1438474" y="60076"/>
                  <a:pt x="1438474" y="71761"/>
                </a:cubicBezTo>
                <a:cubicBezTo>
                  <a:pt x="1438474" y="83498"/>
                  <a:pt x="1436522" y="95314"/>
                  <a:pt x="1432618" y="107209"/>
                </a:cubicBezTo>
                <a:cubicBezTo>
                  <a:pt x="1428714" y="119103"/>
                  <a:pt x="1422832" y="131207"/>
                  <a:pt x="1414973" y="143521"/>
                </a:cubicBezTo>
                <a:lnTo>
                  <a:pt x="1402397" y="143521"/>
                </a:lnTo>
                <a:cubicBezTo>
                  <a:pt x="1409366" y="131522"/>
                  <a:pt x="1414566" y="119588"/>
                  <a:pt x="1417999" y="107720"/>
                </a:cubicBezTo>
                <a:cubicBezTo>
                  <a:pt x="1421431" y="95851"/>
                  <a:pt x="1423147" y="83865"/>
                  <a:pt x="1423147" y="71761"/>
                </a:cubicBezTo>
                <a:cubicBezTo>
                  <a:pt x="1423147" y="59656"/>
                  <a:pt x="1421431" y="47709"/>
                  <a:pt x="1417999" y="35920"/>
                </a:cubicBezTo>
                <a:cubicBezTo>
                  <a:pt x="1414566" y="24130"/>
                  <a:pt x="1409366" y="12209"/>
                  <a:pt x="1402397" y="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8B6EF-38CA-4AC1-A006-FDC7028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867" y="565094"/>
            <a:ext cx="99399" cy="111019"/>
          </a:xfrm>
          <a:custGeom xmlns:a="http://schemas.openxmlformats.org/drawingml/2006/main">
            <a:pathLst>
              <a:path w="99399" h="111019" fill="none">
                <a:moveTo>
                  <a:pt x="99399" y="0"/>
                </a:moveTo>
                <a:lnTo>
                  <a:pt x="0" y="111019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407FD2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045DF-C051-4FF3-A6D2-B9D04FD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668" y="643094"/>
            <a:ext cx="57193" cy="58962"/>
          </a:xfrm>
          <a:custGeom xmlns:a="http://schemas.openxmlformats.org/drawingml/2006/main">
            <a:pathLst>
              <a:path w="57193" h="58962">
                <a:moveTo>
                  <a:pt x="0" y="58962"/>
                </a:moveTo>
                <a:lnTo>
                  <a:pt x="12363" y="0"/>
                </a:lnTo>
                <a:lnTo>
                  <a:pt x="57193" y="40301"/>
                </a:lnTo>
                <a:lnTo>
                  <a:pt x="0" y="58962"/>
                </a:lnTo>
                <a:close/>
                <a:moveTo>
                  <a:pt x="0" y="58962"/>
                </a:moveTo>
              </a:path>
            </a:pathLst>
          </a:custGeom>
          <a:solidFill xmlns:a="http://schemas.openxmlformats.org/drawingml/2006/main">
            <a:srgbClr val="407F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E9DB6-D5A1-4E3F-B2AB-371EC77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668" y="643094"/>
            <a:ext cx="57193" cy="58962"/>
          </a:xfrm>
          <a:custGeom xmlns:a="http://schemas.openxmlformats.org/drawingml/2006/main">
            <a:pathLst>
              <a:path w="57193" h="58962" fill="none">
                <a:moveTo>
                  <a:pt x="0" y="58962"/>
                </a:moveTo>
                <a:lnTo>
                  <a:pt x="12363" y="0"/>
                </a:lnTo>
                <a:lnTo>
                  <a:pt x="57193" y="40301"/>
                </a:lnTo>
                <a:lnTo>
                  <a:pt x="0" y="58962"/>
                </a:lnTo>
                <a:close/>
                <a:moveTo>
                  <a:pt x="0" y="58962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407FD2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5B244-D1A6-4FC3-B668-FF5F922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283" y="1038296"/>
            <a:ext cx="99248" cy="111019"/>
          </a:xfrm>
          <a:custGeom xmlns:a="http://schemas.openxmlformats.org/drawingml/2006/main">
            <a:pathLst>
              <a:path w="99248" h="111019" fill="none">
                <a:moveTo>
                  <a:pt x="0" y="111019"/>
                </a:moveTo>
                <a:lnTo>
                  <a:pt x="992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B3ABA-C7E1-4291-AE85-92FF8CA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557" y="1012306"/>
            <a:ext cx="57132" cy="58951"/>
          </a:xfrm>
          <a:custGeom xmlns:a="http://schemas.openxmlformats.org/drawingml/2006/main">
            <a:pathLst>
              <a:path w="57132" h="58951">
                <a:moveTo>
                  <a:pt x="57132" y="0"/>
                </a:moveTo>
                <a:lnTo>
                  <a:pt x="44960" y="58951"/>
                </a:lnTo>
                <a:lnTo>
                  <a:pt x="0" y="18897"/>
                </a:lnTo>
                <a:lnTo>
                  <a:pt x="57132" y="0"/>
                </a:lnTo>
                <a:close/>
                <a:moveTo>
                  <a:pt x="571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8150E-66D9-404F-9DF8-BF79AB2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557" y="1012306"/>
            <a:ext cx="57132" cy="58951"/>
          </a:xfrm>
          <a:custGeom xmlns:a="http://schemas.openxmlformats.org/drawingml/2006/main">
            <a:pathLst>
              <a:path w="57132" h="58951" fill="none">
                <a:moveTo>
                  <a:pt x="57132" y="0"/>
                </a:moveTo>
                <a:lnTo>
                  <a:pt x="44960" y="58951"/>
                </a:lnTo>
                <a:lnTo>
                  <a:pt x="0" y="18897"/>
                </a:lnTo>
                <a:lnTo>
                  <a:pt x="57132" y="0"/>
                </a:lnTo>
                <a:close/>
                <a:moveTo>
                  <a:pt x="5713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7C1C8-5AA0-4FEF-9415-7A555A57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637" y="2176958"/>
            <a:ext cx="99399" cy="111019"/>
          </a:xfrm>
          <a:custGeom xmlns:a="http://schemas.openxmlformats.org/drawingml/2006/main">
            <a:pathLst>
              <a:path w="99399" h="111019" fill="none">
                <a:moveTo>
                  <a:pt x="0" y="111019"/>
                </a:moveTo>
                <a:lnTo>
                  <a:pt x="99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D3FC3-0F85-45D0-AF9B-83B9FEF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046" y="2151025"/>
            <a:ext cx="57183" cy="58962"/>
          </a:xfrm>
          <a:custGeom xmlns:a="http://schemas.openxmlformats.org/drawingml/2006/main">
            <a:pathLst>
              <a:path w="57183" h="58962">
                <a:moveTo>
                  <a:pt x="57183" y="0"/>
                </a:moveTo>
                <a:lnTo>
                  <a:pt x="44820" y="58962"/>
                </a:lnTo>
                <a:lnTo>
                  <a:pt x="0" y="18852"/>
                </a:lnTo>
                <a:lnTo>
                  <a:pt x="57183" y="0"/>
                </a:lnTo>
                <a:close/>
                <a:moveTo>
                  <a:pt x="571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B381F-B7EE-4C96-A9EC-F1657AF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046" y="2151025"/>
            <a:ext cx="57183" cy="58962"/>
          </a:xfrm>
          <a:custGeom xmlns:a="http://schemas.openxmlformats.org/drawingml/2006/main">
            <a:pathLst>
              <a:path w="57183" h="58962" fill="none">
                <a:moveTo>
                  <a:pt x="57183" y="0"/>
                </a:moveTo>
                <a:lnTo>
                  <a:pt x="44820" y="58962"/>
                </a:lnTo>
                <a:lnTo>
                  <a:pt x="0" y="18852"/>
                </a:lnTo>
                <a:lnTo>
                  <a:pt x="57183" y="0"/>
                </a:lnTo>
                <a:close/>
                <a:moveTo>
                  <a:pt x="5718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CC4CA-1E04-43F7-A52F-6B8B9666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635" y="4997706"/>
            <a:ext cx="99449" cy="111019"/>
          </a:xfrm>
          <a:custGeom xmlns:a="http://schemas.openxmlformats.org/drawingml/2006/main">
            <a:pathLst>
              <a:path w="99449" h="111019" fill="none">
                <a:moveTo>
                  <a:pt x="0" y="111019"/>
                </a:moveTo>
                <a:lnTo>
                  <a:pt x="9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8090A-5639-4F3A-BF4F-847CF81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53" y="4971763"/>
            <a:ext cx="57182" cy="58962"/>
          </a:xfrm>
          <a:custGeom xmlns:a="http://schemas.openxmlformats.org/drawingml/2006/main">
            <a:pathLst>
              <a:path w="57182" h="58962">
                <a:moveTo>
                  <a:pt x="57182" y="0"/>
                </a:moveTo>
                <a:lnTo>
                  <a:pt x="44820" y="58962"/>
                </a:lnTo>
                <a:lnTo>
                  <a:pt x="0" y="18852"/>
                </a:lnTo>
                <a:lnTo>
                  <a:pt x="57182" y="0"/>
                </a:lnTo>
                <a:close/>
                <a:moveTo>
                  <a:pt x="571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7EC32-0890-4C51-BCCF-6F389D8E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53" y="4971763"/>
            <a:ext cx="57182" cy="58962"/>
          </a:xfrm>
          <a:custGeom xmlns:a="http://schemas.openxmlformats.org/drawingml/2006/main">
            <a:pathLst>
              <a:path w="57182" h="58962" fill="none">
                <a:moveTo>
                  <a:pt x="57182" y="0"/>
                </a:moveTo>
                <a:lnTo>
                  <a:pt x="44820" y="58962"/>
                </a:lnTo>
                <a:lnTo>
                  <a:pt x="0" y="18852"/>
                </a:lnTo>
                <a:lnTo>
                  <a:pt x="57182" y="0"/>
                </a:lnTo>
                <a:close/>
                <a:moveTo>
                  <a:pt x="5718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FF181-1D8C-45F8-AD20-63F45270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641" y="4986288"/>
            <a:ext cx="99198" cy="111019"/>
          </a:xfrm>
          <a:custGeom xmlns:a="http://schemas.openxmlformats.org/drawingml/2006/main">
            <a:pathLst>
              <a:path w="99198" h="111019" fill="none">
                <a:moveTo>
                  <a:pt x="0" y="111019"/>
                </a:moveTo>
                <a:lnTo>
                  <a:pt x="99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4BFA3-0C8E-4926-B8C3-54E2394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827" y="4960560"/>
            <a:ext cx="57193" cy="58760"/>
          </a:xfrm>
          <a:custGeom xmlns:a="http://schemas.openxmlformats.org/drawingml/2006/main">
            <a:pathLst>
              <a:path w="57193" h="58760">
                <a:moveTo>
                  <a:pt x="57193" y="0"/>
                </a:moveTo>
                <a:lnTo>
                  <a:pt x="45011" y="58760"/>
                </a:lnTo>
                <a:lnTo>
                  <a:pt x="0" y="18662"/>
                </a:lnTo>
                <a:lnTo>
                  <a:pt x="57193" y="0"/>
                </a:lnTo>
                <a:close/>
                <a:moveTo>
                  <a:pt x="571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00257-6044-4CF7-BA6A-BFAD2D0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827" y="4960560"/>
            <a:ext cx="57193" cy="58760"/>
          </a:xfrm>
          <a:custGeom xmlns:a="http://schemas.openxmlformats.org/drawingml/2006/main">
            <a:pathLst>
              <a:path w="57193" h="58760" fill="none">
                <a:moveTo>
                  <a:pt x="57193" y="0"/>
                </a:moveTo>
                <a:lnTo>
                  <a:pt x="45011" y="58760"/>
                </a:lnTo>
                <a:lnTo>
                  <a:pt x="0" y="18662"/>
                </a:lnTo>
                <a:lnTo>
                  <a:pt x="57193" y="0"/>
                </a:lnTo>
                <a:close/>
                <a:moveTo>
                  <a:pt x="571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108BF-EDFB-4A4C-8889-6601918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259" y="1829162"/>
            <a:ext cx="127116" cy="10"/>
          </a:xfrm>
          <a:custGeom xmlns:a="http://schemas.openxmlformats.org/drawingml/2006/main">
            <a:pathLst>
              <a:path w="127116" h="1" fill="none">
                <a:moveTo>
                  <a:pt x="12711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F2290C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EE413-5870-4EB6-91E2-CE65C08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50" y="1798929"/>
            <a:ext cx="52114" cy="60313"/>
          </a:xfrm>
          <a:custGeom xmlns:a="http://schemas.openxmlformats.org/drawingml/2006/main">
            <a:pathLst>
              <a:path w="52114" h="60313">
                <a:moveTo>
                  <a:pt x="0" y="30232"/>
                </a:moveTo>
                <a:lnTo>
                  <a:pt x="52114" y="0"/>
                </a:lnTo>
                <a:lnTo>
                  <a:pt x="52114" y="60313"/>
                </a:lnTo>
                <a:lnTo>
                  <a:pt x="0" y="30232"/>
                </a:lnTo>
                <a:close/>
                <a:moveTo>
                  <a:pt x="0" y="30232"/>
                </a:moveTo>
              </a:path>
            </a:pathLst>
          </a:custGeom>
          <a:solidFill xmlns:a="http://schemas.openxmlformats.org/drawingml/2006/main">
            <a:srgbClr val="F229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C1DE1-3C67-4840-B712-55D6E1D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50" y="1798929"/>
            <a:ext cx="52114" cy="60313"/>
          </a:xfrm>
          <a:custGeom xmlns:a="http://schemas.openxmlformats.org/drawingml/2006/main">
            <a:pathLst>
              <a:path w="52114" h="60313" fill="none">
                <a:moveTo>
                  <a:pt x="0" y="30232"/>
                </a:moveTo>
                <a:lnTo>
                  <a:pt x="52114" y="0"/>
                </a:lnTo>
                <a:lnTo>
                  <a:pt x="52114" y="60313"/>
                </a:lnTo>
                <a:lnTo>
                  <a:pt x="0" y="30232"/>
                </a:lnTo>
                <a:close/>
                <a:moveTo>
                  <a:pt x="0" y="30232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F2290C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38B78-B846-48AB-B01C-C2905D1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302" y="1845862"/>
            <a:ext cx="188637" cy="10"/>
          </a:xfrm>
          <a:custGeom xmlns:a="http://schemas.openxmlformats.org/drawingml/2006/main">
            <a:pathLst>
              <a:path w="188637" h="1" fill="none">
                <a:moveTo>
                  <a:pt x="0" y="0"/>
                </a:moveTo>
                <a:lnTo>
                  <a:pt x="188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0C033-237B-448C-BB2E-86FE876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484" y="1815630"/>
            <a:ext cx="52064" cy="60313"/>
          </a:xfrm>
          <a:custGeom xmlns:a="http://schemas.openxmlformats.org/drawingml/2006/main">
            <a:pathLst>
              <a:path w="52064" h="60313">
                <a:moveTo>
                  <a:pt x="52064" y="30232"/>
                </a:moveTo>
                <a:lnTo>
                  <a:pt x="0" y="60313"/>
                </a:lnTo>
                <a:lnTo>
                  <a:pt x="0" y="0"/>
                </a:lnTo>
                <a:lnTo>
                  <a:pt x="52064" y="30232"/>
                </a:lnTo>
                <a:close/>
                <a:moveTo>
                  <a:pt x="52064" y="302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7D9FF-E502-4DC5-8A1D-5139ECD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484" y="1815630"/>
            <a:ext cx="52064" cy="60313"/>
          </a:xfrm>
          <a:custGeom xmlns:a="http://schemas.openxmlformats.org/drawingml/2006/main">
            <a:pathLst>
              <a:path w="52064" h="60313" fill="none">
                <a:moveTo>
                  <a:pt x="52064" y="30232"/>
                </a:moveTo>
                <a:lnTo>
                  <a:pt x="0" y="60313"/>
                </a:lnTo>
                <a:lnTo>
                  <a:pt x="0" y="0"/>
                </a:lnTo>
                <a:lnTo>
                  <a:pt x="52064" y="30232"/>
                </a:lnTo>
                <a:close/>
                <a:moveTo>
                  <a:pt x="52064" y="30232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EBAC2-10A1-450A-940D-11A3F012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659" y="2196626"/>
            <a:ext cx="193315" cy="164843"/>
          </a:xfrm>
          <a:custGeom xmlns:a="http://schemas.openxmlformats.org/drawingml/2006/main">
            <a:pathLst>
              <a:path w="193315" h="164843" fill="none">
                <a:moveTo>
                  <a:pt x="193315" y="1648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9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F78E2-CC23-4F4C-A08D-7E0C56FD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13" y="2174045"/>
            <a:ext cx="59341" cy="56785"/>
          </a:xfrm>
          <a:custGeom xmlns:a="http://schemas.openxmlformats.org/drawingml/2006/main">
            <a:pathLst>
              <a:path w="59341" h="56785">
                <a:moveTo>
                  <a:pt x="0" y="0"/>
                </a:moveTo>
                <a:lnTo>
                  <a:pt x="59341" y="10815"/>
                </a:lnTo>
                <a:lnTo>
                  <a:pt x="20216" y="56785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20839-F3DB-4955-AF92-5E8CB1F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13" y="2174045"/>
            <a:ext cx="59341" cy="56785"/>
          </a:xfrm>
          <a:custGeom xmlns:a="http://schemas.openxmlformats.org/drawingml/2006/main">
            <a:pathLst>
              <a:path w="59341" h="56785" fill="none">
                <a:moveTo>
                  <a:pt x="0" y="0"/>
                </a:moveTo>
                <a:lnTo>
                  <a:pt x="59341" y="10815"/>
                </a:lnTo>
                <a:lnTo>
                  <a:pt x="20216" y="56785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8034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544E-14D8-4A1E-9635-8E61D57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277" y="2610621"/>
            <a:ext cx="220881" cy="197088"/>
          </a:xfrm>
          <a:custGeom xmlns:a="http://schemas.openxmlformats.org/drawingml/2006/main">
            <a:pathLst>
              <a:path w="220881" h="197088">
                <a:moveTo>
                  <a:pt x="0" y="0"/>
                </a:moveTo>
                <a:lnTo>
                  <a:pt x="62275" y="0"/>
                </a:lnTo>
                <a:cubicBezTo>
                  <a:pt x="62275" y="87678"/>
                  <a:pt x="133203" y="158606"/>
                  <a:pt x="220881" y="158606"/>
                </a:cubicBezTo>
                <a:lnTo>
                  <a:pt x="220881" y="196736"/>
                </a:lnTo>
                <a:lnTo>
                  <a:pt x="62275" y="196736"/>
                </a:lnTo>
                <a:lnTo>
                  <a:pt x="62275" y="197088"/>
                </a:lnTo>
                <a:lnTo>
                  <a:pt x="0" y="19708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F1E4D-2E20-4FAC-B2F6-2F816E3A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277" y="5406772"/>
            <a:ext cx="220881" cy="197088"/>
          </a:xfrm>
          <a:custGeom xmlns:a="http://schemas.openxmlformats.org/drawingml/2006/main">
            <a:pathLst>
              <a:path w="220881" h="197088">
                <a:moveTo>
                  <a:pt x="0" y="0"/>
                </a:moveTo>
                <a:lnTo>
                  <a:pt x="62275" y="0"/>
                </a:lnTo>
                <a:cubicBezTo>
                  <a:pt x="62275" y="87628"/>
                  <a:pt x="133203" y="158606"/>
                  <a:pt x="220881" y="158606"/>
                </a:cubicBezTo>
                <a:lnTo>
                  <a:pt x="220881" y="196534"/>
                </a:lnTo>
                <a:lnTo>
                  <a:pt x="62275" y="196534"/>
                </a:lnTo>
                <a:lnTo>
                  <a:pt x="62275" y="197088"/>
                </a:lnTo>
                <a:lnTo>
                  <a:pt x="0" y="19708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005E9-0836-4E6F-B99B-6CB28C01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70" y="2786481"/>
            <a:ext cx="197088" cy="220881"/>
          </a:xfrm>
          <a:custGeom xmlns:a="http://schemas.openxmlformats.org/drawingml/2006/main">
            <a:pathLst>
              <a:path w="197088" h="220881">
                <a:moveTo>
                  <a:pt x="196887" y="0"/>
                </a:moveTo>
                <a:lnTo>
                  <a:pt x="197088" y="62326"/>
                </a:lnTo>
                <a:cubicBezTo>
                  <a:pt x="109409" y="62326"/>
                  <a:pt x="38482" y="133253"/>
                  <a:pt x="38482" y="220881"/>
                </a:cubicBezTo>
                <a:lnTo>
                  <a:pt x="352" y="220881"/>
                </a:lnTo>
                <a:lnTo>
                  <a:pt x="352" y="62326"/>
                </a:lnTo>
                <a:lnTo>
                  <a:pt x="0" y="62326"/>
                </a:lnTo>
                <a:lnTo>
                  <a:pt x="0" y="0"/>
                </a:lnTo>
                <a:lnTo>
                  <a:pt x="196887" y="0"/>
                </a:lnTo>
                <a:close/>
                <a:moveTo>
                  <a:pt x="19688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3C2BD-AB85-4D76-A2E6-5718D51D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164" y="20814"/>
            <a:ext cx="220680" cy="197088"/>
          </a:xfrm>
          <a:custGeom xmlns:a="http://schemas.openxmlformats.org/drawingml/2006/main">
            <a:pathLst>
              <a:path w="220680" h="197088">
                <a:moveTo>
                  <a:pt x="220680" y="196887"/>
                </a:moveTo>
                <a:lnTo>
                  <a:pt x="158556" y="197088"/>
                </a:lnTo>
                <a:cubicBezTo>
                  <a:pt x="158354" y="109460"/>
                  <a:pt x="87427" y="38532"/>
                  <a:pt x="0" y="38532"/>
                </a:cubicBezTo>
                <a:lnTo>
                  <a:pt x="0" y="402"/>
                </a:lnTo>
                <a:lnTo>
                  <a:pt x="158556" y="402"/>
                </a:lnTo>
                <a:lnTo>
                  <a:pt x="158556" y="0"/>
                </a:lnTo>
                <a:lnTo>
                  <a:pt x="220680" y="0"/>
                </a:lnTo>
                <a:lnTo>
                  <a:pt x="220680" y="196887"/>
                </a:lnTo>
                <a:close/>
                <a:moveTo>
                  <a:pt x="220680" y="1968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26933-1A4E-4B96-AE58-FA777F9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566" y="2811481"/>
            <a:ext cx="220630" cy="196887"/>
          </a:xfrm>
          <a:custGeom xmlns:a="http://schemas.openxmlformats.org/drawingml/2006/main">
            <a:pathLst>
              <a:path w="220630" h="196887">
                <a:moveTo>
                  <a:pt x="220630" y="196887"/>
                </a:moveTo>
                <a:lnTo>
                  <a:pt x="158556" y="196887"/>
                </a:lnTo>
                <a:cubicBezTo>
                  <a:pt x="158556" y="109409"/>
                  <a:pt x="87427" y="38281"/>
                  <a:pt x="0" y="38482"/>
                </a:cubicBezTo>
                <a:lnTo>
                  <a:pt x="0" y="352"/>
                </a:lnTo>
                <a:lnTo>
                  <a:pt x="158556" y="352"/>
                </a:lnTo>
                <a:lnTo>
                  <a:pt x="158556" y="0"/>
                </a:lnTo>
                <a:lnTo>
                  <a:pt x="220630" y="0"/>
                </a:lnTo>
                <a:lnTo>
                  <a:pt x="220630" y="196887"/>
                </a:lnTo>
                <a:close/>
                <a:moveTo>
                  <a:pt x="220630" y="1968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D8B52-CDA0-40DF-9FD0-0C2CEEAE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196" y="5405011"/>
            <a:ext cx="196887" cy="220807"/>
          </a:xfrm>
          <a:custGeom xmlns:a="http://schemas.openxmlformats.org/drawingml/2006/main">
            <a:pathLst>
              <a:path w="196887" h="220807">
                <a:moveTo>
                  <a:pt x="196887" y="158606"/>
                </a:moveTo>
                <a:lnTo>
                  <a:pt x="196887" y="220807"/>
                </a:lnTo>
                <a:lnTo>
                  <a:pt x="0" y="220807"/>
                </a:lnTo>
                <a:lnTo>
                  <a:pt x="0" y="158606"/>
                </a:lnTo>
                <a:lnTo>
                  <a:pt x="10845" y="158240"/>
                </a:lnTo>
                <a:lnTo>
                  <a:pt x="21493" y="157159"/>
                </a:lnTo>
                <a:lnTo>
                  <a:pt x="31922" y="155385"/>
                </a:lnTo>
                <a:lnTo>
                  <a:pt x="42108" y="152943"/>
                </a:lnTo>
                <a:lnTo>
                  <a:pt x="52027" y="149855"/>
                </a:lnTo>
                <a:lnTo>
                  <a:pt x="61655" y="146146"/>
                </a:lnTo>
                <a:lnTo>
                  <a:pt x="70970" y="141840"/>
                </a:lnTo>
                <a:lnTo>
                  <a:pt x="79947" y="136959"/>
                </a:lnTo>
                <a:lnTo>
                  <a:pt x="88562" y="131527"/>
                </a:lnTo>
                <a:lnTo>
                  <a:pt x="96793" y="125568"/>
                </a:lnTo>
                <a:lnTo>
                  <a:pt x="104616" y="119106"/>
                </a:lnTo>
                <a:lnTo>
                  <a:pt x="112006" y="112163"/>
                </a:lnTo>
                <a:lnTo>
                  <a:pt x="118941" y="104765"/>
                </a:lnTo>
                <a:lnTo>
                  <a:pt x="125397" y="96933"/>
                </a:lnTo>
                <a:lnTo>
                  <a:pt x="131350" y="88692"/>
                </a:lnTo>
                <a:lnTo>
                  <a:pt x="136776" y="80066"/>
                </a:lnTo>
                <a:lnTo>
                  <a:pt x="141653" y="71077"/>
                </a:lnTo>
                <a:lnTo>
                  <a:pt x="145955" y="61750"/>
                </a:lnTo>
                <a:lnTo>
                  <a:pt x="149661" y="52108"/>
                </a:lnTo>
                <a:lnTo>
                  <a:pt x="152746" y="42175"/>
                </a:lnTo>
                <a:lnTo>
                  <a:pt x="155186" y="31974"/>
                </a:lnTo>
                <a:lnTo>
                  <a:pt x="156958" y="21529"/>
                </a:lnTo>
                <a:lnTo>
                  <a:pt x="158039" y="10863"/>
                </a:lnTo>
                <a:lnTo>
                  <a:pt x="158405" y="0"/>
                </a:lnTo>
                <a:lnTo>
                  <a:pt x="196484" y="0"/>
                </a:lnTo>
                <a:lnTo>
                  <a:pt x="196484" y="158606"/>
                </a:lnTo>
                <a:lnTo>
                  <a:pt x="196887" y="1586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2F5EA-288C-4E5C-9E31-1657AA1D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001" y="2608106"/>
            <a:ext cx="197088" cy="220831"/>
          </a:xfrm>
          <a:custGeom xmlns:a="http://schemas.openxmlformats.org/drawingml/2006/main">
            <a:pathLst>
              <a:path w="197088" h="220831">
                <a:moveTo>
                  <a:pt x="0" y="220831"/>
                </a:moveTo>
                <a:lnTo>
                  <a:pt x="0" y="158556"/>
                </a:lnTo>
                <a:cubicBezTo>
                  <a:pt x="87628" y="158556"/>
                  <a:pt x="158556" y="87628"/>
                  <a:pt x="158556" y="0"/>
                </a:cubicBezTo>
                <a:lnTo>
                  <a:pt x="196685" y="0"/>
                </a:lnTo>
                <a:lnTo>
                  <a:pt x="196685" y="158556"/>
                </a:lnTo>
                <a:lnTo>
                  <a:pt x="197088" y="158556"/>
                </a:lnTo>
                <a:lnTo>
                  <a:pt x="197088" y="220831"/>
                </a:lnTo>
                <a:lnTo>
                  <a:pt x="0" y="220831"/>
                </a:lnTo>
                <a:close/>
                <a:moveTo>
                  <a:pt x="0" y="220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F7CB5-BCA4-4AC6-A1D2-599E85A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552" y="56781"/>
            <a:ext cx="4983180" cy="2712446"/>
          </a:xfrm>
          <a:custGeom xmlns:a="http://schemas.openxmlformats.org/drawingml/2006/main">
            <a:pathLst>
              <a:path w="4983180" h="2712446" fill="none">
                <a:moveTo>
                  <a:pt x="176665" y="0"/>
                </a:moveTo>
                <a:lnTo>
                  <a:pt x="4806516" y="0"/>
                </a:lnTo>
                <a:cubicBezTo>
                  <a:pt x="4904355" y="0"/>
                  <a:pt x="4983180" y="78775"/>
                  <a:pt x="4983180" y="176665"/>
                </a:cubicBezTo>
                <a:lnTo>
                  <a:pt x="4983180" y="2535782"/>
                </a:lnTo>
                <a:cubicBezTo>
                  <a:pt x="4983180" y="2633621"/>
                  <a:pt x="4904355" y="2712446"/>
                  <a:pt x="4806516" y="2712446"/>
                </a:cubicBezTo>
                <a:lnTo>
                  <a:pt x="176665" y="2712446"/>
                </a:lnTo>
                <a:cubicBezTo>
                  <a:pt x="78825" y="2712446"/>
                  <a:pt x="0" y="2633621"/>
                  <a:pt x="0" y="2535782"/>
                </a:cubicBezTo>
                <a:lnTo>
                  <a:pt x="0" y="176665"/>
                </a:lnTo>
                <a:cubicBezTo>
                  <a:pt x="0" y="78775"/>
                  <a:pt x="78825" y="0"/>
                  <a:pt x="176665" y="0"/>
                </a:cubicBezTo>
                <a:close/>
                <a:moveTo>
                  <a:pt x="17666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259" cap="flat">
            <a:solidFill>
              <a:srgbClr val="7F7F7F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232FE-E307-4FA4-9337-39CEF0DF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73" y="2848605"/>
            <a:ext cx="5134090" cy="2712446"/>
          </a:xfrm>
          <a:custGeom xmlns:a="http://schemas.openxmlformats.org/drawingml/2006/main">
            <a:pathLst>
              <a:path w="5134090" h="2712446" fill="none">
                <a:moveTo>
                  <a:pt x="176665" y="0"/>
                </a:moveTo>
                <a:lnTo>
                  <a:pt x="4957425" y="0"/>
                </a:lnTo>
                <a:cubicBezTo>
                  <a:pt x="5055265" y="0"/>
                  <a:pt x="5134090" y="78775"/>
                  <a:pt x="5134090" y="176665"/>
                </a:cubicBezTo>
                <a:lnTo>
                  <a:pt x="5134090" y="2535782"/>
                </a:lnTo>
                <a:cubicBezTo>
                  <a:pt x="5134090" y="2633621"/>
                  <a:pt x="5055265" y="2712446"/>
                  <a:pt x="4957425" y="2712446"/>
                </a:cubicBezTo>
                <a:lnTo>
                  <a:pt x="176665" y="2712446"/>
                </a:lnTo>
                <a:cubicBezTo>
                  <a:pt x="78825" y="2712446"/>
                  <a:pt x="0" y="2633621"/>
                  <a:pt x="0" y="2535782"/>
                </a:cubicBezTo>
                <a:lnTo>
                  <a:pt x="0" y="176665"/>
                </a:lnTo>
                <a:cubicBezTo>
                  <a:pt x="0" y="78775"/>
                  <a:pt x="78825" y="0"/>
                  <a:pt x="176665" y="0"/>
                </a:cubicBezTo>
                <a:close/>
                <a:moveTo>
                  <a:pt x="17666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259" cap="flat">
            <a:solidFill>
              <a:srgbClr val="7F7F7F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A2DDD-2025-4AD2-A2DA-5422B8A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565" y="64024"/>
            <a:ext cx="5125236" cy="2705202"/>
          </a:xfrm>
          <a:custGeom xmlns:a="http://schemas.openxmlformats.org/drawingml/2006/main">
            <a:pathLst>
              <a:path w="5125236" h="2705202" fill="none">
                <a:moveTo>
                  <a:pt x="176665" y="0"/>
                </a:moveTo>
                <a:lnTo>
                  <a:pt x="4948572" y="0"/>
                </a:lnTo>
                <a:cubicBezTo>
                  <a:pt x="5046411" y="0"/>
                  <a:pt x="5125236" y="78825"/>
                  <a:pt x="5125236" y="176463"/>
                </a:cubicBezTo>
                <a:lnTo>
                  <a:pt x="5125236" y="2528538"/>
                </a:lnTo>
                <a:cubicBezTo>
                  <a:pt x="5125236" y="2626377"/>
                  <a:pt x="5046411" y="2705202"/>
                  <a:pt x="4948572" y="2705202"/>
                </a:cubicBezTo>
                <a:lnTo>
                  <a:pt x="176665" y="2705202"/>
                </a:lnTo>
                <a:cubicBezTo>
                  <a:pt x="78775" y="2705202"/>
                  <a:pt x="0" y="2626377"/>
                  <a:pt x="0" y="2528538"/>
                </a:cubicBezTo>
                <a:lnTo>
                  <a:pt x="0" y="176463"/>
                </a:lnTo>
                <a:cubicBezTo>
                  <a:pt x="0" y="78825"/>
                  <a:pt x="78775" y="0"/>
                  <a:pt x="176665" y="0"/>
                </a:cubicBezTo>
                <a:close/>
                <a:moveTo>
                  <a:pt x="17666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259" cap="flat">
            <a:solidFill>
              <a:srgbClr val="7F7F7F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08BB4-5818-4237-ABC4-015600F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836" y="2846241"/>
            <a:ext cx="4983130" cy="2712446"/>
          </a:xfrm>
          <a:custGeom xmlns:a="http://schemas.openxmlformats.org/drawingml/2006/main">
            <a:pathLst>
              <a:path w="4983130" h="2712446" fill="none">
                <a:moveTo>
                  <a:pt x="176614" y="0"/>
                </a:moveTo>
                <a:lnTo>
                  <a:pt x="4806465" y="0"/>
                </a:lnTo>
                <a:cubicBezTo>
                  <a:pt x="4904355" y="0"/>
                  <a:pt x="4983130" y="78775"/>
                  <a:pt x="4983130" y="176463"/>
                </a:cubicBezTo>
                <a:lnTo>
                  <a:pt x="4983130" y="2535782"/>
                </a:lnTo>
                <a:cubicBezTo>
                  <a:pt x="4983130" y="2633621"/>
                  <a:pt x="4904355" y="2712446"/>
                  <a:pt x="4806465" y="2712446"/>
                </a:cubicBezTo>
                <a:lnTo>
                  <a:pt x="176614" y="2712446"/>
                </a:lnTo>
                <a:cubicBezTo>
                  <a:pt x="78775" y="2712446"/>
                  <a:pt x="0" y="2633621"/>
                  <a:pt x="0" y="2535782"/>
                </a:cubicBezTo>
                <a:lnTo>
                  <a:pt x="0" y="176463"/>
                </a:lnTo>
                <a:cubicBezTo>
                  <a:pt x="0" y="78775"/>
                  <a:pt x="78775" y="0"/>
                  <a:pt x="176614" y="0"/>
                </a:cubicBezTo>
                <a:close/>
                <a:moveTo>
                  <a:pt x="17661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259" cap="flat">
            <a:solidFill>
              <a:srgbClr val="7F7F7F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29185-B6AC-40CD-8D2B-F24527BE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1" y="3160032"/>
            <a:ext cx="320481" cy="424056"/>
          </a:xfrm>
          <a:custGeom xmlns:a="http://schemas.openxmlformats.org/drawingml/2006/main">
            <a:pathLst>
              <a:path w="320481" h="424056" fill="none">
                <a:moveTo>
                  <a:pt x="320481" y="0"/>
                </a:moveTo>
                <a:lnTo>
                  <a:pt x="0" y="424056"/>
                </a:lnTo>
              </a:path>
            </a:pathLst>
          </a:custGeom>
          <a:noFill xmlns:a="http://schemas.openxmlformats.org/drawingml/2006/main"/>
          <a:ln xmlns:a="http://schemas.openxmlformats.org/drawingml/2006/main" w="33220" cap="rnd">
            <a:solidFill>
              <a:srgbClr val="FF00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C5E94-1562-4B64-99D5-0B5DC265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1" y="4127814"/>
            <a:ext cx="320481" cy="462336"/>
          </a:xfrm>
          <a:custGeom xmlns:a="http://schemas.openxmlformats.org/drawingml/2006/main">
            <a:pathLst>
              <a:path w="320481" h="462336" fill="none">
                <a:moveTo>
                  <a:pt x="320481" y="4623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220" cap="rnd">
            <a:solidFill>
              <a:srgbClr val="FF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4F6CF-D79F-4EA8-94EB-B31E99F8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605" y="3447716"/>
            <a:ext cx="321085" cy="499862"/>
          </a:xfrm>
          <a:custGeom xmlns:a="http://schemas.openxmlformats.org/drawingml/2006/main">
            <a:pathLst>
              <a:path w="321085" h="499862" fill="none">
                <a:moveTo>
                  <a:pt x="0" y="0"/>
                </a:moveTo>
                <a:lnTo>
                  <a:pt x="321085" y="499862"/>
                </a:lnTo>
              </a:path>
            </a:pathLst>
          </a:custGeom>
          <a:noFill xmlns:a="http://schemas.openxmlformats.org/drawingml/2006/main"/>
          <a:ln xmlns:a="http://schemas.openxmlformats.org/drawingml/2006/main" w="33252" cap="rnd">
            <a:solidFill>
              <a:srgbClr val="FF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993A6-1448-411D-A620-02376896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605" y="4491908"/>
            <a:ext cx="321085" cy="387284"/>
          </a:xfrm>
          <a:custGeom xmlns:a="http://schemas.openxmlformats.org/drawingml/2006/main">
            <a:pathLst>
              <a:path w="321085" h="387284" fill="none">
                <a:moveTo>
                  <a:pt x="0" y="387284"/>
                </a:moveTo>
                <a:lnTo>
                  <a:pt x="321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252" cap="rnd">
            <a:solidFill>
              <a:srgbClr val="FF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2049903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2026-09-05T18:01:52.3110000Z</dcterms:created>
  <dcterms:modified xsi:type="dcterms:W3CDTF">2026-09-05T18:01:52.3110000Z</dcterms:modified>
</coreProperties>
</file>