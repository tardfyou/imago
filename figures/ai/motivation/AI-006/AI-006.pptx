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0c21ca44c54548" /><Relationship Type="http://schemas.openxmlformats.org/officeDocument/2006/relationships/extended-properties" Target="/docProps/app.xml" Id="R42a8128c064d4dba" /><Relationship Type="http://schemas.openxmlformats.org/officeDocument/2006/relationships/officeDocument" Target="/ppt/presentation.xml" Id="Rb8293e55c8e944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6677dbb6dc48a0"/>
  </p:sldMasterIdLst>
  <p:notesMasterIdLst>
    <p:notesMasterId xmlns:r="http://schemas.openxmlformats.org/officeDocument/2006/relationships" r:id="Ra6faa9a3d87d4f85"/>
  </p:notesMasterIdLst>
  <p:sldIdLst>
    <p:sldId xmlns:r="http://schemas.openxmlformats.org/officeDocument/2006/relationships" id="256" r:id="R5f8d72755fd543ba"/>
  </p:sldIdLst>
  <p:sldSz cx="11458575" cy="4000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f050538bff4f44" /><Relationship Type="http://schemas.openxmlformats.org/officeDocument/2006/relationships/slideMaster" Target="/ppt/slideMasters/slideMaster1.xml" Id="R2e6677dbb6dc48a0" /><Relationship Type="http://schemas.openxmlformats.org/officeDocument/2006/relationships/notesMaster" Target="/ppt/notesMasters/notesMaster1.xml" Id="Ra6faa9a3d87d4f85" /><Relationship Type="http://schemas.openxmlformats.org/officeDocument/2006/relationships/presProps" Target="/ppt/presProps.xml" Id="Racded8b4609a48f6" /><Relationship Type="http://schemas.openxmlformats.org/officeDocument/2006/relationships/tableStyles" Target="/ppt/tableStyles.xml" Id="R70711ac75fc54038" /><Relationship Type="http://schemas.openxmlformats.org/officeDocument/2006/relationships/slide" Target="/ppt/slides/slide1.xml" Id="R5f8d72755fd543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df3601ec5948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d6314f0e4743e5" /><Relationship Type="http://schemas.openxmlformats.org/officeDocument/2006/relationships/notesMaster" Target="/ppt/notesMasters/notesMaster1.xml" Id="Rfd87a6068a324fa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素材ID：AI-006</ns1:t>
            </ns1:r>
          </ns1:p>
          <ns1:p>
            <ns1:r>
              <ns1:t>论文：Visual Autoregressive Modeling: Scalable Image Generation via Next-Scale Prediction</ns1:t>
            </ns1:r>
          </ns1:p>
          <ns1:p>
            <ns1:r>
              <ns1:t>会议：NeurIPS 2024</ns1:t>
            </ns1:r>
          </ns1:p>
          <ns1:p>
            <ns1:r>
              <ns1:t>奖项：Best Main Track Paper</ns1:t>
            </ns1:r>
          </ns1:p>
          <ns1:p>
            <ns1:r>
              <ns1:t>图号：Figure 2，PDF第2页</ns1:t>
            </ns1:r>
          </ns1:p>
          <ns1:p>
            <ns1:r>
              <ns1:t>类型：问题动机</ns1:t>
            </ns1:r>
          </ns1:p>
          <ns1:p>
            <ns1:r>
              <ns1:t>借鉴点：用相同3D底座对照词元、图像patch和尺度递增三种思路；适合动机图表达关键范式差异。</ns1:t>
            </ns1:r>
          </ns1:p>
          <ns1:p>
            <ns1:r>
              <ns1:t>论文URL：https://openreview.net/forum?id=gojL67CfS8</ns1:t>
            </ns1:r>
          </ns1:p>
          <ns1:p>
            <ns1:r>
              <ns1:t>官方获奖URL：https://blog.neurips.cc/2024/12/10/announcing-the-neurips-2024-best-paper-awards/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1b59913d346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c2a65883214142" /><Relationship Type="http://schemas.openxmlformats.org/officeDocument/2006/relationships/slideLayout" Target="/ppt/slideLayouts/slideLayout1.xml" Id="Ra7525eb9d9c84c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525eb9d9c84c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170cdc3634637" /><Relationship Type="http://schemas.openxmlformats.org/officeDocument/2006/relationships/image" Target="/ppt/media/image.png" Id="R49880dc95a4945cc" /><Relationship Type="http://schemas.openxmlformats.org/officeDocument/2006/relationships/image" Target="/ppt/media/image2.png" Id="R120f8f4141a843ec" /><Relationship Type="http://schemas.openxmlformats.org/officeDocument/2006/relationships/image" Target="/ppt/media/image3.png" Id="R4aefb273d56a4587" /><Relationship Type="http://schemas.openxmlformats.org/officeDocument/2006/relationships/image" Target="/ppt/media/image4.png" Id="R584bcda6f8f54e17" /><Relationship Type="http://schemas.openxmlformats.org/officeDocument/2006/relationships/image" Target="/ppt/media/image5.png" Id="Rf677198d7110456f" /><Relationship Type="http://schemas.openxmlformats.org/officeDocument/2006/relationships/image" Target="/ppt/media/image6.png" Id="R214615ab913b48f8" /><Relationship Type="http://schemas.openxmlformats.org/officeDocument/2006/relationships/image" Target="/ppt/media/image7.png" Id="R9b3f394e03694185" /><Relationship Type="http://schemas.openxmlformats.org/officeDocument/2006/relationships/image" Target="/ppt/media/image8.png" Id="Rfa0b55cf5c524b20" /><Relationship Type="http://schemas.openxmlformats.org/officeDocument/2006/relationships/image" Target="/ppt/media/image9.png" Id="R7955949669744a59" /><Relationship Type="http://schemas.openxmlformats.org/officeDocument/2006/relationships/image" Target="/ppt/media/image10.png" Id="R80431ff26de34619" /><Relationship Type="http://schemas.openxmlformats.org/officeDocument/2006/relationships/image" Target="/ppt/media/image11.png" Id="Ra107fdf2dcae489d" /><Relationship Type="http://schemas.openxmlformats.org/officeDocument/2006/relationships/image" Target="/ppt/media/image12.png" Id="Rbc978ff8cce54cdc" /><Relationship Type="http://schemas.openxmlformats.org/officeDocument/2006/relationships/image" Target="/ppt/media/image13.png" Id="R4639f8f02ae24152" /><Relationship Type="http://schemas.openxmlformats.org/officeDocument/2006/relationships/image" Target="/ppt/media/image14.png" Id="R503a4179d8e44b33" /><Relationship Type="http://schemas.openxmlformats.org/officeDocument/2006/relationships/image" Target="/ppt/media/image15.png" Id="R89520f3a7dec42ae" /><Relationship Type="http://schemas.openxmlformats.org/officeDocument/2006/relationships/image" Target="/ppt/media/image16.png" Id="R6cd22f93cccd4f58" /><Relationship Type="http://schemas.openxmlformats.org/officeDocument/2006/relationships/image" Target="/ppt/media/image17.png" Id="Rd41991c4022b439f" /><Relationship Type="http://schemas.openxmlformats.org/officeDocument/2006/relationships/image" Target="/ppt/media/image18.png" Id="R1f4b39772ee043ca" /><Relationship Type="http://schemas.openxmlformats.org/officeDocument/2006/relationships/image" Target="/ppt/media/image19.png" Id="R0e075a2c43504ab4" /><Relationship Type="http://schemas.openxmlformats.org/officeDocument/2006/relationships/image" Target="/ppt/media/image20.png" Id="R7e604acabc914666" /><Relationship Type="http://schemas.openxmlformats.org/officeDocument/2006/relationships/image" Target="/ppt/media/image21.png" Id="R9e8ef8554bc44bdb" /><Relationship Type="http://schemas.openxmlformats.org/officeDocument/2006/relationships/image" Target="/ppt/media/image22.png" Id="Rf6c0747a88fd4c10" /><Relationship Type="http://schemas.openxmlformats.org/officeDocument/2006/relationships/image" Target="/ppt/media/image23.png" Id="Rcbe54dd425f44754" /><Relationship Type="http://schemas.openxmlformats.org/officeDocument/2006/relationships/image" Target="/ppt/media/image24.png" Id="R3543e2905a404532" /><Relationship Type="http://schemas.openxmlformats.org/officeDocument/2006/relationships/image" Target="/ppt/media/image25.png" Id="Re9d097487ab143e8" /><Relationship Type="http://schemas.openxmlformats.org/officeDocument/2006/relationships/image" Target="/ppt/media/image26.png" Id="Re43e766c675c4dc3" /><Relationship Type="http://schemas.openxmlformats.org/officeDocument/2006/relationships/image" Target="/ppt/media/image27.png" Id="R3e072ec15c5a4f83" /><Relationship Type="http://schemas.openxmlformats.org/officeDocument/2006/relationships/image" Target="/ppt/media/image28.png" Id="R4f7ede9fbe364c9e" /><Relationship Type="http://schemas.openxmlformats.org/officeDocument/2006/relationships/image" Target="/ppt/media/image29.png" Id="R8c1ad7b681854cdc" /><Relationship Type="http://schemas.openxmlformats.org/officeDocument/2006/relationships/image" Target="/ppt/media/image30.png" Id="R20e78c2da6334a4d" /><Relationship Type="http://schemas.openxmlformats.org/officeDocument/2006/relationships/image" Target="/ppt/media/image31.png" Id="R7bcc2ff3783948d9" /><Relationship Type="http://schemas.openxmlformats.org/officeDocument/2006/relationships/image" Target="/ppt/media/image32.png" Id="R1227e385cab94cbe" /><Relationship Type="http://schemas.openxmlformats.org/officeDocument/2006/relationships/image" Target="/ppt/media/image33.png" Id="R43b87353f5624c46" /><Relationship Type="http://schemas.openxmlformats.org/officeDocument/2006/relationships/image" Target="/ppt/media/image34.png" Id="Rd84694295a0d4d9c" /><Relationship Type="http://schemas.openxmlformats.org/officeDocument/2006/relationships/image" Target="/ppt/media/image35.png" Id="R46ed78a415d946c2" /><Relationship Type="http://schemas.openxmlformats.org/officeDocument/2006/relationships/image" Target="/ppt/media/image36.png" Id="Re124eb9d31a84271" /><Relationship Type="http://schemas.openxmlformats.org/officeDocument/2006/relationships/image" Target="/ppt/media/image37.png" Id="Ra84e28c89a2d4dbf" /><Relationship Type="http://schemas.openxmlformats.org/officeDocument/2006/relationships/image" Target="/ppt/media/image38.png" Id="R0b6ca2cbd239486e" /><Relationship Type="http://schemas.openxmlformats.org/officeDocument/2006/relationships/image" Target="/ppt/media/image39.png" Id="R19de063951eb45f2" /><Relationship Type="http://schemas.openxmlformats.org/officeDocument/2006/relationships/image" Target="/ppt/media/image40.png" Id="R6b30b4a150b94632" /><Relationship Type="http://schemas.openxmlformats.org/officeDocument/2006/relationships/image" Target="/ppt/media/image41.png" Id="Rb423f6b89c214b23" /><Relationship Type="http://schemas.openxmlformats.org/officeDocument/2006/relationships/image" Target="/ppt/media/image42.png" Id="R6e52e1a0dab0404f" /><Relationship Type="http://schemas.openxmlformats.org/officeDocument/2006/relationships/image" Target="/ppt/media/image43.png" Id="Rc04f205fbaa34430" /><Relationship Type="http://schemas.openxmlformats.org/officeDocument/2006/relationships/image" Target="/ppt/media/image44.png" Id="Re56e4da939a54d33" /><Relationship Type="http://schemas.openxmlformats.org/officeDocument/2006/relationships/image" Target="/ppt/media/image45.png" Id="R9762da0edbe049bf" /><Relationship Type="http://schemas.openxmlformats.org/officeDocument/2006/relationships/notesSlide" Target="/ppt/notesSlides/notesSlide1.xml" Id="Ra59dff738fd245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96AFA-3C15-4047-AEAD-96091E18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86" y="114297"/>
            <a:ext cx="10975795" cy="3886203"/>
          </a:xfrm>
          <a:custGeom xmlns:a="http://schemas.openxmlformats.org/drawingml/2006/main">
            <a:pathLst>
              <a:path w="10975795" h="3886203">
                <a:moveTo>
                  <a:pt x="0" y="3886203"/>
                </a:moveTo>
                <a:lnTo>
                  <a:pt x="0" y="0"/>
                </a:lnTo>
                <a:lnTo>
                  <a:pt x="10975795" y="0"/>
                </a:lnTo>
                <a:lnTo>
                  <a:pt x="10975795" y="3886203"/>
                </a:lnTo>
                <a:lnTo>
                  <a:pt x="0" y="38862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80dc95a4945cc"/>
          <a:stretch xmlns:a="http://schemas.openxmlformats.org/drawingml/2006/main"/>
        </p:blipFill>
        <p:spPr>
          <a:xfrm xmlns:a="http://schemas.openxmlformats.org/drawingml/2006/main">
            <a:off x="5411738" y="2400308"/>
            <a:ext cx="5787477" cy="1202015"/>
          </a:xfrm>
          <a:prstGeom xmlns:a="http://schemas.openxmlformats.org/drawingml/2006/main" prst="rect">
            <a:avLst/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f8f4141a843ec"/>
          <a:stretch xmlns:a="http://schemas.openxmlformats.org/drawingml/2006/main"/>
        </p:blipFill>
        <p:spPr>
          <a:xfrm xmlns:a="http://schemas.openxmlformats.org/drawingml/2006/main">
            <a:off x="566108" y="277914"/>
            <a:ext cx="3185958" cy="435348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fb273d56a4587"/>
          <a:stretch xmlns:a="http://schemas.openxmlformats.org/drawingml/2006/main"/>
        </p:blipFill>
        <p:spPr>
          <a:xfrm xmlns:a="http://schemas.openxmlformats.org/drawingml/2006/main">
            <a:off x="361959" y="698605"/>
            <a:ext cx="4539877" cy="1043479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bcda6f8f54e17"/>
          <a:stretch xmlns:a="http://schemas.openxmlformats.org/drawingml/2006/main"/>
        </p:blipFill>
        <p:spPr>
          <a:xfrm xmlns:a="http://schemas.openxmlformats.org/drawingml/2006/main">
            <a:off x="571061" y="767681"/>
            <a:ext cx="3190904" cy="435348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7198d7110456f"/>
          <a:stretch xmlns:a="http://schemas.openxmlformats.org/drawingml/2006/main"/>
        </p:blipFill>
        <p:spPr>
          <a:xfrm xmlns:a="http://schemas.openxmlformats.org/drawingml/2006/main">
            <a:off x="3703836" y="559901"/>
            <a:ext cx="331458" cy="227568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615ab913b48f8"/>
          <a:stretch xmlns:a="http://schemas.openxmlformats.org/drawingml/2006/main"/>
        </p:blipFill>
        <p:spPr>
          <a:xfrm xmlns:a="http://schemas.openxmlformats.org/drawingml/2006/main">
            <a:off x="3703836" y="1054615"/>
            <a:ext cx="331458" cy="222621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f394e03694185"/>
          <a:stretch xmlns:a="http://schemas.openxmlformats.org/drawingml/2006/main"/>
        </p:blipFill>
        <p:spPr>
          <a:xfrm xmlns:a="http://schemas.openxmlformats.org/drawingml/2006/main">
            <a:off x="4020775" y="604425"/>
            <a:ext cx="568921" cy="187991"/>
          </a:xfrm>
          <a:prstGeom xmlns:a="http://schemas.openxmlformats.org/drawingml/2006/main" prst="rect">
            <a:avLst/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b55cf5c524b20"/>
          <a:stretch xmlns:a="http://schemas.openxmlformats.org/drawingml/2006/main"/>
        </p:blipFill>
        <p:spPr>
          <a:xfrm xmlns:a="http://schemas.openxmlformats.org/drawingml/2006/main">
            <a:off x="4020775" y="1094192"/>
            <a:ext cx="568921" cy="187991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5949669744a59"/>
          <a:stretch xmlns:a="http://schemas.openxmlformats.org/drawingml/2006/main"/>
        </p:blipFill>
        <p:spPr>
          <a:xfrm xmlns:a="http://schemas.openxmlformats.org/drawingml/2006/main">
            <a:off x="571040" y="223496"/>
            <a:ext cx="3136487" cy="850908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31ff26de34619"/>
          <a:stretch xmlns:a="http://schemas.openxmlformats.org/drawingml/2006/main"/>
        </p:blipFill>
        <p:spPr>
          <a:xfrm xmlns:a="http://schemas.openxmlformats.org/drawingml/2006/main">
            <a:off x="4070242" y="728104"/>
            <a:ext cx="460084" cy="420507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7fdf2dcae489d"/>
          <a:stretch xmlns:a="http://schemas.openxmlformats.org/drawingml/2006/main"/>
        </p:blipFill>
        <p:spPr>
          <a:xfrm xmlns:a="http://schemas.openxmlformats.org/drawingml/2006/main">
            <a:off x="4070182" y="550007"/>
            <a:ext cx="296828" cy="267146"/>
          </a:xfrm>
          <a:prstGeom xmlns:a="http://schemas.openxmlformats.org/drawingml/2006/main" prst="rect">
            <a:avLst/>
          </a:prstGeom>
        </p:spPr>
      </p:pic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78ff8cce54cdc"/>
          <a:stretch xmlns:a="http://schemas.openxmlformats.org/drawingml/2006/main"/>
        </p:blipFill>
        <p:spPr>
          <a:xfrm xmlns:a="http://schemas.openxmlformats.org/drawingml/2006/main">
            <a:off x="490669" y="1331866"/>
            <a:ext cx="3871520" cy="781226"/>
          </a:xfrm>
          <a:prstGeom xmlns:a="http://schemas.openxmlformats.org/drawingml/2006/main" prst="rect">
            <a:avLst/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9f8f02ae24152"/>
          <a:stretch xmlns:a="http://schemas.openxmlformats.org/drawingml/2006/main"/>
        </p:blipFill>
        <p:spPr>
          <a:xfrm xmlns:a="http://schemas.openxmlformats.org/drawingml/2006/main">
            <a:off x="8986941" y="644002"/>
            <a:ext cx="1978856" cy="2414204"/>
          </a:xfrm>
          <a:prstGeom xmlns:a="http://schemas.openxmlformats.org/drawingml/2006/main" prst="rect">
            <a:avLst/>
          </a:prstGeom>
        </p:spPr>
      </p:pic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a4179d8e44b33"/>
          <a:stretch xmlns:a="http://schemas.openxmlformats.org/drawingml/2006/main"/>
        </p:blipFill>
        <p:spPr>
          <a:xfrm xmlns:a="http://schemas.openxmlformats.org/drawingml/2006/main">
            <a:off x="7451916" y="1386074"/>
            <a:ext cx="1221944" cy="1449512"/>
          </a:xfrm>
          <a:prstGeom xmlns:a="http://schemas.openxmlformats.org/drawingml/2006/main" prst="rect">
            <a:avLst/>
          </a:prstGeom>
        </p:spPr>
      </p:pic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20f3a7dec42ae"/>
          <a:stretch xmlns:a="http://schemas.openxmlformats.org/drawingml/2006/main"/>
        </p:blipFill>
        <p:spPr>
          <a:xfrm xmlns:a="http://schemas.openxmlformats.org/drawingml/2006/main">
            <a:off x="6575464" y="1786792"/>
            <a:ext cx="786595" cy="925115"/>
          </a:xfrm>
          <a:prstGeom xmlns:a="http://schemas.openxmlformats.org/drawingml/2006/main" prst="rect">
            <a:avLst/>
          </a:prstGeom>
        </p:spPr>
      </p:pic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22f93cccd4f58"/>
          <a:stretch xmlns:a="http://schemas.openxmlformats.org/drawingml/2006/main"/>
        </p:blipFill>
        <p:spPr>
          <a:xfrm xmlns:a="http://schemas.openxmlformats.org/drawingml/2006/main">
            <a:off x="5986216" y="2048990"/>
            <a:ext cx="504608" cy="583762"/>
          </a:xfrm>
          <a:prstGeom xmlns:a="http://schemas.openxmlformats.org/drawingml/2006/main" prst="rect">
            <a:avLst/>
          </a:prstGeom>
        </p:spPr>
      </p:pic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6F96E7-43F5-4E81-9128-3FE691E0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671" y="703368"/>
            <a:ext cx="5287447" cy="2330103"/>
          </a:xfrm>
          <a:custGeom xmlns:a="http://schemas.openxmlformats.org/drawingml/2006/main">
            <a:pathLst>
              <a:path w="5287447" h="2330103">
                <a:moveTo>
                  <a:pt x="2275096" y="512029"/>
                </a:moveTo>
                <a:lnTo>
                  <a:pt x="3770648" y="649312"/>
                </a:lnTo>
                <a:lnTo>
                  <a:pt x="3770648" y="2189563"/>
                </a:lnTo>
                <a:lnTo>
                  <a:pt x="0" y="1840027"/>
                </a:lnTo>
                <a:lnTo>
                  <a:pt x="52808" y="1536582"/>
                </a:lnTo>
                <a:lnTo>
                  <a:pt x="2275096" y="512029"/>
                </a:lnTo>
                <a:close/>
                <a:moveTo>
                  <a:pt x="3385930" y="0"/>
                </a:moveTo>
                <a:lnTo>
                  <a:pt x="5287447" y="184281"/>
                </a:lnTo>
                <a:cubicBezTo>
                  <a:pt x="5287241" y="899555"/>
                  <a:pt x="5287035" y="1614850"/>
                  <a:pt x="5286829" y="2330103"/>
                </a:cubicBezTo>
                <a:lnTo>
                  <a:pt x="4410745" y="2248888"/>
                </a:lnTo>
                <a:lnTo>
                  <a:pt x="4410744" y="497600"/>
                </a:lnTo>
                <a:lnTo>
                  <a:pt x="4413014" y="471421"/>
                </a:lnTo>
                <a:lnTo>
                  <a:pt x="2703133" y="314762"/>
                </a:lnTo>
                <a:lnTo>
                  <a:pt x="3385930" y="0"/>
                </a:lnTo>
                <a:close/>
              </a:path>
            </a:pathLst>
          </a:custGeom>
          <a:solidFill xmlns:a="http://schemas.openxmlformats.org/drawingml/2006/main">
            <a:srgbClr val="9FB2CD">
              <a:alpha val="32941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991c4022b439f"/>
          <a:stretch xmlns:a="http://schemas.openxmlformats.org/drawingml/2006/main"/>
        </p:blipFill>
        <p:spPr>
          <a:xfrm xmlns:a="http://schemas.openxmlformats.org/drawingml/2006/main">
            <a:off x="5604937" y="2222140"/>
            <a:ext cx="321564" cy="361141"/>
          </a:xfrm>
          <a:prstGeom xmlns:a="http://schemas.openxmlformats.org/drawingml/2006/main" prst="rect">
            <a:avLst/>
          </a:prstGeom>
        </p:spPr>
      </p:pic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50D235-F931-4479-9CA2-A6F74E73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753" y="1210450"/>
            <a:ext cx="2232808" cy="1032881"/>
          </a:xfrm>
          <a:custGeom xmlns:a="http://schemas.openxmlformats.org/drawingml/2006/main">
            <a:pathLst>
              <a:path w="2232808" h="1032881">
                <a:moveTo>
                  <a:pt x="556345" y="766724"/>
                </a:moveTo>
                <a:lnTo>
                  <a:pt x="545825" y="771548"/>
                </a:lnTo>
                <a:lnTo>
                  <a:pt x="550569" y="782040"/>
                </a:lnTo>
                <a:lnTo>
                  <a:pt x="561090" y="777216"/>
                </a:lnTo>
                <a:lnTo>
                  <a:pt x="556345" y="766724"/>
                </a:lnTo>
                <a:close/>
                <a:moveTo>
                  <a:pt x="524784" y="781215"/>
                </a:moveTo>
                <a:lnTo>
                  <a:pt x="529735" y="791687"/>
                </a:lnTo>
                <a:lnTo>
                  <a:pt x="540255" y="786863"/>
                </a:lnTo>
                <a:lnTo>
                  <a:pt x="535305" y="776371"/>
                </a:lnTo>
                <a:lnTo>
                  <a:pt x="524784" y="781215"/>
                </a:lnTo>
                <a:close/>
                <a:moveTo>
                  <a:pt x="503743" y="790862"/>
                </a:moveTo>
                <a:lnTo>
                  <a:pt x="508694" y="801334"/>
                </a:lnTo>
                <a:lnTo>
                  <a:pt x="519214" y="796510"/>
                </a:lnTo>
                <a:lnTo>
                  <a:pt x="514264" y="786039"/>
                </a:lnTo>
                <a:lnTo>
                  <a:pt x="503743" y="790862"/>
                </a:lnTo>
                <a:close/>
                <a:moveTo>
                  <a:pt x="493429" y="795686"/>
                </a:moveTo>
                <a:lnTo>
                  <a:pt x="482909" y="800509"/>
                </a:lnTo>
                <a:lnTo>
                  <a:pt x="487653" y="810981"/>
                </a:lnTo>
                <a:lnTo>
                  <a:pt x="498174" y="806157"/>
                </a:lnTo>
                <a:lnTo>
                  <a:pt x="493429" y="795686"/>
                </a:lnTo>
                <a:close/>
                <a:moveTo>
                  <a:pt x="461868" y="810156"/>
                </a:moveTo>
                <a:lnTo>
                  <a:pt x="466612" y="820628"/>
                </a:lnTo>
                <a:lnTo>
                  <a:pt x="477133" y="815804"/>
                </a:lnTo>
                <a:lnTo>
                  <a:pt x="472388" y="805333"/>
                </a:lnTo>
                <a:lnTo>
                  <a:pt x="461868" y="810156"/>
                </a:lnTo>
                <a:close/>
                <a:moveTo>
                  <a:pt x="440827" y="819803"/>
                </a:moveTo>
                <a:lnTo>
                  <a:pt x="445778" y="830275"/>
                </a:lnTo>
                <a:lnTo>
                  <a:pt x="456092" y="825451"/>
                </a:lnTo>
                <a:lnTo>
                  <a:pt x="451347" y="814980"/>
                </a:lnTo>
                <a:lnTo>
                  <a:pt x="440827" y="819803"/>
                </a:lnTo>
                <a:close/>
                <a:moveTo>
                  <a:pt x="430306" y="824627"/>
                </a:moveTo>
                <a:lnTo>
                  <a:pt x="419786" y="829450"/>
                </a:lnTo>
                <a:lnTo>
                  <a:pt x="424737" y="839921"/>
                </a:lnTo>
                <a:lnTo>
                  <a:pt x="435257" y="835098"/>
                </a:lnTo>
                <a:lnTo>
                  <a:pt x="430306" y="824627"/>
                </a:lnTo>
                <a:close/>
                <a:moveTo>
                  <a:pt x="398951" y="839097"/>
                </a:moveTo>
                <a:lnTo>
                  <a:pt x="403696" y="849589"/>
                </a:lnTo>
                <a:lnTo>
                  <a:pt x="414216" y="844766"/>
                </a:lnTo>
                <a:lnTo>
                  <a:pt x="409472" y="834273"/>
                </a:lnTo>
                <a:lnTo>
                  <a:pt x="398951" y="839097"/>
                </a:lnTo>
                <a:close/>
                <a:moveTo>
                  <a:pt x="377911" y="848744"/>
                </a:moveTo>
                <a:lnTo>
                  <a:pt x="382655" y="859236"/>
                </a:lnTo>
                <a:lnTo>
                  <a:pt x="393176" y="854412"/>
                </a:lnTo>
                <a:lnTo>
                  <a:pt x="388431" y="843920"/>
                </a:lnTo>
                <a:lnTo>
                  <a:pt x="377911" y="848744"/>
                </a:lnTo>
                <a:close/>
                <a:moveTo>
                  <a:pt x="356870" y="858391"/>
                </a:moveTo>
                <a:lnTo>
                  <a:pt x="361820" y="868883"/>
                </a:lnTo>
                <a:lnTo>
                  <a:pt x="372135" y="864059"/>
                </a:lnTo>
                <a:lnTo>
                  <a:pt x="367390" y="853567"/>
                </a:lnTo>
                <a:lnTo>
                  <a:pt x="356870" y="858391"/>
                </a:lnTo>
                <a:close/>
                <a:moveTo>
                  <a:pt x="335829" y="868038"/>
                </a:moveTo>
                <a:lnTo>
                  <a:pt x="340780" y="878530"/>
                </a:lnTo>
                <a:lnTo>
                  <a:pt x="351300" y="873706"/>
                </a:lnTo>
                <a:lnTo>
                  <a:pt x="346349" y="863214"/>
                </a:lnTo>
                <a:lnTo>
                  <a:pt x="335829" y="868038"/>
                </a:lnTo>
                <a:close/>
                <a:moveTo>
                  <a:pt x="314994" y="877685"/>
                </a:moveTo>
                <a:lnTo>
                  <a:pt x="319739" y="888177"/>
                </a:lnTo>
                <a:lnTo>
                  <a:pt x="330259" y="883353"/>
                </a:lnTo>
                <a:lnTo>
                  <a:pt x="325515" y="872861"/>
                </a:lnTo>
                <a:lnTo>
                  <a:pt x="314994" y="877685"/>
                </a:lnTo>
                <a:close/>
                <a:moveTo>
                  <a:pt x="293953" y="887332"/>
                </a:moveTo>
                <a:lnTo>
                  <a:pt x="298698" y="897824"/>
                </a:lnTo>
                <a:lnTo>
                  <a:pt x="309218" y="893000"/>
                </a:lnTo>
                <a:lnTo>
                  <a:pt x="304474" y="882508"/>
                </a:lnTo>
                <a:lnTo>
                  <a:pt x="293953" y="887332"/>
                </a:lnTo>
                <a:close/>
                <a:moveTo>
                  <a:pt x="283433" y="892155"/>
                </a:moveTo>
                <a:lnTo>
                  <a:pt x="272912" y="896978"/>
                </a:lnTo>
                <a:lnTo>
                  <a:pt x="277863" y="907471"/>
                </a:lnTo>
                <a:lnTo>
                  <a:pt x="288177" y="902647"/>
                </a:lnTo>
                <a:lnTo>
                  <a:pt x="283433" y="892155"/>
                </a:lnTo>
                <a:close/>
                <a:moveTo>
                  <a:pt x="251872" y="906625"/>
                </a:moveTo>
                <a:lnTo>
                  <a:pt x="256822" y="917117"/>
                </a:lnTo>
                <a:lnTo>
                  <a:pt x="267343" y="912294"/>
                </a:lnTo>
                <a:lnTo>
                  <a:pt x="262392" y="901802"/>
                </a:lnTo>
                <a:lnTo>
                  <a:pt x="251872" y="906625"/>
                </a:lnTo>
                <a:close/>
                <a:moveTo>
                  <a:pt x="231037" y="916272"/>
                </a:moveTo>
                <a:lnTo>
                  <a:pt x="235782" y="926764"/>
                </a:lnTo>
                <a:lnTo>
                  <a:pt x="246302" y="921941"/>
                </a:lnTo>
                <a:lnTo>
                  <a:pt x="241557" y="911449"/>
                </a:lnTo>
                <a:lnTo>
                  <a:pt x="231037" y="916272"/>
                </a:lnTo>
                <a:close/>
                <a:moveTo>
                  <a:pt x="220517" y="921096"/>
                </a:moveTo>
                <a:lnTo>
                  <a:pt x="209996" y="925919"/>
                </a:lnTo>
                <a:lnTo>
                  <a:pt x="214741" y="936411"/>
                </a:lnTo>
                <a:lnTo>
                  <a:pt x="225261" y="931588"/>
                </a:lnTo>
                <a:lnTo>
                  <a:pt x="220517" y="921096"/>
                </a:lnTo>
                <a:close/>
                <a:moveTo>
                  <a:pt x="188955" y="935566"/>
                </a:moveTo>
                <a:lnTo>
                  <a:pt x="193906" y="946058"/>
                </a:lnTo>
                <a:lnTo>
                  <a:pt x="204220" y="941235"/>
                </a:lnTo>
                <a:lnTo>
                  <a:pt x="199476" y="930743"/>
                </a:lnTo>
                <a:lnTo>
                  <a:pt x="188955" y="935566"/>
                </a:lnTo>
                <a:close/>
                <a:moveTo>
                  <a:pt x="167914" y="945213"/>
                </a:moveTo>
                <a:lnTo>
                  <a:pt x="172865" y="955705"/>
                </a:lnTo>
                <a:lnTo>
                  <a:pt x="183386" y="950882"/>
                </a:lnTo>
                <a:lnTo>
                  <a:pt x="178435" y="940390"/>
                </a:lnTo>
                <a:lnTo>
                  <a:pt x="167914" y="945213"/>
                </a:lnTo>
                <a:close/>
                <a:moveTo>
                  <a:pt x="157600" y="950037"/>
                </a:moveTo>
                <a:lnTo>
                  <a:pt x="147080" y="954860"/>
                </a:lnTo>
                <a:lnTo>
                  <a:pt x="151824" y="965352"/>
                </a:lnTo>
                <a:lnTo>
                  <a:pt x="162345" y="960529"/>
                </a:lnTo>
                <a:lnTo>
                  <a:pt x="157600" y="950037"/>
                </a:lnTo>
                <a:close/>
                <a:moveTo>
                  <a:pt x="126039" y="964507"/>
                </a:moveTo>
                <a:lnTo>
                  <a:pt x="130783" y="974999"/>
                </a:lnTo>
                <a:lnTo>
                  <a:pt x="141304" y="970176"/>
                </a:lnTo>
                <a:lnTo>
                  <a:pt x="136559" y="959683"/>
                </a:lnTo>
                <a:lnTo>
                  <a:pt x="126039" y="964507"/>
                </a:lnTo>
                <a:close/>
                <a:moveTo>
                  <a:pt x="104998" y="974154"/>
                </a:moveTo>
                <a:lnTo>
                  <a:pt x="109949" y="984646"/>
                </a:lnTo>
                <a:lnTo>
                  <a:pt x="120263" y="979822"/>
                </a:lnTo>
                <a:lnTo>
                  <a:pt x="115519" y="969330"/>
                </a:lnTo>
                <a:lnTo>
                  <a:pt x="104998" y="974154"/>
                </a:lnTo>
                <a:close/>
                <a:moveTo>
                  <a:pt x="83957" y="983801"/>
                </a:moveTo>
                <a:lnTo>
                  <a:pt x="88908" y="994293"/>
                </a:lnTo>
                <a:lnTo>
                  <a:pt x="99428" y="989469"/>
                </a:lnTo>
                <a:lnTo>
                  <a:pt x="94478" y="978977"/>
                </a:lnTo>
                <a:lnTo>
                  <a:pt x="83957" y="983801"/>
                </a:lnTo>
                <a:close/>
                <a:moveTo>
                  <a:pt x="63123" y="993448"/>
                </a:moveTo>
                <a:lnTo>
                  <a:pt x="67867" y="1003940"/>
                </a:lnTo>
                <a:lnTo>
                  <a:pt x="78388" y="999116"/>
                </a:lnTo>
                <a:lnTo>
                  <a:pt x="73643" y="988624"/>
                </a:lnTo>
                <a:lnTo>
                  <a:pt x="63123" y="993448"/>
                </a:lnTo>
                <a:close/>
                <a:moveTo>
                  <a:pt x="42082" y="1003095"/>
                </a:moveTo>
                <a:lnTo>
                  <a:pt x="46826" y="1013587"/>
                </a:lnTo>
                <a:lnTo>
                  <a:pt x="57347" y="1008763"/>
                </a:lnTo>
                <a:lnTo>
                  <a:pt x="52602" y="998271"/>
                </a:lnTo>
                <a:lnTo>
                  <a:pt x="42082" y="1003095"/>
                </a:lnTo>
                <a:close/>
                <a:moveTo>
                  <a:pt x="21041" y="1012762"/>
                </a:moveTo>
                <a:lnTo>
                  <a:pt x="25992" y="1023234"/>
                </a:lnTo>
                <a:lnTo>
                  <a:pt x="36306" y="1018410"/>
                </a:lnTo>
                <a:lnTo>
                  <a:pt x="31561" y="1007939"/>
                </a:lnTo>
                <a:lnTo>
                  <a:pt x="21041" y="1012762"/>
                </a:lnTo>
                <a:close/>
                <a:moveTo>
                  <a:pt x="10520" y="1017586"/>
                </a:moveTo>
                <a:lnTo>
                  <a:pt x="0" y="1022409"/>
                </a:lnTo>
                <a:lnTo>
                  <a:pt x="4951" y="1032881"/>
                </a:lnTo>
                <a:lnTo>
                  <a:pt x="15471" y="1028057"/>
                </a:lnTo>
                <a:lnTo>
                  <a:pt x="10520" y="1017586"/>
                </a:lnTo>
                <a:close/>
                <a:moveTo>
                  <a:pt x="1112485" y="510998"/>
                </a:moveTo>
                <a:lnTo>
                  <a:pt x="1117435" y="521511"/>
                </a:lnTo>
                <a:lnTo>
                  <a:pt x="1127956" y="516770"/>
                </a:lnTo>
                <a:lnTo>
                  <a:pt x="1123005" y="506257"/>
                </a:lnTo>
                <a:lnTo>
                  <a:pt x="1112485" y="510998"/>
                </a:lnTo>
                <a:close/>
                <a:moveTo>
                  <a:pt x="1091650" y="520687"/>
                </a:moveTo>
                <a:lnTo>
                  <a:pt x="1096394" y="531199"/>
                </a:lnTo>
                <a:lnTo>
                  <a:pt x="1106915" y="526458"/>
                </a:lnTo>
                <a:lnTo>
                  <a:pt x="1101964" y="515946"/>
                </a:lnTo>
                <a:lnTo>
                  <a:pt x="1091650" y="520687"/>
                </a:lnTo>
                <a:close/>
                <a:moveTo>
                  <a:pt x="1081130" y="525634"/>
                </a:moveTo>
                <a:lnTo>
                  <a:pt x="1070609" y="530375"/>
                </a:lnTo>
                <a:lnTo>
                  <a:pt x="1075354" y="540887"/>
                </a:lnTo>
                <a:lnTo>
                  <a:pt x="1085874" y="535940"/>
                </a:lnTo>
                <a:lnTo>
                  <a:pt x="1081130" y="525634"/>
                </a:lnTo>
                <a:close/>
                <a:moveTo>
                  <a:pt x="1049568" y="540063"/>
                </a:moveTo>
                <a:lnTo>
                  <a:pt x="1054313" y="550576"/>
                </a:lnTo>
                <a:lnTo>
                  <a:pt x="1064833" y="545628"/>
                </a:lnTo>
                <a:lnTo>
                  <a:pt x="1060089" y="535116"/>
                </a:lnTo>
                <a:lnTo>
                  <a:pt x="1049568" y="540063"/>
                </a:lnTo>
                <a:close/>
                <a:moveTo>
                  <a:pt x="1028527" y="549751"/>
                </a:moveTo>
                <a:lnTo>
                  <a:pt x="1033478" y="560058"/>
                </a:lnTo>
                <a:lnTo>
                  <a:pt x="1043999" y="555317"/>
                </a:lnTo>
                <a:lnTo>
                  <a:pt x="1039048" y="544804"/>
                </a:lnTo>
                <a:lnTo>
                  <a:pt x="1028527" y="549751"/>
                </a:lnTo>
                <a:close/>
                <a:moveTo>
                  <a:pt x="1018007" y="554492"/>
                </a:moveTo>
                <a:lnTo>
                  <a:pt x="1007693" y="559233"/>
                </a:lnTo>
                <a:lnTo>
                  <a:pt x="1012437" y="569746"/>
                </a:lnTo>
                <a:lnTo>
                  <a:pt x="1022958" y="565005"/>
                </a:lnTo>
                <a:lnTo>
                  <a:pt x="1018007" y="554492"/>
                </a:lnTo>
                <a:close/>
                <a:moveTo>
                  <a:pt x="986652" y="568921"/>
                </a:moveTo>
                <a:lnTo>
                  <a:pt x="991396" y="579434"/>
                </a:lnTo>
                <a:lnTo>
                  <a:pt x="1001917" y="574693"/>
                </a:lnTo>
                <a:lnTo>
                  <a:pt x="997172" y="564180"/>
                </a:lnTo>
                <a:lnTo>
                  <a:pt x="986652" y="568921"/>
                </a:lnTo>
                <a:close/>
                <a:moveTo>
                  <a:pt x="965611" y="578609"/>
                </a:moveTo>
                <a:lnTo>
                  <a:pt x="970356" y="589122"/>
                </a:lnTo>
                <a:lnTo>
                  <a:pt x="980876" y="584175"/>
                </a:lnTo>
                <a:lnTo>
                  <a:pt x="976131" y="573868"/>
                </a:lnTo>
                <a:lnTo>
                  <a:pt x="965611" y="578609"/>
                </a:lnTo>
                <a:close/>
                <a:moveTo>
                  <a:pt x="944570" y="588297"/>
                </a:moveTo>
                <a:lnTo>
                  <a:pt x="949521" y="598810"/>
                </a:lnTo>
                <a:lnTo>
                  <a:pt x="960041" y="593863"/>
                </a:lnTo>
                <a:lnTo>
                  <a:pt x="955091" y="583350"/>
                </a:lnTo>
                <a:lnTo>
                  <a:pt x="944570" y="588297"/>
                </a:lnTo>
                <a:close/>
                <a:moveTo>
                  <a:pt x="923736" y="597986"/>
                </a:moveTo>
                <a:lnTo>
                  <a:pt x="928480" y="608292"/>
                </a:lnTo>
                <a:lnTo>
                  <a:pt x="939001" y="603551"/>
                </a:lnTo>
                <a:lnTo>
                  <a:pt x="934050" y="593039"/>
                </a:lnTo>
                <a:lnTo>
                  <a:pt x="923736" y="597986"/>
                </a:lnTo>
                <a:close/>
                <a:moveTo>
                  <a:pt x="902695" y="607468"/>
                </a:moveTo>
                <a:lnTo>
                  <a:pt x="907439" y="617980"/>
                </a:lnTo>
                <a:lnTo>
                  <a:pt x="917960" y="613239"/>
                </a:lnTo>
                <a:lnTo>
                  <a:pt x="913215" y="602727"/>
                </a:lnTo>
                <a:lnTo>
                  <a:pt x="902695" y="607468"/>
                </a:lnTo>
                <a:close/>
                <a:moveTo>
                  <a:pt x="881654" y="617156"/>
                </a:moveTo>
                <a:lnTo>
                  <a:pt x="886398" y="627668"/>
                </a:lnTo>
                <a:lnTo>
                  <a:pt x="896919" y="622927"/>
                </a:lnTo>
                <a:lnTo>
                  <a:pt x="892174" y="612415"/>
                </a:lnTo>
                <a:lnTo>
                  <a:pt x="881654" y="617156"/>
                </a:lnTo>
                <a:close/>
                <a:moveTo>
                  <a:pt x="871133" y="622103"/>
                </a:moveTo>
                <a:lnTo>
                  <a:pt x="860613" y="626844"/>
                </a:lnTo>
                <a:lnTo>
                  <a:pt x="865564" y="637357"/>
                </a:lnTo>
                <a:lnTo>
                  <a:pt x="876084" y="632409"/>
                </a:lnTo>
                <a:lnTo>
                  <a:pt x="871133" y="622103"/>
                </a:lnTo>
                <a:close/>
                <a:moveTo>
                  <a:pt x="839572" y="636532"/>
                </a:moveTo>
                <a:lnTo>
                  <a:pt x="844523" y="647045"/>
                </a:lnTo>
                <a:lnTo>
                  <a:pt x="855043" y="642098"/>
                </a:lnTo>
                <a:lnTo>
                  <a:pt x="850093" y="631585"/>
                </a:lnTo>
                <a:lnTo>
                  <a:pt x="839572" y="636532"/>
                </a:lnTo>
                <a:close/>
                <a:moveTo>
                  <a:pt x="818737" y="646220"/>
                </a:moveTo>
                <a:lnTo>
                  <a:pt x="823482" y="656527"/>
                </a:lnTo>
                <a:lnTo>
                  <a:pt x="834002" y="651786"/>
                </a:lnTo>
                <a:lnTo>
                  <a:pt x="829258" y="641273"/>
                </a:lnTo>
                <a:lnTo>
                  <a:pt x="818737" y="646220"/>
                </a:lnTo>
                <a:close/>
                <a:moveTo>
                  <a:pt x="797697" y="655702"/>
                </a:moveTo>
                <a:lnTo>
                  <a:pt x="802441" y="666215"/>
                </a:lnTo>
                <a:lnTo>
                  <a:pt x="812962" y="661474"/>
                </a:lnTo>
                <a:lnTo>
                  <a:pt x="808217" y="650961"/>
                </a:lnTo>
                <a:lnTo>
                  <a:pt x="797697" y="655702"/>
                </a:lnTo>
                <a:close/>
                <a:moveTo>
                  <a:pt x="776656" y="665390"/>
                </a:moveTo>
                <a:lnTo>
                  <a:pt x="781607" y="675903"/>
                </a:lnTo>
                <a:lnTo>
                  <a:pt x="792127" y="671162"/>
                </a:lnTo>
                <a:lnTo>
                  <a:pt x="787176" y="660649"/>
                </a:lnTo>
                <a:lnTo>
                  <a:pt x="776656" y="665390"/>
                </a:lnTo>
                <a:close/>
                <a:moveTo>
                  <a:pt x="755821" y="675079"/>
                </a:moveTo>
                <a:lnTo>
                  <a:pt x="760566" y="685591"/>
                </a:lnTo>
                <a:lnTo>
                  <a:pt x="771086" y="680644"/>
                </a:lnTo>
                <a:lnTo>
                  <a:pt x="766135" y="670338"/>
                </a:lnTo>
                <a:lnTo>
                  <a:pt x="755821" y="675079"/>
                </a:lnTo>
                <a:close/>
                <a:moveTo>
                  <a:pt x="734780" y="684767"/>
                </a:moveTo>
                <a:lnTo>
                  <a:pt x="739525" y="695279"/>
                </a:lnTo>
                <a:lnTo>
                  <a:pt x="750045" y="690332"/>
                </a:lnTo>
                <a:lnTo>
                  <a:pt x="745301" y="679820"/>
                </a:lnTo>
                <a:lnTo>
                  <a:pt x="734780" y="684767"/>
                </a:lnTo>
                <a:close/>
                <a:moveTo>
                  <a:pt x="724260" y="689508"/>
                </a:moveTo>
                <a:lnTo>
                  <a:pt x="713739" y="694455"/>
                </a:lnTo>
                <a:lnTo>
                  <a:pt x="718484" y="704761"/>
                </a:lnTo>
                <a:lnTo>
                  <a:pt x="729004" y="700020"/>
                </a:lnTo>
                <a:lnTo>
                  <a:pt x="724260" y="689508"/>
                </a:lnTo>
                <a:close/>
                <a:moveTo>
                  <a:pt x="692699" y="703937"/>
                </a:moveTo>
                <a:lnTo>
                  <a:pt x="697649" y="714450"/>
                </a:lnTo>
                <a:lnTo>
                  <a:pt x="708170" y="709709"/>
                </a:lnTo>
                <a:lnTo>
                  <a:pt x="703219" y="699196"/>
                </a:lnTo>
                <a:lnTo>
                  <a:pt x="692699" y="703937"/>
                </a:lnTo>
                <a:close/>
                <a:moveTo>
                  <a:pt x="671658" y="713625"/>
                </a:moveTo>
                <a:lnTo>
                  <a:pt x="676608" y="724138"/>
                </a:lnTo>
                <a:lnTo>
                  <a:pt x="687129" y="719397"/>
                </a:lnTo>
                <a:lnTo>
                  <a:pt x="682178" y="708884"/>
                </a:lnTo>
                <a:lnTo>
                  <a:pt x="671658" y="713625"/>
                </a:lnTo>
                <a:close/>
                <a:moveTo>
                  <a:pt x="650823" y="723313"/>
                </a:moveTo>
                <a:lnTo>
                  <a:pt x="655568" y="733826"/>
                </a:lnTo>
                <a:lnTo>
                  <a:pt x="666088" y="729085"/>
                </a:lnTo>
                <a:lnTo>
                  <a:pt x="661343" y="718572"/>
                </a:lnTo>
                <a:lnTo>
                  <a:pt x="650823" y="723313"/>
                </a:lnTo>
                <a:close/>
                <a:moveTo>
                  <a:pt x="629782" y="733001"/>
                </a:moveTo>
                <a:lnTo>
                  <a:pt x="634527" y="743514"/>
                </a:lnTo>
                <a:lnTo>
                  <a:pt x="645047" y="738567"/>
                </a:lnTo>
                <a:lnTo>
                  <a:pt x="640303" y="728054"/>
                </a:lnTo>
                <a:lnTo>
                  <a:pt x="629782" y="733001"/>
                </a:lnTo>
                <a:close/>
                <a:moveTo>
                  <a:pt x="608741" y="742690"/>
                </a:moveTo>
                <a:lnTo>
                  <a:pt x="613692" y="753202"/>
                </a:lnTo>
                <a:lnTo>
                  <a:pt x="624213" y="748255"/>
                </a:lnTo>
                <a:lnTo>
                  <a:pt x="619262" y="737742"/>
                </a:lnTo>
                <a:lnTo>
                  <a:pt x="608741" y="742690"/>
                </a:lnTo>
                <a:close/>
                <a:moveTo>
                  <a:pt x="587700" y="752172"/>
                </a:moveTo>
                <a:lnTo>
                  <a:pt x="592651" y="762746"/>
                </a:lnTo>
                <a:lnTo>
                  <a:pt x="603172" y="757923"/>
                </a:lnTo>
                <a:lnTo>
                  <a:pt x="598221" y="747431"/>
                </a:lnTo>
                <a:lnTo>
                  <a:pt x="587700" y="752172"/>
                </a:lnTo>
                <a:close/>
                <a:moveTo>
                  <a:pt x="577386" y="757077"/>
                </a:moveTo>
                <a:lnTo>
                  <a:pt x="566866" y="761901"/>
                </a:lnTo>
                <a:lnTo>
                  <a:pt x="571610" y="772393"/>
                </a:lnTo>
                <a:lnTo>
                  <a:pt x="582131" y="767570"/>
                </a:lnTo>
                <a:lnTo>
                  <a:pt x="577386" y="757077"/>
                </a:lnTo>
                <a:close/>
                <a:moveTo>
                  <a:pt x="1679350" y="250655"/>
                </a:moveTo>
                <a:lnTo>
                  <a:pt x="1684095" y="261168"/>
                </a:lnTo>
                <a:lnTo>
                  <a:pt x="1694615" y="256221"/>
                </a:lnTo>
                <a:lnTo>
                  <a:pt x="1689665" y="245708"/>
                </a:lnTo>
                <a:lnTo>
                  <a:pt x="1679350" y="250655"/>
                </a:lnTo>
                <a:close/>
                <a:moveTo>
                  <a:pt x="1658310" y="260137"/>
                </a:moveTo>
                <a:lnTo>
                  <a:pt x="1663054" y="270650"/>
                </a:lnTo>
                <a:lnTo>
                  <a:pt x="1673574" y="265909"/>
                </a:lnTo>
                <a:lnTo>
                  <a:pt x="1668830" y="255396"/>
                </a:lnTo>
                <a:lnTo>
                  <a:pt x="1658310" y="260137"/>
                </a:lnTo>
                <a:close/>
                <a:moveTo>
                  <a:pt x="1647789" y="265084"/>
                </a:moveTo>
                <a:lnTo>
                  <a:pt x="1637269" y="269825"/>
                </a:lnTo>
                <a:lnTo>
                  <a:pt x="1642013" y="280338"/>
                </a:lnTo>
                <a:lnTo>
                  <a:pt x="1652534" y="275597"/>
                </a:lnTo>
                <a:lnTo>
                  <a:pt x="1647789" y="265084"/>
                </a:lnTo>
                <a:close/>
                <a:moveTo>
                  <a:pt x="1616228" y="279513"/>
                </a:moveTo>
                <a:lnTo>
                  <a:pt x="1621179" y="290026"/>
                </a:lnTo>
                <a:lnTo>
                  <a:pt x="1631699" y="285079"/>
                </a:lnTo>
                <a:lnTo>
                  <a:pt x="1626748" y="274772"/>
                </a:lnTo>
                <a:lnTo>
                  <a:pt x="1616228" y="279513"/>
                </a:lnTo>
                <a:close/>
                <a:moveTo>
                  <a:pt x="1595393" y="289202"/>
                </a:moveTo>
                <a:lnTo>
                  <a:pt x="1600138" y="299714"/>
                </a:lnTo>
                <a:lnTo>
                  <a:pt x="1610658" y="294767"/>
                </a:lnTo>
                <a:lnTo>
                  <a:pt x="1605707" y="284254"/>
                </a:lnTo>
                <a:lnTo>
                  <a:pt x="1595393" y="289202"/>
                </a:lnTo>
                <a:close/>
                <a:moveTo>
                  <a:pt x="1584873" y="293943"/>
                </a:moveTo>
                <a:lnTo>
                  <a:pt x="1574352" y="298890"/>
                </a:lnTo>
                <a:lnTo>
                  <a:pt x="1579097" y="309402"/>
                </a:lnTo>
                <a:lnTo>
                  <a:pt x="1589617" y="304455"/>
                </a:lnTo>
                <a:lnTo>
                  <a:pt x="1584873" y="293943"/>
                </a:lnTo>
                <a:close/>
                <a:moveTo>
                  <a:pt x="1553311" y="308372"/>
                </a:moveTo>
                <a:lnTo>
                  <a:pt x="1558056" y="318884"/>
                </a:lnTo>
                <a:lnTo>
                  <a:pt x="1568576" y="314143"/>
                </a:lnTo>
                <a:lnTo>
                  <a:pt x="1563832" y="303631"/>
                </a:lnTo>
                <a:lnTo>
                  <a:pt x="1553311" y="308372"/>
                </a:lnTo>
                <a:close/>
                <a:moveTo>
                  <a:pt x="1532271" y="318060"/>
                </a:moveTo>
                <a:lnTo>
                  <a:pt x="1537221" y="328573"/>
                </a:lnTo>
                <a:lnTo>
                  <a:pt x="1547742" y="323832"/>
                </a:lnTo>
                <a:lnTo>
                  <a:pt x="1542791" y="313319"/>
                </a:lnTo>
                <a:lnTo>
                  <a:pt x="1532271" y="318060"/>
                </a:lnTo>
                <a:close/>
                <a:moveTo>
                  <a:pt x="1511436" y="327748"/>
                </a:moveTo>
                <a:lnTo>
                  <a:pt x="1516181" y="338261"/>
                </a:lnTo>
                <a:lnTo>
                  <a:pt x="1526701" y="333520"/>
                </a:lnTo>
                <a:lnTo>
                  <a:pt x="1521750" y="323007"/>
                </a:lnTo>
                <a:lnTo>
                  <a:pt x="1511436" y="327748"/>
                </a:lnTo>
                <a:close/>
                <a:moveTo>
                  <a:pt x="1490395" y="337436"/>
                </a:moveTo>
                <a:lnTo>
                  <a:pt x="1495140" y="347949"/>
                </a:lnTo>
                <a:lnTo>
                  <a:pt x="1505660" y="343002"/>
                </a:lnTo>
                <a:lnTo>
                  <a:pt x="1500916" y="332489"/>
                </a:lnTo>
                <a:lnTo>
                  <a:pt x="1490395" y="337436"/>
                </a:lnTo>
                <a:close/>
                <a:moveTo>
                  <a:pt x="1469354" y="347124"/>
                </a:moveTo>
                <a:lnTo>
                  <a:pt x="1474099" y="357637"/>
                </a:lnTo>
                <a:lnTo>
                  <a:pt x="1484619" y="352690"/>
                </a:lnTo>
                <a:lnTo>
                  <a:pt x="1479875" y="342177"/>
                </a:lnTo>
                <a:lnTo>
                  <a:pt x="1469354" y="347124"/>
                </a:lnTo>
                <a:close/>
                <a:moveTo>
                  <a:pt x="1448313" y="356606"/>
                </a:moveTo>
                <a:lnTo>
                  <a:pt x="1453264" y="367119"/>
                </a:lnTo>
                <a:lnTo>
                  <a:pt x="1463785" y="362378"/>
                </a:lnTo>
                <a:lnTo>
                  <a:pt x="1458834" y="351865"/>
                </a:lnTo>
                <a:lnTo>
                  <a:pt x="1448313" y="356606"/>
                </a:lnTo>
                <a:close/>
                <a:moveTo>
                  <a:pt x="1437793" y="361554"/>
                </a:moveTo>
                <a:lnTo>
                  <a:pt x="1427479" y="366295"/>
                </a:lnTo>
                <a:lnTo>
                  <a:pt x="1432223" y="376807"/>
                </a:lnTo>
                <a:lnTo>
                  <a:pt x="1442744" y="372066"/>
                </a:lnTo>
                <a:lnTo>
                  <a:pt x="1437793" y="361554"/>
                </a:lnTo>
                <a:close/>
                <a:moveTo>
                  <a:pt x="1406438" y="375983"/>
                </a:moveTo>
                <a:lnTo>
                  <a:pt x="1411182" y="386495"/>
                </a:lnTo>
                <a:lnTo>
                  <a:pt x="1421703" y="381754"/>
                </a:lnTo>
                <a:lnTo>
                  <a:pt x="1416958" y="371242"/>
                </a:lnTo>
                <a:lnTo>
                  <a:pt x="1406438" y="375983"/>
                </a:lnTo>
                <a:close/>
                <a:moveTo>
                  <a:pt x="1385397" y="385671"/>
                </a:moveTo>
                <a:lnTo>
                  <a:pt x="1390142" y="396184"/>
                </a:lnTo>
                <a:lnTo>
                  <a:pt x="1400662" y="391236"/>
                </a:lnTo>
                <a:lnTo>
                  <a:pt x="1395917" y="380724"/>
                </a:lnTo>
                <a:lnTo>
                  <a:pt x="1385397" y="385671"/>
                </a:lnTo>
                <a:close/>
                <a:moveTo>
                  <a:pt x="1374877" y="390412"/>
                </a:moveTo>
                <a:lnTo>
                  <a:pt x="1364356" y="395359"/>
                </a:lnTo>
                <a:lnTo>
                  <a:pt x="1369307" y="405872"/>
                </a:lnTo>
                <a:lnTo>
                  <a:pt x="1379827" y="400925"/>
                </a:lnTo>
                <a:lnTo>
                  <a:pt x="1374877" y="390412"/>
                </a:lnTo>
                <a:close/>
                <a:moveTo>
                  <a:pt x="1343522" y="404841"/>
                </a:moveTo>
                <a:lnTo>
                  <a:pt x="1348266" y="415354"/>
                </a:lnTo>
                <a:lnTo>
                  <a:pt x="1358787" y="410613"/>
                </a:lnTo>
                <a:lnTo>
                  <a:pt x="1353836" y="400100"/>
                </a:lnTo>
                <a:lnTo>
                  <a:pt x="1343522" y="404841"/>
                </a:lnTo>
                <a:close/>
                <a:moveTo>
                  <a:pt x="1322481" y="414529"/>
                </a:moveTo>
                <a:lnTo>
                  <a:pt x="1327225" y="425042"/>
                </a:lnTo>
                <a:lnTo>
                  <a:pt x="1337746" y="420301"/>
                </a:lnTo>
                <a:lnTo>
                  <a:pt x="1333001" y="409788"/>
                </a:lnTo>
                <a:lnTo>
                  <a:pt x="1322481" y="414529"/>
                </a:lnTo>
                <a:close/>
                <a:moveTo>
                  <a:pt x="1311960" y="419476"/>
                </a:moveTo>
                <a:lnTo>
                  <a:pt x="1301440" y="424217"/>
                </a:lnTo>
                <a:lnTo>
                  <a:pt x="1306184" y="434730"/>
                </a:lnTo>
                <a:lnTo>
                  <a:pt x="1316705" y="429989"/>
                </a:lnTo>
                <a:lnTo>
                  <a:pt x="1311960" y="419476"/>
                </a:lnTo>
                <a:close/>
                <a:moveTo>
                  <a:pt x="1280399" y="433905"/>
                </a:moveTo>
                <a:lnTo>
                  <a:pt x="1285350" y="444418"/>
                </a:lnTo>
                <a:lnTo>
                  <a:pt x="1295870" y="439471"/>
                </a:lnTo>
                <a:lnTo>
                  <a:pt x="1290919" y="428958"/>
                </a:lnTo>
                <a:lnTo>
                  <a:pt x="1280399" y="433905"/>
                </a:lnTo>
                <a:close/>
                <a:moveTo>
                  <a:pt x="1259564" y="443594"/>
                </a:moveTo>
                <a:lnTo>
                  <a:pt x="1264309" y="454106"/>
                </a:lnTo>
                <a:lnTo>
                  <a:pt x="1274829" y="449159"/>
                </a:lnTo>
                <a:lnTo>
                  <a:pt x="1269879" y="438646"/>
                </a:lnTo>
                <a:lnTo>
                  <a:pt x="1259564" y="443594"/>
                </a:lnTo>
                <a:close/>
                <a:moveTo>
                  <a:pt x="1238524" y="453282"/>
                </a:moveTo>
                <a:lnTo>
                  <a:pt x="1243268" y="463588"/>
                </a:lnTo>
                <a:lnTo>
                  <a:pt x="1253788" y="458847"/>
                </a:lnTo>
                <a:lnTo>
                  <a:pt x="1249044" y="448335"/>
                </a:lnTo>
                <a:lnTo>
                  <a:pt x="1238524" y="453282"/>
                </a:lnTo>
                <a:close/>
                <a:moveTo>
                  <a:pt x="1217483" y="462764"/>
                </a:moveTo>
                <a:lnTo>
                  <a:pt x="1222227" y="473276"/>
                </a:lnTo>
                <a:lnTo>
                  <a:pt x="1232748" y="468535"/>
                </a:lnTo>
                <a:lnTo>
                  <a:pt x="1228003" y="458023"/>
                </a:lnTo>
                <a:lnTo>
                  <a:pt x="1217483" y="462764"/>
                </a:lnTo>
                <a:close/>
                <a:moveTo>
                  <a:pt x="1196442" y="472452"/>
                </a:moveTo>
                <a:lnTo>
                  <a:pt x="1201393" y="482965"/>
                </a:lnTo>
                <a:lnTo>
                  <a:pt x="1211913" y="478224"/>
                </a:lnTo>
                <a:lnTo>
                  <a:pt x="1206962" y="467711"/>
                </a:lnTo>
                <a:lnTo>
                  <a:pt x="1196442" y="472452"/>
                </a:lnTo>
                <a:close/>
                <a:moveTo>
                  <a:pt x="1175607" y="482140"/>
                </a:moveTo>
                <a:lnTo>
                  <a:pt x="1180352" y="492653"/>
                </a:lnTo>
                <a:lnTo>
                  <a:pt x="1190872" y="487706"/>
                </a:lnTo>
                <a:lnTo>
                  <a:pt x="1185921" y="477399"/>
                </a:lnTo>
                <a:lnTo>
                  <a:pt x="1175607" y="482140"/>
                </a:lnTo>
                <a:close/>
                <a:moveTo>
                  <a:pt x="1165087" y="486881"/>
                </a:moveTo>
                <a:lnTo>
                  <a:pt x="1154566" y="491828"/>
                </a:lnTo>
                <a:lnTo>
                  <a:pt x="1159311" y="502341"/>
                </a:lnTo>
                <a:lnTo>
                  <a:pt x="1169831" y="497394"/>
                </a:lnTo>
                <a:lnTo>
                  <a:pt x="1165087" y="486881"/>
                </a:lnTo>
                <a:close/>
                <a:moveTo>
                  <a:pt x="1133525" y="501516"/>
                </a:moveTo>
                <a:lnTo>
                  <a:pt x="1138270" y="511823"/>
                </a:lnTo>
                <a:lnTo>
                  <a:pt x="1148790" y="507082"/>
                </a:lnTo>
                <a:lnTo>
                  <a:pt x="1144046" y="496569"/>
                </a:lnTo>
                <a:lnTo>
                  <a:pt x="1133525" y="501516"/>
                </a:lnTo>
                <a:close/>
                <a:moveTo>
                  <a:pt x="2162053" y="28652"/>
                </a:moveTo>
                <a:lnTo>
                  <a:pt x="2166797" y="39165"/>
                </a:lnTo>
                <a:lnTo>
                  <a:pt x="2175321" y="35324"/>
                </a:lnTo>
                <a:lnTo>
                  <a:pt x="2186600" y="59984"/>
                </a:lnTo>
                <a:lnTo>
                  <a:pt x="2232808" y="2474"/>
                </a:lnTo>
                <a:lnTo>
                  <a:pt x="2159165" y="0"/>
                </a:lnTo>
                <a:lnTo>
                  <a:pt x="2170524" y="24835"/>
                </a:lnTo>
                <a:lnTo>
                  <a:pt x="2162053" y="28652"/>
                </a:lnTo>
                <a:close/>
                <a:moveTo>
                  <a:pt x="2141012" y="38340"/>
                </a:moveTo>
                <a:lnTo>
                  <a:pt x="2145756" y="48853"/>
                </a:lnTo>
                <a:lnTo>
                  <a:pt x="2156277" y="43906"/>
                </a:lnTo>
                <a:lnTo>
                  <a:pt x="2151532" y="33599"/>
                </a:lnTo>
                <a:lnTo>
                  <a:pt x="2141012" y="38340"/>
                </a:lnTo>
                <a:close/>
                <a:moveTo>
                  <a:pt x="2130491" y="43081"/>
                </a:moveTo>
                <a:lnTo>
                  <a:pt x="2119971" y="48028"/>
                </a:lnTo>
                <a:lnTo>
                  <a:pt x="2124922" y="58541"/>
                </a:lnTo>
                <a:lnTo>
                  <a:pt x="2135442" y="53594"/>
                </a:lnTo>
                <a:lnTo>
                  <a:pt x="2130491" y="43081"/>
                </a:lnTo>
                <a:close/>
                <a:moveTo>
                  <a:pt x="2099136" y="57717"/>
                </a:moveTo>
                <a:lnTo>
                  <a:pt x="2103881" y="68023"/>
                </a:lnTo>
                <a:lnTo>
                  <a:pt x="2114401" y="63282"/>
                </a:lnTo>
                <a:lnTo>
                  <a:pt x="2109451" y="52770"/>
                </a:lnTo>
                <a:lnTo>
                  <a:pt x="2099136" y="57717"/>
                </a:lnTo>
                <a:close/>
                <a:moveTo>
                  <a:pt x="2078096" y="67199"/>
                </a:moveTo>
                <a:lnTo>
                  <a:pt x="2082840" y="77711"/>
                </a:lnTo>
                <a:lnTo>
                  <a:pt x="2093361" y="72970"/>
                </a:lnTo>
                <a:lnTo>
                  <a:pt x="2088616" y="62458"/>
                </a:lnTo>
                <a:lnTo>
                  <a:pt x="2078096" y="67199"/>
                </a:lnTo>
                <a:close/>
                <a:moveTo>
                  <a:pt x="2057055" y="76887"/>
                </a:moveTo>
                <a:lnTo>
                  <a:pt x="2061799" y="87399"/>
                </a:lnTo>
                <a:lnTo>
                  <a:pt x="2072320" y="82658"/>
                </a:lnTo>
                <a:lnTo>
                  <a:pt x="2067575" y="72146"/>
                </a:lnTo>
                <a:lnTo>
                  <a:pt x="2057055" y="76887"/>
                </a:lnTo>
                <a:close/>
                <a:moveTo>
                  <a:pt x="2036014" y="86575"/>
                </a:moveTo>
                <a:lnTo>
                  <a:pt x="2040965" y="97088"/>
                </a:lnTo>
                <a:lnTo>
                  <a:pt x="2051485" y="92140"/>
                </a:lnTo>
                <a:lnTo>
                  <a:pt x="2046534" y="81834"/>
                </a:lnTo>
                <a:lnTo>
                  <a:pt x="2036014" y="86575"/>
                </a:lnTo>
                <a:close/>
                <a:moveTo>
                  <a:pt x="2015179" y="96263"/>
                </a:moveTo>
                <a:lnTo>
                  <a:pt x="2019924" y="106776"/>
                </a:lnTo>
                <a:lnTo>
                  <a:pt x="2030444" y="101829"/>
                </a:lnTo>
                <a:lnTo>
                  <a:pt x="2025493" y="91316"/>
                </a:lnTo>
                <a:lnTo>
                  <a:pt x="2015179" y="96263"/>
                </a:lnTo>
                <a:close/>
                <a:moveTo>
                  <a:pt x="1994138" y="105951"/>
                </a:moveTo>
                <a:lnTo>
                  <a:pt x="1998883" y="116258"/>
                </a:lnTo>
                <a:lnTo>
                  <a:pt x="2009403" y="111517"/>
                </a:lnTo>
                <a:lnTo>
                  <a:pt x="2004659" y="101004"/>
                </a:lnTo>
                <a:lnTo>
                  <a:pt x="1994138" y="105951"/>
                </a:lnTo>
                <a:close/>
                <a:moveTo>
                  <a:pt x="1983618" y="110692"/>
                </a:moveTo>
                <a:lnTo>
                  <a:pt x="1973097" y="115433"/>
                </a:lnTo>
                <a:lnTo>
                  <a:pt x="1977842" y="125946"/>
                </a:lnTo>
                <a:lnTo>
                  <a:pt x="1988362" y="121205"/>
                </a:lnTo>
                <a:lnTo>
                  <a:pt x="1983618" y="110692"/>
                </a:lnTo>
                <a:close/>
                <a:moveTo>
                  <a:pt x="1952057" y="125121"/>
                </a:moveTo>
                <a:lnTo>
                  <a:pt x="1957007" y="135634"/>
                </a:lnTo>
                <a:lnTo>
                  <a:pt x="1967528" y="130893"/>
                </a:lnTo>
                <a:lnTo>
                  <a:pt x="1962577" y="120380"/>
                </a:lnTo>
                <a:lnTo>
                  <a:pt x="1952057" y="125121"/>
                </a:lnTo>
                <a:close/>
                <a:moveTo>
                  <a:pt x="1931222" y="134810"/>
                </a:moveTo>
                <a:lnTo>
                  <a:pt x="1935967" y="145322"/>
                </a:lnTo>
                <a:lnTo>
                  <a:pt x="1946487" y="140375"/>
                </a:lnTo>
                <a:lnTo>
                  <a:pt x="1941536" y="130069"/>
                </a:lnTo>
                <a:lnTo>
                  <a:pt x="1931222" y="134810"/>
                </a:lnTo>
                <a:close/>
                <a:moveTo>
                  <a:pt x="1910181" y="144498"/>
                </a:moveTo>
                <a:lnTo>
                  <a:pt x="1914926" y="155010"/>
                </a:lnTo>
                <a:lnTo>
                  <a:pt x="1925446" y="150063"/>
                </a:lnTo>
                <a:lnTo>
                  <a:pt x="1920702" y="139551"/>
                </a:lnTo>
                <a:lnTo>
                  <a:pt x="1910181" y="144498"/>
                </a:lnTo>
                <a:close/>
                <a:moveTo>
                  <a:pt x="1889140" y="154186"/>
                </a:moveTo>
                <a:lnTo>
                  <a:pt x="1893885" y="164492"/>
                </a:lnTo>
                <a:lnTo>
                  <a:pt x="1904405" y="159751"/>
                </a:lnTo>
                <a:lnTo>
                  <a:pt x="1899661" y="149239"/>
                </a:lnTo>
                <a:lnTo>
                  <a:pt x="1889140" y="154186"/>
                </a:lnTo>
                <a:close/>
                <a:moveTo>
                  <a:pt x="1868099" y="163668"/>
                </a:moveTo>
                <a:lnTo>
                  <a:pt x="1873050" y="174181"/>
                </a:lnTo>
                <a:lnTo>
                  <a:pt x="1883571" y="169440"/>
                </a:lnTo>
                <a:lnTo>
                  <a:pt x="1878620" y="158927"/>
                </a:lnTo>
                <a:lnTo>
                  <a:pt x="1868099" y="163668"/>
                </a:lnTo>
                <a:close/>
                <a:moveTo>
                  <a:pt x="1847265" y="173356"/>
                </a:moveTo>
                <a:lnTo>
                  <a:pt x="1852009" y="183869"/>
                </a:lnTo>
                <a:lnTo>
                  <a:pt x="1862530" y="179128"/>
                </a:lnTo>
                <a:lnTo>
                  <a:pt x="1857579" y="168615"/>
                </a:lnTo>
                <a:lnTo>
                  <a:pt x="1847265" y="173356"/>
                </a:lnTo>
                <a:close/>
                <a:moveTo>
                  <a:pt x="1836744" y="178303"/>
                </a:moveTo>
                <a:lnTo>
                  <a:pt x="1826224" y="183044"/>
                </a:lnTo>
                <a:lnTo>
                  <a:pt x="1830968" y="193557"/>
                </a:lnTo>
                <a:lnTo>
                  <a:pt x="1841489" y="188610"/>
                </a:lnTo>
                <a:lnTo>
                  <a:pt x="1836744" y="178303"/>
                </a:lnTo>
                <a:close/>
                <a:moveTo>
                  <a:pt x="1805183" y="192732"/>
                </a:moveTo>
                <a:lnTo>
                  <a:pt x="1809928" y="203245"/>
                </a:lnTo>
                <a:lnTo>
                  <a:pt x="1820448" y="198298"/>
                </a:lnTo>
                <a:lnTo>
                  <a:pt x="1815704" y="187785"/>
                </a:lnTo>
                <a:lnTo>
                  <a:pt x="1805183" y="192732"/>
                </a:lnTo>
                <a:close/>
                <a:moveTo>
                  <a:pt x="1784142" y="202421"/>
                </a:moveTo>
                <a:lnTo>
                  <a:pt x="1789093" y="212727"/>
                </a:lnTo>
                <a:lnTo>
                  <a:pt x="1799613" y="207986"/>
                </a:lnTo>
                <a:lnTo>
                  <a:pt x="1794663" y="197473"/>
                </a:lnTo>
                <a:lnTo>
                  <a:pt x="1784142" y="202421"/>
                </a:lnTo>
                <a:close/>
                <a:moveTo>
                  <a:pt x="1763308" y="211903"/>
                </a:moveTo>
                <a:lnTo>
                  <a:pt x="1768052" y="222415"/>
                </a:lnTo>
                <a:lnTo>
                  <a:pt x="1778573" y="217674"/>
                </a:lnTo>
                <a:lnTo>
                  <a:pt x="1773622" y="207162"/>
                </a:lnTo>
                <a:lnTo>
                  <a:pt x="1763308" y="211903"/>
                </a:lnTo>
                <a:close/>
                <a:moveTo>
                  <a:pt x="1742267" y="221591"/>
                </a:moveTo>
                <a:lnTo>
                  <a:pt x="1747011" y="232103"/>
                </a:lnTo>
                <a:lnTo>
                  <a:pt x="1757532" y="227362"/>
                </a:lnTo>
                <a:lnTo>
                  <a:pt x="1752787" y="216850"/>
                </a:lnTo>
                <a:lnTo>
                  <a:pt x="1742267" y="221591"/>
                </a:lnTo>
                <a:close/>
                <a:moveTo>
                  <a:pt x="1721226" y="231279"/>
                </a:moveTo>
                <a:lnTo>
                  <a:pt x="1725970" y="241792"/>
                </a:lnTo>
                <a:lnTo>
                  <a:pt x="1736491" y="236844"/>
                </a:lnTo>
                <a:lnTo>
                  <a:pt x="1731746" y="226538"/>
                </a:lnTo>
                <a:lnTo>
                  <a:pt x="1721226" y="231279"/>
                </a:lnTo>
                <a:close/>
                <a:moveTo>
                  <a:pt x="1700185" y="240967"/>
                </a:moveTo>
                <a:lnTo>
                  <a:pt x="1705136" y="251480"/>
                </a:lnTo>
                <a:lnTo>
                  <a:pt x="1715656" y="246533"/>
                </a:lnTo>
                <a:lnTo>
                  <a:pt x="1710705" y="236020"/>
                </a:lnTo>
                <a:lnTo>
                  <a:pt x="1700185" y="240967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41C90-8606-4D04-9173-91AF2A78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767" y="1336808"/>
            <a:ext cx="3522077" cy="971412"/>
          </a:xfrm>
          <a:custGeom xmlns:a="http://schemas.openxmlformats.org/drawingml/2006/main">
            <a:pathLst>
              <a:path w="3522077" h="971412">
                <a:moveTo>
                  <a:pt x="2888" y="971412"/>
                </a:moveTo>
                <a:lnTo>
                  <a:pt x="14234" y="968403"/>
                </a:lnTo>
                <a:lnTo>
                  <a:pt x="11139" y="957251"/>
                </a:lnTo>
                <a:lnTo>
                  <a:pt x="0" y="960281"/>
                </a:lnTo>
                <a:lnTo>
                  <a:pt x="2888" y="971412"/>
                </a:lnTo>
                <a:close/>
                <a:moveTo>
                  <a:pt x="25373" y="965393"/>
                </a:moveTo>
                <a:lnTo>
                  <a:pt x="36512" y="962384"/>
                </a:lnTo>
                <a:lnTo>
                  <a:pt x="33418" y="951232"/>
                </a:lnTo>
                <a:lnTo>
                  <a:pt x="22279" y="954242"/>
                </a:lnTo>
                <a:lnTo>
                  <a:pt x="25373" y="965393"/>
                </a:lnTo>
                <a:close/>
                <a:moveTo>
                  <a:pt x="47651" y="959374"/>
                </a:moveTo>
                <a:lnTo>
                  <a:pt x="58791" y="956344"/>
                </a:lnTo>
                <a:lnTo>
                  <a:pt x="55696" y="945213"/>
                </a:lnTo>
                <a:lnTo>
                  <a:pt x="44557" y="948223"/>
                </a:lnTo>
                <a:lnTo>
                  <a:pt x="47651" y="959374"/>
                </a:lnTo>
                <a:close/>
                <a:moveTo>
                  <a:pt x="69930" y="953335"/>
                </a:moveTo>
                <a:lnTo>
                  <a:pt x="81069" y="950325"/>
                </a:lnTo>
                <a:lnTo>
                  <a:pt x="77975" y="939173"/>
                </a:lnTo>
                <a:lnTo>
                  <a:pt x="66836" y="942204"/>
                </a:lnTo>
                <a:lnTo>
                  <a:pt x="69930" y="953335"/>
                </a:lnTo>
                <a:close/>
                <a:moveTo>
                  <a:pt x="92209" y="947316"/>
                </a:moveTo>
                <a:lnTo>
                  <a:pt x="103348" y="944306"/>
                </a:lnTo>
                <a:lnTo>
                  <a:pt x="100254" y="933154"/>
                </a:lnTo>
                <a:lnTo>
                  <a:pt x="89114" y="936164"/>
                </a:lnTo>
                <a:lnTo>
                  <a:pt x="92209" y="947316"/>
                </a:lnTo>
                <a:close/>
                <a:moveTo>
                  <a:pt x="114487" y="941297"/>
                </a:moveTo>
                <a:lnTo>
                  <a:pt x="125626" y="938266"/>
                </a:lnTo>
                <a:lnTo>
                  <a:pt x="122532" y="927135"/>
                </a:lnTo>
                <a:lnTo>
                  <a:pt x="111393" y="930145"/>
                </a:lnTo>
                <a:lnTo>
                  <a:pt x="114487" y="941297"/>
                </a:lnTo>
                <a:close/>
                <a:moveTo>
                  <a:pt x="136766" y="935257"/>
                </a:moveTo>
                <a:lnTo>
                  <a:pt x="147905" y="932247"/>
                </a:lnTo>
                <a:lnTo>
                  <a:pt x="145017" y="921116"/>
                </a:lnTo>
                <a:lnTo>
                  <a:pt x="133878" y="924126"/>
                </a:lnTo>
                <a:lnTo>
                  <a:pt x="136766" y="935257"/>
                </a:lnTo>
                <a:close/>
                <a:moveTo>
                  <a:pt x="159044" y="929238"/>
                </a:moveTo>
                <a:lnTo>
                  <a:pt x="170184" y="926228"/>
                </a:lnTo>
                <a:lnTo>
                  <a:pt x="167296" y="915077"/>
                </a:lnTo>
                <a:lnTo>
                  <a:pt x="156156" y="918086"/>
                </a:lnTo>
                <a:lnTo>
                  <a:pt x="159044" y="929238"/>
                </a:lnTo>
                <a:close/>
                <a:moveTo>
                  <a:pt x="181323" y="923219"/>
                </a:moveTo>
                <a:lnTo>
                  <a:pt x="192462" y="920189"/>
                </a:lnTo>
                <a:lnTo>
                  <a:pt x="189574" y="909058"/>
                </a:lnTo>
                <a:lnTo>
                  <a:pt x="178435" y="912067"/>
                </a:lnTo>
                <a:lnTo>
                  <a:pt x="181323" y="923219"/>
                </a:lnTo>
                <a:close/>
                <a:moveTo>
                  <a:pt x="203808" y="917179"/>
                </a:moveTo>
                <a:lnTo>
                  <a:pt x="214947" y="914170"/>
                </a:lnTo>
                <a:lnTo>
                  <a:pt x="211853" y="903039"/>
                </a:lnTo>
                <a:lnTo>
                  <a:pt x="200713" y="906048"/>
                </a:lnTo>
                <a:lnTo>
                  <a:pt x="203808" y="917179"/>
                </a:lnTo>
                <a:close/>
                <a:moveTo>
                  <a:pt x="226086" y="911160"/>
                </a:moveTo>
                <a:lnTo>
                  <a:pt x="237226" y="908151"/>
                </a:lnTo>
                <a:lnTo>
                  <a:pt x="234131" y="896999"/>
                </a:lnTo>
                <a:lnTo>
                  <a:pt x="222992" y="900009"/>
                </a:lnTo>
                <a:lnTo>
                  <a:pt x="226086" y="911160"/>
                </a:lnTo>
                <a:close/>
                <a:moveTo>
                  <a:pt x="248365" y="905141"/>
                </a:moveTo>
                <a:lnTo>
                  <a:pt x="259504" y="902111"/>
                </a:lnTo>
                <a:lnTo>
                  <a:pt x="256410" y="890980"/>
                </a:lnTo>
                <a:lnTo>
                  <a:pt x="245271" y="893990"/>
                </a:lnTo>
                <a:lnTo>
                  <a:pt x="248365" y="905141"/>
                </a:lnTo>
                <a:close/>
                <a:moveTo>
                  <a:pt x="270643" y="899102"/>
                </a:moveTo>
                <a:lnTo>
                  <a:pt x="281783" y="896092"/>
                </a:lnTo>
                <a:lnTo>
                  <a:pt x="278688" y="884961"/>
                </a:lnTo>
                <a:lnTo>
                  <a:pt x="267549" y="887971"/>
                </a:lnTo>
                <a:lnTo>
                  <a:pt x="270643" y="899102"/>
                </a:lnTo>
                <a:close/>
                <a:moveTo>
                  <a:pt x="292922" y="893083"/>
                </a:moveTo>
                <a:lnTo>
                  <a:pt x="304061" y="890073"/>
                </a:lnTo>
                <a:lnTo>
                  <a:pt x="300967" y="878921"/>
                </a:lnTo>
                <a:lnTo>
                  <a:pt x="289828" y="881931"/>
                </a:lnTo>
                <a:lnTo>
                  <a:pt x="292922" y="893083"/>
                </a:lnTo>
                <a:close/>
                <a:moveTo>
                  <a:pt x="315201" y="887064"/>
                </a:moveTo>
                <a:lnTo>
                  <a:pt x="326340" y="884033"/>
                </a:lnTo>
                <a:lnTo>
                  <a:pt x="323452" y="872902"/>
                </a:lnTo>
                <a:lnTo>
                  <a:pt x="312106" y="875912"/>
                </a:lnTo>
                <a:lnTo>
                  <a:pt x="315201" y="887064"/>
                </a:lnTo>
                <a:close/>
                <a:moveTo>
                  <a:pt x="337479" y="881024"/>
                </a:moveTo>
                <a:lnTo>
                  <a:pt x="348618" y="878014"/>
                </a:lnTo>
                <a:lnTo>
                  <a:pt x="345730" y="866883"/>
                </a:lnTo>
                <a:lnTo>
                  <a:pt x="334591" y="869893"/>
                </a:lnTo>
                <a:lnTo>
                  <a:pt x="337479" y="881024"/>
                </a:lnTo>
                <a:close/>
                <a:moveTo>
                  <a:pt x="359758" y="875005"/>
                </a:moveTo>
                <a:lnTo>
                  <a:pt x="370897" y="871995"/>
                </a:lnTo>
                <a:lnTo>
                  <a:pt x="368009" y="860844"/>
                </a:lnTo>
                <a:lnTo>
                  <a:pt x="356870" y="863853"/>
                </a:lnTo>
                <a:lnTo>
                  <a:pt x="359758" y="875005"/>
                </a:lnTo>
                <a:close/>
                <a:moveTo>
                  <a:pt x="382036" y="868986"/>
                </a:moveTo>
                <a:lnTo>
                  <a:pt x="393382" y="865956"/>
                </a:lnTo>
                <a:lnTo>
                  <a:pt x="390288" y="854825"/>
                </a:lnTo>
                <a:lnTo>
                  <a:pt x="379148" y="857834"/>
                </a:lnTo>
                <a:lnTo>
                  <a:pt x="382036" y="868986"/>
                </a:lnTo>
                <a:close/>
                <a:moveTo>
                  <a:pt x="404521" y="862946"/>
                </a:moveTo>
                <a:lnTo>
                  <a:pt x="415660" y="859937"/>
                </a:lnTo>
                <a:lnTo>
                  <a:pt x="412566" y="848806"/>
                </a:lnTo>
                <a:lnTo>
                  <a:pt x="401427" y="851815"/>
                </a:lnTo>
                <a:lnTo>
                  <a:pt x="404521" y="862946"/>
                </a:lnTo>
                <a:close/>
                <a:moveTo>
                  <a:pt x="426800" y="856927"/>
                </a:moveTo>
                <a:lnTo>
                  <a:pt x="437939" y="853918"/>
                </a:lnTo>
                <a:lnTo>
                  <a:pt x="434845" y="842766"/>
                </a:lnTo>
                <a:lnTo>
                  <a:pt x="423705" y="845776"/>
                </a:lnTo>
                <a:lnTo>
                  <a:pt x="426800" y="856927"/>
                </a:lnTo>
                <a:close/>
                <a:moveTo>
                  <a:pt x="449078" y="850908"/>
                </a:moveTo>
                <a:lnTo>
                  <a:pt x="460218" y="847878"/>
                </a:lnTo>
                <a:lnTo>
                  <a:pt x="457123" y="836747"/>
                </a:lnTo>
                <a:lnTo>
                  <a:pt x="445984" y="839757"/>
                </a:lnTo>
                <a:lnTo>
                  <a:pt x="449078" y="850908"/>
                </a:lnTo>
                <a:close/>
                <a:moveTo>
                  <a:pt x="471357" y="844869"/>
                </a:moveTo>
                <a:lnTo>
                  <a:pt x="482496" y="841859"/>
                </a:lnTo>
                <a:lnTo>
                  <a:pt x="479402" y="830728"/>
                </a:lnTo>
                <a:lnTo>
                  <a:pt x="468263" y="833738"/>
                </a:lnTo>
                <a:lnTo>
                  <a:pt x="471357" y="844869"/>
                </a:lnTo>
                <a:close/>
                <a:moveTo>
                  <a:pt x="493635" y="838850"/>
                </a:moveTo>
                <a:lnTo>
                  <a:pt x="504775" y="835840"/>
                </a:lnTo>
                <a:lnTo>
                  <a:pt x="501680" y="824688"/>
                </a:lnTo>
                <a:lnTo>
                  <a:pt x="490541" y="827698"/>
                </a:lnTo>
                <a:lnTo>
                  <a:pt x="493635" y="838850"/>
                </a:lnTo>
                <a:close/>
                <a:moveTo>
                  <a:pt x="515914" y="832831"/>
                </a:moveTo>
                <a:lnTo>
                  <a:pt x="527053" y="829800"/>
                </a:lnTo>
                <a:lnTo>
                  <a:pt x="524165" y="818669"/>
                </a:lnTo>
                <a:lnTo>
                  <a:pt x="513026" y="821679"/>
                </a:lnTo>
                <a:lnTo>
                  <a:pt x="515914" y="832831"/>
                </a:lnTo>
                <a:close/>
                <a:moveTo>
                  <a:pt x="538193" y="826791"/>
                </a:moveTo>
                <a:lnTo>
                  <a:pt x="549332" y="823781"/>
                </a:lnTo>
                <a:lnTo>
                  <a:pt x="546444" y="812650"/>
                </a:lnTo>
                <a:lnTo>
                  <a:pt x="535305" y="815660"/>
                </a:lnTo>
                <a:lnTo>
                  <a:pt x="538193" y="826791"/>
                </a:lnTo>
                <a:close/>
                <a:moveTo>
                  <a:pt x="560471" y="820772"/>
                </a:moveTo>
                <a:lnTo>
                  <a:pt x="571610" y="817762"/>
                </a:lnTo>
                <a:lnTo>
                  <a:pt x="568722" y="806611"/>
                </a:lnTo>
                <a:lnTo>
                  <a:pt x="557583" y="809620"/>
                </a:lnTo>
                <a:lnTo>
                  <a:pt x="560471" y="820772"/>
                </a:lnTo>
                <a:close/>
                <a:moveTo>
                  <a:pt x="582956" y="814753"/>
                </a:moveTo>
                <a:lnTo>
                  <a:pt x="594095" y="811743"/>
                </a:lnTo>
                <a:lnTo>
                  <a:pt x="591001" y="800592"/>
                </a:lnTo>
                <a:lnTo>
                  <a:pt x="579862" y="803601"/>
                </a:lnTo>
                <a:lnTo>
                  <a:pt x="582956" y="814753"/>
                </a:lnTo>
                <a:close/>
                <a:moveTo>
                  <a:pt x="605235" y="808713"/>
                </a:moveTo>
                <a:lnTo>
                  <a:pt x="616374" y="805704"/>
                </a:lnTo>
                <a:lnTo>
                  <a:pt x="613280" y="794573"/>
                </a:lnTo>
                <a:lnTo>
                  <a:pt x="602140" y="797582"/>
                </a:lnTo>
                <a:lnTo>
                  <a:pt x="605235" y="808713"/>
                </a:lnTo>
                <a:close/>
                <a:moveTo>
                  <a:pt x="627513" y="802694"/>
                </a:moveTo>
                <a:lnTo>
                  <a:pt x="638652" y="799685"/>
                </a:lnTo>
                <a:lnTo>
                  <a:pt x="635558" y="788533"/>
                </a:lnTo>
                <a:lnTo>
                  <a:pt x="624419" y="791543"/>
                </a:lnTo>
                <a:lnTo>
                  <a:pt x="627513" y="802694"/>
                </a:lnTo>
                <a:close/>
                <a:moveTo>
                  <a:pt x="649792" y="796675"/>
                </a:moveTo>
                <a:lnTo>
                  <a:pt x="660931" y="793666"/>
                </a:lnTo>
                <a:lnTo>
                  <a:pt x="657837" y="782514"/>
                </a:lnTo>
                <a:lnTo>
                  <a:pt x="646697" y="785524"/>
                </a:lnTo>
                <a:lnTo>
                  <a:pt x="649792" y="796675"/>
                </a:lnTo>
                <a:close/>
                <a:moveTo>
                  <a:pt x="672070" y="790636"/>
                </a:moveTo>
                <a:lnTo>
                  <a:pt x="683210" y="787626"/>
                </a:lnTo>
                <a:lnTo>
                  <a:pt x="680115" y="776495"/>
                </a:lnTo>
                <a:lnTo>
                  <a:pt x="668976" y="779504"/>
                </a:lnTo>
                <a:lnTo>
                  <a:pt x="672070" y="790636"/>
                </a:lnTo>
                <a:close/>
                <a:moveTo>
                  <a:pt x="694349" y="784617"/>
                </a:moveTo>
                <a:lnTo>
                  <a:pt x="705488" y="781607"/>
                </a:lnTo>
                <a:lnTo>
                  <a:pt x="702600" y="770455"/>
                </a:lnTo>
                <a:lnTo>
                  <a:pt x="691255" y="773465"/>
                </a:lnTo>
                <a:lnTo>
                  <a:pt x="694349" y="784617"/>
                </a:lnTo>
                <a:close/>
                <a:moveTo>
                  <a:pt x="716627" y="778598"/>
                </a:moveTo>
                <a:lnTo>
                  <a:pt x="727767" y="775588"/>
                </a:lnTo>
                <a:lnTo>
                  <a:pt x="724879" y="764436"/>
                </a:lnTo>
                <a:lnTo>
                  <a:pt x="713739" y="767446"/>
                </a:lnTo>
                <a:lnTo>
                  <a:pt x="716627" y="778598"/>
                </a:lnTo>
                <a:close/>
                <a:moveTo>
                  <a:pt x="738906" y="772558"/>
                </a:moveTo>
                <a:lnTo>
                  <a:pt x="750045" y="769548"/>
                </a:lnTo>
                <a:lnTo>
                  <a:pt x="747157" y="758417"/>
                </a:lnTo>
                <a:lnTo>
                  <a:pt x="736018" y="761427"/>
                </a:lnTo>
                <a:lnTo>
                  <a:pt x="738906" y="772558"/>
                </a:lnTo>
                <a:close/>
                <a:moveTo>
                  <a:pt x="761185" y="766539"/>
                </a:moveTo>
                <a:lnTo>
                  <a:pt x="772530" y="763529"/>
                </a:lnTo>
                <a:lnTo>
                  <a:pt x="769436" y="752378"/>
                </a:lnTo>
                <a:lnTo>
                  <a:pt x="758297" y="755387"/>
                </a:lnTo>
                <a:lnTo>
                  <a:pt x="761185" y="766539"/>
                </a:lnTo>
                <a:close/>
                <a:moveTo>
                  <a:pt x="783669" y="760520"/>
                </a:moveTo>
                <a:lnTo>
                  <a:pt x="794809" y="757510"/>
                </a:lnTo>
                <a:lnTo>
                  <a:pt x="791714" y="746359"/>
                </a:lnTo>
                <a:lnTo>
                  <a:pt x="780575" y="749368"/>
                </a:lnTo>
                <a:lnTo>
                  <a:pt x="783669" y="760520"/>
                </a:lnTo>
                <a:close/>
                <a:moveTo>
                  <a:pt x="805948" y="754480"/>
                </a:moveTo>
                <a:lnTo>
                  <a:pt x="817087" y="751471"/>
                </a:lnTo>
                <a:lnTo>
                  <a:pt x="813993" y="740340"/>
                </a:lnTo>
                <a:lnTo>
                  <a:pt x="802854" y="743349"/>
                </a:lnTo>
                <a:lnTo>
                  <a:pt x="805948" y="754480"/>
                </a:lnTo>
                <a:close/>
                <a:moveTo>
                  <a:pt x="828227" y="748461"/>
                </a:moveTo>
                <a:lnTo>
                  <a:pt x="839366" y="745452"/>
                </a:lnTo>
                <a:lnTo>
                  <a:pt x="836272" y="734300"/>
                </a:lnTo>
                <a:lnTo>
                  <a:pt x="825132" y="737309"/>
                </a:lnTo>
                <a:lnTo>
                  <a:pt x="828227" y="748461"/>
                </a:lnTo>
                <a:close/>
                <a:moveTo>
                  <a:pt x="850505" y="742442"/>
                </a:moveTo>
                <a:lnTo>
                  <a:pt x="861644" y="739433"/>
                </a:lnTo>
                <a:lnTo>
                  <a:pt x="858550" y="728281"/>
                </a:lnTo>
                <a:lnTo>
                  <a:pt x="847411" y="731290"/>
                </a:lnTo>
                <a:lnTo>
                  <a:pt x="850505" y="742442"/>
                </a:lnTo>
                <a:close/>
                <a:moveTo>
                  <a:pt x="872784" y="736403"/>
                </a:moveTo>
                <a:lnTo>
                  <a:pt x="883923" y="733393"/>
                </a:lnTo>
                <a:lnTo>
                  <a:pt x="880829" y="722262"/>
                </a:lnTo>
                <a:lnTo>
                  <a:pt x="869689" y="725271"/>
                </a:lnTo>
                <a:lnTo>
                  <a:pt x="872784" y="736403"/>
                </a:lnTo>
                <a:close/>
                <a:moveTo>
                  <a:pt x="895062" y="730383"/>
                </a:moveTo>
                <a:lnTo>
                  <a:pt x="906201" y="727374"/>
                </a:lnTo>
                <a:lnTo>
                  <a:pt x="903314" y="716222"/>
                </a:lnTo>
                <a:lnTo>
                  <a:pt x="892174" y="719232"/>
                </a:lnTo>
                <a:lnTo>
                  <a:pt x="895062" y="730383"/>
                </a:lnTo>
                <a:close/>
                <a:moveTo>
                  <a:pt x="917341" y="724364"/>
                </a:moveTo>
                <a:lnTo>
                  <a:pt x="928480" y="721355"/>
                </a:lnTo>
                <a:lnTo>
                  <a:pt x="925592" y="710203"/>
                </a:lnTo>
                <a:lnTo>
                  <a:pt x="914453" y="713213"/>
                </a:lnTo>
                <a:lnTo>
                  <a:pt x="917341" y="724364"/>
                </a:lnTo>
                <a:close/>
                <a:moveTo>
                  <a:pt x="939619" y="718325"/>
                </a:moveTo>
                <a:lnTo>
                  <a:pt x="950759" y="715315"/>
                </a:lnTo>
                <a:lnTo>
                  <a:pt x="947871" y="704184"/>
                </a:lnTo>
                <a:lnTo>
                  <a:pt x="936731" y="707194"/>
                </a:lnTo>
                <a:lnTo>
                  <a:pt x="939619" y="718325"/>
                </a:lnTo>
                <a:close/>
                <a:moveTo>
                  <a:pt x="962104" y="712306"/>
                </a:moveTo>
                <a:lnTo>
                  <a:pt x="973243" y="709296"/>
                </a:lnTo>
                <a:lnTo>
                  <a:pt x="970149" y="698145"/>
                </a:lnTo>
                <a:lnTo>
                  <a:pt x="959010" y="701154"/>
                </a:lnTo>
                <a:lnTo>
                  <a:pt x="962104" y="712306"/>
                </a:lnTo>
                <a:close/>
                <a:moveTo>
                  <a:pt x="984383" y="706287"/>
                </a:moveTo>
                <a:lnTo>
                  <a:pt x="995522" y="703277"/>
                </a:lnTo>
                <a:lnTo>
                  <a:pt x="992428" y="692126"/>
                </a:lnTo>
                <a:lnTo>
                  <a:pt x="981289" y="695135"/>
                </a:lnTo>
                <a:lnTo>
                  <a:pt x="984383" y="706287"/>
                </a:lnTo>
                <a:close/>
                <a:moveTo>
                  <a:pt x="1006661" y="700247"/>
                </a:moveTo>
                <a:lnTo>
                  <a:pt x="1017801" y="697238"/>
                </a:lnTo>
                <a:lnTo>
                  <a:pt x="1014706" y="686107"/>
                </a:lnTo>
                <a:lnTo>
                  <a:pt x="1003567" y="689116"/>
                </a:lnTo>
                <a:lnTo>
                  <a:pt x="1006661" y="700247"/>
                </a:lnTo>
                <a:close/>
                <a:moveTo>
                  <a:pt x="1028940" y="694228"/>
                </a:moveTo>
                <a:lnTo>
                  <a:pt x="1040079" y="691219"/>
                </a:lnTo>
                <a:lnTo>
                  <a:pt x="1036985" y="680067"/>
                </a:lnTo>
                <a:lnTo>
                  <a:pt x="1025846" y="683097"/>
                </a:lnTo>
                <a:lnTo>
                  <a:pt x="1028940" y="694228"/>
                </a:lnTo>
                <a:close/>
                <a:moveTo>
                  <a:pt x="1051218" y="688209"/>
                </a:moveTo>
                <a:lnTo>
                  <a:pt x="1062358" y="685200"/>
                </a:lnTo>
                <a:lnTo>
                  <a:pt x="1059264" y="674048"/>
                </a:lnTo>
                <a:lnTo>
                  <a:pt x="1048124" y="677057"/>
                </a:lnTo>
                <a:lnTo>
                  <a:pt x="1051218" y="688209"/>
                </a:lnTo>
                <a:close/>
                <a:moveTo>
                  <a:pt x="1073497" y="682169"/>
                </a:moveTo>
                <a:lnTo>
                  <a:pt x="1084636" y="679160"/>
                </a:lnTo>
                <a:lnTo>
                  <a:pt x="1081748" y="668029"/>
                </a:lnTo>
                <a:lnTo>
                  <a:pt x="1070403" y="671038"/>
                </a:lnTo>
                <a:lnTo>
                  <a:pt x="1073497" y="682169"/>
                </a:lnTo>
                <a:close/>
                <a:moveTo>
                  <a:pt x="1095776" y="676150"/>
                </a:moveTo>
                <a:lnTo>
                  <a:pt x="1106915" y="673141"/>
                </a:lnTo>
                <a:lnTo>
                  <a:pt x="1104027" y="661989"/>
                </a:lnTo>
                <a:lnTo>
                  <a:pt x="1092888" y="665019"/>
                </a:lnTo>
                <a:lnTo>
                  <a:pt x="1095776" y="676150"/>
                </a:lnTo>
                <a:close/>
                <a:moveTo>
                  <a:pt x="1118054" y="670131"/>
                </a:moveTo>
                <a:lnTo>
                  <a:pt x="1129193" y="667122"/>
                </a:lnTo>
                <a:lnTo>
                  <a:pt x="1126306" y="655970"/>
                </a:lnTo>
                <a:lnTo>
                  <a:pt x="1115166" y="658980"/>
                </a:lnTo>
                <a:lnTo>
                  <a:pt x="1118054" y="670131"/>
                </a:lnTo>
                <a:close/>
                <a:moveTo>
                  <a:pt x="1140333" y="664092"/>
                </a:moveTo>
                <a:lnTo>
                  <a:pt x="1151678" y="661082"/>
                </a:lnTo>
                <a:lnTo>
                  <a:pt x="1148584" y="649951"/>
                </a:lnTo>
                <a:lnTo>
                  <a:pt x="1137445" y="652961"/>
                </a:lnTo>
                <a:lnTo>
                  <a:pt x="1140333" y="664092"/>
                </a:lnTo>
                <a:close/>
                <a:moveTo>
                  <a:pt x="1162818" y="658073"/>
                </a:moveTo>
                <a:lnTo>
                  <a:pt x="1173957" y="655063"/>
                </a:lnTo>
                <a:lnTo>
                  <a:pt x="1170863" y="643912"/>
                </a:lnTo>
                <a:lnTo>
                  <a:pt x="1159723" y="646942"/>
                </a:lnTo>
                <a:lnTo>
                  <a:pt x="1162818" y="658073"/>
                </a:lnTo>
                <a:close/>
                <a:moveTo>
                  <a:pt x="1185096" y="652054"/>
                </a:moveTo>
                <a:lnTo>
                  <a:pt x="1196235" y="649044"/>
                </a:lnTo>
                <a:lnTo>
                  <a:pt x="1193141" y="637893"/>
                </a:lnTo>
                <a:lnTo>
                  <a:pt x="1182002" y="640902"/>
                </a:lnTo>
                <a:lnTo>
                  <a:pt x="1185096" y="652054"/>
                </a:lnTo>
                <a:close/>
                <a:moveTo>
                  <a:pt x="1207375" y="646014"/>
                </a:moveTo>
                <a:lnTo>
                  <a:pt x="1218514" y="643005"/>
                </a:lnTo>
                <a:lnTo>
                  <a:pt x="1215420" y="631874"/>
                </a:lnTo>
                <a:lnTo>
                  <a:pt x="1204281" y="634883"/>
                </a:lnTo>
                <a:lnTo>
                  <a:pt x="1207375" y="646014"/>
                </a:lnTo>
                <a:close/>
                <a:moveTo>
                  <a:pt x="1229653" y="639995"/>
                </a:moveTo>
                <a:lnTo>
                  <a:pt x="1240793" y="636986"/>
                </a:lnTo>
                <a:lnTo>
                  <a:pt x="1237698" y="625813"/>
                </a:lnTo>
                <a:lnTo>
                  <a:pt x="1226559" y="628864"/>
                </a:lnTo>
                <a:lnTo>
                  <a:pt x="1229653" y="639995"/>
                </a:lnTo>
                <a:close/>
                <a:moveTo>
                  <a:pt x="1251932" y="633976"/>
                </a:moveTo>
                <a:lnTo>
                  <a:pt x="1263071" y="630967"/>
                </a:lnTo>
                <a:lnTo>
                  <a:pt x="1259977" y="619836"/>
                </a:lnTo>
                <a:lnTo>
                  <a:pt x="1248838" y="622927"/>
                </a:lnTo>
                <a:lnTo>
                  <a:pt x="1251932" y="633976"/>
                </a:lnTo>
                <a:close/>
                <a:moveTo>
                  <a:pt x="1274210" y="627936"/>
                </a:moveTo>
                <a:lnTo>
                  <a:pt x="1285350" y="624989"/>
                </a:lnTo>
                <a:lnTo>
                  <a:pt x="1282462" y="613858"/>
                </a:lnTo>
                <a:lnTo>
                  <a:pt x="1271323" y="616744"/>
                </a:lnTo>
                <a:lnTo>
                  <a:pt x="1274210" y="627936"/>
                </a:lnTo>
                <a:close/>
                <a:moveTo>
                  <a:pt x="1296489" y="621897"/>
                </a:moveTo>
                <a:lnTo>
                  <a:pt x="1307628" y="618805"/>
                </a:lnTo>
                <a:lnTo>
                  <a:pt x="1304740" y="607674"/>
                </a:lnTo>
                <a:lnTo>
                  <a:pt x="1293601" y="610766"/>
                </a:lnTo>
                <a:lnTo>
                  <a:pt x="1296489" y="621897"/>
                </a:lnTo>
                <a:close/>
                <a:moveTo>
                  <a:pt x="1318768" y="615919"/>
                </a:moveTo>
                <a:lnTo>
                  <a:pt x="1329907" y="612827"/>
                </a:lnTo>
                <a:lnTo>
                  <a:pt x="1327019" y="601696"/>
                </a:lnTo>
                <a:lnTo>
                  <a:pt x="1315880" y="604788"/>
                </a:lnTo>
                <a:lnTo>
                  <a:pt x="1318768" y="615919"/>
                </a:lnTo>
                <a:close/>
                <a:moveTo>
                  <a:pt x="1341252" y="609941"/>
                </a:moveTo>
                <a:lnTo>
                  <a:pt x="1352392" y="606849"/>
                </a:lnTo>
                <a:lnTo>
                  <a:pt x="1349298" y="595718"/>
                </a:lnTo>
                <a:lnTo>
                  <a:pt x="1338158" y="598810"/>
                </a:lnTo>
                <a:lnTo>
                  <a:pt x="1341252" y="609941"/>
                </a:lnTo>
                <a:close/>
                <a:moveTo>
                  <a:pt x="1363531" y="603757"/>
                </a:moveTo>
                <a:lnTo>
                  <a:pt x="1374670" y="600871"/>
                </a:lnTo>
                <a:lnTo>
                  <a:pt x="1371576" y="589740"/>
                </a:lnTo>
                <a:lnTo>
                  <a:pt x="1360437" y="592626"/>
                </a:lnTo>
                <a:lnTo>
                  <a:pt x="1363531" y="603757"/>
                </a:lnTo>
                <a:close/>
                <a:moveTo>
                  <a:pt x="1385810" y="597780"/>
                </a:moveTo>
                <a:lnTo>
                  <a:pt x="1396949" y="594894"/>
                </a:lnTo>
                <a:lnTo>
                  <a:pt x="1393855" y="583763"/>
                </a:lnTo>
                <a:lnTo>
                  <a:pt x="1382715" y="586648"/>
                </a:lnTo>
                <a:lnTo>
                  <a:pt x="1385810" y="597780"/>
                </a:lnTo>
                <a:close/>
                <a:moveTo>
                  <a:pt x="1408088" y="591802"/>
                </a:moveTo>
                <a:lnTo>
                  <a:pt x="1419227" y="588710"/>
                </a:lnTo>
                <a:lnTo>
                  <a:pt x="1416133" y="577579"/>
                </a:lnTo>
                <a:lnTo>
                  <a:pt x="1404994" y="580671"/>
                </a:lnTo>
                <a:lnTo>
                  <a:pt x="1408088" y="591802"/>
                </a:lnTo>
                <a:close/>
                <a:moveTo>
                  <a:pt x="1430367" y="585824"/>
                </a:moveTo>
                <a:lnTo>
                  <a:pt x="1441506" y="582732"/>
                </a:lnTo>
                <a:lnTo>
                  <a:pt x="1438412" y="571601"/>
                </a:lnTo>
                <a:lnTo>
                  <a:pt x="1427273" y="574693"/>
                </a:lnTo>
                <a:lnTo>
                  <a:pt x="1430367" y="585824"/>
                </a:lnTo>
                <a:close/>
                <a:moveTo>
                  <a:pt x="1452645" y="579640"/>
                </a:moveTo>
                <a:lnTo>
                  <a:pt x="1463785" y="576754"/>
                </a:lnTo>
                <a:lnTo>
                  <a:pt x="1460897" y="565623"/>
                </a:lnTo>
                <a:lnTo>
                  <a:pt x="1449551" y="568509"/>
                </a:lnTo>
                <a:lnTo>
                  <a:pt x="1452645" y="579640"/>
                </a:lnTo>
                <a:close/>
                <a:moveTo>
                  <a:pt x="1474924" y="573662"/>
                </a:moveTo>
                <a:lnTo>
                  <a:pt x="1486063" y="570776"/>
                </a:lnTo>
                <a:lnTo>
                  <a:pt x="1483175" y="559645"/>
                </a:lnTo>
                <a:lnTo>
                  <a:pt x="1472036" y="562531"/>
                </a:lnTo>
                <a:lnTo>
                  <a:pt x="1474924" y="573662"/>
                </a:lnTo>
                <a:close/>
                <a:moveTo>
                  <a:pt x="1497202" y="567684"/>
                </a:moveTo>
                <a:lnTo>
                  <a:pt x="1508342" y="564592"/>
                </a:lnTo>
                <a:lnTo>
                  <a:pt x="1505454" y="553461"/>
                </a:lnTo>
                <a:lnTo>
                  <a:pt x="1494315" y="556553"/>
                </a:lnTo>
                <a:lnTo>
                  <a:pt x="1497202" y="567684"/>
                </a:lnTo>
                <a:close/>
                <a:moveTo>
                  <a:pt x="1519481" y="561707"/>
                </a:moveTo>
                <a:lnTo>
                  <a:pt x="1530827" y="558615"/>
                </a:lnTo>
                <a:lnTo>
                  <a:pt x="1527732" y="547484"/>
                </a:lnTo>
                <a:lnTo>
                  <a:pt x="1516593" y="550576"/>
                </a:lnTo>
                <a:lnTo>
                  <a:pt x="1519481" y="561707"/>
                </a:lnTo>
                <a:close/>
                <a:moveTo>
                  <a:pt x="1541966" y="555729"/>
                </a:moveTo>
                <a:lnTo>
                  <a:pt x="1553105" y="552637"/>
                </a:lnTo>
                <a:lnTo>
                  <a:pt x="1550011" y="541506"/>
                </a:lnTo>
                <a:lnTo>
                  <a:pt x="1538872" y="544392"/>
                </a:lnTo>
                <a:lnTo>
                  <a:pt x="1541966" y="555729"/>
                </a:lnTo>
                <a:close/>
                <a:moveTo>
                  <a:pt x="1564244" y="549545"/>
                </a:moveTo>
                <a:lnTo>
                  <a:pt x="1575384" y="546659"/>
                </a:lnTo>
                <a:lnTo>
                  <a:pt x="1572290" y="535528"/>
                </a:lnTo>
                <a:lnTo>
                  <a:pt x="1561150" y="538414"/>
                </a:lnTo>
                <a:lnTo>
                  <a:pt x="1564244" y="549545"/>
                </a:lnTo>
                <a:close/>
                <a:moveTo>
                  <a:pt x="1586523" y="543567"/>
                </a:moveTo>
                <a:lnTo>
                  <a:pt x="1597662" y="540475"/>
                </a:lnTo>
                <a:lnTo>
                  <a:pt x="1594568" y="529344"/>
                </a:lnTo>
                <a:lnTo>
                  <a:pt x="1583429" y="532436"/>
                </a:lnTo>
                <a:lnTo>
                  <a:pt x="1586523" y="543567"/>
                </a:lnTo>
                <a:close/>
                <a:moveTo>
                  <a:pt x="1608802" y="537589"/>
                </a:moveTo>
                <a:lnTo>
                  <a:pt x="1619941" y="534497"/>
                </a:lnTo>
                <a:lnTo>
                  <a:pt x="1616847" y="523366"/>
                </a:lnTo>
                <a:lnTo>
                  <a:pt x="1605707" y="526458"/>
                </a:lnTo>
                <a:lnTo>
                  <a:pt x="1608802" y="537589"/>
                </a:lnTo>
                <a:close/>
                <a:moveTo>
                  <a:pt x="1631080" y="531612"/>
                </a:moveTo>
                <a:lnTo>
                  <a:pt x="1642219" y="528520"/>
                </a:lnTo>
                <a:lnTo>
                  <a:pt x="1639125" y="517388"/>
                </a:lnTo>
                <a:lnTo>
                  <a:pt x="1627986" y="520480"/>
                </a:lnTo>
                <a:lnTo>
                  <a:pt x="1631080" y="531612"/>
                </a:lnTo>
                <a:close/>
                <a:moveTo>
                  <a:pt x="1653359" y="525428"/>
                </a:moveTo>
                <a:lnTo>
                  <a:pt x="1664498" y="522542"/>
                </a:lnTo>
                <a:lnTo>
                  <a:pt x="1661610" y="511411"/>
                </a:lnTo>
                <a:lnTo>
                  <a:pt x="1650471" y="514297"/>
                </a:lnTo>
                <a:lnTo>
                  <a:pt x="1653359" y="525428"/>
                </a:lnTo>
                <a:close/>
                <a:moveTo>
                  <a:pt x="1675637" y="519450"/>
                </a:moveTo>
                <a:lnTo>
                  <a:pt x="1686777" y="516564"/>
                </a:lnTo>
                <a:lnTo>
                  <a:pt x="1683889" y="505227"/>
                </a:lnTo>
                <a:lnTo>
                  <a:pt x="1672749" y="508319"/>
                </a:lnTo>
                <a:lnTo>
                  <a:pt x="1675637" y="519450"/>
                </a:lnTo>
                <a:close/>
                <a:moveTo>
                  <a:pt x="1697916" y="513472"/>
                </a:moveTo>
                <a:lnTo>
                  <a:pt x="1709055" y="510380"/>
                </a:lnTo>
                <a:lnTo>
                  <a:pt x="1706167" y="499249"/>
                </a:lnTo>
                <a:lnTo>
                  <a:pt x="1695028" y="502341"/>
                </a:lnTo>
                <a:lnTo>
                  <a:pt x="1697916" y="513472"/>
                </a:lnTo>
                <a:close/>
                <a:moveTo>
                  <a:pt x="1720401" y="507494"/>
                </a:moveTo>
                <a:lnTo>
                  <a:pt x="1731540" y="504402"/>
                </a:lnTo>
                <a:lnTo>
                  <a:pt x="1728446" y="493271"/>
                </a:lnTo>
                <a:lnTo>
                  <a:pt x="1717307" y="496363"/>
                </a:lnTo>
                <a:lnTo>
                  <a:pt x="1720401" y="507494"/>
                </a:lnTo>
                <a:close/>
                <a:moveTo>
                  <a:pt x="1742679" y="501310"/>
                </a:moveTo>
                <a:lnTo>
                  <a:pt x="1753819" y="498424"/>
                </a:lnTo>
                <a:lnTo>
                  <a:pt x="1750724" y="487293"/>
                </a:lnTo>
                <a:lnTo>
                  <a:pt x="1739585" y="490179"/>
                </a:lnTo>
                <a:lnTo>
                  <a:pt x="1742679" y="501310"/>
                </a:lnTo>
                <a:close/>
                <a:moveTo>
                  <a:pt x="1764958" y="495332"/>
                </a:moveTo>
                <a:lnTo>
                  <a:pt x="1776097" y="492447"/>
                </a:lnTo>
                <a:lnTo>
                  <a:pt x="1773003" y="481316"/>
                </a:lnTo>
                <a:lnTo>
                  <a:pt x="1761864" y="484201"/>
                </a:lnTo>
                <a:lnTo>
                  <a:pt x="1764958" y="495332"/>
                </a:lnTo>
                <a:close/>
                <a:moveTo>
                  <a:pt x="1787236" y="489355"/>
                </a:moveTo>
                <a:lnTo>
                  <a:pt x="1798376" y="486263"/>
                </a:lnTo>
                <a:lnTo>
                  <a:pt x="1795282" y="475132"/>
                </a:lnTo>
                <a:lnTo>
                  <a:pt x="1784142" y="478224"/>
                </a:lnTo>
                <a:lnTo>
                  <a:pt x="1787236" y="489355"/>
                </a:lnTo>
                <a:close/>
                <a:moveTo>
                  <a:pt x="1809515" y="483377"/>
                </a:moveTo>
                <a:lnTo>
                  <a:pt x="1820654" y="480285"/>
                </a:lnTo>
                <a:lnTo>
                  <a:pt x="1817560" y="469154"/>
                </a:lnTo>
                <a:lnTo>
                  <a:pt x="1806421" y="472246"/>
                </a:lnTo>
                <a:lnTo>
                  <a:pt x="1809515" y="483377"/>
                </a:lnTo>
                <a:close/>
                <a:moveTo>
                  <a:pt x="1831794" y="477399"/>
                </a:moveTo>
                <a:lnTo>
                  <a:pt x="1842933" y="474307"/>
                </a:lnTo>
                <a:lnTo>
                  <a:pt x="1840045" y="463176"/>
                </a:lnTo>
                <a:lnTo>
                  <a:pt x="1828699" y="466062"/>
                </a:lnTo>
                <a:lnTo>
                  <a:pt x="1831794" y="477399"/>
                </a:lnTo>
                <a:close/>
                <a:moveTo>
                  <a:pt x="1854072" y="471215"/>
                </a:moveTo>
                <a:lnTo>
                  <a:pt x="1865211" y="468329"/>
                </a:lnTo>
                <a:lnTo>
                  <a:pt x="1862323" y="457198"/>
                </a:lnTo>
                <a:lnTo>
                  <a:pt x="1851184" y="460084"/>
                </a:lnTo>
                <a:lnTo>
                  <a:pt x="1854072" y="471215"/>
                </a:lnTo>
                <a:close/>
                <a:moveTo>
                  <a:pt x="1876351" y="465237"/>
                </a:moveTo>
                <a:lnTo>
                  <a:pt x="1887490" y="462145"/>
                </a:lnTo>
                <a:lnTo>
                  <a:pt x="1884602" y="451014"/>
                </a:lnTo>
                <a:lnTo>
                  <a:pt x="1873463" y="454106"/>
                </a:lnTo>
                <a:lnTo>
                  <a:pt x="1876351" y="465237"/>
                </a:lnTo>
                <a:close/>
                <a:moveTo>
                  <a:pt x="1898629" y="459260"/>
                </a:moveTo>
                <a:lnTo>
                  <a:pt x="1909769" y="456168"/>
                </a:lnTo>
                <a:lnTo>
                  <a:pt x="1906881" y="445037"/>
                </a:lnTo>
                <a:lnTo>
                  <a:pt x="1895741" y="448129"/>
                </a:lnTo>
                <a:lnTo>
                  <a:pt x="1898629" y="459260"/>
                </a:lnTo>
                <a:close/>
                <a:moveTo>
                  <a:pt x="1921114" y="453282"/>
                </a:moveTo>
                <a:lnTo>
                  <a:pt x="1932253" y="450190"/>
                </a:lnTo>
                <a:lnTo>
                  <a:pt x="1929159" y="439059"/>
                </a:lnTo>
                <a:lnTo>
                  <a:pt x="1918020" y="442151"/>
                </a:lnTo>
                <a:lnTo>
                  <a:pt x="1921114" y="453282"/>
                </a:lnTo>
                <a:close/>
                <a:moveTo>
                  <a:pt x="1943393" y="447098"/>
                </a:moveTo>
                <a:lnTo>
                  <a:pt x="1954532" y="444212"/>
                </a:lnTo>
                <a:lnTo>
                  <a:pt x="1951438" y="433081"/>
                </a:lnTo>
                <a:lnTo>
                  <a:pt x="1940298" y="435967"/>
                </a:lnTo>
                <a:lnTo>
                  <a:pt x="1943393" y="447098"/>
                </a:lnTo>
                <a:close/>
                <a:moveTo>
                  <a:pt x="1965671" y="441120"/>
                </a:moveTo>
                <a:lnTo>
                  <a:pt x="1976811" y="438234"/>
                </a:lnTo>
                <a:lnTo>
                  <a:pt x="1973716" y="426897"/>
                </a:lnTo>
                <a:lnTo>
                  <a:pt x="1962577" y="429989"/>
                </a:lnTo>
                <a:lnTo>
                  <a:pt x="1965671" y="441120"/>
                </a:lnTo>
                <a:close/>
                <a:moveTo>
                  <a:pt x="1987950" y="435142"/>
                </a:moveTo>
                <a:lnTo>
                  <a:pt x="1999089" y="432050"/>
                </a:lnTo>
                <a:lnTo>
                  <a:pt x="1995995" y="420919"/>
                </a:lnTo>
                <a:lnTo>
                  <a:pt x="1984856" y="424011"/>
                </a:lnTo>
                <a:lnTo>
                  <a:pt x="1987950" y="435142"/>
                </a:lnTo>
                <a:close/>
                <a:moveTo>
                  <a:pt x="2010228" y="429164"/>
                </a:moveTo>
                <a:lnTo>
                  <a:pt x="2021368" y="426073"/>
                </a:lnTo>
                <a:lnTo>
                  <a:pt x="2018273" y="414941"/>
                </a:lnTo>
                <a:lnTo>
                  <a:pt x="2007134" y="418033"/>
                </a:lnTo>
                <a:lnTo>
                  <a:pt x="2010228" y="429164"/>
                </a:lnTo>
                <a:close/>
                <a:moveTo>
                  <a:pt x="2032507" y="422981"/>
                </a:moveTo>
                <a:lnTo>
                  <a:pt x="2043646" y="420095"/>
                </a:lnTo>
                <a:lnTo>
                  <a:pt x="2040758" y="408964"/>
                </a:lnTo>
                <a:lnTo>
                  <a:pt x="2029619" y="411849"/>
                </a:lnTo>
                <a:lnTo>
                  <a:pt x="2032507" y="422981"/>
                </a:lnTo>
                <a:close/>
                <a:moveTo>
                  <a:pt x="2054786" y="417003"/>
                </a:moveTo>
                <a:lnTo>
                  <a:pt x="2065925" y="414117"/>
                </a:lnTo>
                <a:lnTo>
                  <a:pt x="2063037" y="402986"/>
                </a:lnTo>
                <a:lnTo>
                  <a:pt x="2051898" y="405872"/>
                </a:lnTo>
                <a:lnTo>
                  <a:pt x="2054786" y="417003"/>
                </a:lnTo>
                <a:close/>
                <a:moveTo>
                  <a:pt x="2077064" y="411025"/>
                </a:moveTo>
                <a:lnTo>
                  <a:pt x="2088203" y="407933"/>
                </a:lnTo>
                <a:lnTo>
                  <a:pt x="2085315" y="396802"/>
                </a:lnTo>
                <a:lnTo>
                  <a:pt x="2074176" y="399894"/>
                </a:lnTo>
                <a:lnTo>
                  <a:pt x="2077064" y="411025"/>
                </a:lnTo>
                <a:close/>
                <a:moveTo>
                  <a:pt x="2099549" y="405047"/>
                </a:moveTo>
                <a:lnTo>
                  <a:pt x="2110688" y="401955"/>
                </a:lnTo>
                <a:lnTo>
                  <a:pt x="2107594" y="390824"/>
                </a:lnTo>
                <a:lnTo>
                  <a:pt x="2096455" y="393916"/>
                </a:lnTo>
                <a:lnTo>
                  <a:pt x="2099549" y="405047"/>
                </a:lnTo>
                <a:close/>
                <a:moveTo>
                  <a:pt x="2121828" y="399069"/>
                </a:moveTo>
                <a:lnTo>
                  <a:pt x="2132967" y="395977"/>
                </a:lnTo>
                <a:lnTo>
                  <a:pt x="2129873" y="384846"/>
                </a:lnTo>
                <a:lnTo>
                  <a:pt x="2118733" y="387732"/>
                </a:lnTo>
                <a:lnTo>
                  <a:pt x="2121828" y="399069"/>
                </a:lnTo>
                <a:close/>
                <a:moveTo>
                  <a:pt x="2144106" y="392885"/>
                </a:moveTo>
                <a:lnTo>
                  <a:pt x="2155245" y="390000"/>
                </a:lnTo>
                <a:lnTo>
                  <a:pt x="2152151" y="378869"/>
                </a:lnTo>
                <a:lnTo>
                  <a:pt x="2141012" y="381754"/>
                </a:lnTo>
                <a:lnTo>
                  <a:pt x="2144106" y="392885"/>
                </a:lnTo>
                <a:close/>
                <a:moveTo>
                  <a:pt x="2166385" y="386908"/>
                </a:moveTo>
                <a:lnTo>
                  <a:pt x="2177524" y="383816"/>
                </a:lnTo>
                <a:lnTo>
                  <a:pt x="2174430" y="372685"/>
                </a:lnTo>
                <a:lnTo>
                  <a:pt x="2163290" y="375777"/>
                </a:lnTo>
                <a:lnTo>
                  <a:pt x="2166385" y="386908"/>
                </a:lnTo>
                <a:close/>
                <a:moveTo>
                  <a:pt x="2188663" y="380930"/>
                </a:moveTo>
                <a:lnTo>
                  <a:pt x="2199803" y="377838"/>
                </a:lnTo>
                <a:lnTo>
                  <a:pt x="2196708" y="366707"/>
                </a:lnTo>
                <a:lnTo>
                  <a:pt x="2185569" y="369799"/>
                </a:lnTo>
                <a:lnTo>
                  <a:pt x="2188663" y="380930"/>
                </a:lnTo>
                <a:close/>
                <a:moveTo>
                  <a:pt x="2210942" y="374952"/>
                </a:moveTo>
                <a:lnTo>
                  <a:pt x="2222081" y="371860"/>
                </a:lnTo>
                <a:lnTo>
                  <a:pt x="2219193" y="360729"/>
                </a:lnTo>
                <a:lnTo>
                  <a:pt x="2207848" y="363821"/>
                </a:lnTo>
                <a:lnTo>
                  <a:pt x="2210942" y="374952"/>
                </a:lnTo>
                <a:close/>
                <a:moveTo>
                  <a:pt x="2233220" y="368768"/>
                </a:moveTo>
                <a:lnTo>
                  <a:pt x="2244360" y="365882"/>
                </a:lnTo>
                <a:lnTo>
                  <a:pt x="2241472" y="354751"/>
                </a:lnTo>
                <a:lnTo>
                  <a:pt x="2230332" y="357637"/>
                </a:lnTo>
                <a:lnTo>
                  <a:pt x="2233220" y="368768"/>
                </a:lnTo>
                <a:close/>
                <a:moveTo>
                  <a:pt x="2255499" y="362790"/>
                </a:moveTo>
                <a:lnTo>
                  <a:pt x="2266638" y="359698"/>
                </a:lnTo>
                <a:lnTo>
                  <a:pt x="2263750" y="348567"/>
                </a:lnTo>
                <a:lnTo>
                  <a:pt x="2252611" y="351659"/>
                </a:lnTo>
                <a:lnTo>
                  <a:pt x="2255499" y="362790"/>
                </a:lnTo>
                <a:close/>
                <a:moveTo>
                  <a:pt x="2277778" y="356813"/>
                </a:moveTo>
                <a:lnTo>
                  <a:pt x="2289123" y="353721"/>
                </a:lnTo>
                <a:lnTo>
                  <a:pt x="2286029" y="342589"/>
                </a:lnTo>
                <a:lnTo>
                  <a:pt x="2274890" y="345681"/>
                </a:lnTo>
                <a:lnTo>
                  <a:pt x="2277778" y="356813"/>
                </a:lnTo>
                <a:close/>
                <a:moveTo>
                  <a:pt x="2300262" y="350835"/>
                </a:moveTo>
                <a:lnTo>
                  <a:pt x="2311402" y="347743"/>
                </a:lnTo>
                <a:lnTo>
                  <a:pt x="2308307" y="336612"/>
                </a:lnTo>
                <a:lnTo>
                  <a:pt x="2297168" y="339704"/>
                </a:lnTo>
                <a:lnTo>
                  <a:pt x="2300262" y="350835"/>
                </a:lnTo>
                <a:close/>
                <a:moveTo>
                  <a:pt x="2322541" y="344651"/>
                </a:moveTo>
                <a:lnTo>
                  <a:pt x="2333680" y="341765"/>
                </a:lnTo>
                <a:lnTo>
                  <a:pt x="2330586" y="330634"/>
                </a:lnTo>
                <a:lnTo>
                  <a:pt x="2319447" y="333520"/>
                </a:lnTo>
                <a:lnTo>
                  <a:pt x="2322541" y="344651"/>
                </a:lnTo>
                <a:close/>
                <a:moveTo>
                  <a:pt x="2344820" y="338673"/>
                </a:moveTo>
                <a:lnTo>
                  <a:pt x="2355959" y="335787"/>
                </a:lnTo>
                <a:lnTo>
                  <a:pt x="2352865" y="324450"/>
                </a:lnTo>
                <a:lnTo>
                  <a:pt x="2341725" y="327542"/>
                </a:lnTo>
                <a:lnTo>
                  <a:pt x="2344820" y="338673"/>
                </a:lnTo>
                <a:close/>
                <a:moveTo>
                  <a:pt x="2367098" y="332695"/>
                </a:moveTo>
                <a:lnTo>
                  <a:pt x="2378237" y="329603"/>
                </a:lnTo>
                <a:lnTo>
                  <a:pt x="2375143" y="318472"/>
                </a:lnTo>
                <a:lnTo>
                  <a:pt x="2364004" y="321564"/>
                </a:lnTo>
                <a:lnTo>
                  <a:pt x="2367098" y="332695"/>
                </a:lnTo>
                <a:close/>
                <a:moveTo>
                  <a:pt x="2389377" y="326717"/>
                </a:moveTo>
                <a:lnTo>
                  <a:pt x="2400516" y="323625"/>
                </a:lnTo>
                <a:lnTo>
                  <a:pt x="2397422" y="312494"/>
                </a:lnTo>
                <a:lnTo>
                  <a:pt x="2386282" y="315586"/>
                </a:lnTo>
                <a:lnTo>
                  <a:pt x="2389377" y="326717"/>
                </a:lnTo>
                <a:close/>
                <a:moveTo>
                  <a:pt x="2411655" y="320533"/>
                </a:moveTo>
                <a:lnTo>
                  <a:pt x="2422795" y="317648"/>
                </a:lnTo>
                <a:lnTo>
                  <a:pt x="2419907" y="306517"/>
                </a:lnTo>
                <a:lnTo>
                  <a:pt x="2408767" y="309402"/>
                </a:lnTo>
                <a:lnTo>
                  <a:pt x="2411655" y="320533"/>
                </a:lnTo>
                <a:close/>
                <a:moveTo>
                  <a:pt x="2433934" y="314556"/>
                </a:moveTo>
                <a:lnTo>
                  <a:pt x="2445073" y="311670"/>
                </a:lnTo>
                <a:lnTo>
                  <a:pt x="2442185" y="300539"/>
                </a:lnTo>
                <a:lnTo>
                  <a:pt x="2431046" y="303425"/>
                </a:lnTo>
                <a:lnTo>
                  <a:pt x="2433934" y="314556"/>
                </a:lnTo>
                <a:close/>
                <a:moveTo>
                  <a:pt x="2456212" y="308578"/>
                </a:moveTo>
                <a:lnTo>
                  <a:pt x="2467352" y="305486"/>
                </a:lnTo>
                <a:lnTo>
                  <a:pt x="2464464" y="294355"/>
                </a:lnTo>
                <a:lnTo>
                  <a:pt x="2453324" y="297447"/>
                </a:lnTo>
                <a:lnTo>
                  <a:pt x="2456212" y="308578"/>
                </a:lnTo>
                <a:close/>
                <a:moveTo>
                  <a:pt x="2478491" y="302600"/>
                </a:moveTo>
                <a:lnTo>
                  <a:pt x="2489837" y="299508"/>
                </a:lnTo>
                <a:lnTo>
                  <a:pt x="2486742" y="288377"/>
                </a:lnTo>
                <a:lnTo>
                  <a:pt x="2475603" y="291469"/>
                </a:lnTo>
                <a:lnTo>
                  <a:pt x="2478491" y="302600"/>
                </a:lnTo>
                <a:close/>
                <a:moveTo>
                  <a:pt x="2500976" y="296622"/>
                </a:moveTo>
                <a:lnTo>
                  <a:pt x="2512115" y="293530"/>
                </a:lnTo>
                <a:lnTo>
                  <a:pt x="2509021" y="282399"/>
                </a:lnTo>
                <a:lnTo>
                  <a:pt x="2497882" y="285285"/>
                </a:lnTo>
                <a:lnTo>
                  <a:pt x="2500976" y="296622"/>
                </a:lnTo>
                <a:close/>
                <a:moveTo>
                  <a:pt x="2523254" y="290438"/>
                </a:moveTo>
                <a:lnTo>
                  <a:pt x="2534394" y="287553"/>
                </a:lnTo>
                <a:lnTo>
                  <a:pt x="2531299" y="276421"/>
                </a:lnTo>
                <a:lnTo>
                  <a:pt x="2520160" y="279307"/>
                </a:lnTo>
                <a:lnTo>
                  <a:pt x="2523254" y="290438"/>
                </a:lnTo>
                <a:close/>
                <a:moveTo>
                  <a:pt x="2545533" y="284461"/>
                </a:moveTo>
                <a:lnTo>
                  <a:pt x="2556672" y="281369"/>
                </a:lnTo>
                <a:lnTo>
                  <a:pt x="2553578" y="270238"/>
                </a:lnTo>
                <a:lnTo>
                  <a:pt x="2542439" y="273330"/>
                </a:lnTo>
                <a:lnTo>
                  <a:pt x="2545533" y="284461"/>
                </a:lnTo>
                <a:close/>
                <a:moveTo>
                  <a:pt x="2567812" y="278483"/>
                </a:moveTo>
                <a:lnTo>
                  <a:pt x="2578951" y="275391"/>
                </a:lnTo>
                <a:lnTo>
                  <a:pt x="2575857" y="264260"/>
                </a:lnTo>
                <a:lnTo>
                  <a:pt x="2564717" y="267352"/>
                </a:lnTo>
                <a:lnTo>
                  <a:pt x="2567812" y="278483"/>
                </a:lnTo>
                <a:close/>
                <a:moveTo>
                  <a:pt x="2590090" y="272505"/>
                </a:moveTo>
                <a:lnTo>
                  <a:pt x="2601229" y="269413"/>
                </a:lnTo>
                <a:lnTo>
                  <a:pt x="2598341" y="258282"/>
                </a:lnTo>
                <a:lnTo>
                  <a:pt x="2586996" y="261374"/>
                </a:lnTo>
                <a:lnTo>
                  <a:pt x="2590090" y="272505"/>
                </a:lnTo>
                <a:close/>
                <a:moveTo>
                  <a:pt x="2612369" y="266321"/>
                </a:moveTo>
                <a:lnTo>
                  <a:pt x="2623508" y="263435"/>
                </a:lnTo>
                <a:lnTo>
                  <a:pt x="2620620" y="252304"/>
                </a:lnTo>
                <a:lnTo>
                  <a:pt x="2609481" y="255190"/>
                </a:lnTo>
                <a:lnTo>
                  <a:pt x="2612369" y="266321"/>
                </a:lnTo>
                <a:close/>
                <a:moveTo>
                  <a:pt x="2634647" y="260343"/>
                </a:moveTo>
                <a:lnTo>
                  <a:pt x="2645787" y="257457"/>
                </a:lnTo>
                <a:lnTo>
                  <a:pt x="2642899" y="246120"/>
                </a:lnTo>
                <a:lnTo>
                  <a:pt x="2631759" y="249212"/>
                </a:lnTo>
                <a:lnTo>
                  <a:pt x="2634647" y="260343"/>
                </a:lnTo>
                <a:close/>
                <a:moveTo>
                  <a:pt x="2656926" y="254365"/>
                </a:moveTo>
                <a:lnTo>
                  <a:pt x="2668271" y="251274"/>
                </a:lnTo>
                <a:lnTo>
                  <a:pt x="2665177" y="240142"/>
                </a:lnTo>
                <a:lnTo>
                  <a:pt x="2654038" y="243234"/>
                </a:lnTo>
                <a:lnTo>
                  <a:pt x="2656926" y="254365"/>
                </a:lnTo>
                <a:close/>
                <a:moveTo>
                  <a:pt x="2679411" y="248388"/>
                </a:moveTo>
                <a:lnTo>
                  <a:pt x="2690550" y="245296"/>
                </a:lnTo>
                <a:lnTo>
                  <a:pt x="2687456" y="234165"/>
                </a:lnTo>
                <a:lnTo>
                  <a:pt x="2676316" y="237257"/>
                </a:lnTo>
                <a:lnTo>
                  <a:pt x="2679411" y="248388"/>
                </a:lnTo>
                <a:close/>
                <a:moveTo>
                  <a:pt x="2701689" y="242204"/>
                </a:moveTo>
                <a:lnTo>
                  <a:pt x="2712829" y="239318"/>
                </a:lnTo>
                <a:lnTo>
                  <a:pt x="2709734" y="228187"/>
                </a:lnTo>
                <a:lnTo>
                  <a:pt x="2698595" y="231073"/>
                </a:lnTo>
                <a:lnTo>
                  <a:pt x="2701689" y="242204"/>
                </a:lnTo>
                <a:close/>
                <a:moveTo>
                  <a:pt x="2723968" y="236226"/>
                </a:moveTo>
                <a:lnTo>
                  <a:pt x="2735107" y="233340"/>
                </a:lnTo>
                <a:lnTo>
                  <a:pt x="2732013" y="222209"/>
                </a:lnTo>
                <a:lnTo>
                  <a:pt x="2720874" y="225095"/>
                </a:lnTo>
                <a:lnTo>
                  <a:pt x="2723968" y="236226"/>
                </a:lnTo>
                <a:close/>
                <a:moveTo>
                  <a:pt x="2746246" y="230248"/>
                </a:moveTo>
                <a:lnTo>
                  <a:pt x="2757386" y="227156"/>
                </a:lnTo>
                <a:lnTo>
                  <a:pt x="2754291" y="216025"/>
                </a:lnTo>
                <a:lnTo>
                  <a:pt x="2743152" y="219117"/>
                </a:lnTo>
                <a:lnTo>
                  <a:pt x="2746246" y="230248"/>
                </a:lnTo>
                <a:close/>
                <a:moveTo>
                  <a:pt x="2768525" y="224270"/>
                </a:moveTo>
                <a:lnTo>
                  <a:pt x="2779664" y="221178"/>
                </a:lnTo>
                <a:lnTo>
                  <a:pt x="2776570" y="210047"/>
                </a:lnTo>
                <a:lnTo>
                  <a:pt x="2765431" y="213139"/>
                </a:lnTo>
                <a:lnTo>
                  <a:pt x="2768525" y="224270"/>
                </a:lnTo>
                <a:close/>
                <a:moveTo>
                  <a:pt x="2790804" y="218293"/>
                </a:moveTo>
                <a:lnTo>
                  <a:pt x="2801943" y="215201"/>
                </a:lnTo>
                <a:lnTo>
                  <a:pt x="2799055" y="204070"/>
                </a:lnTo>
                <a:lnTo>
                  <a:pt x="2787916" y="206955"/>
                </a:lnTo>
                <a:lnTo>
                  <a:pt x="2790804" y="218293"/>
                </a:lnTo>
                <a:close/>
                <a:moveTo>
                  <a:pt x="2813082" y="212109"/>
                </a:moveTo>
                <a:lnTo>
                  <a:pt x="2824221" y="209223"/>
                </a:lnTo>
                <a:lnTo>
                  <a:pt x="2821333" y="198092"/>
                </a:lnTo>
                <a:lnTo>
                  <a:pt x="2810194" y="200978"/>
                </a:lnTo>
                <a:lnTo>
                  <a:pt x="2813082" y="212109"/>
                </a:lnTo>
                <a:close/>
                <a:moveTo>
                  <a:pt x="2835361" y="206131"/>
                </a:moveTo>
                <a:lnTo>
                  <a:pt x="2846500" y="203039"/>
                </a:lnTo>
                <a:lnTo>
                  <a:pt x="2843612" y="191908"/>
                </a:lnTo>
                <a:lnTo>
                  <a:pt x="2832473" y="195000"/>
                </a:lnTo>
                <a:lnTo>
                  <a:pt x="2835361" y="206131"/>
                </a:lnTo>
                <a:close/>
                <a:moveTo>
                  <a:pt x="2857639" y="200153"/>
                </a:moveTo>
                <a:lnTo>
                  <a:pt x="2868985" y="197061"/>
                </a:lnTo>
                <a:lnTo>
                  <a:pt x="2865891" y="185930"/>
                </a:lnTo>
                <a:lnTo>
                  <a:pt x="2854751" y="189022"/>
                </a:lnTo>
                <a:lnTo>
                  <a:pt x="2857639" y="200153"/>
                </a:lnTo>
                <a:close/>
                <a:moveTo>
                  <a:pt x="2880124" y="194175"/>
                </a:moveTo>
                <a:lnTo>
                  <a:pt x="2891263" y="191083"/>
                </a:lnTo>
                <a:lnTo>
                  <a:pt x="2888169" y="179952"/>
                </a:lnTo>
                <a:lnTo>
                  <a:pt x="2877030" y="183044"/>
                </a:lnTo>
                <a:lnTo>
                  <a:pt x="2880124" y="194175"/>
                </a:lnTo>
                <a:close/>
                <a:moveTo>
                  <a:pt x="2902403" y="187991"/>
                </a:moveTo>
                <a:lnTo>
                  <a:pt x="2913542" y="185106"/>
                </a:lnTo>
                <a:lnTo>
                  <a:pt x="2910448" y="173974"/>
                </a:lnTo>
                <a:lnTo>
                  <a:pt x="2899308" y="176860"/>
                </a:lnTo>
                <a:lnTo>
                  <a:pt x="2902403" y="187991"/>
                </a:lnTo>
                <a:close/>
                <a:moveTo>
                  <a:pt x="2924681" y="182014"/>
                </a:moveTo>
                <a:lnTo>
                  <a:pt x="2935821" y="178922"/>
                </a:lnTo>
                <a:lnTo>
                  <a:pt x="2932726" y="167791"/>
                </a:lnTo>
                <a:lnTo>
                  <a:pt x="2921587" y="170882"/>
                </a:lnTo>
                <a:lnTo>
                  <a:pt x="2924681" y="182014"/>
                </a:lnTo>
                <a:close/>
                <a:moveTo>
                  <a:pt x="2946960" y="176036"/>
                </a:moveTo>
                <a:lnTo>
                  <a:pt x="2958099" y="172944"/>
                </a:lnTo>
                <a:lnTo>
                  <a:pt x="2955005" y="161813"/>
                </a:lnTo>
                <a:lnTo>
                  <a:pt x="2943866" y="164905"/>
                </a:lnTo>
                <a:lnTo>
                  <a:pt x="2946960" y="176036"/>
                </a:lnTo>
                <a:close/>
                <a:moveTo>
                  <a:pt x="2969238" y="170058"/>
                </a:moveTo>
                <a:lnTo>
                  <a:pt x="2980378" y="166966"/>
                </a:lnTo>
                <a:lnTo>
                  <a:pt x="2977490" y="155835"/>
                </a:lnTo>
                <a:lnTo>
                  <a:pt x="2966144" y="158927"/>
                </a:lnTo>
                <a:lnTo>
                  <a:pt x="2969238" y="170058"/>
                </a:lnTo>
                <a:close/>
                <a:moveTo>
                  <a:pt x="2991517" y="163874"/>
                </a:moveTo>
                <a:lnTo>
                  <a:pt x="3002656" y="160988"/>
                </a:lnTo>
                <a:lnTo>
                  <a:pt x="2999768" y="149857"/>
                </a:lnTo>
                <a:lnTo>
                  <a:pt x="2988629" y="152743"/>
                </a:lnTo>
                <a:lnTo>
                  <a:pt x="2991517" y="163874"/>
                </a:lnTo>
                <a:close/>
                <a:moveTo>
                  <a:pt x="3013796" y="157896"/>
                </a:moveTo>
                <a:lnTo>
                  <a:pt x="3024935" y="155010"/>
                </a:lnTo>
                <a:lnTo>
                  <a:pt x="3022047" y="143879"/>
                </a:lnTo>
                <a:lnTo>
                  <a:pt x="3010908" y="146765"/>
                </a:lnTo>
                <a:lnTo>
                  <a:pt x="3013796" y="157896"/>
                </a:lnTo>
                <a:close/>
                <a:moveTo>
                  <a:pt x="3036074" y="151918"/>
                </a:moveTo>
                <a:lnTo>
                  <a:pt x="3047213" y="148826"/>
                </a:lnTo>
                <a:lnTo>
                  <a:pt x="3044325" y="137695"/>
                </a:lnTo>
                <a:lnTo>
                  <a:pt x="3033186" y="140787"/>
                </a:lnTo>
                <a:lnTo>
                  <a:pt x="3036074" y="151918"/>
                </a:lnTo>
                <a:close/>
                <a:moveTo>
                  <a:pt x="3058559" y="145941"/>
                </a:moveTo>
                <a:lnTo>
                  <a:pt x="3069698" y="142849"/>
                </a:lnTo>
                <a:lnTo>
                  <a:pt x="3066604" y="131718"/>
                </a:lnTo>
                <a:lnTo>
                  <a:pt x="3055465" y="134810"/>
                </a:lnTo>
                <a:lnTo>
                  <a:pt x="3058559" y="145941"/>
                </a:lnTo>
                <a:close/>
                <a:moveTo>
                  <a:pt x="3080838" y="139757"/>
                </a:moveTo>
                <a:lnTo>
                  <a:pt x="3091977" y="136871"/>
                </a:lnTo>
                <a:lnTo>
                  <a:pt x="3088883" y="125740"/>
                </a:lnTo>
                <a:lnTo>
                  <a:pt x="3077743" y="128626"/>
                </a:lnTo>
                <a:lnTo>
                  <a:pt x="3080838" y="139757"/>
                </a:lnTo>
                <a:close/>
                <a:moveTo>
                  <a:pt x="3103116" y="133779"/>
                </a:moveTo>
                <a:lnTo>
                  <a:pt x="3114255" y="130893"/>
                </a:lnTo>
                <a:lnTo>
                  <a:pt x="3111161" y="119762"/>
                </a:lnTo>
                <a:lnTo>
                  <a:pt x="3100022" y="122648"/>
                </a:lnTo>
                <a:lnTo>
                  <a:pt x="3103116" y="133779"/>
                </a:lnTo>
                <a:close/>
                <a:moveTo>
                  <a:pt x="3125395" y="127801"/>
                </a:moveTo>
                <a:lnTo>
                  <a:pt x="3136534" y="124709"/>
                </a:lnTo>
                <a:lnTo>
                  <a:pt x="3133440" y="113578"/>
                </a:lnTo>
                <a:lnTo>
                  <a:pt x="3122300" y="116670"/>
                </a:lnTo>
                <a:lnTo>
                  <a:pt x="3125395" y="127801"/>
                </a:lnTo>
                <a:close/>
                <a:moveTo>
                  <a:pt x="3147673" y="121823"/>
                </a:moveTo>
                <a:lnTo>
                  <a:pt x="3158813" y="118731"/>
                </a:lnTo>
                <a:lnTo>
                  <a:pt x="3155718" y="107600"/>
                </a:lnTo>
                <a:lnTo>
                  <a:pt x="3144579" y="110692"/>
                </a:lnTo>
                <a:lnTo>
                  <a:pt x="3147673" y="121823"/>
                </a:lnTo>
                <a:close/>
                <a:moveTo>
                  <a:pt x="3169952" y="115846"/>
                </a:moveTo>
                <a:lnTo>
                  <a:pt x="3181091" y="112754"/>
                </a:lnTo>
                <a:lnTo>
                  <a:pt x="3178203" y="101623"/>
                </a:lnTo>
                <a:lnTo>
                  <a:pt x="3167064" y="104508"/>
                </a:lnTo>
                <a:lnTo>
                  <a:pt x="3169952" y="115846"/>
                </a:lnTo>
                <a:close/>
                <a:moveTo>
                  <a:pt x="3192230" y="109662"/>
                </a:moveTo>
                <a:lnTo>
                  <a:pt x="3203370" y="106776"/>
                </a:lnTo>
                <a:lnTo>
                  <a:pt x="3200482" y="95645"/>
                </a:lnTo>
                <a:lnTo>
                  <a:pt x="3189342" y="98531"/>
                </a:lnTo>
                <a:lnTo>
                  <a:pt x="3192230" y="109662"/>
                </a:lnTo>
                <a:close/>
                <a:moveTo>
                  <a:pt x="3214509" y="103684"/>
                </a:moveTo>
                <a:lnTo>
                  <a:pt x="3225648" y="100592"/>
                </a:lnTo>
                <a:lnTo>
                  <a:pt x="3222760" y="89461"/>
                </a:lnTo>
                <a:lnTo>
                  <a:pt x="3211621" y="92553"/>
                </a:lnTo>
                <a:lnTo>
                  <a:pt x="3214509" y="103684"/>
                </a:lnTo>
                <a:close/>
                <a:moveTo>
                  <a:pt x="3236994" y="97706"/>
                </a:moveTo>
                <a:lnTo>
                  <a:pt x="3248133" y="94614"/>
                </a:lnTo>
                <a:lnTo>
                  <a:pt x="3245039" y="83483"/>
                </a:lnTo>
                <a:lnTo>
                  <a:pt x="3233900" y="86575"/>
                </a:lnTo>
                <a:lnTo>
                  <a:pt x="3236994" y="97706"/>
                </a:lnTo>
                <a:close/>
                <a:moveTo>
                  <a:pt x="3259272" y="91728"/>
                </a:moveTo>
                <a:lnTo>
                  <a:pt x="3270412" y="88636"/>
                </a:lnTo>
                <a:lnTo>
                  <a:pt x="3267317" y="77505"/>
                </a:lnTo>
                <a:lnTo>
                  <a:pt x="3256178" y="80597"/>
                </a:lnTo>
                <a:lnTo>
                  <a:pt x="3259272" y="91728"/>
                </a:lnTo>
                <a:close/>
                <a:moveTo>
                  <a:pt x="3281551" y="85544"/>
                </a:moveTo>
                <a:lnTo>
                  <a:pt x="3292690" y="82658"/>
                </a:lnTo>
                <a:lnTo>
                  <a:pt x="3289596" y="71527"/>
                </a:lnTo>
                <a:lnTo>
                  <a:pt x="3278457" y="74413"/>
                </a:lnTo>
                <a:lnTo>
                  <a:pt x="3281551" y="85544"/>
                </a:lnTo>
                <a:close/>
                <a:moveTo>
                  <a:pt x="3303830" y="79567"/>
                </a:moveTo>
                <a:lnTo>
                  <a:pt x="3314969" y="76681"/>
                </a:lnTo>
                <a:lnTo>
                  <a:pt x="3311875" y="65343"/>
                </a:lnTo>
                <a:lnTo>
                  <a:pt x="3300735" y="68435"/>
                </a:lnTo>
                <a:lnTo>
                  <a:pt x="3303830" y="79567"/>
                </a:lnTo>
                <a:close/>
                <a:moveTo>
                  <a:pt x="3326108" y="73589"/>
                </a:moveTo>
                <a:lnTo>
                  <a:pt x="3337247" y="70497"/>
                </a:lnTo>
                <a:lnTo>
                  <a:pt x="3334153" y="59366"/>
                </a:lnTo>
                <a:lnTo>
                  <a:pt x="3323014" y="62458"/>
                </a:lnTo>
                <a:lnTo>
                  <a:pt x="3326108" y="73589"/>
                </a:lnTo>
                <a:close/>
                <a:moveTo>
                  <a:pt x="3348387" y="67611"/>
                </a:moveTo>
                <a:lnTo>
                  <a:pt x="3359526" y="64519"/>
                </a:lnTo>
                <a:lnTo>
                  <a:pt x="3356638" y="53388"/>
                </a:lnTo>
                <a:lnTo>
                  <a:pt x="3345292" y="56480"/>
                </a:lnTo>
                <a:lnTo>
                  <a:pt x="3348387" y="67611"/>
                </a:lnTo>
                <a:close/>
                <a:moveTo>
                  <a:pt x="3370665" y="61427"/>
                </a:moveTo>
                <a:lnTo>
                  <a:pt x="3381805" y="58541"/>
                </a:lnTo>
                <a:lnTo>
                  <a:pt x="3378917" y="47410"/>
                </a:lnTo>
                <a:lnTo>
                  <a:pt x="3367777" y="50296"/>
                </a:lnTo>
                <a:lnTo>
                  <a:pt x="3370665" y="61427"/>
                </a:lnTo>
                <a:close/>
                <a:moveTo>
                  <a:pt x="3392944" y="55449"/>
                </a:moveTo>
                <a:lnTo>
                  <a:pt x="3404083" y="52563"/>
                </a:lnTo>
                <a:lnTo>
                  <a:pt x="3401195" y="41432"/>
                </a:lnTo>
                <a:lnTo>
                  <a:pt x="3390056" y="44318"/>
                </a:lnTo>
                <a:lnTo>
                  <a:pt x="3392944" y="55449"/>
                </a:lnTo>
                <a:close/>
                <a:moveTo>
                  <a:pt x="3415222" y="49471"/>
                </a:moveTo>
                <a:lnTo>
                  <a:pt x="3426568" y="46379"/>
                </a:lnTo>
                <a:lnTo>
                  <a:pt x="3423474" y="35248"/>
                </a:lnTo>
                <a:lnTo>
                  <a:pt x="3412334" y="38340"/>
                </a:lnTo>
                <a:lnTo>
                  <a:pt x="3415222" y="49471"/>
                </a:lnTo>
                <a:close/>
                <a:moveTo>
                  <a:pt x="3437707" y="43494"/>
                </a:moveTo>
                <a:lnTo>
                  <a:pt x="3448847" y="40402"/>
                </a:lnTo>
                <a:lnTo>
                  <a:pt x="3445752" y="29271"/>
                </a:lnTo>
                <a:lnTo>
                  <a:pt x="3434613" y="32363"/>
                </a:lnTo>
                <a:lnTo>
                  <a:pt x="3437707" y="43494"/>
                </a:lnTo>
                <a:close/>
                <a:moveTo>
                  <a:pt x="3459986" y="37516"/>
                </a:moveTo>
                <a:lnTo>
                  <a:pt x="3466174" y="35661"/>
                </a:lnTo>
                <a:lnTo>
                  <a:pt x="3463286" y="24530"/>
                </a:lnTo>
                <a:lnTo>
                  <a:pt x="3456892" y="26179"/>
                </a:lnTo>
                <a:lnTo>
                  <a:pt x="3459986" y="37516"/>
                </a:lnTo>
                <a:close/>
                <a:moveTo>
                  <a:pt x="3466999" y="63694"/>
                </a:moveTo>
                <a:lnTo>
                  <a:pt x="3522077" y="14635"/>
                </a:lnTo>
                <a:lnTo>
                  <a:pt x="3449672" y="0"/>
                </a:lnTo>
                <a:lnTo>
                  <a:pt x="3466999" y="6369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620C4C-4718-4A0D-A8C9-F4B474FD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384" y="916714"/>
            <a:ext cx="884542" cy="263641"/>
          </a:xfrm>
          <a:custGeom xmlns:a="http://schemas.openxmlformats.org/drawingml/2006/main">
            <a:pathLst>
              <a:path w="884542" h="263641">
                <a:moveTo>
                  <a:pt x="3094" y="263641"/>
                </a:moveTo>
                <a:lnTo>
                  <a:pt x="14234" y="260549"/>
                </a:lnTo>
                <a:lnTo>
                  <a:pt x="11139" y="249418"/>
                </a:lnTo>
                <a:lnTo>
                  <a:pt x="0" y="252510"/>
                </a:lnTo>
                <a:lnTo>
                  <a:pt x="3094" y="263641"/>
                </a:lnTo>
                <a:close/>
                <a:moveTo>
                  <a:pt x="25373" y="257457"/>
                </a:moveTo>
                <a:lnTo>
                  <a:pt x="36512" y="254365"/>
                </a:lnTo>
                <a:lnTo>
                  <a:pt x="33418" y="243234"/>
                </a:lnTo>
                <a:lnTo>
                  <a:pt x="22279" y="246326"/>
                </a:lnTo>
                <a:lnTo>
                  <a:pt x="25373" y="257457"/>
                </a:lnTo>
                <a:close/>
                <a:moveTo>
                  <a:pt x="47651" y="251274"/>
                </a:moveTo>
                <a:lnTo>
                  <a:pt x="58584" y="248182"/>
                </a:lnTo>
                <a:lnTo>
                  <a:pt x="55696" y="237050"/>
                </a:lnTo>
                <a:lnTo>
                  <a:pt x="44557" y="240142"/>
                </a:lnTo>
                <a:lnTo>
                  <a:pt x="47651" y="251274"/>
                </a:lnTo>
                <a:close/>
                <a:moveTo>
                  <a:pt x="69724" y="245090"/>
                </a:moveTo>
                <a:lnTo>
                  <a:pt x="80863" y="242204"/>
                </a:lnTo>
                <a:lnTo>
                  <a:pt x="77975" y="231073"/>
                </a:lnTo>
                <a:lnTo>
                  <a:pt x="66836" y="233959"/>
                </a:lnTo>
                <a:lnTo>
                  <a:pt x="69724" y="245090"/>
                </a:lnTo>
                <a:close/>
                <a:moveTo>
                  <a:pt x="92002" y="239112"/>
                </a:moveTo>
                <a:lnTo>
                  <a:pt x="103142" y="236020"/>
                </a:lnTo>
                <a:lnTo>
                  <a:pt x="100047" y="224889"/>
                </a:lnTo>
                <a:lnTo>
                  <a:pt x="89114" y="227981"/>
                </a:lnTo>
                <a:lnTo>
                  <a:pt x="92002" y="239112"/>
                </a:lnTo>
                <a:close/>
                <a:moveTo>
                  <a:pt x="114281" y="232928"/>
                </a:moveTo>
                <a:lnTo>
                  <a:pt x="125420" y="229836"/>
                </a:lnTo>
                <a:lnTo>
                  <a:pt x="122326" y="218705"/>
                </a:lnTo>
                <a:lnTo>
                  <a:pt x="111187" y="221797"/>
                </a:lnTo>
                <a:lnTo>
                  <a:pt x="114281" y="232928"/>
                </a:lnTo>
                <a:close/>
                <a:moveTo>
                  <a:pt x="136559" y="226744"/>
                </a:moveTo>
                <a:lnTo>
                  <a:pt x="147699" y="223652"/>
                </a:lnTo>
                <a:lnTo>
                  <a:pt x="144604" y="212521"/>
                </a:lnTo>
                <a:lnTo>
                  <a:pt x="133465" y="215613"/>
                </a:lnTo>
                <a:lnTo>
                  <a:pt x="136559" y="226744"/>
                </a:lnTo>
                <a:close/>
                <a:moveTo>
                  <a:pt x="158838" y="220560"/>
                </a:moveTo>
                <a:lnTo>
                  <a:pt x="169977" y="217468"/>
                </a:lnTo>
                <a:lnTo>
                  <a:pt x="166883" y="206337"/>
                </a:lnTo>
                <a:lnTo>
                  <a:pt x="155744" y="209429"/>
                </a:lnTo>
                <a:lnTo>
                  <a:pt x="158838" y="220560"/>
                </a:lnTo>
                <a:close/>
                <a:moveTo>
                  <a:pt x="181117" y="214376"/>
                </a:moveTo>
                <a:lnTo>
                  <a:pt x="192256" y="211284"/>
                </a:lnTo>
                <a:lnTo>
                  <a:pt x="189162" y="200153"/>
                </a:lnTo>
                <a:lnTo>
                  <a:pt x="178022" y="203245"/>
                </a:lnTo>
                <a:lnTo>
                  <a:pt x="181117" y="214376"/>
                </a:lnTo>
                <a:close/>
                <a:moveTo>
                  <a:pt x="203395" y="208192"/>
                </a:moveTo>
                <a:lnTo>
                  <a:pt x="214534" y="205306"/>
                </a:lnTo>
                <a:lnTo>
                  <a:pt x="211440" y="194175"/>
                </a:lnTo>
                <a:lnTo>
                  <a:pt x="200301" y="197267"/>
                </a:lnTo>
                <a:lnTo>
                  <a:pt x="203395" y="208192"/>
                </a:lnTo>
                <a:close/>
                <a:moveTo>
                  <a:pt x="225674" y="202214"/>
                </a:moveTo>
                <a:lnTo>
                  <a:pt x="236813" y="199122"/>
                </a:lnTo>
                <a:lnTo>
                  <a:pt x="233719" y="187991"/>
                </a:lnTo>
                <a:lnTo>
                  <a:pt x="222579" y="191083"/>
                </a:lnTo>
                <a:lnTo>
                  <a:pt x="225674" y="202214"/>
                </a:lnTo>
                <a:close/>
                <a:moveTo>
                  <a:pt x="247952" y="196030"/>
                </a:moveTo>
                <a:lnTo>
                  <a:pt x="259092" y="192938"/>
                </a:lnTo>
                <a:lnTo>
                  <a:pt x="255997" y="181807"/>
                </a:lnTo>
                <a:lnTo>
                  <a:pt x="244858" y="184899"/>
                </a:lnTo>
                <a:lnTo>
                  <a:pt x="247952" y="196030"/>
                </a:lnTo>
                <a:close/>
                <a:moveTo>
                  <a:pt x="270231" y="189847"/>
                </a:moveTo>
                <a:lnTo>
                  <a:pt x="281370" y="186755"/>
                </a:lnTo>
                <a:lnTo>
                  <a:pt x="278276" y="175623"/>
                </a:lnTo>
                <a:lnTo>
                  <a:pt x="267137" y="178715"/>
                </a:lnTo>
                <a:lnTo>
                  <a:pt x="270231" y="189847"/>
                </a:lnTo>
                <a:close/>
                <a:moveTo>
                  <a:pt x="292509" y="183663"/>
                </a:moveTo>
                <a:lnTo>
                  <a:pt x="303649" y="180571"/>
                </a:lnTo>
                <a:lnTo>
                  <a:pt x="300554" y="169440"/>
                </a:lnTo>
                <a:lnTo>
                  <a:pt x="289415" y="172532"/>
                </a:lnTo>
                <a:lnTo>
                  <a:pt x="292509" y="183663"/>
                </a:lnTo>
                <a:close/>
                <a:moveTo>
                  <a:pt x="314788" y="177479"/>
                </a:moveTo>
                <a:lnTo>
                  <a:pt x="325927" y="174387"/>
                </a:lnTo>
                <a:lnTo>
                  <a:pt x="322833" y="163256"/>
                </a:lnTo>
                <a:lnTo>
                  <a:pt x="311694" y="166348"/>
                </a:lnTo>
                <a:lnTo>
                  <a:pt x="314788" y="177479"/>
                </a:lnTo>
                <a:close/>
                <a:moveTo>
                  <a:pt x="337067" y="171501"/>
                </a:moveTo>
                <a:lnTo>
                  <a:pt x="348206" y="168409"/>
                </a:lnTo>
                <a:lnTo>
                  <a:pt x="345112" y="157278"/>
                </a:lnTo>
                <a:lnTo>
                  <a:pt x="333972" y="160370"/>
                </a:lnTo>
                <a:lnTo>
                  <a:pt x="337067" y="171501"/>
                </a:lnTo>
                <a:close/>
                <a:moveTo>
                  <a:pt x="359345" y="165317"/>
                </a:moveTo>
                <a:lnTo>
                  <a:pt x="370484" y="162225"/>
                </a:lnTo>
                <a:lnTo>
                  <a:pt x="367390" y="151094"/>
                </a:lnTo>
                <a:lnTo>
                  <a:pt x="356251" y="154186"/>
                </a:lnTo>
                <a:lnTo>
                  <a:pt x="359345" y="165317"/>
                </a:lnTo>
                <a:close/>
                <a:moveTo>
                  <a:pt x="381624" y="159133"/>
                </a:moveTo>
                <a:lnTo>
                  <a:pt x="392763" y="156041"/>
                </a:lnTo>
                <a:lnTo>
                  <a:pt x="389669" y="144910"/>
                </a:lnTo>
                <a:lnTo>
                  <a:pt x="378529" y="148002"/>
                </a:lnTo>
                <a:lnTo>
                  <a:pt x="381624" y="159133"/>
                </a:lnTo>
                <a:close/>
                <a:moveTo>
                  <a:pt x="403902" y="152949"/>
                </a:moveTo>
                <a:lnTo>
                  <a:pt x="415042" y="149857"/>
                </a:lnTo>
                <a:lnTo>
                  <a:pt x="411947" y="138726"/>
                </a:lnTo>
                <a:lnTo>
                  <a:pt x="400808" y="141818"/>
                </a:lnTo>
                <a:lnTo>
                  <a:pt x="403902" y="152949"/>
                </a:lnTo>
                <a:close/>
                <a:moveTo>
                  <a:pt x="426181" y="146765"/>
                </a:moveTo>
                <a:lnTo>
                  <a:pt x="437320" y="143673"/>
                </a:lnTo>
                <a:lnTo>
                  <a:pt x="434226" y="132542"/>
                </a:lnTo>
                <a:lnTo>
                  <a:pt x="423087" y="135634"/>
                </a:lnTo>
                <a:lnTo>
                  <a:pt x="426181" y="146765"/>
                </a:lnTo>
                <a:close/>
                <a:moveTo>
                  <a:pt x="448459" y="140581"/>
                </a:moveTo>
                <a:lnTo>
                  <a:pt x="459599" y="137489"/>
                </a:lnTo>
                <a:lnTo>
                  <a:pt x="456504" y="126358"/>
                </a:lnTo>
                <a:lnTo>
                  <a:pt x="445365" y="129450"/>
                </a:lnTo>
                <a:lnTo>
                  <a:pt x="448459" y="140581"/>
                </a:lnTo>
                <a:close/>
                <a:moveTo>
                  <a:pt x="470738" y="134603"/>
                </a:moveTo>
                <a:lnTo>
                  <a:pt x="481877" y="131511"/>
                </a:lnTo>
                <a:lnTo>
                  <a:pt x="478783" y="120380"/>
                </a:lnTo>
                <a:lnTo>
                  <a:pt x="467644" y="123472"/>
                </a:lnTo>
                <a:lnTo>
                  <a:pt x="470738" y="134603"/>
                </a:lnTo>
                <a:close/>
                <a:moveTo>
                  <a:pt x="493017" y="128420"/>
                </a:moveTo>
                <a:lnTo>
                  <a:pt x="504156" y="125328"/>
                </a:lnTo>
                <a:lnTo>
                  <a:pt x="501062" y="114196"/>
                </a:lnTo>
                <a:lnTo>
                  <a:pt x="489922" y="117288"/>
                </a:lnTo>
                <a:lnTo>
                  <a:pt x="493017" y="128420"/>
                </a:lnTo>
                <a:close/>
                <a:moveTo>
                  <a:pt x="515295" y="122236"/>
                </a:moveTo>
                <a:lnTo>
                  <a:pt x="526434" y="119144"/>
                </a:lnTo>
                <a:lnTo>
                  <a:pt x="523340" y="108013"/>
                </a:lnTo>
                <a:lnTo>
                  <a:pt x="512201" y="111105"/>
                </a:lnTo>
                <a:lnTo>
                  <a:pt x="515295" y="122236"/>
                </a:lnTo>
                <a:close/>
                <a:moveTo>
                  <a:pt x="537574" y="116052"/>
                </a:moveTo>
                <a:lnTo>
                  <a:pt x="548713" y="112960"/>
                </a:lnTo>
                <a:lnTo>
                  <a:pt x="545619" y="101829"/>
                </a:lnTo>
                <a:lnTo>
                  <a:pt x="534479" y="104921"/>
                </a:lnTo>
                <a:lnTo>
                  <a:pt x="537574" y="116052"/>
                </a:lnTo>
                <a:close/>
                <a:moveTo>
                  <a:pt x="559646" y="109868"/>
                </a:moveTo>
                <a:lnTo>
                  <a:pt x="570785" y="106776"/>
                </a:lnTo>
                <a:lnTo>
                  <a:pt x="567897" y="95645"/>
                </a:lnTo>
                <a:lnTo>
                  <a:pt x="556758" y="98737"/>
                </a:lnTo>
                <a:lnTo>
                  <a:pt x="559646" y="109868"/>
                </a:lnTo>
                <a:close/>
                <a:moveTo>
                  <a:pt x="581925" y="103684"/>
                </a:moveTo>
                <a:lnTo>
                  <a:pt x="593064" y="100798"/>
                </a:lnTo>
                <a:lnTo>
                  <a:pt x="590176" y="89667"/>
                </a:lnTo>
                <a:lnTo>
                  <a:pt x="579037" y="92553"/>
                </a:lnTo>
                <a:lnTo>
                  <a:pt x="581925" y="103684"/>
                </a:lnTo>
                <a:close/>
                <a:moveTo>
                  <a:pt x="604203" y="97706"/>
                </a:moveTo>
                <a:lnTo>
                  <a:pt x="615342" y="94614"/>
                </a:lnTo>
                <a:lnTo>
                  <a:pt x="612248" y="83483"/>
                </a:lnTo>
                <a:lnTo>
                  <a:pt x="601109" y="86575"/>
                </a:lnTo>
                <a:lnTo>
                  <a:pt x="604203" y="97706"/>
                </a:lnTo>
                <a:close/>
                <a:moveTo>
                  <a:pt x="626482" y="91522"/>
                </a:moveTo>
                <a:lnTo>
                  <a:pt x="637621" y="88430"/>
                </a:lnTo>
                <a:lnTo>
                  <a:pt x="634527" y="77299"/>
                </a:lnTo>
                <a:lnTo>
                  <a:pt x="623387" y="80391"/>
                </a:lnTo>
                <a:lnTo>
                  <a:pt x="626482" y="91522"/>
                </a:lnTo>
                <a:close/>
                <a:moveTo>
                  <a:pt x="648760" y="85338"/>
                </a:moveTo>
                <a:lnTo>
                  <a:pt x="659900" y="82246"/>
                </a:lnTo>
                <a:lnTo>
                  <a:pt x="656805" y="71115"/>
                </a:lnTo>
                <a:lnTo>
                  <a:pt x="645666" y="74207"/>
                </a:lnTo>
                <a:lnTo>
                  <a:pt x="648760" y="85338"/>
                </a:lnTo>
                <a:close/>
                <a:moveTo>
                  <a:pt x="671039" y="79154"/>
                </a:moveTo>
                <a:lnTo>
                  <a:pt x="682178" y="76062"/>
                </a:lnTo>
                <a:lnTo>
                  <a:pt x="679084" y="64931"/>
                </a:lnTo>
                <a:lnTo>
                  <a:pt x="667945" y="68023"/>
                </a:lnTo>
                <a:lnTo>
                  <a:pt x="671039" y="79154"/>
                </a:lnTo>
                <a:close/>
                <a:moveTo>
                  <a:pt x="693317" y="72970"/>
                </a:moveTo>
                <a:lnTo>
                  <a:pt x="704457" y="69878"/>
                </a:lnTo>
                <a:lnTo>
                  <a:pt x="701362" y="58747"/>
                </a:lnTo>
                <a:lnTo>
                  <a:pt x="690223" y="61839"/>
                </a:lnTo>
                <a:lnTo>
                  <a:pt x="693317" y="72970"/>
                </a:lnTo>
                <a:close/>
                <a:moveTo>
                  <a:pt x="715596" y="66786"/>
                </a:moveTo>
                <a:lnTo>
                  <a:pt x="726735" y="63901"/>
                </a:lnTo>
                <a:lnTo>
                  <a:pt x="723641" y="52770"/>
                </a:lnTo>
                <a:lnTo>
                  <a:pt x="712502" y="55655"/>
                </a:lnTo>
                <a:lnTo>
                  <a:pt x="715596" y="66786"/>
                </a:lnTo>
                <a:close/>
                <a:moveTo>
                  <a:pt x="737875" y="60809"/>
                </a:moveTo>
                <a:lnTo>
                  <a:pt x="749014" y="57717"/>
                </a:lnTo>
                <a:lnTo>
                  <a:pt x="745920" y="46586"/>
                </a:lnTo>
                <a:lnTo>
                  <a:pt x="734780" y="49678"/>
                </a:lnTo>
                <a:lnTo>
                  <a:pt x="737875" y="60809"/>
                </a:lnTo>
                <a:close/>
                <a:moveTo>
                  <a:pt x="760153" y="54625"/>
                </a:moveTo>
                <a:lnTo>
                  <a:pt x="771292" y="51533"/>
                </a:lnTo>
                <a:lnTo>
                  <a:pt x="768198" y="40402"/>
                </a:lnTo>
                <a:lnTo>
                  <a:pt x="757059" y="43494"/>
                </a:lnTo>
                <a:lnTo>
                  <a:pt x="760153" y="54625"/>
                </a:lnTo>
                <a:close/>
                <a:moveTo>
                  <a:pt x="782432" y="48441"/>
                </a:moveTo>
                <a:lnTo>
                  <a:pt x="793571" y="45349"/>
                </a:lnTo>
                <a:lnTo>
                  <a:pt x="790477" y="34218"/>
                </a:lnTo>
                <a:lnTo>
                  <a:pt x="779337" y="37310"/>
                </a:lnTo>
                <a:lnTo>
                  <a:pt x="782432" y="48441"/>
                </a:lnTo>
                <a:close/>
                <a:moveTo>
                  <a:pt x="804710" y="42257"/>
                </a:moveTo>
                <a:lnTo>
                  <a:pt x="815850" y="39165"/>
                </a:lnTo>
                <a:lnTo>
                  <a:pt x="812755" y="28034"/>
                </a:lnTo>
                <a:lnTo>
                  <a:pt x="801616" y="31126"/>
                </a:lnTo>
                <a:lnTo>
                  <a:pt x="804710" y="42257"/>
                </a:lnTo>
                <a:close/>
                <a:moveTo>
                  <a:pt x="826989" y="36073"/>
                </a:moveTo>
                <a:lnTo>
                  <a:pt x="828845" y="35661"/>
                </a:lnTo>
                <a:lnTo>
                  <a:pt x="825751" y="24530"/>
                </a:lnTo>
                <a:lnTo>
                  <a:pt x="823895" y="24942"/>
                </a:lnTo>
                <a:lnTo>
                  <a:pt x="826989" y="36073"/>
                </a:lnTo>
                <a:close/>
                <a:moveTo>
                  <a:pt x="829877" y="63488"/>
                </a:moveTo>
                <a:lnTo>
                  <a:pt x="884542" y="14223"/>
                </a:lnTo>
                <a:lnTo>
                  <a:pt x="812136" y="0"/>
                </a:lnTo>
                <a:lnTo>
                  <a:pt x="829877" y="63488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D746F0-7679-4927-BF55-B5BE32A8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512" y="2889695"/>
            <a:ext cx="177403" cy="54460"/>
          </a:xfrm>
          <a:custGeom xmlns:a="http://schemas.openxmlformats.org/drawingml/2006/main">
            <a:pathLst>
              <a:path w="177403" h="54460">
                <a:moveTo>
                  <a:pt x="38575" y="21932"/>
                </a:moveTo>
                <a:cubicBezTo>
                  <a:pt x="37750" y="29827"/>
                  <a:pt x="35893" y="35001"/>
                  <a:pt x="32799" y="37454"/>
                </a:cubicBezTo>
                <a:cubicBezTo>
                  <a:pt x="29911" y="39886"/>
                  <a:pt x="24754" y="40773"/>
                  <a:pt x="17534" y="40051"/>
                </a:cubicBezTo>
                <a:cubicBezTo>
                  <a:pt x="10520" y="39350"/>
                  <a:pt x="5776" y="37516"/>
                  <a:pt x="3301" y="34568"/>
                </a:cubicBezTo>
                <a:cubicBezTo>
                  <a:pt x="825" y="31620"/>
                  <a:pt x="0" y="26426"/>
                  <a:pt x="619" y="18943"/>
                </a:cubicBezTo>
                <a:cubicBezTo>
                  <a:pt x="1444" y="10966"/>
                  <a:pt x="3301" y="5751"/>
                  <a:pt x="6395" y="3298"/>
                </a:cubicBezTo>
                <a:cubicBezTo>
                  <a:pt x="9489" y="866"/>
                  <a:pt x="14646" y="0"/>
                  <a:pt x="21866" y="721"/>
                </a:cubicBezTo>
                <a:cubicBezTo>
                  <a:pt x="28880" y="1422"/>
                  <a:pt x="33624" y="3236"/>
                  <a:pt x="36100" y="6184"/>
                </a:cubicBezTo>
                <a:cubicBezTo>
                  <a:pt x="38575" y="9132"/>
                  <a:pt x="39400" y="14388"/>
                  <a:pt x="38575" y="21932"/>
                </a:cubicBezTo>
                <a:close/>
                <a:moveTo>
                  <a:pt x="107680" y="28776"/>
                </a:moveTo>
                <a:cubicBezTo>
                  <a:pt x="106855" y="36691"/>
                  <a:pt x="104792" y="41845"/>
                  <a:pt x="101904" y="44298"/>
                </a:cubicBezTo>
                <a:cubicBezTo>
                  <a:pt x="98810" y="46750"/>
                  <a:pt x="93653" y="47616"/>
                  <a:pt x="86639" y="46895"/>
                </a:cubicBezTo>
                <a:cubicBezTo>
                  <a:pt x="79419" y="46194"/>
                  <a:pt x="74674" y="44359"/>
                  <a:pt x="72199" y="41412"/>
                </a:cubicBezTo>
                <a:cubicBezTo>
                  <a:pt x="69724" y="38464"/>
                  <a:pt x="68899" y="33270"/>
                  <a:pt x="69724" y="25787"/>
                </a:cubicBezTo>
                <a:cubicBezTo>
                  <a:pt x="70343" y="17810"/>
                  <a:pt x="72405" y="12595"/>
                  <a:pt x="75293" y="10142"/>
                </a:cubicBezTo>
                <a:cubicBezTo>
                  <a:pt x="78388" y="7709"/>
                  <a:pt x="83545" y="6844"/>
                  <a:pt x="90765" y="7565"/>
                </a:cubicBezTo>
                <a:cubicBezTo>
                  <a:pt x="97778" y="8266"/>
                  <a:pt x="102523" y="10080"/>
                  <a:pt x="104998" y="13027"/>
                </a:cubicBezTo>
                <a:cubicBezTo>
                  <a:pt x="107473" y="15975"/>
                  <a:pt x="108299" y="21231"/>
                  <a:pt x="107680" y="28776"/>
                </a:cubicBezTo>
                <a:close/>
                <a:moveTo>
                  <a:pt x="176578" y="35640"/>
                </a:moveTo>
                <a:cubicBezTo>
                  <a:pt x="175753" y="43535"/>
                  <a:pt x="173897" y="48709"/>
                  <a:pt x="170802" y="51141"/>
                </a:cubicBezTo>
                <a:cubicBezTo>
                  <a:pt x="167708" y="53594"/>
                  <a:pt x="162757" y="54460"/>
                  <a:pt x="155537" y="53738"/>
                </a:cubicBezTo>
                <a:cubicBezTo>
                  <a:pt x="148524" y="53037"/>
                  <a:pt x="143573" y="51203"/>
                  <a:pt x="141098" y="48276"/>
                </a:cubicBezTo>
                <a:cubicBezTo>
                  <a:pt x="138829" y="45328"/>
                  <a:pt x="137797" y="40113"/>
                  <a:pt x="138622" y="32631"/>
                </a:cubicBezTo>
                <a:cubicBezTo>
                  <a:pt x="139447" y="24653"/>
                  <a:pt x="141304" y="19438"/>
                  <a:pt x="144398" y="17006"/>
                </a:cubicBezTo>
                <a:cubicBezTo>
                  <a:pt x="147492" y="14553"/>
                  <a:pt x="152443" y="13687"/>
                  <a:pt x="159663" y="14409"/>
                </a:cubicBezTo>
                <a:cubicBezTo>
                  <a:pt x="166883" y="15109"/>
                  <a:pt x="171628" y="16923"/>
                  <a:pt x="174103" y="19871"/>
                </a:cubicBezTo>
                <a:cubicBezTo>
                  <a:pt x="176372" y="22819"/>
                  <a:pt x="177403" y="28075"/>
                  <a:pt x="176578" y="356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0B2F4-298F-46D5-AF53-5F77F22E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847" y="2552816"/>
            <a:ext cx="3526615" cy="367882"/>
          </a:xfrm>
          <a:custGeom xmlns:a="http://schemas.openxmlformats.org/drawingml/2006/main">
            <a:pathLst>
              <a:path w="3526615" h="367882">
                <a:moveTo>
                  <a:pt x="12377" y="1092"/>
                </a:moveTo>
                <a:lnTo>
                  <a:pt x="1031" y="0"/>
                </a:lnTo>
                <a:lnTo>
                  <a:pt x="0" y="11481"/>
                </a:lnTo>
                <a:lnTo>
                  <a:pt x="11346" y="12574"/>
                </a:lnTo>
                <a:lnTo>
                  <a:pt x="12377" y="1092"/>
                </a:lnTo>
                <a:close/>
                <a:moveTo>
                  <a:pt x="35481" y="3277"/>
                </a:moveTo>
                <a:lnTo>
                  <a:pt x="23929" y="2185"/>
                </a:lnTo>
                <a:lnTo>
                  <a:pt x="22897" y="13666"/>
                </a:lnTo>
                <a:lnTo>
                  <a:pt x="34449" y="14759"/>
                </a:lnTo>
                <a:lnTo>
                  <a:pt x="35481" y="3277"/>
                </a:lnTo>
                <a:close/>
                <a:moveTo>
                  <a:pt x="58378" y="5462"/>
                </a:moveTo>
                <a:lnTo>
                  <a:pt x="47033" y="4370"/>
                </a:lnTo>
                <a:lnTo>
                  <a:pt x="45795" y="15851"/>
                </a:lnTo>
                <a:lnTo>
                  <a:pt x="57347" y="16965"/>
                </a:lnTo>
                <a:lnTo>
                  <a:pt x="58378" y="5462"/>
                </a:lnTo>
                <a:close/>
                <a:moveTo>
                  <a:pt x="81482" y="7647"/>
                </a:moveTo>
                <a:lnTo>
                  <a:pt x="69930" y="6555"/>
                </a:lnTo>
                <a:lnTo>
                  <a:pt x="68899" y="18057"/>
                </a:lnTo>
                <a:lnTo>
                  <a:pt x="80450" y="19150"/>
                </a:lnTo>
                <a:lnTo>
                  <a:pt x="81482" y="7647"/>
                </a:lnTo>
                <a:close/>
                <a:moveTo>
                  <a:pt x="104586" y="9832"/>
                </a:moveTo>
                <a:lnTo>
                  <a:pt x="93034" y="8740"/>
                </a:lnTo>
                <a:lnTo>
                  <a:pt x="91796" y="20242"/>
                </a:lnTo>
                <a:lnTo>
                  <a:pt x="103348" y="21335"/>
                </a:lnTo>
                <a:lnTo>
                  <a:pt x="104586" y="9832"/>
                </a:lnTo>
                <a:close/>
                <a:moveTo>
                  <a:pt x="127483" y="12017"/>
                </a:moveTo>
                <a:lnTo>
                  <a:pt x="115931" y="10925"/>
                </a:lnTo>
                <a:lnTo>
                  <a:pt x="114900" y="22427"/>
                </a:lnTo>
                <a:lnTo>
                  <a:pt x="126452" y="23520"/>
                </a:lnTo>
                <a:lnTo>
                  <a:pt x="127483" y="12017"/>
                </a:lnTo>
                <a:close/>
                <a:moveTo>
                  <a:pt x="150587" y="14223"/>
                </a:moveTo>
                <a:lnTo>
                  <a:pt x="139035" y="13131"/>
                </a:lnTo>
                <a:lnTo>
                  <a:pt x="137797" y="24612"/>
                </a:lnTo>
                <a:lnTo>
                  <a:pt x="149349" y="25705"/>
                </a:lnTo>
                <a:lnTo>
                  <a:pt x="150587" y="14223"/>
                </a:lnTo>
                <a:close/>
                <a:moveTo>
                  <a:pt x="161932" y="15316"/>
                </a:moveTo>
                <a:lnTo>
                  <a:pt x="160901" y="26797"/>
                </a:lnTo>
                <a:lnTo>
                  <a:pt x="172453" y="27890"/>
                </a:lnTo>
                <a:lnTo>
                  <a:pt x="173484" y="16408"/>
                </a:lnTo>
                <a:lnTo>
                  <a:pt x="161932" y="15316"/>
                </a:lnTo>
                <a:close/>
                <a:moveTo>
                  <a:pt x="185036" y="17501"/>
                </a:moveTo>
                <a:lnTo>
                  <a:pt x="183798" y="28982"/>
                </a:lnTo>
                <a:lnTo>
                  <a:pt x="195350" y="30074"/>
                </a:lnTo>
                <a:lnTo>
                  <a:pt x="196588" y="18593"/>
                </a:lnTo>
                <a:lnTo>
                  <a:pt x="185036" y="17501"/>
                </a:lnTo>
                <a:close/>
                <a:moveTo>
                  <a:pt x="219485" y="20778"/>
                </a:moveTo>
                <a:lnTo>
                  <a:pt x="207933" y="19685"/>
                </a:lnTo>
                <a:lnTo>
                  <a:pt x="206902" y="31188"/>
                </a:lnTo>
                <a:lnTo>
                  <a:pt x="218454" y="32280"/>
                </a:lnTo>
                <a:lnTo>
                  <a:pt x="219485" y="20778"/>
                </a:lnTo>
                <a:close/>
                <a:moveTo>
                  <a:pt x="242589" y="22963"/>
                </a:moveTo>
                <a:lnTo>
                  <a:pt x="231037" y="21870"/>
                </a:lnTo>
                <a:lnTo>
                  <a:pt x="230006" y="33373"/>
                </a:lnTo>
                <a:lnTo>
                  <a:pt x="241351" y="34465"/>
                </a:lnTo>
                <a:lnTo>
                  <a:pt x="242589" y="22963"/>
                </a:lnTo>
                <a:close/>
                <a:moveTo>
                  <a:pt x="265486" y="25169"/>
                </a:moveTo>
                <a:lnTo>
                  <a:pt x="253934" y="24055"/>
                </a:lnTo>
                <a:lnTo>
                  <a:pt x="252903" y="35558"/>
                </a:lnTo>
                <a:lnTo>
                  <a:pt x="264455" y="36650"/>
                </a:lnTo>
                <a:lnTo>
                  <a:pt x="265486" y="25169"/>
                </a:lnTo>
                <a:close/>
                <a:moveTo>
                  <a:pt x="277038" y="26261"/>
                </a:moveTo>
                <a:lnTo>
                  <a:pt x="276007" y="37743"/>
                </a:lnTo>
                <a:lnTo>
                  <a:pt x="287352" y="38835"/>
                </a:lnTo>
                <a:lnTo>
                  <a:pt x="288384" y="27354"/>
                </a:lnTo>
                <a:lnTo>
                  <a:pt x="277038" y="26261"/>
                </a:lnTo>
                <a:close/>
                <a:moveTo>
                  <a:pt x="299936" y="28446"/>
                </a:moveTo>
                <a:lnTo>
                  <a:pt x="298904" y="39928"/>
                </a:lnTo>
                <a:lnTo>
                  <a:pt x="310456" y="41020"/>
                </a:lnTo>
                <a:lnTo>
                  <a:pt x="311487" y="29539"/>
                </a:lnTo>
                <a:lnTo>
                  <a:pt x="299936" y="28446"/>
                </a:lnTo>
                <a:close/>
                <a:moveTo>
                  <a:pt x="334385" y="31724"/>
                </a:moveTo>
                <a:lnTo>
                  <a:pt x="323039" y="30631"/>
                </a:lnTo>
                <a:lnTo>
                  <a:pt x="321802" y="42133"/>
                </a:lnTo>
                <a:lnTo>
                  <a:pt x="333353" y="43226"/>
                </a:lnTo>
                <a:lnTo>
                  <a:pt x="334385" y="31724"/>
                </a:lnTo>
                <a:close/>
                <a:moveTo>
                  <a:pt x="357489" y="33909"/>
                </a:moveTo>
                <a:lnTo>
                  <a:pt x="345937" y="32816"/>
                </a:lnTo>
                <a:lnTo>
                  <a:pt x="344905" y="44318"/>
                </a:lnTo>
                <a:lnTo>
                  <a:pt x="356457" y="45411"/>
                </a:lnTo>
                <a:lnTo>
                  <a:pt x="357489" y="33909"/>
                </a:lnTo>
                <a:close/>
                <a:moveTo>
                  <a:pt x="380386" y="36114"/>
                </a:moveTo>
                <a:lnTo>
                  <a:pt x="369040" y="35022"/>
                </a:lnTo>
                <a:lnTo>
                  <a:pt x="367803" y="46503"/>
                </a:lnTo>
                <a:lnTo>
                  <a:pt x="379355" y="47596"/>
                </a:lnTo>
                <a:lnTo>
                  <a:pt x="380386" y="36114"/>
                </a:lnTo>
                <a:close/>
                <a:moveTo>
                  <a:pt x="391938" y="37207"/>
                </a:moveTo>
                <a:lnTo>
                  <a:pt x="390906" y="48688"/>
                </a:lnTo>
                <a:lnTo>
                  <a:pt x="402458" y="49781"/>
                </a:lnTo>
                <a:lnTo>
                  <a:pt x="403490" y="38299"/>
                </a:lnTo>
                <a:lnTo>
                  <a:pt x="391938" y="37207"/>
                </a:lnTo>
                <a:close/>
                <a:moveTo>
                  <a:pt x="415042" y="39392"/>
                </a:moveTo>
                <a:lnTo>
                  <a:pt x="413804" y="50873"/>
                </a:lnTo>
                <a:lnTo>
                  <a:pt x="425356" y="51966"/>
                </a:lnTo>
                <a:lnTo>
                  <a:pt x="426593" y="40484"/>
                </a:lnTo>
                <a:lnTo>
                  <a:pt x="415042" y="39392"/>
                </a:lnTo>
                <a:close/>
                <a:moveTo>
                  <a:pt x="449491" y="42669"/>
                </a:moveTo>
                <a:lnTo>
                  <a:pt x="437939" y="41577"/>
                </a:lnTo>
                <a:lnTo>
                  <a:pt x="436908" y="53079"/>
                </a:lnTo>
                <a:lnTo>
                  <a:pt x="448459" y="54171"/>
                </a:lnTo>
                <a:lnTo>
                  <a:pt x="449491" y="42669"/>
                </a:lnTo>
                <a:close/>
                <a:moveTo>
                  <a:pt x="472595" y="44854"/>
                </a:moveTo>
                <a:lnTo>
                  <a:pt x="461043" y="43762"/>
                </a:lnTo>
                <a:lnTo>
                  <a:pt x="459805" y="55264"/>
                </a:lnTo>
                <a:lnTo>
                  <a:pt x="471357" y="56356"/>
                </a:lnTo>
                <a:lnTo>
                  <a:pt x="472595" y="44854"/>
                </a:lnTo>
                <a:close/>
                <a:moveTo>
                  <a:pt x="495492" y="47039"/>
                </a:moveTo>
                <a:lnTo>
                  <a:pt x="483940" y="45947"/>
                </a:lnTo>
                <a:lnTo>
                  <a:pt x="482909" y="57449"/>
                </a:lnTo>
                <a:lnTo>
                  <a:pt x="494461" y="58541"/>
                </a:lnTo>
                <a:lnTo>
                  <a:pt x="495492" y="47039"/>
                </a:lnTo>
                <a:close/>
                <a:moveTo>
                  <a:pt x="518596" y="49224"/>
                </a:moveTo>
                <a:lnTo>
                  <a:pt x="507044" y="48132"/>
                </a:lnTo>
                <a:lnTo>
                  <a:pt x="505806" y="59634"/>
                </a:lnTo>
                <a:lnTo>
                  <a:pt x="517358" y="60726"/>
                </a:lnTo>
                <a:lnTo>
                  <a:pt x="518596" y="49224"/>
                </a:lnTo>
                <a:close/>
                <a:moveTo>
                  <a:pt x="541493" y="51430"/>
                </a:moveTo>
                <a:lnTo>
                  <a:pt x="529941" y="50337"/>
                </a:lnTo>
                <a:lnTo>
                  <a:pt x="528910" y="61819"/>
                </a:lnTo>
                <a:lnTo>
                  <a:pt x="540462" y="62911"/>
                </a:lnTo>
                <a:lnTo>
                  <a:pt x="541493" y="51430"/>
                </a:lnTo>
                <a:close/>
                <a:moveTo>
                  <a:pt x="564390" y="53615"/>
                </a:moveTo>
                <a:lnTo>
                  <a:pt x="553045" y="52522"/>
                </a:lnTo>
                <a:lnTo>
                  <a:pt x="551807" y="64004"/>
                </a:lnTo>
                <a:lnTo>
                  <a:pt x="563359" y="65096"/>
                </a:lnTo>
                <a:lnTo>
                  <a:pt x="564390" y="53615"/>
                </a:lnTo>
                <a:close/>
                <a:moveTo>
                  <a:pt x="587494" y="55800"/>
                </a:moveTo>
                <a:lnTo>
                  <a:pt x="575942" y="54707"/>
                </a:lnTo>
                <a:lnTo>
                  <a:pt x="574911" y="66189"/>
                </a:lnTo>
                <a:lnTo>
                  <a:pt x="586463" y="67302"/>
                </a:lnTo>
                <a:lnTo>
                  <a:pt x="587494" y="55800"/>
                </a:lnTo>
                <a:close/>
                <a:moveTo>
                  <a:pt x="599046" y="56892"/>
                </a:moveTo>
                <a:lnTo>
                  <a:pt x="597808" y="68394"/>
                </a:lnTo>
                <a:lnTo>
                  <a:pt x="609360" y="69487"/>
                </a:lnTo>
                <a:lnTo>
                  <a:pt x="610392" y="57985"/>
                </a:lnTo>
                <a:lnTo>
                  <a:pt x="599046" y="56892"/>
                </a:lnTo>
                <a:close/>
                <a:moveTo>
                  <a:pt x="621943" y="59077"/>
                </a:moveTo>
                <a:lnTo>
                  <a:pt x="620912" y="70579"/>
                </a:lnTo>
                <a:lnTo>
                  <a:pt x="632464" y="71672"/>
                </a:lnTo>
                <a:lnTo>
                  <a:pt x="633495" y="60190"/>
                </a:lnTo>
                <a:lnTo>
                  <a:pt x="621943" y="59077"/>
                </a:lnTo>
                <a:close/>
                <a:moveTo>
                  <a:pt x="656393" y="62375"/>
                </a:moveTo>
                <a:lnTo>
                  <a:pt x="645047" y="61283"/>
                </a:lnTo>
                <a:lnTo>
                  <a:pt x="643809" y="72764"/>
                </a:lnTo>
                <a:lnTo>
                  <a:pt x="655361" y="73857"/>
                </a:lnTo>
                <a:lnTo>
                  <a:pt x="656393" y="62375"/>
                </a:lnTo>
                <a:close/>
                <a:moveTo>
                  <a:pt x="679496" y="64560"/>
                </a:moveTo>
                <a:lnTo>
                  <a:pt x="667945" y="63468"/>
                </a:lnTo>
                <a:lnTo>
                  <a:pt x="666913" y="74949"/>
                </a:lnTo>
                <a:lnTo>
                  <a:pt x="678465" y="76042"/>
                </a:lnTo>
                <a:lnTo>
                  <a:pt x="679496" y="64560"/>
                </a:lnTo>
                <a:close/>
                <a:moveTo>
                  <a:pt x="702394" y="66745"/>
                </a:moveTo>
                <a:lnTo>
                  <a:pt x="691048" y="65653"/>
                </a:lnTo>
                <a:lnTo>
                  <a:pt x="689811" y="77155"/>
                </a:lnTo>
                <a:lnTo>
                  <a:pt x="701362" y="78247"/>
                </a:lnTo>
                <a:lnTo>
                  <a:pt x="702394" y="66745"/>
                </a:lnTo>
                <a:close/>
                <a:moveTo>
                  <a:pt x="713946" y="67838"/>
                </a:moveTo>
                <a:lnTo>
                  <a:pt x="712914" y="79340"/>
                </a:lnTo>
                <a:lnTo>
                  <a:pt x="724466" y="80432"/>
                </a:lnTo>
                <a:lnTo>
                  <a:pt x="725498" y="68930"/>
                </a:lnTo>
                <a:lnTo>
                  <a:pt x="713946" y="67838"/>
                </a:lnTo>
                <a:close/>
                <a:moveTo>
                  <a:pt x="737049" y="70023"/>
                </a:moveTo>
                <a:lnTo>
                  <a:pt x="735812" y="81525"/>
                </a:lnTo>
                <a:lnTo>
                  <a:pt x="747364" y="82617"/>
                </a:lnTo>
                <a:lnTo>
                  <a:pt x="748395" y="71136"/>
                </a:lnTo>
                <a:lnTo>
                  <a:pt x="737049" y="70023"/>
                </a:lnTo>
                <a:close/>
                <a:moveTo>
                  <a:pt x="771499" y="73321"/>
                </a:moveTo>
                <a:lnTo>
                  <a:pt x="759947" y="72228"/>
                </a:lnTo>
                <a:lnTo>
                  <a:pt x="758915" y="83710"/>
                </a:lnTo>
                <a:lnTo>
                  <a:pt x="770467" y="84802"/>
                </a:lnTo>
                <a:lnTo>
                  <a:pt x="771499" y="73321"/>
                </a:lnTo>
                <a:close/>
                <a:moveTo>
                  <a:pt x="794602" y="75506"/>
                </a:moveTo>
                <a:lnTo>
                  <a:pt x="783051" y="74413"/>
                </a:lnTo>
                <a:lnTo>
                  <a:pt x="781813" y="85895"/>
                </a:lnTo>
                <a:lnTo>
                  <a:pt x="793365" y="86987"/>
                </a:lnTo>
                <a:lnTo>
                  <a:pt x="794602" y="75506"/>
                </a:lnTo>
                <a:close/>
                <a:moveTo>
                  <a:pt x="817500" y="77691"/>
                </a:moveTo>
                <a:lnTo>
                  <a:pt x="805948" y="76598"/>
                </a:lnTo>
                <a:lnTo>
                  <a:pt x="804917" y="88080"/>
                </a:lnTo>
                <a:lnTo>
                  <a:pt x="816468" y="89172"/>
                </a:lnTo>
                <a:lnTo>
                  <a:pt x="817500" y="77691"/>
                </a:lnTo>
                <a:close/>
                <a:moveTo>
                  <a:pt x="829052" y="78783"/>
                </a:moveTo>
                <a:lnTo>
                  <a:pt x="827814" y="90285"/>
                </a:lnTo>
                <a:lnTo>
                  <a:pt x="839366" y="91378"/>
                </a:lnTo>
                <a:lnTo>
                  <a:pt x="840397" y="79876"/>
                </a:lnTo>
                <a:lnTo>
                  <a:pt x="829052" y="78783"/>
                </a:lnTo>
                <a:close/>
                <a:moveTo>
                  <a:pt x="851949" y="80968"/>
                </a:moveTo>
                <a:lnTo>
                  <a:pt x="850918" y="92470"/>
                </a:lnTo>
                <a:lnTo>
                  <a:pt x="862469" y="93563"/>
                </a:lnTo>
                <a:lnTo>
                  <a:pt x="863501" y="82061"/>
                </a:lnTo>
                <a:lnTo>
                  <a:pt x="851949" y="80968"/>
                </a:lnTo>
                <a:close/>
                <a:moveTo>
                  <a:pt x="886398" y="84246"/>
                </a:moveTo>
                <a:lnTo>
                  <a:pt x="875053" y="83153"/>
                </a:lnTo>
                <a:lnTo>
                  <a:pt x="873815" y="94655"/>
                </a:lnTo>
                <a:lnTo>
                  <a:pt x="885367" y="95748"/>
                </a:lnTo>
                <a:lnTo>
                  <a:pt x="886398" y="84246"/>
                </a:lnTo>
                <a:close/>
                <a:moveTo>
                  <a:pt x="909502" y="86451"/>
                </a:moveTo>
                <a:lnTo>
                  <a:pt x="897950" y="85359"/>
                </a:lnTo>
                <a:lnTo>
                  <a:pt x="896919" y="96840"/>
                </a:lnTo>
                <a:lnTo>
                  <a:pt x="908471" y="97933"/>
                </a:lnTo>
                <a:lnTo>
                  <a:pt x="909502" y="86451"/>
                </a:lnTo>
                <a:close/>
                <a:moveTo>
                  <a:pt x="932399" y="88636"/>
                </a:moveTo>
                <a:lnTo>
                  <a:pt x="921054" y="87544"/>
                </a:lnTo>
                <a:lnTo>
                  <a:pt x="919816" y="99025"/>
                </a:lnTo>
                <a:lnTo>
                  <a:pt x="931368" y="100118"/>
                </a:lnTo>
                <a:lnTo>
                  <a:pt x="932399" y="88636"/>
                </a:lnTo>
                <a:close/>
                <a:moveTo>
                  <a:pt x="955503" y="90821"/>
                </a:moveTo>
                <a:lnTo>
                  <a:pt x="943951" y="89729"/>
                </a:lnTo>
                <a:lnTo>
                  <a:pt x="942920" y="101210"/>
                </a:lnTo>
                <a:lnTo>
                  <a:pt x="954265" y="102303"/>
                </a:lnTo>
                <a:lnTo>
                  <a:pt x="955503" y="90821"/>
                </a:lnTo>
                <a:close/>
                <a:moveTo>
                  <a:pt x="978401" y="93006"/>
                </a:moveTo>
                <a:lnTo>
                  <a:pt x="967055" y="91914"/>
                </a:lnTo>
                <a:lnTo>
                  <a:pt x="965817" y="103416"/>
                </a:lnTo>
                <a:lnTo>
                  <a:pt x="977369" y="104508"/>
                </a:lnTo>
                <a:lnTo>
                  <a:pt x="978401" y="93006"/>
                </a:lnTo>
                <a:close/>
                <a:moveTo>
                  <a:pt x="1001504" y="95212"/>
                </a:moveTo>
                <a:lnTo>
                  <a:pt x="989952" y="94099"/>
                </a:lnTo>
                <a:lnTo>
                  <a:pt x="988921" y="105601"/>
                </a:lnTo>
                <a:lnTo>
                  <a:pt x="1000267" y="106693"/>
                </a:lnTo>
                <a:lnTo>
                  <a:pt x="1001504" y="95212"/>
                </a:lnTo>
                <a:close/>
                <a:moveTo>
                  <a:pt x="1024402" y="97397"/>
                </a:moveTo>
                <a:lnTo>
                  <a:pt x="1013056" y="96304"/>
                </a:lnTo>
                <a:lnTo>
                  <a:pt x="1011818" y="107786"/>
                </a:lnTo>
                <a:lnTo>
                  <a:pt x="1023370" y="108878"/>
                </a:lnTo>
                <a:lnTo>
                  <a:pt x="1024402" y="97397"/>
                </a:lnTo>
                <a:close/>
                <a:moveTo>
                  <a:pt x="1035954" y="98489"/>
                </a:moveTo>
                <a:lnTo>
                  <a:pt x="1034922" y="109971"/>
                </a:lnTo>
                <a:lnTo>
                  <a:pt x="1046474" y="111063"/>
                </a:lnTo>
                <a:lnTo>
                  <a:pt x="1047505" y="99582"/>
                </a:lnTo>
                <a:lnTo>
                  <a:pt x="1035954" y="98489"/>
                </a:lnTo>
                <a:close/>
                <a:moveTo>
                  <a:pt x="1059057" y="100674"/>
                </a:moveTo>
                <a:lnTo>
                  <a:pt x="1057820" y="112156"/>
                </a:lnTo>
                <a:lnTo>
                  <a:pt x="1069371" y="113269"/>
                </a:lnTo>
                <a:lnTo>
                  <a:pt x="1070403" y="101767"/>
                </a:lnTo>
                <a:lnTo>
                  <a:pt x="1059057" y="100674"/>
                </a:lnTo>
                <a:close/>
                <a:moveTo>
                  <a:pt x="1093507" y="103952"/>
                </a:moveTo>
                <a:lnTo>
                  <a:pt x="1081955" y="102859"/>
                </a:lnTo>
                <a:lnTo>
                  <a:pt x="1080923" y="114361"/>
                </a:lnTo>
                <a:lnTo>
                  <a:pt x="1092475" y="115454"/>
                </a:lnTo>
                <a:lnTo>
                  <a:pt x="1093507" y="103952"/>
                </a:lnTo>
                <a:close/>
                <a:moveTo>
                  <a:pt x="1116404" y="106137"/>
                </a:moveTo>
                <a:lnTo>
                  <a:pt x="1105058" y="105044"/>
                </a:lnTo>
                <a:lnTo>
                  <a:pt x="1103821" y="116546"/>
                </a:lnTo>
                <a:lnTo>
                  <a:pt x="1115373" y="117639"/>
                </a:lnTo>
                <a:lnTo>
                  <a:pt x="1116404" y="106137"/>
                </a:lnTo>
                <a:close/>
                <a:moveTo>
                  <a:pt x="1139508" y="108342"/>
                </a:moveTo>
                <a:lnTo>
                  <a:pt x="1127956" y="107229"/>
                </a:lnTo>
                <a:lnTo>
                  <a:pt x="1126924" y="118731"/>
                </a:lnTo>
                <a:lnTo>
                  <a:pt x="1138476" y="119824"/>
                </a:lnTo>
                <a:lnTo>
                  <a:pt x="1139508" y="108342"/>
                </a:lnTo>
                <a:close/>
                <a:moveTo>
                  <a:pt x="1151060" y="109435"/>
                </a:moveTo>
                <a:lnTo>
                  <a:pt x="1149822" y="120916"/>
                </a:lnTo>
                <a:lnTo>
                  <a:pt x="1161374" y="122009"/>
                </a:lnTo>
                <a:lnTo>
                  <a:pt x="1162405" y="110527"/>
                </a:lnTo>
                <a:lnTo>
                  <a:pt x="1151060" y="109435"/>
                </a:lnTo>
                <a:close/>
                <a:moveTo>
                  <a:pt x="1173957" y="111620"/>
                </a:moveTo>
                <a:lnTo>
                  <a:pt x="1172926" y="123101"/>
                </a:lnTo>
                <a:lnTo>
                  <a:pt x="1184477" y="124194"/>
                </a:lnTo>
                <a:lnTo>
                  <a:pt x="1185509" y="112712"/>
                </a:lnTo>
                <a:lnTo>
                  <a:pt x="1173957" y="111620"/>
                </a:lnTo>
                <a:close/>
                <a:moveTo>
                  <a:pt x="1208406" y="114897"/>
                </a:moveTo>
                <a:lnTo>
                  <a:pt x="1196854" y="113805"/>
                </a:lnTo>
                <a:lnTo>
                  <a:pt x="1195823" y="125286"/>
                </a:lnTo>
                <a:lnTo>
                  <a:pt x="1207375" y="126399"/>
                </a:lnTo>
                <a:lnTo>
                  <a:pt x="1208406" y="114897"/>
                </a:lnTo>
                <a:close/>
                <a:moveTo>
                  <a:pt x="1231510" y="117082"/>
                </a:moveTo>
                <a:lnTo>
                  <a:pt x="1219958" y="115990"/>
                </a:lnTo>
                <a:lnTo>
                  <a:pt x="1218927" y="127492"/>
                </a:lnTo>
                <a:lnTo>
                  <a:pt x="1230272" y="128584"/>
                </a:lnTo>
                <a:lnTo>
                  <a:pt x="1231510" y="117082"/>
                </a:lnTo>
                <a:close/>
                <a:moveTo>
                  <a:pt x="1254407" y="119267"/>
                </a:moveTo>
                <a:lnTo>
                  <a:pt x="1243062" y="118175"/>
                </a:lnTo>
                <a:lnTo>
                  <a:pt x="1241824" y="129677"/>
                </a:lnTo>
                <a:lnTo>
                  <a:pt x="1253376" y="130769"/>
                </a:lnTo>
                <a:lnTo>
                  <a:pt x="1254407" y="119267"/>
                </a:lnTo>
                <a:close/>
                <a:moveTo>
                  <a:pt x="1265959" y="120380"/>
                </a:moveTo>
                <a:lnTo>
                  <a:pt x="1264928" y="131862"/>
                </a:lnTo>
                <a:lnTo>
                  <a:pt x="1276273" y="132954"/>
                </a:lnTo>
                <a:lnTo>
                  <a:pt x="1277511" y="121473"/>
                </a:lnTo>
                <a:lnTo>
                  <a:pt x="1265959" y="120380"/>
                </a:lnTo>
                <a:close/>
                <a:moveTo>
                  <a:pt x="1289063" y="122565"/>
                </a:moveTo>
                <a:lnTo>
                  <a:pt x="1287825" y="134047"/>
                </a:lnTo>
                <a:lnTo>
                  <a:pt x="1299377" y="135139"/>
                </a:lnTo>
                <a:lnTo>
                  <a:pt x="1300408" y="123658"/>
                </a:lnTo>
                <a:lnTo>
                  <a:pt x="1289063" y="122565"/>
                </a:lnTo>
                <a:close/>
                <a:moveTo>
                  <a:pt x="1323512" y="125843"/>
                </a:moveTo>
                <a:lnTo>
                  <a:pt x="1311960" y="124750"/>
                </a:lnTo>
                <a:lnTo>
                  <a:pt x="1310929" y="136232"/>
                </a:lnTo>
                <a:lnTo>
                  <a:pt x="1322274" y="137324"/>
                </a:lnTo>
                <a:lnTo>
                  <a:pt x="1323512" y="125843"/>
                </a:lnTo>
                <a:close/>
                <a:moveTo>
                  <a:pt x="1346410" y="128028"/>
                </a:moveTo>
                <a:lnTo>
                  <a:pt x="1335064" y="126935"/>
                </a:lnTo>
                <a:lnTo>
                  <a:pt x="1333826" y="138437"/>
                </a:lnTo>
                <a:lnTo>
                  <a:pt x="1345378" y="139530"/>
                </a:lnTo>
                <a:lnTo>
                  <a:pt x="1346410" y="128028"/>
                </a:lnTo>
                <a:close/>
                <a:moveTo>
                  <a:pt x="1369513" y="130213"/>
                </a:moveTo>
                <a:lnTo>
                  <a:pt x="1357961" y="129120"/>
                </a:lnTo>
                <a:lnTo>
                  <a:pt x="1356930" y="140622"/>
                </a:lnTo>
                <a:lnTo>
                  <a:pt x="1368482" y="141715"/>
                </a:lnTo>
                <a:lnTo>
                  <a:pt x="1369513" y="130213"/>
                </a:lnTo>
                <a:close/>
                <a:moveTo>
                  <a:pt x="1392411" y="132418"/>
                </a:moveTo>
                <a:lnTo>
                  <a:pt x="1381065" y="131326"/>
                </a:lnTo>
                <a:lnTo>
                  <a:pt x="1379827" y="142807"/>
                </a:lnTo>
                <a:lnTo>
                  <a:pt x="1391379" y="143900"/>
                </a:lnTo>
                <a:lnTo>
                  <a:pt x="1392411" y="132418"/>
                </a:lnTo>
                <a:close/>
                <a:moveTo>
                  <a:pt x="1415514" y="134603"/>
                </a:moveTo>
                <a:lnTo>
                  <a:pt x="1403963" y="133511"/>
                </a:lnTo>
                <a:lnTo>
                  <a:pt x="1402931" y="144992"/>
                </a:lnTo>
                <a:lnTo>
                  <a:pt x="1414483" y="146085"/>
                </a:lnTo>
                <a:lnTo>
                  <a:pt x="1415514" y="134603"/>
                </a:lnTo>
                <a:close/>
                <a:moveTo>
                  <a:pt x="1438412" y="136788"/>
                </a:moveTo>
                <a:lnTo>
                  <a:pt x="1427066" y="135696"/>
                </a:lnTo>
                <a:lnTo>
                  <a:pt x="1425829" y="147177"/>
                </a:lnTo>
                <a:lnTo>
                  <a:pt x="1437380" y="148291"/>
                </a:lnTo>
                <a:lnTo>
                  <a:pt x="1438412" y="136788"/>
                </a:lnTo>
                <a:close/>
                <a:moveTo>
                  <a:pt x="1461516" y="138973"/>
                </a:moveTo>
                <a:lnTo>
                  <a:pt x="1449964" y="137881"/>
                </a:lnTo>
                <a:lnTo>
                  <a:pt x="1448932" y="149383"/>
                </a:lnTo>
                <a:lnTo>
                  <a:pt x="1460484" y="150476"/>
                </a:lnTo>
                <a:lnTo>
                  <a:pt x="1461516" y="138973"/>
                </a:lnTo>
                <a:close/>
                <a:moveTo>
                  <a:pt x="1472861" y="140066"/>
                </a:moveTo>
                <a:lnTo>
                  <a:pt x="1471830" y="151568"/>
                </a:lnTo>
                <a:lnTo>
                  <a:pt x="1483382" y="152661"/>
                </a:lnTo>
                <a:lnTo>
                  <a:pt x="1484413" y="141158"/>
                </a:lnTo>
                <a:lnTo>
                  <a:pt x="1472861" y="140066"/>
                </a:lnTo>
                <a:close/>
                <a:moveTo>
                  <a:pt x="1495965" y="142251"/>
                </a:moveTo>
                <a:lnTo>
                  <a:pt x="1494933" y="153753"/>
                </a:lnTo>
                <a:lnTo>
                  <a:pt x="1506279" y="154846"/>
                </a:lnTo>
                <a:lnTo>
                  <a:pt x="1507517" y="143364"/>
                </a:lnTo>
                <a:lnTo>
                  <a:pt x="1495965" y="142251"/>
                </a:lnTo>
                <a:close/>
                <a:moveTo>
                  <a:pt x="1530414" y="145549"/>
                </a:moveTo>
                <a:lnTo>
                  <a:pt x="1518862" y="144457"/>
                </a:lnTo>
                <a:lnTo>
                  <a:pt x="1517831" y="155938"/>
                </a:lnTo>
                <a:lnTo>
                  <a:pt x="1529383" y="157030"/>
                </a:lnTo>
                <a:lnTo>
                  <a:pt x="1530414" y="145549"/>
                </a:lnTo>
                <a:close/>
                <a:moveTo>
                  <a:pt x="1553518" y="147734"/>
                </a:moveTo>
                <a:lnTo>
                  <a:pt x="1541966" y="146641"/>
                </a:lnTo>
                <a:lnTo>
                  <a:pt x="1540934" y="158123"/>
                </a:lnTo>
                <a:lnTo>
                  <a:pt x="1552280" y="159215"/>
                </a:lnTo>
                <a:lnTo>
                  <a:pt x="1553518" y="147734"/>
                </a:lnTo>
                <a:close/>
                <a:moveTo>
                  <a:pt x="1576415" y="149919"/>
                </a:moveTo>
                <a:lnTo>
                  <a:pt x="1564863" y="148826"/>
                </a:lnTo>
                <a:lnTo>
                  <a:pt x="1563832" y="160308"/>
                </a:lnTo>
                <a:lnTo>
                  <a:pt x="1575384" y="161421"/>
                </a:lnTo>
                <a:lnTo>
                  <a:pt x="1576415" y="149919"/>
                </a:lnTo>
                <a:close/>
                <a:moveTo>
                  <a:pt x="1587967" y="151011"/>
                </a:moveTo>
                <a:lnTo>
                  <a:pt x="1586936" y="162514"/>
                </a:lnTo>
                <a:lnTo>
                  <a:pt x="1598281" y="163606"/>
                </a:lnTo>
                <a:lnTo>
                  <a:pt x="1599519" y="152104"/>
                </a:lnTo>
                <a:lnTo>
                  <a:pt x="1587967" y="151011"/>
                </a:lnTo>
                <a:close/>
                <a:moveTo>
                  <a:pt x="1611071" y="153196"/>
                </a:moveTo>
                <a:lnTo>
                  <a:pt x="1609833" y="164699"/>
                </a:lnTo>
                <a:lnTo>
                  <a:pt x="1621385" y="165791"/>
                </a:lnTo>
                <a:lnTo>
                  <a:pt x="1622416" y="154289"/>
                </a:lnTo>
                <a:lnTo>
                  <a:pt x="1611071" y="153196"/>
                </a:lnTo>
                <a:close/>
                <a:moveTo>
                  <a:pt x="1645520" y="156495"/>
                </a:moveTo>
                <a:lnTo>
                  <a:pt x="1633968" y="155381"/>
                </a:lnTo>
                <a:lnTo>
                  <a:pt x="1632937" y="166884"/>
                </a:lnTo>
                <a:lnTo>
                  <a:pt x="1644282" y="167976"/>
                </a:lnTo>
                <a:lnTo>
                  <a:pt x="1645520" y="156495"/>
                </a:lnTo>
                <a:close/>
                <a:moveTo>
                  <a:pt x="1668417" y="158680"/>
                </a:moveTo>
                <a:lnTo>
                  <a:pt x="1657072" y="157587"/>
                </a:lnTo>
                <a:lnTo>
                  <a:pt x="1655834" y="169069"/>
                </a:lnTo>
                <a:lnTo>
                  <a:pt x="1667386" y="170161"/>
                </a:lnTo>
                <a:lnTo>
                  <a:pt x="1668417" y="158680"/>
                </a:lnTo>
                <a:close/>
                <a:moveTo>
                  <a:pt x="1691521" y="160865"/>
                </a:moveTo>
                <a:lnTo>
                  <a:pt x="1679969" y="159772"/>
                </a:lnTo>
                <a:lnTo>
                  <a:pt x="1678938" y="171254"/>
                </a:lnTo>
                <a:lnTo>
                  <a:pt x="1690283" y="172346"/>
                </a:lnTo>
                <a:lnTo>
                  <a:pt x="1691521" y="160865"/>
                </a:lnTo>
                <a:close/>
                <a:moveTo>
                  <a:pt x="1703073" y="161957"/>
                </a:moveTo>
                <a:lnTo>
                  <a:pt x="1701835" y="173459"/>
                </a:lnTo>
                <a:lnTo>
                  <a:pt x="1713387" y="174552"/>
                </a:lnTo>
                <a:lnTo>
                  <a:pt x="1714419" y="163050"/>
                </a:lnTo>
                <a:lnTo>
                  <a:pt x="1703073" y="161957"/>
                </a:lnTo>
                <a:close/>
                <a:moveTo>
                  <a:pt x="1725970" y="164142"/>
                </a:moveTo>
                <a:lnTo>
                  <a:pt x="1724939" y="175644"/>
                </a:lnTo>
                <a:lnTo>
                  <a:pt x="1736491" y="176737"/>
                </a:lnTo>
                <a:lnTo>
                  <a:pt x="1737522" y="165235"/>
                </a:lnTo>
                <a:lnTo>
                  <a:pt x="1725970" y="164142"/>
                </a:lnTo>
                <a:close/>
                <a:moveTo>
                  <a:pt x="1760420" y="167440"/>
                </a:moveTo>
                <a:lnTo>
                  <a:pt x="1748868" y="166348"/>
                </a:lnTo>
                <a:lnTo>
                  <a:pt x="1747836" y="177829"/>
                </a:lnTo>
                <a:lnTo>
                  <a:pt x="1759388" y="178922"/>
                </a:lnTo>
                <a:lnTo>
                  <a:pt x="1760420" y="167440"/>
                </a:lnTo>
                <a:close/>
                <a:moveTo>
                  <a:pt x="1783523" y="169625"/>
                </a:moveTo>
                <a:lnTo>
                  <a:pt x="1771972" y="168533"/>
                </a:lnTo>
                <a:lnTo>
                  <a:pt x="1770940" y="180014"/>
                </a:lnTo>
                <a:lnTo>
                  <a:pt x="1782286" y="181107"/>
                </a:lnTo>
                <a:lnTo>
                  <a:pt x="1783523" y="169625"/>
                </a:lnTo>
                <a:close/>
                <a:moveTo>
                  <a:pt x="1806421" y="171810"/>
                </a:moveTo>
                <a:lnTo>
                  <a:pt x="1794869" y="170718"/>
                </a:lnTo>
                <a:lnTo>
                  <a:pt x="1793838" y="182199"/>
                </a:lnTo>
                <a:lnTo>
                  <a:pt x="1805389" y="183292"/>
                </a:lnTo>
                <a:lnTo>
                  <a:pt x="1806421" y="171810"/>
                </a:lnTo>
                <a:close/>
                <a:moveTo>
                  <a:pt x="1829525" y="173995"/>
                </a:moveTo>
                <a:lnTo>
                  <a:pt x="1817973" y="172903"/>
                </a:lnTo>
                <a:lnTo>
                  <a:pt x="1816941" y="184405"/>
                </a:lnTo>
                <a:lnTo>
                  <a:pt x="1828287" y="185497"/>
                </a:lnTo>
                <a:lnTo>
                  <a:pt x="1829525" y="173995"/>
                </a:lnTo>
                <a:close/>
                <a:moveTo>
                  <a:pt x="1852422" y="176180"/>
                </a:moveTo>
                <a:lnTo>
                  <a:pt x="1840870" y="175088"/>
                </a:lnTo>
                <a:lnTo>
                  <a:pt x="1839839" y="186590"/>
                </a:lnTo>
                <a:lnTo>
                  <a:pt x="1851391" y="187682"/>
                </a:lnTo>
                <a:lnTo>
                  <a:pt x="1852422" y="176180"/>
                </a:lnTo>
                <a:close/>
                <a:moveTo>
                  <a:pt x="1875526" y="178365"/>
                </a:moveTo>
                <a:lnTo>
                  <a:pt x="1863974" y="177273"/>
                </a:lnTo>
                <a:lnTo>
                  <a:pt x="1862942" y="188775"/>
                </a:lnTo>
                <a:lnTo>
                  <a:pt x="1874288" y="189867"/>
                </a:lnTo>
                <a:lnTo>
                  <a:pt x="1875526" y="178365"/>
                </a:lnTo>
                <a:close/>
                <a:moveTo>
                  <a:pt x="1898423" y="180571"/>
                </a:moveTo>
                <a:lnTo>
                  <a:pt x="1886871" y="179458"/>
                </a:lnTo>
                <a:lnTo>
                  <a:pt x="1885840" y="190960"/>
                </a:lnTo>
                <a:lnTo>
                  <a:pt x="1897392" y="192052"/>
                </a:lnTo>
                <a:lnTo>
                  <a:pt x="1898423" y="180571"/>
                </a:lnTo>
                <a:close/>
                <a:moveTo>
                  <a:pt x="1909975" y="181663"/>
                </a:moveTo>
                <a:lnTo>
                  <a:pt x="1908943" y="193145"/>
                </a:lnTo>
                <a:lnTo>
                  <a:pt x="1920289" y="194237"/>
                </a:lnTo>
                <a:lnTo>
                  <a:pt x="1921527" y="182756"/>
                </a:lnTo>
                <a:lnTo>
                  <a:pt x="1909975" y="181663"/>
                </a:lnTo>
                <a:close/>
                <a:moveTo>
                  <a:pt x="1933079" y="183848"/>
                </a:moveTo>
                <a:lnTo>
                  <a:pt x="1931841" y="195330"/>
                </a:lnTo>
                <a:lnTo>
                  <a:pt x="1943393" y="196422"/>
                </a:lnTo>
                <a:lnTo>
                  <a:pt x="1944424" y="184941"/>
                </a:lnTo>
                <a:lnTo>
                  <a:pt x="1933079" y="183848"/>
                </a:lnTo>
                <a:close/>
                <a:moveTo>
                  <a:pt x="1967528" y="187126"/>
                </a:moveTo>
                <a:lnTo>
                  <a:pt x="1955976" y="186033"/>
                </a:lnTo>
                <a:lnTo>
                  <a:pt x="1954945" y="197515"/>
                </a:lnTo>
                <a:lnTo>
                  <a:pt x="1966290" y="198628"/>
                </a:lnTo>
                <a:lnTo>
                  <a:pt x="1967528" y="187126"/>
                </a:lnTo>
                <a:close/>
                <a:moveTo>
                  <a:pt x="1990425" y="189311"/>
                </a:moveTo>
                <a:lnTo>
                  <a:pt x="1979080" y="188218"/>
                </a:lnTo>
                <a:lnTo>
                  <a:pt x="1977842" y="199720"/>
                </a:lnTo>
                <a:lnTo>
                  <a:pt x="1989394" y="200813"/>
                </a:lnTo>
                <a:lnTo>
                  <a:pt x="1990425" y="189311"/>
                </a:lnTo>
                <a:close/>
                <a:moveTo>
                  <a:pt x="2013529" y="191516"/>
                </a:moveTo>
                <a:lnTo>
                  <a:pt x="2001977" y="190403"/>
                </a:lnTo>
                <a:lnTo>
                  <a:pt x="2000946" y="201905"/>
                </a:lnTo>
                <a:lnTo>
                  <a:pt x="2012291" y="202998"/>
                </a:lnTo>
                <a:lnTo>
                  <a:pt x="2013529" y="191516"/>
                </a:lnTo>
                <a:close/>
                <a:moveTo>
                  <a:pt x="2024875" y="192609"/>
                </a:moveTo>
                <a:lnTo>
                  <a:pt x="2023843" y="204090"/>
                </a:lnTo>
                <a:lnTo>
                  <a:pt x="2035395" y="205183"/>
                </a:lnTo>
                <a:lnTo>
                  <a:pt x="2036426" y="193701"/>
                </a:lnTo>
                <a:lnTo>
                  <a:pt x="2024875" y="192609"/>
                </a:lnTo>
                <a:close/>
                <a:moveTo>
                  <a:pt x="2047978" y="194794"/>
                </a:moveTo>
                <a:lnTo>
                  <a:pt x="2046947" y="206275"/>
                </a:lnTo>
                <a:lnTo>
                  <a:pt x="2058292" y="207368"/>
                </a:lnTo>
                <a:lnTo>
                  <a:pt x="2059530" y="195886"/>
                </a:lnTo>
                <a:lnTo>
                  <a:pt x="2047978" y="194794"/>
                </a:lnTo>
                <a:close/>
                <a:moveTo>
                  <a:pt x="2082428" y="198071"/>
                </a:moveTo>
                <a:lnTo>
                  <a:pt x="2070876" y="196979"/>
                </a:lnTo>
                <a:lnTo>
                  <a:pt x="2069844" y="208481"/>
                </a:lnTo>
                <a:lnTo>
                  <a:pt x="2081396" y="209573"/>
                </a:lnTo>
                <a:lnTo>
                  <a:pt x="2082428" y="198071"/>
                </a:lnTo>
                <a:close/>
                <a:moveTo>
                  <a:pt x="2105531" y="200256"/>
                </a:moveTo>
                <a:lnTo>
                  <a:pt x="2093979" y="199164"/>
                </a:lnTo>
                <a:lnTo>
                  <a:pt x="2092948" y="210666"/>
                </a:lnTo>
                <a:lnTo>
                  <a:pt x="2104294" y="211758"/>
                </a:lnTo>
                <a:lnTo>
                  <a:pt x="2105531" y="200256"/>
                </a:lnTo>
                <a:close/>
                <a:moveTo>
                  <a:pt x="2128429" y="202462"/>
                </a:moveTo>
                <a:lnTo>
                  <a:pt x="2116877" y="201369"/>
                </a:lnTo>
                <a:lnTo>
                  <a:pt x="2115845" y="212851"/>
                </a:lnTo>
                <a:lnTo>
                  <a:pt x="2127397" y="213943"/>
                </a:lnTo>
                <a:lnTo>
                  <a:pt x="2128429" y="202462"/>
                </a:lnTo>
                <a:close/>
                <a:moveTo>
                  <a:pt x="2139981" y="203554"/>
                </a:moveTo>
                <a:lnTo>
                  <a:pt x="2138743" y="215036"/>
                </a:lnTo>
                <a:lnTo>
                  <a:pt x="2150295" y="216128"/>
                </a:lnTo>
                <a:lnTo>
                  <a:pt x="2151532" y="204647"/>
                </a:lnTo>
                <a:lnTo>
                  <a:pt x="2139981" y="203554"/>
                </a:lnTo>
                <a:close/>
                <a:moveTo>
                  <a:pt x="2162878" y="205739"/>
                </a:moveTo>
                <a:lnTo>
                  <a:pt x="2161847" y="217221"/>
                </a:lnTo>
                <a:lnTo>
                  <a:pt x="2173398" y="218313"/>
                </a:lnTo>
                <a:lnTo>
                  <a:pt x="2174430" y="206832"/>
                </a:lnTo>
                <a:lnTo>
                  <a:pt x="2162878" y="205739"/>
                </a:lnTo>
                <a:close/>
                <a:moveTo>
                  <a:pt x="2197533" y="209017"/>
                </a:moveTo>
                <a:lnTo>
                  <a:pt x="2185982" y="207924"/>
                </a:lnTo>
                <a:lnTo>
                  <a:pt x="2184950" y="219426"/>
                </a:lnTo>
                <a:lnTo>
                  <a:pt x="2196296" y="220519"/>
                </a:lnTo>
                <a:lnTo>
                  <a:pt x="2197533" y="209017"/>
                </a:lnTo>
                <a:close/>
                <a:moveTo>
                  <a:pt x="2220431" y="211202"/>
                </a:moveTo>
                <a:lnTo>
                  <a:pt x="2208879" y="210109"/>
                </a:lnTo>
                <a:lnTo>
                  <a:pt x="2207848" y="221611"/>
                </a:lnTo>
                <a:lnTo>
                  <a:pt x="2219400" y="222704"/>
                </a:lnTo>
                <a:lnTo>
                  <a:pt x="2220431" y="211202"/>
                </a:lnTo>
                <a:close/>
                <a:moveTo>
                  <a:pt x="2243535" y="213387"/>
                </a:moveTo>
                <a:lnTo>
                  <a:pt x="2231983" y="212294"/>
                </a:lnTo>
                <a:lnTo>
                  <a:pt x="2230951" y="223796"/>
                </a:lnTo>
                <a:lnTo>
                  <a:pt x="2242297" y="224889"/>
                </a:lnTo>
                <a:lnTo>
                  <a:pt x="2243535" y="213387"/>
                </a:lnTo>
                <a:close/>
                <a:moveTo>
                  <a:pt x="2266432" y="215592"/>
                </a:moveTo>
                <a:lnTo>
                  <a:pt x="2254880" y="214479"/>
                </a:lnTo>
                <a:lnTo>
                  <a:pt x="2253849" y="225981"/>
                </a:lnTo>
                <a:lnTo>
                  <a:pt x="2265401" y="227074"/>
                </a:lnTo>
                <a:lnTo>
                  <a:pt x="2266432" y="215592"/>
                </a:lnTo>
                <a:close/>
                <a:moveTo>
                  <a:pt x="2289536" y="217777"/>
                </a:moveTo>
                <a:lnTo>
                  <a:pt x="2277984" y="216685"/>
                </a:lnTo>
                <a:lnTo>
                  <a:pt x="2276952" y="228166"/>
                </a:lnTo>
                <a:lnTo>
                  <a:pt x="2288298" y="229259"/>
                </a:lnTo>
                <a:lnTo>
                  <a:pt x="2289536" y="217777"/>
                </a:lnTo>
                <a:close/>
                <a:moveTo>
                  <a:pt x="2312433" y="219962"/>
                </a:moveTo>
                <a:lnTo>
                  <a:pt x="2300881" y="218870"/>
                </a:lnTo>
                <a:lnTo>
                  <a:pt x="2299850" y="230351"/>
                </a:lnTo>
                <a:lnTo>
                  <a:pt x="2311402" y="231444"/>
                </a:lnTo>
                <a:lnTo>
                  <a:pt x="2312433" y="219962"/>
                </a:lnTo>
                <a:close/>
                <a:moveTo>
                  <a:pt x="2335537" y="222147"/>
                </a:moveTo>
                <a:lnTo>
                  <a:pt x="2323985" y="221055"/>
                </a:lnTo>
                <a:lnTo>
                  <a:pt x="2322954" y="232536"/>
                </a:lnTo>
                <a:lnTo>
                  <a:pt x="2334299" y="233649"/>
                </a:lnTo>
                <a:lnTo>
                  <a:pt x="2335537" y="222147"/>
                </a:lnTo>
                <a:close/>
                <a:moveTo>
                  <a:pt x="2346882" y="223240"/>
                </a:moveTo>
                <a:lnTo>
                  <a:pt x="2345851" y="234742"/>
                </a:lnTo>
                <a:lnTo>
                  <a:pt x="2357403" y="235834"/>
                </a:lnTo>
                <a:lnTo>
                  <a:pt x="2358434" y="224332"/>
                </a:lnTo>
                <a:lnTo>
                  <a:pt x="2346882" y="223240"/>
                </a:lnTo>
                <a:close/>
                <a:moveTo>
                  <a:pt x="2369986" y="225425"/>
                </a:moveTo>
                <a:lnTo>
                  <a:pt x="2368955" y="236927"/>
                </a:lnTo>
                <a:lnTo>
                  <a:pt x="2380300" y="238019"/>
                </a:lnTo>
                <a:lnTo>
                  <a:pt x="2381538" y="226538"/>
                </a:lnTo>
                <a:lnTo>
                  <a:pt x="2369986" y="225425"/>
                </a:lnTo>
                <a:close/>
                <a:moveTo>
                  <a:pt x="2404435" y="228723"/>
                </a:moveTo>
                <a:lnTo>
                  <a:pt x="2392884" y="227630"/>
                </a:lnTo>
                <a:lnTo>
                  <a:pt x="2391852" y="239112"/>
                </a:lnTo>
                <a:lnTo>
                  <a:pt x="2403404" y="240204"/>
                </a:lnTo>
                <a:lnTo>
                  <a:pt x="2404435" y="228723"/>
                </a:lnTo>
                <a:close/>
                <a:moveTo>
                  <a:pt x="2427539" y="230908"/>
                </a:moveTo>
                <a:lnTo>
                  <a:pt x="2415987" y="229815"/>
                </a:lnTo>
                <a:lnTo>
                  <a:pt x="2414750" y="241297"/>
                </a:lnTo>
                <a:lnTo>
                  <a:pt x="2426301" y="242389"/>
                </a:lnTo>
                <a:lnTo>
                  <a:pt x="2427539" y="230908"/>
                </a:lnTo>
                <a:close/>
                <a:moveTo>
                  <a:pt x="2450437" y="233093"/>
                </a:moveTo>
                <a:lnTo>
                  <a:pt x="2438885" y="232000"/>
                </a:lnTo>
                <a:lnTo>
                  <a:pt x="2437853" y="243502"/>
                </a:lnTo>
                <a:lnTo>
                  <a:pt x="2449405" y="244595"/>
                </a:lnTo>
                <a:lnTo>
                  <a:pt x="2450437" y="233093"/>
                </a:lnTo>
                <a:close/>
                <a:moveTo>
                  <a:pt x="2461988" y="234185"/>
                </a:moveTo>
                <a:lnTo>
                  <a:pt x="2460751" y="245687"/>
                </a:lnTo>
                <a:lnTo>
                  <a:pt x="2472303" y="246780"/>
                </a:lnTo>
                <a:lnTo>
                  <a:pt x="2473540" y="235278"/>
                </a:lnTo>
                <a:lnTo>
                  <a:pt x="2461988" y="234185"/>
                </a:lnTo>
                <a:close/>
                <a:moveTo>
                  <a:pt x="2484886" y="236370"/>
                </a:moveTo>
                <a:lnTo>
                  <a:pt x="2483854" y="247872"/>
                </a:lnTo>
                <a:lnTo>
                  <a:pt x="2495406" y="248965"/>
                </a:lnTo>
                <a:lnTo>
                  <a:pt x="2496438" y="237483"/>
                </a:lnTo>
                <a:lnTo>
                  <a:pt x="2484886" y="236370"/>
                </a:lnTo>
                <a:close/>
                <a:moveTo>
                  <a:pt x="2519541" y="239668"/>
                </a:moveTo>
                <a:lnTo>
                  <a:pt x="2507990" y="238576"/>
                </a:lnTo>
                <a:lnTo>
                  <a:pt x="2506958" y="250057"/>
                </a:lnTo>
                <a:lnTo>
                  <a:pt x="2518304" y="251150"/>
                </a:lnTo>
                <a:lnTo>
                  <a:pt x="2519541" y="239668"/>
                </a:lnTo>
                <a:close/>
                <a:moveTo>
                  <a:pt x="2542439" y="241853"/>
                </a:moveTo>
                <a:lnTo>
                  <a:pt x="2530887" y="240761"/>
                </a:lnTo>
                <a:lnTo>
                  <a:pt x="2529856" y="252242"/>
                </a:lnTo>
                <a:lnTo>
                  <a:pt x="2541407" y="253335"/>
                </a:lnTo>
                <a:lnTo>
                  <a:pt x="2542439" y="241853"/>
                </a:lnTo>
                <a:close/>
                <a:moveTo>
                  <a:pt x="2565542" y="244038"/>
                </a:moveTo>
                <a:lnTo>
                  <a:pt x="2553991" y="242946"/>
                </a:lnTo>
                <a:lnTo>
                  <a:pt x="2552959" y="254427"/>
                </a:lnTo>
                <a:lnTo>
                  <a:pt x="2564305" y="255520"/>
                </a:lnTo>
                <a:lnTo>
                  <a:pt x="2565542" y="244038"/>
                </a:lnTo>
                <a:close/>
                <a:moveTo>
                  <a:pt x="2576888" y="245131"/>
                </a:moveTo>
                <a:lnTo>
                  <a:pt x="2575857" y="256633"/>
                </a:lnTo>
                <a:lnTo>
                  <a:pt x="2587408" y="257725"/>
                </a:lnTo>
                <a:lnTo>
                  <a:pt x="2588440" y="246223"/>
                </a:lnTo>
                <a:lnTo>
                  <a:pt x="2576888" y="245131"/>
                </a:lnTo>
                <a:close/>
                <a:moveTo>
                  <a:pt x="2599992" y="247316"/>
                </a:moveTo>
                <a:lnTo>
                  <a:pt x="2598960" y="258818"/>
                </a:lnTo>
                <a:lnTo>
                  <a:pt x="2610306" y="259910"/>
                </a:lnTo>
                <a:lnTo>
                  <a:pt x="2611544" y="248408"/>
                </a:lnTo>
                <a:lnTo>
                  <a:pt x="2599992" y="247316"/>
                </a:lnTo>
                <a:close/>
                <a:moveTo>
                  <a:pt x="2634441" y="250593"/>
                </a:moveTo>
                <a:lnTo>
                  <a:pt x="2622889" y="249501"/>
                </a:lnTo>
                <a:lnTo>
                  <a:pt x="2621858" y="261003"/>
                </a:lnTo>
                <a:lnTo>
                  <a:pt x="2633410" y="262095"/>
                </a:lnTo>
                <a:lnTo>
                  <a:pt x="2634441" y="250593"/>
                </a:lnTo>
                <a:close/>
                <a:moveTo>
                  <a:pt x="2657338" y="252799"/>
                </a:moveTo>
                <a:lnTo>
                  <a:pt x="2645993" y="251706"/>
                </a:lnTo>
                <a:lnTo>
                  <a:pt x="2644961" y="263188"/>
                </a:lnTo>
                <a:lnTo>
                  <a:pt x="2656307" y="264280"/>
                </a:lnTo>
                <a:lnTo>
                  <a:pt x="2657338" y="252799"/>
                </a:lnTo>
                <a:close/>
                <a:moveTo>
                  <a:pt x="2680442" y="254984"/>
                </a:moveTo>
                <a:lnTo>
                  <a:pt x="2668890" y="253891"/>
                </a:lnTo>
                <a:lnTo>
                  <a:pt x="2667859" y="265373"/>
                </a:lnTo>
                <a:lnTo>
                  <a:pt x="2679411" y="266465"/>
                </a:lnTo>
                <a:lnTo>
                  <a:pt x="2680442" y="254984"/>
                </a:lnTo>
                <a:close/>
                <a:moveTo>
                  <a:pt x="2703340" y="257169"/>
                </a:moveTo>
                <a:lnTo>
                  <a:pt x="2691994" y="256076"/>
                </a:lnTo>
                <a:lnTo>
                  <a:pt x="2690756" y="267558"/>
                </a:lnTo>
                <a:lnTo>
                  <a:pt x="2702308" y="268671"/>
                </a:lnTo>
                <a:lnTo>
                  <a:pt x="2703340" y="257169"/>
                </a:lnTo>
                <a:close/>
                <a:moveTo>
                  <a:pt x="2726443" y="259354"/>
                </a:moveTo>
                <a:lnTo>
                  <a:pt x="2714891" y="258261"/>
                </a:lnTo>
                <a:lnTo>
                  <a:pt x="2713860" y="269763"/>
                </a:lnTo>
                <a:lnTo>
                  <a:pt x="2725412" y="270856"/>
                </a:lnTo>
                <a:lnTo>
                  <a:pt x="2726443" y="259354"/>
                </a:lnTo>
                <a:close/>
                <a:moveTo>
                  <a:pt x="2749547" y="261559"/>
                </a:moveTo>
                <a:lnTo>
                  <a:pt x="2737995" y="260446"/>
                </a:lnTo>
                <a:lnTo>
                  <a:pt x="2736757" y="271948"/>
                </a:lnTo>
                <a:lnTo>
                  <a:pt x="2748309" y="273041"/>
                </a:lnTo>
                <a:lnTo>
                  <a:pt x="2749547" y="261559"/>
                </a:lnTo>
                <a:close/>
                <a:moveTo>
                  <a:pt x="2772444" y="263744"/>
                </a:moveTo>
                <a:lnTo>
                  <a:pt x="2760893" y="262652"/>
                </a:lnTo>
                <a:lnTo>
                  <a:pt x="2759861" y="274133"/>
                </a:lnTo>
                <a:lnTo>
                  <a:pt x="2771413" y="275226"/>
                </a:lnTo>
                <a:lnTo>
                  <a:pt x="2772444" y="263744"/>
                </a:lnTo>
                <a:close/>
                <a:moveTo>
                  <a:pt x="2783996" y="264837"/>
                </a:moveTo>
                <a:lnTo>
                  <a:pt x="2782759" y="276318"/>
                </a:lnTo>
                <a:lnTo>
                  <a:pt x="2794310" y="277411"/>
                </a:lnTo>
                <a:lnTo>
                  <a:pt x="2795548" y="265929"/>
                </a:lnTo>
                <a:lnTo>
                  <a:pt x="2783996" y="264837"/>
                </a:lnTo>
                <a:close/>
                <a:moveTo>
                  <a:pt x="2806894" y="267022"/>
                </a:moveTo>
                <a:lnTo>
                  <a:pt x="2805862" y="278503"/>
                </a:lnTo>
                <a:lnTo>
                  <a:pt x="2817414" y="279617"/>
                </a:lnTo>
                <a:lnTo>
                  <a:pt x="2818446" y="268114"/>
                </a:lnTo>
                <a:lnTo>
                  <a:pt x="2806894" y="267022"/>
                </a:lnTo>
                <a:close/>
                <a:moveTo>
                  <a:pt x="2841549" y="270299"/>
                </a:moveTo>
                <a:lnTo>
                  <a:pt x="2829997" y="269207"/>
                </a:lnTo>
                <a:lnTo>
                  <a:pt x="2828760" y="280709"/>
                </a:lnTo>
                <a:lnTo>
                  <a:pt x="2840312" y="281802"/>
                </a:lnTo>
                <a:lnTo>
                  <a:pt x="2841549" y="270299"/>
                </a:lnTo>
                <a:close/>
                <a:moveTo>
                  <a:pt x="2864447" y="272484"/>
                </a:moveTo>
                <a:lnTo>
                  <a:pt x="2852895" y="271392"/>
                </a:lnTo>
                <a:lnTo>
                  <a:pt x="2851863" y="282894"/>
                </a:lnTo>
                <a:lnTo>
                  <a:pt x="2863415" y="283986"/>
                </a:lnTo>
                <a:lnTo>
                  <a:pt x="2864447" y="272484"/>
                </a:lnTo>
                <a:close/>
                <a:moveTo>
                  <a:pt x="2887550" y="274690"/>
                </a:moveTo>
                <a:lnTo>
                  <a:pt x="2875998" y="273577"/>
                </a:lnTo>
                <a:lnTo>
                  <a:pt x="2874967" y="285079"/>
                </a:lnTo>
                <a:lnTo>
                  <a:pt x="2886313" y="286171"/>
                </a:lnTo>
                <a:lnTo>
                  <a:pt x="2887550" y="274690"/>
                </a:lnTo>
                <a:close/>
                <a:moveTo>
                  <a:pt x="2898896" y="275782"/>
                </a:moveTo>
                <a:lnTo>
                  <a:pt x="2897865" y="287264"/>
                </a:lnTo>
                <a:lnTo>
                  <a:pt x="2909416" y="288356"/>
                </a:lnTo>
                <a:lnTo>
                  <a:pt x="2910448" y="276875"/>
                </a:lnTo>
                <a:lnTo>
                  <a:pt x="2898896" y="275782"/>
                </a:lnTo>
                <a:close/>
                <a:moveTo>
                  <a:pt x="2922000" y="277967"/>
                </a:moveTo>
                <a:lnTo>
                  <a:pt x="2920968" y="289449"/>
                </a:lnTo>
                <a:lnTo>
                  <a:pt x="2932314" y="290541"/>
                </a:lnTo>
                <a:lnTo>
                  <a:pt x="2933345" y="279060"/>
                </a:lnTo>
                <a:lnTo>
                  <a:pt x="2922000" y="277967"/>
                </a:lnTo>
                <a:close/>
                <a:moveTo>
                  <a:pt x="2956449" y="281245"/>
                </a:moveTo>
                <a:lnTo>
                  <a:pt x="2944897" y="280152"/>
                </a:lnTo>
                <a:lnTo>
                  <a:pt x="2943866" y="291655"/>
                </a:lnTo>
                <a:lnTo>
                  <a:pt x="2955417" y="292747"/>
                </a:lnTo>
                <a:lnTo>
                  <a:pt x="2956449" y="281245"/>
                </a:lnTo>
                <a:close/>
                <a:moveTo>
                  <a:pt x="2979346" y="283430"/>
                </a:moveTo>
                <a:lnTo>
                  <a:pt x="2968001" y="282337"/>
                </a:lnTo>
                <a:lnTo>
                  <a:pt x="2966763" y="293840"/>
                </a:lnTo>
                <a:lnTo>
                  <a:pt x="2978315" y="294932"/>
                </a:lnTo>
                <a:lnTo>
                  <a:pt x="2979346" y="283430"/>
                </a:lnTo>
                <a:close/>
                <a:moveTo>
                  <a:pt x="3002450" y="285615"/>
                </a:moveTo>
                <a:lnTo>
                  <a:pt x="2990898" y="284522"/>
                </a:lnTo>
                <a:lnTo>
                  <a:pt x="2989867" y="296025"/>
                </a:lnTo>
                <a:lnTo>
                  <a:pt x="3001419" y="297117"/>
                </a:lnTo>
                <a:lnTo>
                  <a:pt x="3002450" y="285615"/>
                </a:lnTo>
                <a:close/>
                <a:moveTo>
                  <a:pt x="3014002" y="286728"/>
                </a:moveTo>
                <a:lnTo>
                  <a:pt x="3012764" y="298210"/>
                </a:lnTo>
                <a:lnTo>
                  <a:pt x="3024316" y="299302"/>
                </a:lnTo>
                <a:lnTo>
                  <a:pt x="3025347" y="287821"/>
                </a:lnTo>
                <a:lnTo>
                  <a:pt x="3014002" y="286728"/>
                </a:lnTo>
                <a:close/>
                <a:moveTo>
                  <a:pt x="3036899" y="288913"/>
                </a:moveTo>
                <a:lnTo>
                  <a:pt x="3035868" y="300395"/>
                </a:lnTo>
                <a:lnTo>
                  <a:pt x="3047420" y="301487"/>
                </a:lnTo>
                <a:lnTo>
                  <a:pt x="3048451" y="290006"/>
                </a:lnTo>
                <a:lnTo>
                  <a:pt x="3036899" y="288913"/>
                </a:lnTo>
                <a:close/>
                <a:moveTo>
                  <a:pt x="3071349" y="292191"/>
                </a:moveTo>
                <a:lnTo>
                  <a:pt x="3060003" y="291098"/>
                </a:lnTo>
                <a:lnTo>
                  <a:pt x="3058765" y="302579"/>
                </a:lnTo>
                <a:lnTo>
                  <a:pt x="3070317" y="303693"/>
                </a:lnTo>
                <a:lnTo>
                  <a:pt x="3071349" y="292191"/>
                </a:lnTo>
                <a:close/>
                <a:moveTo>
                  <a:pt x="3094452" y="294375"/>
                </a:moveTo>
                <a:lnTo>
                  <a:pt x="3082900" y="293283"/>
                </a:lnTo>
                <a:lnTo>
                  <a:pt x="3081869" y="304785"/>
                </a:lnTo>
                <a:lnTo>
                  <a:pt x="3093421" y="305878"/>
                </a:lnTo>
                <a:lnTo>
                  <a:pt x="3094452" y="294375"/>
                </a:lnTo>
                <a:close/>
                <a:moveTo>
                  <a:pt x="3117556" y="296581"/>
                </a:moveTo>
                <a:lnTo>
                  <a:pt x="3106004" y="295468"/>
                </a:lnTo>
                <a:lnTo>
                  <a:pt x="3104766" y="306970"/>
                </a:lnTo>
                <a:lnTo>
                  <a:pt x="3116318" y="308063"/>
                </a:lnTo>
                <a:lnTo>
                  <a:pt x="3117556" y="296581"/>
                </a:lnTo>
                <a:close/>
                <a:moveTo>
                  <a:pt x="3128902" y="297674"/>
                </a:moveTo>
                <a:lnTo>
                  <a:pt x="3127870" y="309155"/>
                </a:lnTo>
                <a:lnTo>
                  <a:pt x="3139422" y="310248"/>
                </a:lnTo>
                <a:lnTo>
                  <a:pt x="3140453" y="298766"/>
                </a:lnTo>
                <a:lnTo>
                  <a:pt x="3128902" y="297674"/>
                </a:lnTo>
                <a:close/>
                <a:moveTo>
                  <a:pt x="3152005" y="299859"/>
                </a:moveTo>
                <a:lnTo>
                  <a:pt x="3150768" y="311340"/>
                </a:lnTo>
                <a:lnTo>
                  <a:pt x="3162319" y="312433"/>
                </a:lnTo>
                <a:lnTo>
                  <a:pt x="3163557" y="300951"/>
                </a:lnTo>
                <a:lnTo>
                  <a:pt x="3152005" y="299859"/>
                </a:lnTo>
                <a:close/>
                <a:moveTo>
                  <a:pt x="3186455" y="303136"/>
                </a:moveTo>
                <a:lnTo>
                  <a:pt x="3174903" y="302044"/>
                </a:lnTo>
                <a:lnTo>
                  <a:pt x="3173871" y="313546"/>
                </a:lnTo>
                <a:lnTo>
                  <a:pt x="3185423" y="314638"/>
                </a:lnTo>
                <a:lnTo>
                  <a:pt x="3186455" y="303136"/>
                </a:lnTo>
                <a:close/>
                <a:moveTo>
                  <a:pt x="3209352" y="305321"/>
                </a:moveTo>
                <a:lnTo>
                  <a:pt x="3198006" y="304229"/>
                </a:lnTo>
                <a:lnTo>
                  <a:pt x="3196769" y="315731"/>
                </a:lnTo>
                <a:lnTo>
                  <a:pt x="3208321" y="316823"/>
                </a:lnTo>
                <a:lnTo>
                  <a:pt x="3209352" y="305321"/>
                </a:lnTo>
                <a:close/>
                <a:moveTo>
                  <a:pt x="3232456" y="307506"/>
                </a:moveTo>
                <a:lnTo>
                  <a:pt x="3220904" y="306414"/>
                </a:lnTo>
                <a:lnTo>
                  <a:pt x="3219872" y="317916"/>
                </a:lnTo>
                <a:lnTo>
                  <a:pt x="3231424" y="319008"/>
                </a:lnTo>
                <a:lnTo>
                  <a:pt x="3232456" y="307506"/>
                </a:lnTo>
                <a:close/>
                <a:moveTo>
                  <a:pt x="3244007" y="308599"/>
                </a:moveTo>
                <a:lnTo>
                  <a:pt x="3242770" y="320101"/>
                </a:lnTo>
                <a:lnTo>
                  <a:pt x="3254322" y="321193"/>
                </a:lnTo>
                <a:lnTo>
                  <a:pt x="3255353" y="309712"/>
                </a:lnTo>
                <a:lnTo>
                  <a:pt x="3244007" y="308599"/>
                </a:lnTo>
                <a:close/>
                <a:moveTo>
                  <a:pt x="3266905" y="310804"/>
                </a:moveTo>
                <a:lnTo>
                  <a:pt x="3265873" y="322286"/>
                </a:lnTo>
                <a:lnTo>
                  <a:pt x="3277425" y="323378"/>
                </a:lnTo>
                <a:lnTo>
                  <a:pt x="3278457" y="311897"/>
                </a:lnTo>
                <a:lnTo>
                  <a:pt x="3266905" y="310804"/>
                </a:lnTo>
                <a:close/>
                <a:moveTo>
                  <a:pt x="3301354" y="314082"/>
                </a:moveTo>
                <a:lnTo>
                  <a:pt x="3290009" y="312989"/>
                </a:lnTo>
                <a:lnTo>
                  <a:pt x="3288771" y="324471"/>
                </a:lnTo>
                <a:lnTo>
                  <a:pt x="3300323" y="325563"/>
                </a:lnTo>
                <a:lnTo>
                  <a:pt x="3301354" y="314082"/>
                </a:lnTo>
                <a:close/>
                <a:moveTo>
                  <a:pt x="3324458" y="316267"/>
                </a:moveTo>
                <a:lnTo>
                  <a:pt x="3312906" y="315174"/>
                </a:lnTo>
                <a:lnTo>
                  <a:pt x="3311875" y="326656"/>
                </a:lnTo>
                <a:lnTo>
                  <a:pt x="3323426" y="327769"/>
                </a:lnTo>
                <a:lnTo>
                  <a:pt x="3324458" y="316267"/>
                </a:lnTo>
                <a:close/>
                <a:moveTo>
                  <a:pt x="3347355" y="318452"/>
                </a:moveTo>
                <a:lnTo>
                  <a:pt x="3336010" y="317359"/>
                </a:lnTo>
                <a:lnTo>
                  <a:pt x="3334772" y="328861"/>
                </a:lnTo>
                <a:lnTo>
                  <a:pt x="3346324" y="329954"/>
                </a:lnTo>
                <a:lnTo>
                  <a:pt x="3347355" y="318452"/>
                </a:lnTo>
                <a:close/>
                <a:moveTo>
                  <a:pt x="3358907" y="319544"/>
                </a:moveTo>
                <a:lnTo>
                  <a:pt x="3357876" y="331046"/>
                </a:lnTo>
                <a:lnTo>
                  <a:pt x="3369428" y="332139"/>
                </a:lnTo>
                <a:lnTo>
                  <a:pt x="3370459" y="320637"/>
                </a:lnTo>
                <a:lnTo>
                  <a:pt x="3358907" y="319544"/>
                </a:lnTo>
                <a:close/>
                <a:moveTo>
                  <a:pt x="3382011" y="321750"/>
                </a:moveTo>
                <a:lnTo>
                  <a:pt x="3380773" y="333231"/>
                </a:lnTo>
                <a:lnTo>
                  <a:pt x="3392325" y="334324"/>
                </a:lnTo>
                <a:lnTo>
                  <a:pt x="3393356" y="322842"/>
                </a:lnTo>
                <a:lnTo>
                  <a:pt x="3382011" y="321750"/>
                </a:lnTo>
                <a:close/>
                <a:moveTo>
                  <a:pt x="3416460" y="325027"/>
                </a:moveTo>
                <a:lnTo>
                  <a:pt x="3404908" y="323935"/>
                </a:lnTo>
                <a:lnTo>
                  <a:pt x="3403877" y="335416"/>
                </a:lnTo>
                <a:lnTo>
                  <a:pt x="3415429" y="336509"/>
                </a:lnTo>
                <a:lnTo>
                  <a:pt x="3416460" y="325027"/>
                </a:lnTo>
                <a:close/>
                <a:moveTo>
                  <a:pt x="3439358" y="327212"/>
                </a:moveTo>
                <a:lnTo>
                  <a:pt x="3428012" y="326120"/>
                </a:lnTo>
                <a:lnTo>
                  <a:pt x="3426774" y="337601"/>
                </a:lnTo>
                <a:lnTo>
                  <a:pt x="3438326" y="338714"/>
                </a:lnTo>
                <a:lnTo>
                  <a:pt x="3439358" y="327212"/>
                </a:lnTo>
                <a:close/>
                <a:moveTo>
                  <a:pt x="3461474" y="329304"/>
                </a:moveTo>
                <a:lnTo>
                  <a:pt x="3450909" y="328305"/>
                </a:lnTo>
                <a:lnTo>
                  <a:pt x="3449878" y="339807"/>
                </a:lnTo>
                <a:lnTo>
                  <a:pt x="3460355" y="340798"/>
                </a:lnTo>
                <a:lnTo>
                  <a:pt x="3457717" y="367882"/>
                </a:lnTo>
                <a:lnTo>
                  <a:pt x="3526615" y="341311"/>
                </a:lnTo>
                <a:lnTo>
                  <a:pt x="3464112" y="302229"/>
                </a:lnTo>
                <a:lnTo>
                  <a:pt x="3461474" y="32930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10F7B-73AD-4854-8533-C7CD18E5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209" y="2948587"/>
            <a:ext cx="943539" cy="122895"/>
          </a:xfrm>
          <a:custGeom xmlns:a="http://schemas.openxmlformats.org/drawingml/2006/main">
            <a:pathLst>
              <a:path w="943539" h="122895">
                <a:moveTo>
                  <a:pt x="0" y="11481"/>
                </a:moveTo>
                <a:lnTo>
                  <a:pt x="11552" y="12595"/>
                </a:lnTo>
                <a:lnTo>
                  <a:pt x="12583" y="1092"/>
                </a:lnTo>
                <a:lnTo>
                  <a:pt x="1238" y="0"/>
                </a:lnTo>
                <a:lnTo>
                  <a:pt x="0" y="11481"/>
                </a:lnTo>
                <a:close/>
                <a:moveTo>
                  <a:pt x="23104" y="13687"/>
                </a:moveTo>
                <a:lnTo>
                  <a:pt x="34656" y="14800"/>
                </a:lnTo>
                <a:lnTo>
                  <a:pt x="35687" y="3298"/>
                </a:lnTo>
                <a:lnTo>
                  <a:pt x="24135" y="2206"/>
                </a:lnTo>
                <a:lnTo>
                  <a:pt x="23104" y="13687"/>
                </a:lnTo>
                <a:close/>
                <a:moveTo>
                  <a:pt x="46001" y="15893"/>
                </a:moveTo>
                <a:lnTo>
                  <a:pt x="57553" y="17006"/>
                </a:lnTo>
                <a:lnTo>
                  <a:pt x="58584" y="5524"/>
                </a:lnTo>
                <a:lnTo>
                  <a:pt x="47239" y="4411"/>
                </a:lnTo>
                <a:lnTo>
                  <a:pt x="46001" y="15893"/>
                </a:lnTo>
                <a:close/>
                <a:moveTo>
                  <a:pt x="80657" y="19211"/>
                </a:moveTo>
                <a:lnTo>
                  <a:pt x="81688" y="7730"/>
                </a:lnTo>
                <a:lnTo>
                  <a:pt x="70136" y="6617"/>
                </a:lnTo>
                <a:lnTo>
                  <a:pt x="69105" y="18119"/>
                </a:lnTo>
                <a:lnTo>
                  <a:pt x="80657" y="19211"/>
                </a:lnTo>
                <a:close/>
                <a:moveTo>
                  <a:pt x="103554" y="21438"/>
                </a:moveTo>
                <a:lnTo>
                  <a:pt x="104792" y="9936"/>
                </a:lnTo>
                <a:lnTo>
                  <a:pt x="93240" y="8843"/>
                </a:lnTo>
                <a:lnTo>
                  <a:pt x="92002" y="20325"/>
                </a:lnTo>
                <a:lnTo>
                  <a:pt x="103554" y="21438"/>
                </a:lnTo>
                <a:close/>
                <a:moveTo>
                  <a:pt x="115106" y="22530"/>
                </a:moveTo>
                <a:lnTo>
                  <a:pt x="126658" y="23643"/>
                </a:lnTo>
                <a:lnTo>
                  <a:pt x="127689" y="12141"/>
                </a:lnTo>
                <a:lnTo>
                  <a:pt x="116137" y="11049"/>
                </a:lnTo>
                <a:lnTo>
                  <a:pt x="115106" y="22530"/>
                </a:lnTo>
                <a:close/>
                <a:moveTo>
                  <a:pt x="138003" y="24756"/>
                </a:moveTo>
                <a:lnTo>
                  <a:pt x="149555" y="25849"/>
                </a:lnTo>
                <a:lnTo>
                  <a:pt x="150793" y="14367"/>
                </a:lnTo>
                <a:lnTo>
                  <a:pt x="139241" y="13254"/>
                </a:lnTo>
                <a:lnTo>
                  <a:pt x="138003" y="24756"/>
                </a:lnTo>
                <a:close/>
                <a:moveTo>
                  <a:pt x="161107" y="26962"/>
                </a:moveTo>
                <a:lnTo>
                  <a:pt x="172659" y="28054"/>
                </a:lnTo>
                <a:lnTo>
                  <a:pt x="173690" y="16573"/>
                </a:lnTo>
                <a:lnTo>
                  <a:pt x="162138" y="15460"/>
                </a:lnTo>
                <a:lnTo>
                  <a:pt x="161107" y="26962"/>
                </a:lnTo>
                <a:close/>
                <a:moveTo>
                  <a:pt x="195556" y="30281"/>
                </a:moveTo>
                <a:lnTo>
                  <a:pt x="196794" y="18779"/>
                </a:lnTo>
                <a:lnTo>
                  <a:pt x="185242" y="17686"/>
                </a:lnTo>
                <a:lnTo>
                  <a:pt x="184004" y="29168"/>
                </a:lnTo>
                <a:lnTo>
                  <a:pt x="195556" y="30281"/>
                </a:lnTo>
                <a:close/>
                <a:moveTo>
                  <a:pt x="218660" y="32486"/>
                </a:moveTo>
                <a:lnTo>
                  <a:pt x="219691" y="21005"/>
                </a:lnTo>
                <a:lnTo>
                  <a:pt x="208140" y="19892"/>
                </a:lnTo>
                <a:lnTo>
                  <a:pt x="207108" y="31373"/>
                </a:lnTo>
                <a:lnTo>
                  <a:pt x="218660" y="32486"/>
                </a:lnTo>
                <a:close/>
                <a:moveTo>
                  <a:pt x="230006" y="33599"/>
                </a:moveTo>
                <a:lnTo>
                  <a:pt x="241557" y="34692"/>
                </a:lnTo>
                <a:lnTo>
                  <a:pt x="242589" y="23210"/>
                </a:lnTo>
                <a:lnTo>
                  <a:pt x="231243" y="22097"/>
                </a:lnTo>
                <a:lnTo>
                  <a:pt x="230006" y="33599"/>
                </a:lnTo>
                <a:close/>
                <a:moveTo>
                  <a:pt x="253109" y="35805"/>
                </a:moveTo>
                <a:lnTo>
                  <a:pt x="264661" y="36897"/>
                </a:lnTo>
                <a:lnTo>
                  <a:pt x="265693" y="25416"/>
                </a:lnTo>
                <a:lnTo>
                  <a:pt x="254141" y="24303"/>
                </a:lnTo>
                <a:lnTo>
                  <a:pt x="253109" y="35805"/>
                </a:lnTo>
                <a:close/>
                <a:moveTo>
                  <a:pt x="276007" y="38011"/>
                </a:moveTo>
                <a:lnTo>
                  <a:pt x="287559" y="39124"/>
                </a:lnTo>
                <a:lnTo>
                  <a:pt x="288590" y="27622"/>
                </a:lnTo>
                <a:lnTo>
                  <a:pt x="277244" y="26529"/>
                </a:lnTo>
                <a:lnTo>
                  <a:pt x="276007" y="38011"/>
                </a:lnTo>
                <a:close/>
                <a:moveTo>
                  <a:pt x="310662" y="41329"/>
                </a:moveTo>
                <a:lnTo>
                  <a:pt x="311694" y="29848"/>
                </a:lnTo>
                <a:lnTo>
                  <a:pt x="300142" y="28735"/>
                </a:lnTo>
                <a:lnTo>
                  <a:pt x="299110" y="40216"/>
                </a:lnTo>
                <a:lnTo>
                  <a:pt x="310662" y="41329"/>
                </a:lnTo>
                <a:close/>
                <a:moveTo>
                  <a:pt x="333560" y="43535"/>
                </a:moveTo>
                <a:lnTo>
                  <a:pt x="334591" y="32053"/>
                </a:lnTo>
                <a:lnTo>
                  <a:pt x="323246" y="30940"/>
                </a:lnTo>
                <a:lnTo>
                  <a:pt x="322008" y="42442"/>
                </a:lnTo>
                <a:lnTo>
                  <a:pt x="333560" y="43535"/>
                </a:lnTo>
                <a:close/>
                <a:moveTo>
                  <a:pt x="345112" y="44648"/>
                </a:moveTo>
                <a:lnTo>
                  <a:pt x="356663" y="45761"/>
                </a:lnTo>
                <a:lnTo>
                  <a:pt x="357695" y="34259"/>
                </a:lnTo>
                <a:lnTo>
                  <a:pt x="346143" y="33166"/>
                </a:lnTo>
                <a:lnTo>
                  <a:pt x="345112" y="44648"/>
                </a:lnTo>
                <a:close/>
                <a:moveTo>
                  <a:pt x="368009" y="46854"/>
                </a:moveTo>
                <a:lnTo>
                  <a:pt x="379561" y="47967"/>
                </a:lnTo>
                <a:lnTo>
                  <a:pt x="380592" y="36485"/>
                </a:lnTo>
                <a:lnTo>
                  <a:pt x="369247" y="35372"/>
                </a:lnTo>
                <a:lnTo>
                  <a:pt x="368009" y="46854"/>
                </a:lnTo>
                <a:close/>
                <a:moveTo>
                  <a:pt x="391113" y="49080"/>
                </a:moveTo>
                <a:lnTo>
                  <a:pt x="402458" y="50172"/>
                </a:lnTo>
                <a:lnTo>
                  <a:pt x="403696" y="38691"/>
                </a:lnTo>
                <a:lnTo>
                  <a:pt x="392144" y="37578"/>
                </a:lnTo>
                <a:lnTo>
                  <a:pt x="391113" y="49080"/>
                </a:lnTo>
                <a:close/>
                <a:moveTo>
                  <a:pt x="425562" y="52378"/>
                </a:moveTo>
                <a:lnTo>
                  <a:pt x="426593" y="40896"/>
                </a:lnTo>
                <a:lnTo>
                  <a:pt x="415248" y="39783"/>
                </a:lnTo>
                <a:lnTo>
                  <a:pt x="414010" y="51285"/>
                </a:lnTo>
                <a:lnTo>
                  <a:pt x="425562" y="52378"/>
                </a:lnTo>
                <a:close/>
                <a:moveTo>
                  <a:pt x="448459" y="54604"/>
                </a:moveTo>
                <a:lnTo>
                  <a:pt x="449697" y="43102"/>
                </a:lnTo>
                <a:lnTo>
                  <a:pt x="438145" y="42009"/>
                </a:lnTo>
                <a:lnTo>
                  <a:pt x="437114" y="53491"/>
                </a:lnTo>
                <a:lnTo>
                  <a:pt x="448459" y="54604"/>
                </a:lnTo>
                <a:close/>
                <a:moveTo>
                  <a:pt x="460011" y="55697"/>
                </a:moveTo>
                <a:lnTo>
                  <a:pt x="471563" y="56810"/>
                </a:lnTo>
                <a:lnTo>
                  <a:pt x="472595" y="45308"/>
                </a:lnTo>
                <a:lnTo>
                  <a:pt x="461249" y="44215"/>
                </a:lnTo>
                <a:lnTo>
                  <a:pt x="460011" y="55697"/>
                </a:lnTo>
                <a:close/>
                <a:moveTo>
                  <a:pt x="483115" y="57902"/>
                </a:moveTo>
                <a:lnTo>
                  <a:pt x="494461" y="59015"/>
                </a:lnTo>
                <a:lnTo>
                  <a:pt x="495698" y="47534"/>
                </a:lnTo>
                <a:lnTo>
                  <a:pt x="484146" y="46421"/>
                </a:lnTo>
                <a:lnTo>
                  <a:pt x="483115" y="57902"/>
                </a:lnTo>
                <a:close/>
                <a:moveTo>
                  <a:pt x="506012" y="60128"/>
                </a:moveTo>
                <a:lnTo>
                  <a:pt x="517564" y="61241"/>
                </a:lnTo>
                <a:lnTo>
                  <a:pt x="518596" y="49739"/>
                </a:lnTo>
                <a:lnTo>
                  <a:pt x="507250" y="48626"/>
                </a:lnTo>
                <a:lnTo>
                  <a:pt x="506012" y="60128"/>
                </a:lnTo>
                <a:close/>
                <a:moveTo>
                  <a:pt x="540462" y="63447"/>
                </a:moveTo>
                <a:lnTo>
                  <a:pt x="541699" y="51945"/>
                </a:lnTo>
                <a:lnTo>
                  <a:pt x="530147" y="50852"/>
                </a:lnTo>
                <a:lnTo>
                  <a:pt x="529116" y="62334"/>
                </a:lnTo>
                <a:lnTo>
                  <a:pt x="540462" y="63447"/>
                </a:lnTo>
                <a:close/>
                <a:moveTo>
                  <a:pt x="563565" y="65653"/>
                </a:moveTo>
                <a:lnTo>
                  <a:pt x="564597" y="54171"/>
                </a:lnTo>
                <a:lnTo>
                  <a:pt x="553251" y="53058"/>
                </a:lnTo>
                <a:lnTo>
                  <a:pt x="552013" y="64540"/>
                </a:lnTo>
                <a:lnTo>
                  <a:pt x="563565" y="65653"/>
                </a:lnTo>
                <a:close/>
                <a:moveTo>
                  <a:pt x="575117" y="66766"/>
                </a:moveTo>
                <a:lnTo>
                  <a:pt x="586463" y="67858"/>
                </a:lnTo>
                <a:lnTo>
                  <a:pt x="587700" y="56377"/>
                </a:lnTo>
                <a:lnTo>
                  <a:pt x="576149" y="55264"/>
                </a:lnTo>
                <a:lnTo>
                  <a:pt x="575117" y="66766"/>
                </a:lnTo>
                <a:close/>
                <a:moveTo>
                  <a:pt x="598015" y="68971"/>
                </a:moveTo>
                <a:lnTo>
                  <a:pt x="609566" y="70084"/>
                </a:lnTo>
                <a:lnTo>
                  <a:pt x="610598" y="58582"/>
                </a:lnTo>
                <a:lnTo>
                  <a:pt x="599252" y="57490"/>
                </a:lnTo>
                <a:lnTo>
                  <a:pt x="598015" y="68971"/>
                </a:lnTo>
                <a:close/>
                <a:moveTo>
                  <a:pt x="621118" y="71177"/>
                </a:moveTo>
                <a:lnTo>
                  <a:pt x="632464" y="72290"/>
                </a:lnTo>
                <a:lnTo>
                  <a:pt x="633702" y="60788"/>
                </a:lnTo>
                <a:lnTo>
                  <a:pt x="622150" y="59695"/>
                </a:lnTo>
                <a:lnTo>
                  <a:pt x="621118" y="71177"/>
                </a:lnTo>
                <a:close/>
                <a:moveTo>
                  <a:pt x="655568" y="74496"/>
                </a:moveTo>
                <a:lnTo>
                  <a:pt x="656599" y="63014"/>
                </a:lnTo>
                <a:lnTo>
                  <a:pt x="645047" y="61901"/>
                </a:lnTo>
                <a:lnTo>
                  <a:pt x="644016" y="73383"/>
                </a:lnTo>
                <a:lnTo>
                  <a:pt x="655568" y="74496"/>
                </a:lnTo>
                <a:close/>
                <a:moveTo>
                  <a:pt x="678465" y="76701"/>
                </a:moveTo>
                <a:lnTo>
                  <a:pt x="679703" y="65220"/>
                </a:lnTo>
                <a:lnTo>
                  <a:pt x="668151" y="64107"/>
                </a:lnTo>
                <a:lnTo>
                  <a:pt x="667119" y="75609"/>
                </a:lnTo>
                <a:lnTo>
                  <a:pt x="678465" y="76701"/>
                </a:lnTo>
                <a:close/>
                <a:moveTo>
                  <a:pt x="690017" y="77814"/>
                </a:moveTo>
                <a:lnTo>
                  <a:pt x="701569" y="78928"/>
                </a:lnTo>
                <a:lnTo>
                  <a:pt x="702600" y="67425"/>
                </a:lnTo>
                <a:lnTo>
                  <a:pt x="691048" y="66312"/>
                </a:lnTo>
                <a:lnTo>
                  <a:pt x="690017" y="77814"/>
                </a:lnTo>
                <a:close/>
                <a:moveTo>
                  <a:pt x="712914" y="80020"/>
                </a:moveTo>
                <a:lnTo>
                  <a:pt x="724466" y="81133"/>
                </a:lnTo>
                <a:lnTo>
                  <a:pt x="725704" y="69631"/>
                </a:lnTo>
                <a:lnTo>
                  <a:pt x="714152" y="68539"/>
                </a:lnTo>
                <a:lnTo>
                  <a:pt x="712914" y="80020"/>
                </a:lnTo>
                <a:close/>
                <a:moveTo>
                  <a:pt x="736018" y="82246"/>
                </a:moveTo>
                <a:lnTo>
                  <a:pt x="747570" y="83339"/>
                </a:lnTo>
                <a:lnTo>
                  <a:pt x="748601" y="71857"/>
                </a:lnTo>
                <a:lnTo>
                  <a:pt x="737049" y="70744"/>
                </a:lnTo>
                <a:lnTo>
                  <a:pt x="736018" y="82246"/>
                </a:lnTo>
                <a:close/>
                <a:moveTo>
                  <a:pt x="770467" y="85544"/>
                </a:moveTo>
                <a:lnTo>
                  <a:pt x="771705" y="74063"/>
                </a:lnTo>
                <a:lnTo>
                  <a:pt x="760153" y="72950"/>
                </a:lnTo>
                <a:lnTo>
                  <a:pt x="758915" y="84452"/>
                </a:lnTo>
                <a:lnTo>
                  <a:pt x="770467" y="85544"/>
                </a:lnTo>
                <a:close/>
                <a:moveTo>
                  <a:pt x="793571" y="87771"/>
                </a:moveTo>
                <a:lnTo>
                  <a:pt x="794602" y="76268"/>
                </a:lnTo>
                <a:lnTo>
                  <a:pt x="783051" y="75176"/>
                </a:lnTo>
                <a:lnTo>
                  <a:pt x="782019" y="86657"/>
                </a:lnTo>
                <a:lnTo>
                  <a:pt x="793571" y="87771"/>
                </a:lnTo>
                <a:close/>
                <a:moveTo>
                  <a:pt x="804917" y="88863"/>
                </a:moveTo>
                <a:lnTo>
                  <a:pt x="816468" y="89976"/>
                </a:lnTo>
                <a:lnTo>
                  <a:pt x="817706" y="78495"/>
                </a:lnTo>
                <a:lnTo>
                  <a:pt x="806154" y="77382"/>
                </a:lnTo>
                <a:lnTo>
                  <a:pt x="804917" y="88863"/>
                </a:lnTo>
                <a:close/>
                <a:moveTo>
                  <a:pt x="839572" y="92182"/>
                </a:moveTo>
                <a:lnTo>
                  <a:pt x="840603" y="80700"/>
                </a:lnTo>
                <a:lnTo>
                  <a:pt x="829052" y="79587"/>
                </a:lnTo>
                <a:lnTo>
                  <a:pt x="828020" y="91089"/>
                </a:lnTo>
                <a:lnTo>
                  <a:pt x="839572" y="92182"/>
                </a:lnTo>
                <a:close/>
                <a:moveTo>
                  <a:pt x="862469" y="94387"/>
                </a:moveTo>
                <a:lnTo>
                  <a:pt x="863707" y="82906"/>
                </a:lnTo>
                <a:lnTo>
                  <a:pt x="852155" y="81793"/>
                </a:lnTo>
                <a:lnTo>
                  <a:pt x="850918" y="93295"/>
                </a:lnTo>
                <a:lnTo>
                  <a:pt x="862469" y="94387"/>
                </a:lnTo>
                <a:close/>
                <a:moveTo>
                  <a:pt x="943539" y="96387"/>
                </a:moveTo>
                <a:lnTo>
                  <a:pt x="880829" y="57243"/>
                </a:lnTo>
                <a:lnTo>
                  <a:pt x="878276" y="84321"/>
                </a:lnTo>
                <a:lnTo>
                  <a:pt x="875053" y="84019"/>
                </a:lnTo>
                <a:lnTo>
                  <a:pt x="874021" y="95500"/>
                </a:lnTo>
                <a:lnTo>
                  <a:pt x="877193" y="95811"/>
                </a:lnTo>
                <a:lnTo>
                  <a:pt x="874640" y="122895"/>
                </a:lnTo>
                <a:lnTo>
                  <a:pt x="943539" y="96387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A10D6E-57B6-4966-8646-6222D59B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044" y="1062242"/>
            <a:ext cx="168740" cy="101829"/>
          </a:xfrm>
          <a:custGeom xmlns:a="http://schemas.openxmlformats.org/drawingml/2006/main">
            <a:pathLst>
              <a:path w="168740" h="101829">
                <a:moveTo>
                  <a:pt x="38575" y="71734"/>
                </a:moveTo>
                <a:cubicBezTo>
                  <a:pt x="41875" y="78948"/>
                  <a:pt x="42907" y="84308"/>
                  <a:pt x="41463" y="88018"/>
                </a:cubicBezTo>
                <a:cubicBezTo>
                  <a:pt x="40225" y="91728"/>
                  <a:pt x="36306" y="95026"/>
                  <a:pt x="29705" y="97912"/>
                </a:cubicBezTo>
                <a:cubicBezTo>
                  <a:pt x="23104" y="101004"/>
                  <a:pt x="18153" y="101829"/>
                  <a:pt x="14440" y="100592"/>
                </a:cubicBezTo>
                <a:cubicBezTo>
                  <a:pt x="10933" y="99149"/>
                  <a:pt x="7632" y="95232"/>
                  <a:pt x="4332" y="88430"/>
                </a:cubicBezTo>
                <a:cubicBezTo>
                  <a:pt x="1031" y="81009"/>
                  <a:pt x="0" y="75650"/>
                  <a:pt x="1444" y="71940"/>
                </a:cubicBezTo>
                <a:cubicBezTo>
                  <a:pt x="2682" y="68229"/>
                  <a:pt x="6807" y="64931"/>
                  <a:pt x="13408" y="61839"/>
                </a:cubicBezTo>
                <a:cubicBezTo>
                  <a:pt x="19803" y="58953"/>
                  <a:pt x="24754" y="58129"/>
                  <a:pt x="28467" y="59366"/>
                </a:cubicBezTo>
                <a:cubicBezTo>
                  <a:pt x="31974" y="60809"/>
                  <a:pt x="35481" y="64725"/>
                  <a:pt x="38575" y="71734"/>
                </a:cubicBezTo>
                <a:close/>
                <a:moveTo>
                  <a:pt x="101491" y="42669"/>
                </a:moveTo>
                <a:cubicBezTo>
                  <a:pt x="104792" y="49884"/>
                  <a:pt x="105823" y="55243"/>
                  <a:pt x="104379" y="58953"/>
                </a:cubicBezTo>
                <a:cubicBezTo>
                  <a:pt x="103142" y="62664"/>
                  <a:pt x="99222" y="65962"/>
                  <a:pt x="92621" y="68848"/>
                </a:cubicBezTo>
                <a:cubicBezTo>
                  <a:pt x="86020" y="71940"/>
                  <a:pt x="81069" y="72764"/>
                  <a:pt x="77356" y="71527"/>
                </a:cubicBezTo>
                <a:cubicBezTo>
                  <a:pt x="73849" y="70084"/>
                  <a:pt x="70549" y="66168"/>
                  <a:pt x="67248" y="59366"/>
                </a:cubicBezTo>
                <a:cubicBezTo>
                  <a:pt x="63948" y="51945"/>
                  <a:pt x="62916" y="46586"/>
                  <a:pt x="64360" y="42875"/>
                </a:cubicBezTo>
                <a:cubicBezTo>
                  <a:pt x="65598" y="39371"/>
                  <a:pt x="69724" y="35867"/>
                  <a:pt x="76325" y="32981"/>
                </a:cubicBezTo>
                <a:cubicBezTo>
                  <a:pt x="82720" y="29889"/>
                  <a:pt x="87670" y="29064"/>
                  <a:pt x="91383" y="30301"/>
                </a:cubicBezTo>
                <a:cubicBezTo>
                  <a:pt x="94890" y="31744"/>
                  <a:pt x="98397" y="35661"/>
                  <a:pt x="101491" y="42669"/>
                </a:cubicBezTo>
                <a:close/>
                <a:moveTo>
                  <a:pt x="164408" y="13605"/>
                </a:moveTo>
                <a:cubicBezTo>
                  <a:pt x="167708" y="20819"/>
                  <a:pt x="168740" y="26179"/>
                  <a:pt x="167296" y="29889"/>
                </a:cubicBezTo>
                <a:cubicBezTo>
                  <a:pt x="166058" y="33599"/>
                  <a:pt x="162138" y="36897"/>
                  <a:pt x="155537" y="39783"/>
                </a:cubicBezTo>
                <a:cubicBezTo>
                  <a:pt x="148936" y="42875"/>
                  <a:pt x="143986" y="43700"/>
                  <a:pt x="140272" y="42463"/>
                </a:cubicBezTo>
                <a:cubicBezTo>
                  <a:pt x="136766" y="41226"/>
                  <a:pt x="133465" y="37104"/>
                  <a:pt x="130165" y="30301"/>
                </a:cubicBezTo>
                <a:cubicBezTo>
                  <a:pt x="126864" y="22881"/>
                  <a:pt x="125833" y="17521"/>
                  <a:pt x="127277" y="13811"/>
                </a:cubicBezTo>
                <a:cubicBezTo>
                  <a:pt x="128514" y="10307"/>
                  <a:pt x="132640" y="6802"/>
                  <a:pt x="139241" y="3916"/>
                </a:cubicBezTo>
                <a:cubicBezTo>
                  <a:pt x="145636" y="825"/>
                  <a:pt x="150587" y="0"/>
                  <a:pt x="154300" y="1237"/>
                </a:cubicBezTo>
                <a:cubicBezTo>
                  <a:pt x="157807" y="2680"/>
                  <a:pt x="161313" y="6802"/>
                  <a:pt x="164408" y="136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B11B2-44C6-41DC-A7EF-6445ECBA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7113" y="1227353"/>
            <a:ext cx="174722" cy="78742"/>
          </a:xfrm>
          <a:custGeom xmlns:a="http://schemas.openxmlformats.org/drawingml/2006/main">
            <a:pathLst>
              <a:path w="174722" h="78742">
                <a:moveTo>
                  <a:pt x="38781" y="52357"/>
                </a:moveTo>
                <a:cubicBezTo>
                  <a:pt x="40844" y="60190"/>
                  <a:pt x="41050" y="65550"/>
                  <a:pt x="38987" y="69054"/>
                </a:cubicBezTo>
                <a:cubicBezTo>
                  <a:pt x="37131" y="72352"/>
                  <a:pt x="32593" y="75032"/>
                  <a:pt x="25785" y="76887"/>
                </a:cubicBezTo>
                <a:cubicBezTo>
                  <a:pt x="18772" y="78742"/>
                  <a:pt x="13615" y="78742"/>
                  <a:pt x="10314" y="76887"/>
                </a:cubicBezTo>
                <a:cubicBezTo>
                  <a:pt x="7014" y="75032"/>
                  <a:pt x="4332" y="70497"/>
                  <a:pt x="2269" y="63282"/>
                </a:cubicBezTo>
                <a:cubicBezTo>
                  <a:pt x="206" y="55449"/>
                  <a:pt x="0" y="49884"/>
                  <a:pt x="2063" y="46586"/>
                </a:cubicBezTo>
                <a:cubicBezTo>
                  <a:pt x="3919" y="43287"/>
                  <a:pt x="8458" y="40608"/>
                  <a:pt x="15471" y="38753"/>
                </a:cubicBezTo>
                <a:cubicBezTo>
                  <a:pt x="22279" y="36691"/>
                  <a:pt x="27436" y="36691"/>
                  <a:pt x="30736" y="38546"/>
                </a:cubicBezTo>
                <a:cubicBezTo>
                  <a:pt x="34037" y="40608"/>
                  <a:pt x="36718" y="45143"/>
                  <a:pt x="38781" y="52357"/>
                </a:cubicBezTo>
                <a:close/>
                <a:moveTo>
                  <a:pt x="105617" y="34012"/>
                </a:moveTo>
                <a:cubicBezTo>
                  <a:pt x="107680" y="41845"/>
                  <a:pt x="107886" y="47204"/>
                  <a:pt x="105823" y="50708"/>
                </a:cubicBezTo>
                <a:cubicBezTo>
                  <a:pt x="103967" y="54006"/>
                  <a:pt x="99428" y="56686"/>
                  <a:pt x="92621" y="58541"/>
                </a:cubicBezTo>
                <a:cubicBezTo>
                  <a:pt x="85607" y="60396"/>
                  <a:pt x="80450" y="60396"/>
                  <a:pt x="77150" y="58541"/>
                </a:cubicBezTo>
                <a:cubicBezTo>
                  <a:pt x="73849" y="56686"/>
                  <a:pt x="71168" y="52151"/>
                  <a:pt x="69105" y="44937"/>
                </a:cubicBezTo>
                <a:cubicBezTo>
                  <a:pt x="67042" y="37104"/>
                  <a:pt x="66836" y="31538"/>
                  <a:pt x="68899" y="28240"/>
                </a:cubicBezTo>
                <a:cubicBezTo>
                  <a:pt x="70755" y="24942"/>
                  <a:pt x="75293" y="22262"/>
                  <a:pt x="82307" y="20407"/>
                </a:cubicBezTo>
                <a:cubicBezTo>
                  <a:pt x="89114" y="18346"/>
                  <a:pt x="94271" y="18346"/>
                  <a:pt x="97572" y="20201"/>
                </a:cubicBezTo>
                <a:cubicBezTo>
                  <a:pt x="100872" y="22262"/>
                  <a:pt x="103554" y="26797"/>
                  <a:pt x="105617" y="34012"/>
                </a:cubicBezTo>
                <a:close/>
                <a:moveTo>
                  <a:pt x="172453" y="15666"/>
                </a:moveTo>
                <a:cubicBezTo>
                  <a:pt x="174515" y="23499"/>
                  <a:pt x="174722" y="28858"/>
                  <a:pt x="172659" y="32363"/>
                </a:cubicBezTo>
                <a:cubicBezTo>
                  <a:pt x="170802" y="35661"/>
                  <a:pt x="166264" y="38340"/>
                  <a:pt x="159457" y="40196"/>
                </a:cubicBezTo>
                <a:cubicBezTo>
                  <a:pt x="152443" y="42051"/>
                  <a:pt x="147286" y="42051"/>
                  <a:pt x="143986" y="40196"/>
                </a:cubicBezTo>
                <a:cubicBezTo>
                  <a:pt x="140685" y="38340"/>
                  <a:pt x="138003" y="33805"/>
                  <a:pt x="135941" y="26591"/>
                </a:cubicBezTo>
                <a:cubicBezTo>
                  <a:pt x="133878" y="18758"/>
                  <a:pt x="133671" y="13192"/>
                  <a:pt x="135734" y="9894"/>
                </a:cubicBezTo>
                <a:cubicBezTo>
                  <a:pt x="137591" y="6596"/>
                  <a:pt x="142129" y="3916"/>
                  <a:pt x="149143" y="2061"/>
                </a:cubicBezTo>
                <a:cubicBezTo>
                  <a:pt x="155950" y="0"/>
                  <a:pt x="161107" y="0"/>
                  <a:pt x="164408" y="2061"/>
                </a:cubicBezTo>
                <a:cubicBezTo>
                  <a:pt x="167708" y="3916"/>
                  <a:pt x="170390" y="8451"/>
                  <a:pt x="172453" y="156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047E44-85D5-430C-ADCF-A04B1CF6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535" y="705636"/>
            <a:ext cx="680115" cy="316617"/>
          </a:xfrm>
          <a:custGeom xmlns:a="http://schemas.openxmlformats.org/drawingml/2006/main">
            <a:pathLst>
              <a:path w="680115" h="316617">
                <a:moveTo>
                  <a:pt x="330465" y="168203"/>
                </a:moveTo>
                <a:lnTo>
                  <a:pt x="325721" y="157690"/>
                </a:lnTo>
                <a:lnTo>
                  <a:pt x="315201" y="162637"/>
                </a:lnTo>
                <a:lnTo>
                  <a:pt x="319945" y="173150"/>
                </a:lnTo>
                <a:lnTo>
                  <a:pt x="330465" y="168203"/>
                </a:lnTo>
                <a:close/>
                <a:moveTo>
                  <a:pt x="309425" y="177891"/>
                </a:moveTo>
                <a:lnTo>
                  <a:pt x="304680" y="167378"/>
                </a:lnTo>
                <a:lnTo>
                  <a:pt x="294160" y="172119"/>
                </a:lnTo>
                <a:lnTo>
                  <a:pt x="298904" y="182632"/>
                </a:lnTo>
                <a:lnTo>
                  <a:pt x="309425" y="177891"/>
                </a:lnTo>
                <a:close/>
                <a:moveTo>
                  <a:pt x="288590" y="187373"/>
                </a:moveTo>
                <a:lnTo>
                  <a:pt x="283639" y="176860"/>
                </a:lnTo>
                <a:lnTo>
                  <a:pt x="273119" y="181807"/>
                </a:lnTo>
                <a:lnTo>
                  <a:pt x="278070" y="192114"/>
                </a:lnTo>
                <a:lnTo>
                  <a:pt x="288590" y="187373"/>
                </a:lnTo>
                <a:close/>
                <a:moveTo>
                  <a:pt x="267549" y="197061"/>
                </a:moveTo>
                <a:lnTo>
                  <a:pt x="262598" y="186548"/>
                </a:lnTo>
                <a:lnTo>
                  <a:pt x="252078" y="191289"/>
                </a:lnTo>
                <a:lnTo>
                  <a:pt x="257029" y="201802"/>
                </a:lnTo>
                <a:lnTo>
                  <a:pt x="267549" y="197061"/>
                </a:lnTo>
                <a:close/>
                <a:moveTo>
                  <a:pt x="246508" y="206543"/>
                </a:moveTo>
                <a:lnTo>
                  <a:pt x="241557" y="196030"/>
                </a:lnTo>
                <a:lnTo>
                  <a:pt x="231243" y="200771"/>
                </a:lnTo>
                <a:lnTo>
                  <a:pt x="235988" y="211284"/>
                </a:lnTo>
                <a:lnTo>
                  <a:pt x="246508" y="206543"/>
                </a:lnTo>
                <a:close/>
                <a:moveTo>
                  <a:pt x="225467" y="216231"/>
                </a:moveTo>
                <a:lnTo>
                  <a:pt x="220723" y="205719"/>
                </a:lnTo>
                <a:lnTo>
                  <a:pt x="210202" y="210460"/>
                </a:lnTo>
                <a:lnTo>
                  <a:pt x="214947" y="220972"/>
                </a:lnTo>
                <a:lnTo>
                  <a:pt x="225467" y="216231"/>
                </a:lnTo>
                <a:close/>
                <a:moveTo>
                  <a:pt x="204427" y="225713"/>
                </a:moveTo>
                <a:lnTo>
                  <a:pt x="199682" y="215201"/>
                </a:lnTo>
                <a:lnTo>
                  <a:pt x="189162" y="219942"/>
                </a:lnTo>
                <a:lnTo>
                  <a:pt x="193906" y="230454"/>
                </a:lnTo>
                <a:lnTo>
                  <a:pt x="204427" y="225713"/>
                </a:lnTo>
                <a:close/>
                <a:moveTo>
                  <a:pt x="183386" y="235401"/>
                </a:moveTo>
                <a:lnTo>
                  <a:pt x="178641" y="224889"/>
                </a:lnTo>
                <a:lnTo>
                  <a:pt x="168121" y="229630"/>
                </a:lnTo>
                <a:lnTo>
                  <a:pt x="172865" y="240142"/>
                </a:lnTo>
                <a:lnTo>
                  <a:pt x="183386" y="235401"/>
                </a:lnTo>
                <a:close/>
                <a:moveTo>
                  <a:pt x="162345" y="244883"/>
                </a:moveTo>
                <a:lnTo>
                  <a:pt x="157600" y="234371"/>
                </a:lnTo>
                <a:lnTo>
                  <a:pt x="147080" y="239112"/>
                </a:lnTo>
                <a:lnTo>
                  <a:pt x="151824" y="249624"/>
                </a:lnTo>
                <a:lnTo>
                  <a:pt x="162345" y="244883"/>
                </a:lnTo>
                <a:close/>
                <a:moveTo>
                  <a:pt x="141304" y="254365"/>
                </a:moveTo>
                <a:lnTo>
                  <a:pt x="136559" y="244059"/>
                </a:lnTo>
                <a:lnTo>
                  <a:pt x="126039" y="248800"/>
                </a:lnTo>
                <a:lnTo>
                  <a:pt x="130783" y="259313"/>
                </a:lnTo>
                <a:lnTo>
                  <a:pt x="141304" y="254365"/>
                </a:lnTo>
                <a:close/>
                <a:moveTo>
                  <a:pt x="120263" y="264054"/>
                </a:moveTo>
                <a:lnTo>
                  <a:pt x="115519" y="253541"/>
                </a:lnTo>
                <a:lnTo>
                  <a:pt x="104998" y="258282"/>
                </a:lnTo>
                <a:lnTo>
                  <a:pt x="109743" y="268795"/>
                </a:lnTo>
                <a:lnTo>
                  <a:pt x="120263" y="264054"/>
                </a:lnTo>
                <a:close/>
                <a:moveTo>
                  <a:pt x="99222" y="273536"/>
                </a:moveTo>
                <a:lnTo>
                  <a:pt x="94478" y="263023"/>
                </a:lnTo>
                <a:lnTo>
                  <a:pt x="83957" y="267970"/>
                </a:lnTo>
                <a:lnTo>
                  <a:pt x="88702" y="278483"/>
                </a:lnTo>
                <a:lnTo>
                  <a:pt x="99222" y="273536"/>
                </a:lnTo>
                <a:close/>
                <a:moveTo>
                  <a:pt x="78181" y="283224"/>
                </a:moveTo>
                <a:lnTo>
                  <a:pt x="73437" y="272711"/>
                </a:lnTo>
                <a:lnTo>
                  <a:pt x="62916" y="277452"/>
                </a:lnTo>
                <a:lnTo>
                  <a:pt x="67661" y="287965"/>
                </a:lnTo>
                <a:lnTo>
                  <a:pt x="78181" y="283224"/>
                </a:lnTo>
                <a:close/>
                <a:moveTo>
                  <a:pt x="57347" y="292706"/>
                </a:moveTo>
                <a:lnTo>
                  <a:pt x="52396" y="282193"/>
                </a:lnTo>
                <a:lnTo>
                  <a:pt x="41875" y="287140"/>
                </a:lnTo>
                <a:lnTo>
                  <a:pt x="46826" y="297653"/>
                </a:lnTo>
                <a:lnTo>
                  <a:pt x="57347" y="292706"/>
                </a:lnTo>
                <a:close/>
                <a:moveTo>
                  <a:pt x="36306" y="302394"/>
                </a:moveTo>
                <a:lnTo>
                  <a:pt x="31355" y="291881"/>
                </a:lnTo>
                <a:lnTo>
                  <a:pt x="20835" y="296622"/>
                </a:lnTo>
                <a:lnTo>
                  <a:pt x="25785" y="307135"/>
                </a:lnTo>
                <a:lnTo>
                  <a:pt x="36306" y="302394"/>
                </a:lnTo>
                <a:close/>
                <a:moveTo>
                  <a:pt x="15265" y="311876"/>
                </a:moveTo>
                <a:lnTo>
                  <a:pt x="10314" y="301363"/>
                </a:lnTo>
                <a:lnTo>
                  <a:pt x="0" y="306310"/>
                </a:lnTo>
                <a:lnTo>
                  <a:pt x="4745" y="316617"/>
                </a:lnTo>
                <a:lnTo>
                  <a:pt x="15265" y="311876"/>
                </a:lnTo>
                <a:close/>
                <a:moveTo>
                  <a:pt x="617617" y="24818"/>
                </a:moveTo>
                <a:lnTo>
                  <a:pt x="609566" y="28446"/>
                </a:lnTo>
                <a:lnTo>
                  <a:pt x="614311" y="38959"/>
                </a:lnTo>
                <a:lnTo>
                  <a:pt x="622415" y="35307"/>
                </a:lnTo>
                <a:lnTo>
                  <a:pt x="633702" y="59984"/>
                </a:lnTo>
                <a:lnTo>
                  <a:pt x="680115" y="2680"/>
                </a:lnTo>
                <a:lnTo>
                  <a:pt x="606266" y="0"/>
                </a:lnTo>
                <a:lnTo>
                  <a:pt x="617617" y="24818"/>
                </a:lnTo>
                <a:close/>
                <a:moveTo>
                  <a:pt x="603791" y="43700"/>
                </a:moveTo>
                <a:lnTo>
                  <a:pt x="599046" y="33187"/>
                </a:lnTo>
                <a:lnTo>
                  <a:pt x="588526" y="38134"/>
                </a:lnTo>
                <a:lnTo>
                  <a:pt x="593270" y="48647"/>
                </a:lnTo>
                <a:lnTo>
                  <a:pt x="603791" y="43700"/>
                </a:lnTo>
                <a:close/>
                <a:moveTo>
                  <a:pt x="582750" y="53388"/>
                </a:moveTo>
                <a:lnTo>
                  <a:pt x="578005" y="42875"/>
                </a:lnTo>
                <a:lnTo>
                  <a:pt x="567485" y="47616"/>
                </a:lnTo>
                <a:lnTo>
                  <a:pt x="572229" y="58129"/>
                </a:lnTo>
                <a:lnTo>
                  <a:pt x="582750" y="53388"/>
                </a:lnTo>
                <a:close/>
                <a:moveTo>
                  <a:pt x="561709" y="62870"/>
                </a:moveTo>
                <a:lnTo>
                  <a:pt x="556964" y="52357"/>
                </a:lnTo>
                <a:lnTo>
                  <a:pt x="546444" y="57304"/>
                </a:lnTo>
                <a:lnTo>
                  <a:pt x="551188" y="67817"/>
                </a:lnTo>
                <a:lnTo>
                  <a:pt x="561709" y="62870"/>
                </a:lnTo>
                <a:close/>
                <a:moveTo>
                  <a:pt x="540668" y="72558"/>
                </a:moveTo>
                <a:lnTo>
                  <a:pt x="535923" y="62045"/>
                </a:lnTo>
                <a:lnTo>
                  <a:pt x="525403" y="66786"/>
                </a:lnTo>
                <a:lnTo>
                  <a:pt x="530147" y="77299"/>
                </a:lnTo>
                <a:lnTo>
                  <a:pt x="540668" y="72558"/>
                </a:lnTo>
                <a:close/>
                <a:moveTo>
                  <a:pt x="519833" y="82040"/>
                </a:moveTo>
                <a:lnTo>
                  <a:pt x="514883" y="71527"/>
                </a:lnTo>
                <a:lnTo>
                  <a:pt x="504362" y="76268"/>
                </a:lnTo>
                <a:lnTo>
                  <a:pt x="509313" y="86781"/>
                </a:lnTo>
                <a:lnTo>
                  <a:pt x="519833" y="82040"/>
                </a:lnTo>
                <a:close/>
                <a:moveTo>
                  <a:pt x="498792" y="91728"/>
                </a:moveTo>
                <a:lnTo>
                  <a:pt x="493842" y="81216"/>
                </a:lnTo>
                <a:lnTo>
                  <a:pt x="483321" y="85957"/>
                </a:lnTo>
                <a:lnTo>
                  <a:pt x="488272" y="96469"/>
                </a:lnTo>
                <a:lnTo>
                  <a:pt x="498792" y="91728"/>
                </a:lnTo>
                <a:close/>
                <a:moveTo>
                  <a:pt x="477752" y="101210"/>
                </a:moveTo>
                <a:lnTo>
                  <a:pt x="472801" y="90698"/>
                </a:lnTo>
                <a:lnTo>
                  <a:pt x="462487" y="95439"/>
                </a:lnTo>
                <a:lnTo>
                  <a:pt x="467231" y="105951"/>
                </a:lnTo>
                <a:lnTo>
                  <a:pt x="477752" y="101210"/>
                </a:lnTo>
                <a:close/>
                <a:moveTo>
                  <a:pt x="456711" y="110898"/>
                </a:moveTo>
                <a:lnTo>
                  <a:pt x="451966" y="100386"/>
                </a:lnTo>
                <a:lnTo>
                  <a:pt x="441446" y="105127"/>
                </a:lnTo>
                <a:lnTo>
                  <a:pt x="446190" y="115639"/>
                </a:lnTo>
                <a:lnTo>
                  <a:pt x="456711" y="110898"/>
                </a:lnTo>
                <a:close/>
                <a:moveTo>
                  <a:pt x="435670" y="120380"/>
                </a:moveTo>
                <a:lnTo>
                  <a:pt x="430925" y="109868"/>
                </a:lnTo>
                <a:lnTo>
                  <a:pt x="420405" y="114609"/>
                </a:lnTo>
                <a:lnTo>
                  <a:pt x="425149" y="125121"/>
                </a:lnTo>
                <a:lnTo>
                  <a:pt x="435670" y="120380"/>
                </a:lnTo>
                <a:close/>
                <a:moveTo>
                  <a:pt x="414629" y="129862"/>
                </a:moveTo>
                <a:lnTo>
                  <a:pt x="409884" y="119556"/>
                </a:lnTo>
                <a:lnTo>
                  <a:pt x="399364" y="124297"/>
                </a:lnTo>
                <a:lnTo>
                  <a:pt x="404109" y="134810"/>
                </a:lnTo>
                <a:lnTo>
                  <a:pt x="414629" y="129862"/>
                </a:lnTo>
                <a:close/>
                <a:moveTo>
                  <a:pt x="393588" y="139551"/>
                </a:moveTo>
                <a:lnTo>
                  <a:pt x="388844" y="129038"/>
                </a:lnTo>
                <a:lnTo>
                  <a:pt x="378323" y="133779"/>
                </a:lnTo>
                <a:lnTo>
                  <a:pt x="383068" y="144292"/>
                </a:lnTo>
                <a:lnTo>
                  <a:pt x="393588" y="139551"/>
                </a:lnTo>
                <a:close/>
                <a:moveTo>
                  <a:pt x="372547" y="149033"/>
                </a:moveTo>
                <a:lnTo>
                  <a:pt x="367803" y="138520"/>
                </a:lnTo>
                <a:lnTo>
                  <a:pt x="357282" y="143467"/>
                </a:lnTo>
                <a:lnTo>
                  <a:pt x="362027" y="153980"/>
                </a:lnTo>
                <a:lnTo>
                  <a:pt x="372547" y="149033"/>
                </a:lnTo>
                <a:close/>
                <a:moveTo>
                  <a:pt x="351506" y="158721"/>
                </a:moveTo>
                <a:lnTo>
                  <a:pt x="346762" y="148208"/>
                </a:lnTo>
                <a:lnTo>
                  <a:pt x="336241" y="152949"/>
                </a:lnTo>
                <a:lnTo>
                  <a:pt x="340986" y="163462"/>
                </a:lnTo>
                <a:lnTo>
                  <a:pt x="351506" y="15872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b39772ee043ca"/>
          <a:stretch xmlns:a="http://schemas.openxmlformats.org/drawingml/2006/main"/>
        </p:blipFill>
        <p:spPr>
          <a:xfrm xmlns:a="http://schemas.openxmlformats.org/drawingml/2006/main">
            <a:off x="5599975" y="2227088"/>
            <a:ext cx="291881" cy="311670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75a2c43504ab4"/>
          <a:stretch xmlns:a="http://schemas.openxmlformats.org/drawingml/2006/main"/>
        </p:blipFill>
        <p:spPr>
          <a:xfrm xmlns:a="http://schemas.openxmlformats.org/drawingml/2006/main">
            <a:off x="5991081" y="2029202"/>
            <a:ext cx="272093" cy="341353"/>
          </a:xfrm>
          <a:prstGeom xmlns:a="http://schemas.openxmlformats.org/drawingml/2006/main" prst="rect">
            <a:avLst/>
          </a:prstGeom>
        </p:spPr>
      </p:pic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04acabc914666"/>
          <a:stretch xmlns:a="http://schemas.openxmlformats.org/drawingml/2006/main"/>
        </p:blipFill>
        <p:spPr>
          <a:xfrm xmlns:a="http://schemas.openxmlformats.org/drawingml/2006/main">
            <a:off x="6600028" y="1762056"/>
            <a:ext cx="272093" cy="341353"/>
          </a:xfrm>
          <a:prstGeom xmlns:a="http://schemas.openxmlformats.org/drawingml/2006/main" prst="rect">
            <a:avLst/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ef8554bc44bdb"/>
          <a:stretch xmlns:a="http://schemas.openxmlformats.org/drawingml/2006/main"/>
        </p:blipFill>
        <p:spPr>
          <a:xfrm xmlns:a="http://schemas.openxmlformats.org/drawingml/2006/main">
            <a:off x="7476317" y="1395968"/>
            <a:ext cx="267146" cy="341353"/>
          </a:xfrm>
          <a:prstGeom xmlns:a="http://schemas.openxmlformats.org/drawingml/2006/main" prst="rect">
            <a:avLst/>
          </a:prstGeom>
        </p:spPr>
      </p:pic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0747a88fd4c10"/>
          <a:stretch xmlns:a="http://schemas.openxmlformats.org/drawingml/2006/main"/>
        </p:blipFill>
        <p:spPr>
          <a:xfrm xmlns:a="http://schemas.openxmlformats.org/drawingml/2006/main">
            <a:off x="9020969" y="653897"/>
            <a:ext cx="277040" cy="341353"/>
          </a:xfrm>
          <a:prstGeom xmlns:a="http://schemas.openxmlformats.org/drawingml/2006/main" prst="rect">
            <a:avLst/>
          </a:prstGeom>
        </p:spPr>
      </p:pic>
      <p:sp>
        <p:nvSpPr>
          <p:cNvPr id="34" name="Text  ">
            <a:extLst xmlns:a="http://schemas.openxmlformats.org/drawingml/2006/main">
              <a:ext uri="{FF2B5EF4-FFF2-40B4-BE49-F238E27FC236}">
                <a16:creationId xmlns:a16="http://schemas.microsoft.com/office/drawing/2014/main" id="{B380A0F2-2121-446E-B79F-963FFAC1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156" y="122453"/>
            <a:ext cx="133594" cy="144124"/>
          </a:xfrm>
          <a:custGeom xmlns:a="http://schemas.openxmlformats.org/drawingml/2006/main">
            <a:pathLst>
              <a:path w="133594" h="144124">
                <a:moveTo>
                  <a:pt x="17550" y="0"/>
                </a:moveTo>
                <a:lnTo>
                  <a:pt x="133594" y="0"/>
                </a:lnTo>
                <a:lnTo>
                  <a:pt x="122638" y="38901"/>
                </a:lnTo>
                <a:lnTo>
                  <a:pt x="118809" y="38901"/>
                </a:lnTo>
                <a:cubicBezTo>
                  <a:pt x="118951" y="36846"/>
                  <a:pt x="119022" y="35039"/>
                  <a:pt x="119022" y="33480"/>
                </a:cubicBezTo>
                <a:cubicBezTo>
                  <a:pt x="119022" y="26111"/>
                  <a:pt x="116859" y="20389"/>
                  <a:pt x="112534" y="16315"/>
                </a:cubicBezTo>
                <a:cubicBezTo>
                  <a:pt x="108208" y="12241"/>
                  <a:pt x="100905" y="9920"/>
                  <a:pt x="90623" y="9353"/>
                </a:cubicBezTo>
                <a:lnTo>
                  <a:pt x="58501" y="117871"/>
                </a:lnTo>
                <a:cubicBezTo>
                  <a:pt x="56728" y="123894"/>
                  <a:pt x="55841" y="128358"/>
                  <a:pt x="55841" y="131264"/>
                </a:cubicBezTo>
                <a:cubicBezTo>
                  <a:pt x="55841" y="133956"/>
                  <a:pt x="56941" y="136100"/>
                  <a:pt x="59139" y="137694"/>
                </a:cubicBezTo>
                <a:cubicBezTo>
                  <a:pt x="61337" y="139288"/>
                  <a:pt x="65804" y="140156"/>
                  <a:pt x="72541" y="140298"/>
                </a:cubicBezTo>
                <a:lnTo>
                  <a:pt x="71583" y="144124"/>
                </a:lnTo>
                <a:lnTo>
                  <a:pt x="0" y="144124"/>
                </a:lnTo>
                <a:lnTo>
                  <a:pt x="1276" y="140298"/>
                </a:lnTo>
                <a:cubicBezTo>
                  <a:pt x="8580" y="140298"/>
                  <a:pt x="13898" y="138927"/>
                  <a:pt x="17231" y="136186"/>
                </a:cubicBezTo>
                <a:cubicBezTo>
                  <a:pt x="20564" y="133445"/>
                  <a:pt x="23613" y="127304"/>
                  <a:pt x="26378" y="117765"/>
                </a:cubicBezTo>
                <a:lnTo>
                  <a:pt x="58501" y="9353"/>
                </a:lnTo>
                <a:cubicBezTo>
                  <a:pt x="47439" y="9707"/>
                  <a:pt x="38185" y="12117"/>
                  <a:pt x="30739" y="16581"/>
                </a:cubicBezTo>
                <a:cubicBezTo>
                  <a:pt x="23294" y="21045"/>
                  <a:pt x="16487" y="28485"/>
                  <a:pt x="10317" y="38901"/>
                </a:cubicBezTo>
                <a:lnTo>
                  <a:pt x="6169" y="38901"/>
                </a:lnTo>
                <a:lnTo>
                  <a:pt x="175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      ">
            <a:extLst xmlns:a="http://schemas.openxmlformats.org/drawingml/2006/main">
              <a:ext uri="{FF2B5EF4-FFF2-40B4-BE49-F238E27FC236}">
                <a16:creationId xmlns:a16="http://schemas.microsoft.com/office/drawing/2014/main" id="{0C731D79-5958-4444-BB43-5D10D595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575" y="119264"/>
            <a:ext cx="725607" cy="150289"/>
          </a:xfrm>
          <a:custGeom xmlns:a="http://schemas.openxmlformats.org/drawingml/2006/main">
            <a:pathLst>
              <a:path w="725607" h="150289">
                <a:moveTo>
                  <a:pt x="68924" y="0"/>
                </a:moveTo>
                <a:lnTo>
                  <a:pt x="41270" y="95694"/>
                </a:lnTo>
                <a:cubicBezTo>
                  <a:pt x="50842" y="81551"/>
                  <a:pt x="57791" y="71992"/>
                  <a:pt x="62117" y="67017"/>
                </a:cubicBezTo>
                <a:cubicBezTo>
                  <a:pt x="68570" y="59838"/>
                  <a:pt x="74118" y="54988"/>
                  <a:pt x="78763" y="52466"/>
                </a:cubicBezTo>
                <a:cubicBezTo>
                  <a:pt x="83408" y="49941"/>
                  <a:pt x="87857" y="48679"/>
                  <a:pt x="92112" y="48679"/>
                </a:cubicBezTo>
                <a:cubicBezTo>
                  <a:pt x="95728" y="48679"/>
                  <a:pt x="98831" y="50052"/>
                  <a:pt x="101419" y="52798"/>
                </a:cubicBezTo>
                <a:cubicBezTo>
                  <a:pt x="104007" y="55541"/>
                  <a:pt x="105301" y="59195"/>
                  <a:pt x="105301" y="63758"/>
                </a:cubicBezTo>
                <a:cubicBezTo>
                  <a:pt x="105301" y="67600"/>
                  <a:pt x="104450" y="72402"/>
                  <a:pt x="102748" y="78164"/>
                </a:cubicBezTo>
                <a:lnTo>
                  <a:pt x="89240" y="123621"/>
                </a:lnTo>
                <a:cubicBezTo>
                  <a:pt x="88035" y="127607"/>
                  <a:pt x="87432" y="130275"/>
                  <a:pt x="87432" y="131626"/>
                </a:cubicBezTo>
                <a:cubicBezTo>
                  <a:pt x="87432" y="132252"/>
                  <a:pt x="87680" y="132828"/>
                  <a:pt x="88176" y="133353"/>
                </a:cubicBezTo>
                <a:cubicBezTo>
                  <a:pt x="88673" y="133875"/>
                  <a:pt x="89240" y="134137"/>
                  <a:pt x="89878" y="134137"/>
                </a:cubicBezTo>
                <a:cubicBezTo>
                  <a:pt x="90729" y="134137"/>
                  <a:pt x="91580" y="133788"/>
                  <a:pt x="92431" y="133090"/>
                </a:cubicBezTo>
                <a:cubicBezTo>
                  <a:pt x="94700" y="131345"/>
                  <a:pt x="97111" y="128553"/>
                  <a:pt x="99664" y="124714"/>
                </a:cubicBezTo>
                <a:cubicBezTo>
                  <a:pt x="100302" y="123737"/>
                  <a:pt x="101330" y="122271"/>
                  <a:pt x="102748" y="120316"/>
                </a:cubicBezTo>
                <a:lnTo>
                  <a:pt x="106897" y="122621"/>
                </a:lnTo>
                <a:cubicBezTo>
                  <a:pt x="100798" y="132532"/>
                  <a:pt x="95019" y="139338"/>
                  <a:pt x="89559" y="143038"/>
                </a:cubicBezTo>
                <a:cubicBezTo>
                  <a:pt x="84099" y="146738"/>
                  <a:pt x="78923" y="148588"/>
                  <a:pt x="74030" y="148588"/>
                </a:cubicBezTo>
                <a:cubicBezTo>
                  <a:pt x="69633" y="148588"/>
                  <a:pt x="66194" y="147454"/>
                  <a:pt x="63712" y="145187"/>
                </a:cubicBezTo>
                <a:cubicBezTo>
                  <a:pt x="61231" y="142920"/>
                  <a:pt x="59990" y="140085"/>
                  <a:pt x="59990" y="136684"/>
                </a:cubicBezTo>
                <a:cubicBezTo>
                  <a:pt x="59990" y="133562"/>
                  <a:pt x="60841" y="129127"/>
                  <a:pt x="62542" y="123378"/>
                </a:cubicBezTo>
                <a:lnTo>
                  <a:pt x="75732" y="78031"/>
                </a:lnTo>
                <a:cubicBezTo>
                  <a:pt x="76583" y="74906"/>
                  <a:pt x="77008" y="72634"/>
                  <a:pt x="77008" y="71215"/>
                </a:cubicBezTo>
                <a:cubicBezTo>
                  <a:pt x="77008" y="70436"/>
                  <a:pt x="76707" y="69745"/>
                  <a:pt x="76104" y="69143"/>
                </a:cubicBezTo>
                <a:cubicBezTo>
                  <a:pt x="75501" y="68538"/>
                  <a:pt x="74810" y="68236"/>
                  <a:pt x="74030" y="68236"/>
                </a:cubicBezTo>
                <a:cubicBezTo>
                  <a:pt x="71477" y="68236"/>
                  <a:pt x="67967" y="70365"/>
                  <a:pt x="63500" y="74623"/>
                </a:cubicBezTo>
                <a:cubicBezTo>
                  <a:pt x="54281" y="83352"/>
                  <a:pt x="45063" y="97048"/>
                  <a:pt x="35845" y="115712"/>
                </a:cubicBezTo>
                <a:lnTo>
                  <a:pt x="26378" y="147313"/>
                </a:lnTo>
                <a:lnTo>
                  <a:pt x="0" y="147313"/>
                </a:lnTo>
                <a:lnTo>
                  <a:pt x="34888" y="27186"/>
                </a:lnTo>
                <a:cubicBezTo>
                  <a:pt x="36306" y="22091"/>
                  <a:pt x="37015" y="18473"/>
                  <a:pt x="37015" y="16332"/>
                </a:cubicBezTo>
                <a:cubicBezTo>
                  <a:pt x="37015" y="14602"/>
                  <a:pt x="36306" y="13254"/>
                  <a:pt x="34888" y="12286"/>
                </a:cubicBezTo>
                <a:cubicBezTo>
                  <a:pt x="33044" y="10969"/>
                  <a:pt x="30208" y="10416"/>
                  <a:pt x="26378" y="10629"/>
                </a:cubicBezTo>
                <a:lnTo>
                  <a:pt x="27123" y="6377"/>
                </a:lnTo>
                <a:lnTo>
                  <a:pt x="62542" y="0"/>
                </a:lnTo>
                <a:lnTo>
                  <a:pt x="68924" y="0"/>
                </a:lnTo>
                <a:close/>
                <a:moveTo>
                  <a:pt x="168301" y="48679"/>
                </a:moveTo>
                <a:lnTo>
                  <a:pt x="152240" y="108475"/>
                </a:lnTo>
                <a:cubicBezTo>
                  <a:pt x="165429" y="79322"/>
                  <a:pt x="175357" y="61376"/>
                  <a:pt x="182022" y="54638"/>
                </a:cubicBezTo>
                <a:cubicBezTo>
                  <a:pt x="185922" y="50665"/>
                  <a:pt x="190035" y="48679"/>
                  <a:pt x="194361" y="48679"/>
                </a:cubicBezTo>
                <a:cubicBezTo>
                  <a:pt x="197339" y="48679"/>
                  <a:pt x="199750" y="49760"/>
                  <a:pt x="201593" y="51921"/>
                </a:cubicBezTo>
                <a:cubicBezTo>
                  <a:pt x="203437" y="54082"/>
                  <a:pt x="204359" y="57147"/>
                  <a:pt x="204359" y="61115"/>
                </a:cubicBezTo>
                <a:cubicBezTo>
                  <a:pt x="204359" y="67988"/>
                  <a:pt x="202693" y="73763"/>
                  <a:pt x="199360" y="78439"/>
                </a:cubicBezTo>
                <a:cubicBezTo>
                  <a:pt x="197232" y="81415"/>
                  <a:pt x="194857" y="82903"/>
                  <a:pt x="192233" y="82903"/>
                </a:cubicBezTo>
                <a:cubicBezTo>
                  <a:pt x="189397" y="82903"/>
                  <a:pt x="187270" y="81608"/>
                  <a:pt x="185851" y="79017"/>
                </a:cubicBezTo>
                <a:cubicBezTo>
                  <a:pt x="184433" y="76424"/>
                  <a:pt x="183440" y="74901"/>
                  <a:pt x="182873" y="74447"/>
                </a:cubicBezTo>
                <a:cubicBezTo>
                  <a:pt x="182306" y="73991"/>
                  <a:pt x="181703" y="73763"/>
                  <a:pt x="181065" y="73763"/>
                </a:cubicBezTo>
                <a:cubicBezTo>
                  <a:pt x="180356" y="73763"/>
                  <a:pt x="179611" y="73975"/>
                  <a:pt x="178831" y="74400"/>
                </a:cubicBezTo>
                <a:cubicBezTo>
                  <a:pt x="177271" y="75251"/>
                  <a:pt x="175233" y="77323"/>
                  <a:pt x="172715" y="80618"/>
                </a:cubicBezTo>
                <a:cubicBezTo>
                  <a:pt x="170198" y="83911"/>
                  <a:pt x="167096" y="89419"/>
                  <a:pt x="163408" y="97142"/>
                </a:cubicBezTo>
                <a:cubicBezTo>
                  <a:pt x="159721" y="104864"/>
                  <a:pt x="156849" y="111399"/>
                  <a:pt x="154793" y="116749"/>
                </a:cubicBezTo>
                <a:cubicBezTo>
                  <a:pt x="152737" y="122096"/>
                  <a:pt x="149865" y="132284"/>
                  <a:pt x="146177" y="147313"/>
                </a:cubicBezTo>
                <a:lnTo>
                  <a:pt x="120437" y="147313"/>
                </a:lnTo>
                <a:lnTo>
                  <a:pt x="137987" y="76845"/>
                </a:lnTo>
                <a:cubicBezTo>
                  <a:pt x="139264" y="71601"/>
                  <a:pt x="139902" y="68129"/>
                  <a:pt x="139902" y="66429"/>
                </a:cubicBezTo>
                <a:cubicBezTo>
                  <a:pt x="139902" y="64516"/>
                  <a:pt x="139565" y="63028"/>
                  <a:pt x="138891" y="61965"/>
                </a:cubicBezTo>
                <a:cubicBezTo>
                  <a:pt x="138218" y="60902"/>
                  <a:pt x="137296" y="60123"/>
                  <a:pt x="136126" y="59627"/>
                </a:cubicBezTo>
                <a:cubicBezTo>
                  <a:pt x="134956" y="59131"/>
                  <a:pt x="132527" y="58883"/>
                  <a:pt x="128840" y="58883"/>
                </a:cubicBezTo>
                <a:lnTo>
                  <a:pt x="129797" y="55694"/>
                </a:lnTo>
                <a:lnTo>
                  <a:pt x="161919" y="48679"/>
                </a:lnTo>
                <a:lnTo>
                  <a:pt x="168301" y="48679"/>
                </a:lnTo>
                <a:close/>
                <a:moveTo>
                  <a:pt x="235489" y="107349"/>
                </a:moveTo>
                <a:cubicBezTo>
                  <a:pt x="234851" y="111955"/>
                  <a:pt x="234532" y="115746"/>
                  <a:pt x="234532" y="118722"/>
                </a:cubicBezTo>
                <a:cubicBezTo>
                  <a:pt x="234532" y="124036"/>
                  <a:pt x="236074" y="128287"/>
                  <a:pt x="239159" y="131476"/>
                </a:cubicBezTo>
                <a:cubicBezTo>
                  <a:pt x="242243" y="134665"/>
                  <a:pt x="246374" y="136259"/>
                  <a:pt x="251550" y="136259"/>
                </a:cubicBezTo>
                <a:cubicBezTo>
                  <a:pt x="256514" y="136259"/>
                  <a:pt x="261495" y="135204"/>
                  <a:pt x="266494" y="133094"/>
                </a:cubicBezTo>
                <a:cubicBezTo>
                  <a:pt x="271494" y="130983"/>
                  <a:pt x="277290" y="127291"/>
                  <a:pt x="283885" y="122017"/>
                </a:cubicBezTo>
                <a:lnTo>
                  <a:pt x="287076" y="124704"/>
                </a:lnTo>
                <a:cubicBezTo>
                  <a:pt x="278921" y="133928"/>
                  <a:pt x="270979" y="140499"/>
                  <a:pt x="263250" y="144416"/>
                </a:cubicBezTo>
                <a:cubicBezTo>
                  <a:pt x="255521" y="148331"/>
                  <a:pt x="246976" y="150289"/>
                  <a:pt x="237616" y="150289"/>
                </a:cubicBezTo>
                <a:cubicBezTo>
                  <a:pt x="225774" y="150289"/>
                  <a:pt x="217584" y="147452"/>
                  <a:pt x="213046" y="141779"/>
                </a:cubicBezTo>
                <a:cubicBezTo>
                  <a:pt x="208508" y="136104"/>
                  <a:pt x="206239" y="129542"/>
                  <a:pt x="206239" y="122093"/>
                </a:cubicBezTo>
                <a:cubicBezTo>
                  <a:pt x="206239" y="110461"/>
                  <a:pt x="209625" y="98830"/>
                  <a:pt x="216397" y="87198"/>
                </a:cubicBezTo>
                <a:cubicBezTo>
                  <a:pt x="223169" y="75564"/>
                  <a:pt x="232387" y="66236"/>
                  <a:pt x="244051" y="59215"/>
                </a:cubicBezTo>
                <a:cubicBezTo>
                  <a:pt x="255716" y="52191"/>
                  <a:pt x="267434" y="48679"/>
                  <a:pt x="279205" y="48679"/>
                </a:cubicBezTo>
                <a:cubicBezTo>
                  <a:pt x="285161" y="48679"/>
                  <a:pt x="289664" y="50096"/>
                  <a:pt x="292713" y="52931"/>
                </a:cubicBezTo>
                <a:cubicBezTo>
                  <a:pt x="295762" y="55765"/>
                  <a:pt x="297287" y="59343"/>
                  <a:pt x="297287" y="63665"/>
                </a:cubicBezTo>
                <a:cubicBezTo>
                  <a:pt x="297287" y="68838"/>
                  <a:pt x="295798" y="73869"/>
                  <a:pt x="292820" y="78758"/>
                </a:cubicBezTo>
                <a:cubicBezTo>
                  <a:pt x="288707" y="85419"/>
                  <a:pt x="283530" y="90786"/>
                  <a:pt x="277290" y="94860"/>
                </a:cubicBezTo>
                <a:cubicBezTo>
                  <a:pt x="271050" y="98935"/>
                  <a:pt x="264066" y="102035"/>
                  <a:pt x="256337" y="104161"/>
                </a:cubicBezTo>
                <a:cubicBezTo>
                  <a:pt x="251160" y="105578"/>
                  <a:pt x="244211" y="106641"/>
                  <a:pt x="235489" y="107349"/>
                </a:cubicBezTo>
                <a:moveTo>
                  <a:pt x="236446" y="101822"/>
                </a:moveTo>
                <a:cubicBezTo>
                  <a:pt x="242686" y="100905"/>
                  <a:pt x="247526" y="99654"/>
                  <a:pt x="250965" y="98069"/>
                </a:cubicBezTo>
                <a:cubicBezTo>
                  <a:pt x="254404" y="96481"/>
                  <a:pt x="257773" y="93942"/>
                  <a:pt x="261070" y="90450"/>
                </a:cubicBezTo>
                <a:cubicBezTo>
                  <a:pt x="264367" y="86958"/>
                  <a:pt x="267221" y="82549"/>
                  <a:pt x="269632" y="77224"/>
                </a:cubicBezTo>
                <a:cubicBezTo>
                  <a:pt x="272043" y="71898"/>
                  <a:pt x="273249" y="66908"/>
                  <a:pt x="273249" y="62254"/>
                </a:cubicBezTo>
                <a:cubicBezTo>
                  <a:pt x="273249" y="60279"/>
                  <a:pt x="272699" y="58728"/>
                  <a:pt x="271600" y="57600"/>
                </a:cubicBezTo>
                <a:cubicBezTo>
                  <a:pt x="270501" y="56471"/>
                  <a:pt x="269100" y="55907"/>
                  <a:pt x="267399" y="55907"/>
                </a:cubicBezTo>
                <a:cubicBezTo>
                  <a:pt x="263995" y="55907"/>
                  <a:pt x="260166" y="58269"/>
                  <a:pt x="255911" y="62995"/>
                </a:cubicBezTo>
                <a:cubicBezTo>
                  <a:pt x="248111" y="71599"/>
                  <a:pt x="241623" y="84542"/>
                  <a:pt x="236446" y="101822"/>
                </a:cubicBezTo>
                <a:close/>
                <a:moveTo>
                  <a:pt x="333732" y="107349"/>
                </a:moveTo>
                <a:cubicBezTo>
                  <a:pt x="333094" y="111955"/>
                  <a:pt x="332775" y="115746"/>
                  <a:pt x="332775" y="118722"/>
                </a:cubicBezTo>
                <a:cubicBezTo>
                  <a:pt x="332775" y="124036"/>
                  <a:pt x="334317" y="128287"/>
                  <a:pt x="337402" y="131476"/>
                </a:cubicBezTo>
                <a:cubicBezTo>
                  <a:pt x="340486" y="134665"/>
                  <a:pt x="344617" y="136259"/>
                  <a:pt x="349793" y="136259"/>
                </a:cubicBezTo>
                <a:cubicBezTo>
                  <a:pt x="354757" y="136259"/>
                  <a:pt x="359738" y="135204"/>
                  <a:pt x="364738" y="133094"/>
                </a:cubicBezTo>
                <a:cubicBezTo>
                  <a:pt x="369737" y="130983"/>
                  <a:pt x="375534" y="127291"/>
                  <a:pt x="382128" y="122017"/>
                </a:cubicBezTo>
                <a:lnTo>
                  <a:pt x="385319" y="124704"/>
                </a:lnTo>
                <a:cubicBezTo>
                  <a:pt x="377164" y="133928"/>
                  <a:pt x="369223" y="140499"/>
                  <a:pt x="361493" y="144416"/>
                </a:cubicBezTo>
                <a:cubicBezTo>
                  <a:pt x="353764" y="148331"/>
                  <a:pt x="345220" y="150289"/>
                  <a:pt x="335860" y="150289"/>
                </a:cubicBezTo>
                <a:cubicBezTo>
                  <a:pt x="324018" y="150289"/>
                  <a:pt x="315828" y="147452"/>
                  <a:pt x="311289" y="141779"/>
                </a:cubicBezTo>
                <a:cubicBezTo>
                  <a:pt x="306751" y="136104"/>
                  <a:pt x="304482" y="129542"/>
                  <a:pt x="304482" y="122093"/>
                </a:cubicBezTo>
                <a:cubicBezTo>
                  <a:pt x="304482" y="110461"/>
                  <a:pt x="307868" y="98830"/>
                  <a:pt x="314640" y="87198"/>
                </a:cubicBezTo>
                <a:cubicBezTo>
                  <a:pt x="321412" y="75564"/>
                  <a:pt x="330630" y="66236"/>
                  <a:pt x="342295" y="59215"/>
                </a:cubicBezTo>
                <a:cubicBezTo>
                  <a:pt x="353959" y="52191"/>
                  <a:pt x="365677" y="48679"/>
                  <a:pt x="377448" y="48679"/>
                </a:cubicBezTo>
                <a:cubicBezTo>
                  <a:pt x="383405" y="48679"/>
                  <a:pt x="387907" y="50096"/>
                  <a:pt x="390956" y="52931"/>
                </a:cubicBezTo>
                <a:cubicBezTo>
                  <a:pt x="394006" y="55765"/>
                  <a:pt x="395530" y="59343"/>
                  <a:pt x="395530" y="63665"/>
                </a:cubicBezTo>
                <a:cubicBezTo>
                  <a:pt x="395530" y="68838"/>
                  <a:pt x="394041" y="73869"/>
                  <a:pt x="391063" y="78758"/>
                </a:cubicBezTo>
                <a:cubicBezTo>
                  <a:pt x="386950" y="85419"/>
                  <a:pt x="381774" y="90786"/>
                  <a:pt x="375534" y="94860"/>
                </a:cubicBezTo>
                <a:cubicBezTo>
                  <a:pt x="369293" y="98935"/>
                  <a:pt x="362309" y="102035"/>
                  <a:pt x="354580" y="104161"/>
                </a:cubicBezTo>
                <a:cubicBezTo>
                  <a:pt x="349403" y="105578"/>
                  <a:pt x="342454" y="106641"/>
                  <a:pt x="333732" y="107349"/>
                </a:cubicBezTo>
                <a:moveTo>
                  <a:pt x="334690" y="101822"/>
                </a:moveTo>
                <a:cubicBezTo>
                  <a:pt x="340930" y="100905"/>
                  <a:pt x="345769" y="99654"/>
                  <a:pt x="349208" y="98069"/>
                </a:cubicBezTo>
                <a:cubicBezTo>
                  <a:pt x="352647" y="96481"/>
                  <a:pt x="356016" y="93942"/>
                  <a:pt x="359313" y="90450"/>
                </a:cubicBezTo>
                <a:cubicBezTo>
                  <a:pt x="362610" y="86958"/>
                  <a:pt x="365464" y="82549"/>
                  <a:pt x="367875" y="77224"/>
                </a:cubicBezTo>
                <a:cubicBezTo>
                  <a:pt x="370286" y="71898"/>
                  <a:pt x="371492" y="66908"/>
                  <a:pt x="371492" y="62254"/>
                </a:cubicBezTo>
                <a:cubicBezTo>
                  <a:pt x="371492" y="60279"/>
                  <a:pt x="370942" y="58728"/>
                  <a:pt x="369843" y="57600"/>
                </a:cubicBezTo>
                <a:cubicBezTo>
                  <a:pt x="368744" y="56471"/>
                  <a:pt x="367343" y="55907"/>
                  <a:pt x="365642" y="55907"/>
                </a:cubicBezTo>
                <a:cubicBezTo>
                  <a:pt x="362238" y="55907"/>
                  <a:pt x="358409" y="58269"/>
                  <a:pt x="354154" y="62995"/>
                </a:cubicBezTo>
                <a:cubicBezTo>
                  <a:pt x="346354" y="71599"/>
                  <a:pt x="339866" y="84542"/>
                  <a:pt x="334690" y="101822"/>
                </a:cubicBezTo>
                <a:close/>
                <a:moveTo>
                  <a:pt x="495025" y="147313"/>
                </a:moveTo>
                <a:lnTo>
                  <a:pt x="496301" y="143486"/>
                </a:lnTo>
                <a:cubicBezTo>
                  <a:pt x="503250" y="143486"/>
                  <a:pt x="508515" y="142044"/>
                  <a:pt x="512096" y="139159"/>
                </a:cubicBezTo>
                <a:cubicBezTo>
                  <a:pt x="515677" y="136273"/>
                  <a:pt x="518638" y="130878"/>
                  <a:pt x="520978" y="122973"/>
                </a:cubicBezTo>
                <a:lnTo>
                  <a:pt x="547143" y="32015"/>
                </a:lnTo>
                <a:cubicBezTo>
                  <a:pt x="548845" y="26057"/>
                  <a:pt x="549696" y="21163"/>
                  <a:pt x="549696" y="17335"/>
                </a:cubicBezTo>
                <a:cubicBezTo>
                  <a:pt x="549696" y="14071"/>
                  <a:pt x="548704" y="11659"/>
                  <a:pt x="546718" y="10101"/>
                </a:cubicBezTo>
                <a:cubicBezTo>
                  <a:pt x="544733" y="8539"/>
                  <a:pt x="539663" y="7511"/>
                  <a:pt x="531508" y="7015"/>
                </a:cubicBezTo>
                <a:lnTo>
                  <a:pt x="532784" y="3189"/>
                </a:lnTo>
                <a:lnTo>
                  <a:pt x="582137" y="3189"/>
                </a:lnTo>
                <a:cubicBezTo>
                  <a:pt x="608161" y="3189"/>
                  <a:pt x="626935" y="8450"/>
                  <a:pt x="638458" y="18972"/>
                </a:cubicBezTo>
                <a:cubicBezTo>
                  <a:pt x="649980" y="29494"/>
                  <a:pt x="655742" y="44250"/>
                  <a:pt x="655742" y="63240"/>
                </a:cubicBezTo>
                <a:cubicBezTo>
                  <a:pt x="655742" y="76632"/>
                  <a:pt x="653083" y="87863"/>
                  <a:pt x="647765" y="96933"/>
                </a:cubicBezTo>
                <a:cubicBezTo>
                  <a:pt x="637341" y="114647"/>
                  <a:pt x="624967" y="127473"/>
                  <a:pt x="610643" y="135409"/>
                </a:cubicBezTo>
                <a:cubicBezTo>
                  <a:pt x="596319" y="143345"/>
                  <a:pt x="577918" y="147313"/>
                  <a:pt x="555440" y="147313"/>
                </a:cubicBezTo>
                <a:lnTo>
                  <a:pt x="495025" y="147313"/>
                </a:lnTo>
                <a:moveTo>
                  <a:pt x="585116" y="11691"/>
                </a:moveTo>
                <a:lnTo>
                  <a:pt x="553419" y="120954"/>
                </a:lnTo>
                <a:cubicBezTo>
                  <a:pt x="551930" y="125985"/>
                  <a:pt x="551185" y="129598"/>
                  <a:pt x="551185" y="131795"/>
                </a:cubicBezTo>
                <a:cubicBezTo>
                  <a:pt x="551185" y="133779"/>
                  <a:pt x="552001" y="135373"/>
                  <a:pt x="553632" y="136578"/>
                </a:cubicBezTo>
                <a:cubicBezTo>
                  <a:pt x="555759" y="138208"/>
                  <a:pt x="558915" y="139022"/>
                  <a:pt x="563098" y="139022"/>
                </a:cubicBezTo>
                <a:cubicBezTo>
                  <a:pt x="573096" y="139022"/>
                  <a:pt x="582031" y="135905"/>
                  <a:pt x="589902" y="129669"/>
                </a:cubicBezTo>
                <a:cubicBezTo>
                  <a:pt x="599971" y="121662"/>
                  <a:pt x="607647" y="110892"/>
                  <a:pt x="612930" y="97358"/>
                </a:cubicBezTo>
                <a:cubicBezTo>
                  <a:pt x="618213" y="83824"/>
                  <a:pt x="620854" y="70397"/>
                  <a:pt x="620854" y="57076"/>
                </a:cubicBezTo>
                <a:cubicBezTo>
                  <a:pt x="620854" y="47439"/>
                  <a:pt x="619330" y="39042"/>
                  <a:pt x="616281" y="31886"/>
                </a:cubicBezTo>
                <a:cubicBezTo>
                  <a:pt x="613231" y="24729"/>
                  <a:pt x="608516" y="19273"/>
                  <a:pt x="602134" y="15518"/>
                </a:cubicBezTo>
                <a:cubicBezTo>
                  <a:pt x="597667" y="12967"/>
                  <a:pt x="591994" y="11691"/>
                  <a:pt x="585116" y="11691"/>
                </a:cubicBezTo>
                <a:close/>
                <a:moveTo>
                  <a:pt x="709972" y="0"/>
                </a:moveTo>
                <a:cubicBezTo>
                  <a:pt x="714368" y="0"/>
                  <a:pt x="718073" y="1534"/>
                  <a:pt x="721087" y="4604"/>
                </a:cubicBezTo>
                <a:cubicBezTo>
                  <a:pt x="724101" y="7670"/>
                  <a:pt x="725607" y="11379"/>
                  <a:pt x="725607" y="15730"/>
                </a:cubicBezTo>
                <a:cubicBezTo>
                  <a:pt x="725607" y="20081"/>
                  <a:pt x="724083" y="23792"/>
                  <a:pt x="721034" y="26861"/>
                </a:cubicBezTo>
                <a:cubicBezTo>
                  <a:pt x="717985" y="29927"/>
                  <a:pt x="714297" y="31461"/>
                  <a:pt x="709972" y="31461"/>
                </a:cubicBezTo>
                <a:cubicBezTo>
                  <a:pt x="705717" y="31461"/>
                  <a:pt x="702065" y="29927"/>
                  <a:pt x="699016" y="26861"/>
                </a:cubicBezTo>
                <a:cubicBezTo>
                  <a:pt x="695967" y="23792"/>
                  <a:pt x="694443" y="20081"/>
                  <a:pt x="694443" y="15730"/>
                </a:cubicBezTo>
                <a:cubicBezTo>
                  <a:pt x="694443" y="11379"/>
                  <a:pt x="695949" y="7670"/>
                  <a:pt x="698963" y="4604"/>
                </a:cubicBezTo>
                <a:cubicBezTo>
                  <a:pt x="701977" y="1534"/>
                  <a:pt x="705646" y="0"/>
                  <a:pt x="709972" y="0"/>
                </a:cubicBezTo>
                <a:moveTo>
                  <a:pt x="716566" y="48679"/>
                </a:moveTo>
                <a:lnTo>
                  <a:pt x="694762" y="123734"/>
                </a:lnTo>
                <a:cubicBezTo>
                  <a:pt x="693556" y="128027"/>
                  <a:pt x="692954" y="130843"/>
                  <a:pt x="692954" y="132180"/>
                </a:cubicBezTo>
                <a:cubicBezTo>
                  <a:pt x="692954" y="132991"/>
                  <a:pt x="693273" y="133746"/>
                  <a:pt x="693911" y="134445"/>
                </a:cubicBezTo>
                <a:cubicBezTo>
                  <a:pt x="694549" y="135143"/>
                  <a:pt x="695223" y="135492"/>
                  <a:pt x="695932" y="135492"/>
                </a:cubicBezTo>
                <a:cubicBezTo>
                  <a:pt x="697137" y="135492"/>
                  <a:pt x="698343" y="134939"/>
                  <a:pt x="699548" y="133834"/>
                </a:cubicBezTo>
                <a:cubicBezTo>
                  <a:pt x="702739" y="131111"/>
                  <a:pt x="706568" y="126179"/>
                  <a:pt x="711036" y="119041"/>
                </a:cubicBezTo>
                <a:lnTo>
                  <a:pt x="714652" y="121249"/>
                </a:lnTo>
                <a:cubicBezTo>
                  <a:pt x="703945" y="140609"/>
                  <a:pt x="692564" y="150289"/>
                  <a:pt x="680509" y="150289"/>
                </a:cubicBezTo>
                <a:cubicBezTo>
                  <a:pt x="675900" y="150289"/>
                  <a:pt x="672230" y="148996"/>
                  <a:pt x="669500" y="146409"/>
                </a:cubicBezTo>
                <a:cubicBezTo>
                  <a:pt x="666770" y="143823"/>
                  <a:pt x="665405" y="140546"/>
                  <a:pt x="665405" y="136578"/>
                </a:cubicBezTo>
                <a:cubicBezTo>
                  <a:pt x="665405" y="133956"/>
                  <a:pt x="666008" y="130626"/>
                  <a:pt x="667213" y="126587"/>
                </a:cubicBezTo>
                <a:lnTo>
                  <a:pt x="681998" y="75782"/>
                </a:lnTo>
                <a:cubicBezTo>
                  <a:pt x="683416" y="70893"/>
                  <a:pt x="684125" y="67208"/>
                  <a:pt x="684125" y="64728"/>
                </a:cubicBezTo>
                <a:cubicBezTo>
                  <a:pt x="684125" y="63169"/>
                  <a:pt x="683452" y="61788"/>
                  <a:pt x="682104" y="60583"/>
                </a:cubicBezTo>
                <a:cubicBezTo>
                  <a:pt x="680757" y="59379"/>
                  <a:pt x="678913" y="58776"/>
                  <a:pt x="676573" y="58776"/>
                </a:cubicBezTo>
                <a:cubicBezTo>
                  <a:pt x="675510" y="58776"/>
                  <a:pt x="674233" y="58812"/>
                  <a:pt x="672744" y="58883"/>
                </a:cubicBezTo>
                <a:lnTo>
                  <a:pt x="674127" y="54631"/>
                </a:lnTo>
                <a:lnTo>
                  <a:pt x="710185" y="48679"/>
                </a:lnTo>
                <a:lnTo>
                  <a:pt x="716566" y="486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 ">
            <a:extLst xmlns:a="http://schemas.openxmlformats.org/drawingml/2006/main">
              <a:ext uri="{FF2B5EF4-FFF2-40B4-BE49-F238E27FC236}">
                <a16:creationId xmlns:a16="http://schemas.microsoft.com/office/drawing/2014/main" id="{C3E950EA-8A00-4242-B258-15BDA2D7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4200" y="119264"/>
            <a:ext cx="145401" cy="194291"/>
          </a:xfrm>
          <a:custGeom xmlns:a="http://schemas.openxmlformats.org/drawingml/2006/main">
            <a:pathLst>
              <a:path w="145401" h="194291">
                <a:moveTo>
                  <a:pt x="91899" y="64409"/>
                </a:moveTo>
                <a:lnTo>
                  <a:pt x="79454" y="113368"/>
                </a:lnTo>
                <a:cubicBezTo>
                  <a:pt x="73640" y="136469"/>
                  <a:pt x="67967" y="153232"/>
                  <a:pt x="62436" y="163654"/>
                </a:cubicBezTo>
                <a:cubicBezTo>
                  <a:pt x="56905" y="174079"/>
                  <a:pt x="50435" y="181792"/>
                  <a:pt x="43025" y="186791"/>
                </a:cubicBezTo>
                <a:cubicBezTo>
                  <a:pt x="35614" y="191791"/>
                  <a:pt x="27123" y="194291"/>
                  <a:pt x="17550" y="194291"/>
                </a:cubicBezTo>
                <a:cubicBezTo>
                  <a:pt x="11523" y="194291"/>
                  <a:pt x="7091" y="193129"/>
                  <a:pt x="4255" y="190804"/>
                </a:cubicBezTo>
                <a:cubicBezTo>
                  <a:pt x="1418" y="188479"/>
                  <a:pt x="0" y="185743"/>
                  <a:pt x="0" y="182596"/>
                </a:cubicBezTo>
                <a:cubicBezTo>
                  <a:pt x="0" y="179662"/>
                  <a:pt x="1170" y="177123"/>
                  <a:pt x="3510" y="174977"/>
                </a:cubicBezTo>
                <a:cubicBezTo>
                  <a:pt x="5850" y="172831"/>
                  <a:pt x="8935" y="171759"/>
                  <a:pt x="12764" y="171759"/>
                </a:cubicBezTo>
                <a:cubicBezTo>
                  <a:pt x="15955" y="171759"/>
                  <a:pt x="18401" y="172578"/>
                  <a:pt x="20103" y="174216"/>
                </a:cubicBezTo>
                <a:cubicBezTo>
                  <a:pt x="21805" y="175857"/>
                  <a:pt x="22656" y="177925"/>
                  <a:pt x="22656" y="180421"/>
                </a:cubicBezTo>
                <a:cubicBezTo>
                  <a:pt x="22656" y="182702"/>
                  <a:pt x="22124" y="184394"/>
                  <a:pt x="21060" y="185499"/>
                </a:cubicBezTo>
                <a:cubicBezTo>
                  <a:pt x="19997" y="186607"/>
                  <a:pt x="19465" y="187338"/>
                  <a:pt x="19465" y="187695"/>
                </a:cubicBezTo>
                <a:lnTo>
                  <a:pt x="19997" y="188442"/>
                </a:lnTo>
                <a:cubicBezTo>
                  <a:pt x="20422" y="188799"/>
                  <a:pt x="20918" y="188977"/>
                  <a:pt x="21486" y="188977"/>
                </a:cubicBezTo>
                <a:cubicBezTo>
                  <a:pt x="23613" y="188977"/>
                  <a:pt x="25421" y="188306"/>
                  <a:pt x="26910" y="186964"/>
                </a:cubicBezTo>
                <a:cubicBezTo>
                  <a:pt x="30668" y="183643"/>
                  <a:pt x="33469" y="179614"/>
                  <a:pt x="35313" y="174877"/>
                </a:cubicBezTo>
                <a:cubicBezTo>
                  <a:pt x="36589" y="171627"/>
                  <a:pt x="39036" y="163041"/>
                  <a:pt x="42652" y="149120"/>
                </a:cubicBezTo>
                <a:lnTo>
                  <a:pt x="64351" y="64409"/>
                </a:lnTo>
                <a:lnTo>
                  <a:pt x="49566" y="64409"/>
                </a:lnTo>
                <a:lnTo>
                  <a:pt x="53076" y="51655"/>
                </a:lnTo>
                <a:cubicBezTo>
                  <a:pt x="58394" y="51726"/>
                  <a:pt x="62259" y="51056"/>
                  <a:pt x="64670" y="49646"/>
                </a:cubicBezTo>
                <a:cubicBezTo>
                  <a:pt x="67081" y="48233"/>
                  <a:pt x="69633" y="45057"/>
                  <a:pt x="72328" y="40116"/>
                </a:cubicBezTo>
                <a:cubicBezTo>
                  <a:pt x="80128" y="25792"/>
                  <a:pt x="88354" y="15526"/>
                  <a:pt x="97005" y="9317"/>
                </a:cubicBezTo>
                <a:cubicBezTo>
                  <a:pt x="105656" y="3106"/>
                  <a:pt x="115299" y="0"/>
                  <a:pt x="125936" y="0"/>
                </a:cubicBezTo>
                <a:cubicBezTo>
                  <a:pt x="132743" y="0"/>
                  <a:pt x="137689" y="1322"/>
                  <a:pt x="140774" y="3966"/>
                </a:cubicBezTo>
                <a:cubicBezTo>
                  <a:pt x="143858" y="6607"/>
                  <a:pt x="145401" y="10036"/>
                  <a:pt x="145401" y="14252"/>
                </a:cubicBezTo>
                <a:cubicBezTo>
                  <a:pt x="145401" y="17966"/>
                  <a:pt x="144372" y="20912"/>
                  <a:pt x="142316" y="23091"/>
                </a:cubicBezTo>
                <a:cubicBezTo>
                  <a:pt x="140260" y="25270"/>
                  <a:pt x="137707" y="26359"/>
                  <a:pt x="134658" y="26359"/>
                </a:cubicBezTo>
                <a:cubicBezTo>
                  <a:pt x="131821" y="26359"/>
                  <a:pt x="129481" y="25469"/>
                  <a:pt x="127638" y="23689"/>
                </a:cubicBezTo>
                <a:cubicBezTo>
                  <a:pt x="125794" y="21908"/>
                  <a:pt x="124872" y="19771"/>
                  <a:pt x="124872" y="17278"/>
                </a:cubicBezTo>
                <a:cubicBezTo>
                  <a:pt x="124872" y="15498"/>
                  <a:pt x="125457" y="13611"/>
                  <a:pt x="126627" y="11618"/>
                </a:cubicBezTo>
                <a:cubicBezTo>
                  <a:pt x="127797" y="9626"/>
                  <a:pt x="128382" y="8273"/>
                  <a:pt x="128382" y="7560"/>
                </a:cubicBezTo>
                <a:cubicBezTo>
                  <a:pt x="128382" y="6776"/>
                  <a:pt x="128116" y="6135"/>
                  <a:pt x="127584" y="5636"/>
                </a:cubicBezTo>
                <a:cubicBezTo>
                  <a:pt x="127053" y="5138"/>
                  <a:pt x="126361" y="4889"/>
                  <a:pt x="125510" y="4889"/>
                </a:cubicBezTo>
                <a:cubicBezTo>
                  <a:pt x="121327" y="4889"/>
                  <a:pt x="117037" y="7458"/>
                  <a:pt x="112640" y="12595"/>
                </a:cubicBezTo>
                <a:cubicBezTo>
                  <a:pt x="105407" y="20830"/>
                  <a:pt x="99593" y="33850"/>
                  <a:pt x="95196" y="51655"/>
                </a:cubicBezTo>
                <a:lnTo>
                  <a:pt x="110619" y="51655"/>
                </a:lnTo>
                <a:lnTo>
                  <a:pt x="106897" y="64409"/>
                </a:lnTo>
                <a:lnTo>
                  <a:pt x="91899" y="644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 ">
            <a:extLst xmlns:a="http://schemas.openxmlformats.org/drawingml/2006/main">
              <a:ext uri="{FF2B5EF4-FFF2-40B4-BE49-F238E27FC236}">
                <a16:creationId xmlns:a16="http://schemas.microsoft.com/office/drawing/2014/main" id="{33995699-E45B-4971-A628-7C3BD002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472" y="119264"/>
            <a:ext cx="145401" cy="194291"/>
          </a:xfrm>
          <a:custGeom xmlns:a="http://schemas.openxmlformats.org/drawingml/2006/main">
            <a:pathLst>
              <a:path w="145401" h="194291">
                <a:moveTo>
                  <a:pt x="91899" y="64409"/>
                </a:moveTo>
                <a:lnTo>
                  <a:pt x="79454" y="113368"/>
                </a:lnTo>
                <a:cubicBezTo>
                  <a:pt x="73640" y="136469"/>
                  <a:pt x="67967" y="153232"/>
                  <a:pt x="62436" y="163654"/>
                </a:cubicBezTo>
                <a:cubicBezTo>
                  <a:pt x="56905" y="174079"/>
                  <a:pt x="50435" y="181792"/>
                  <a:pt x="43025" y="186791"/>
                </a:cubicBezTo>
                <a:cubicBezTo>
                  <a:pt x="35614" y="191791"/>
                  <a:pt x="27123" y="194291"/>
                  <a:pt x="17550" y="194291"/>
                </a:cubicBezTo>
                <a:cubicBezTo>
                  <a:pt x="11523" y="194291"/>
                  <a:pt x="7091" y="193129"/>
                  <a:pt x="4255" y="190804"/>
                </a:cubicBezTo>
                <a:cubicBezTo>
                  <a:pt x="1418" y="188479"/>
                  <a:pt x="0" y="185743"/>
                  <a:pt x="0" y="182596"/>
                </a:cubicBezTo>
                <a:cubicBezTo>
                  <a:pt x="0" y="179662"/>
                  <a:pt x="1170" y="177123"/>
                  <a:pt x="3510" y="174977"/>
                </a:cubicBezTo>
                <a:cubicBezTo>
                  <a:pt x="5850" y="172831"/>
                  <a:pt x="8935" y="171759"/>
                  <a:pt x="12764" y="171759"/>
                </a:cubicBezTo>
                <a:cubicBezTo>
                  <a:pt x="15955" y="171759"/>
                  <a:pt x="18401" y="172578"/>
                  <a:pt x="20103" y="174216"/>
                </a:cubicBezTo>
                <a:cubicBezTo>
                  <a:pt x="21805" y="175857"/>
                  <a:pt x="22656" y="177925"/>
                  <a:pt x="22656" y="180421"/>
                </a:cubicBezTo>
                <a:cubicBezTo>
                  <a:pt x="22656" y="182702"/>
                  <a:pt x="22124" y="184394"/>
                  <a:pt x="21060" y="185499"/>
                </a:cubicBezTo>
                <a:cubicBezTo>
                  <a:pt x="19997" y="186607"/>
                  <a:pt x="19465" y="187338"/>
                  <a:pt x="19465" y="187695"/>
                </a:cubicBezTo>
                <a:lnTo>
                  <a:pt x="19997" y="188442"/>
                </a:lnTo>
                <a:cubicBezTo>
                  <a:pt x="20422" y="188799"/>
                  <a:pt x="20918" y="188977"/>
                  <a:pt x="21486" y="188977"/>
                </a:cubicBezTo>
                <a:cubicBezTo>
                  <a:pt x="23613" y="188977"/>
                  <a:pt x="25421" y="188306"/>
                  <a:pt x="26910" y="186964"/>
                </a:cubicBezTo>
                <a:cubicBezTo>
                  <a:pt x="30668" y="183643"/>
                  <a:pt x="33469" y="179614"/>
                  <a:pt x="35313" y="174877"/>
                </a:cubicBezTo>
                <a:cubicBezTo>
                  <a:pt x="36589" y="171627"/>
                  <a:pt x="39036" y="163041"/>
                  <a:pt x="42652" y="149120"/>
                </a:cubicBezTo>
                <a:lnTo>
                  <a:pt x="64351" y="64409"/>
                </a:lnTo>
                <a:lnTo>
                  <a:pt x="49566" y="64409"/>
                </a:lnTo>
                <a:lnTo>
                  <a:pt x="53076" y="51655"/>
                </a:lnTo>
                <a:cubicBezTo>
                  <a:pt x="58394" y="51726"/>
                  <a:pt x="62259" y="51056"/>
                  <a:pt x="64670" y="49646"/>
                </a:cubicBezTo>
                <a:cubicBezTo>
                  <a:pt x="67081" y="48233"/>
                  <a:pt x="69633" y="45057"/>
                  <a:pt x="72328" y="40116"/>
                </a:cubicBezTo>
                <a:cubicBezTo>
                  <a:pt x="80128" y="25792"/>
                  <a:pt x="88354" y="15526"/>
                  <a:pt x="97005" y="9317"/>
                </a:cubicBezTo>
                <a:cubicBezTo>
                  <a:pt x="105656" y="3106"/>
                  <a:pt x="115299" y="0"/>
                  <a:pt x="125936" y="0"/>
                </a:cubicBezTo>
                <a:cubicBezTo>
                  <a:pt x="132743" y="0"/>
                  <a:pt x="137689" y="1322"/>
                  <a:pt x="140774" y="3966"/>
                </a:cubicBezTo>
                <a:cubicBezTo>
                  <a:pt x="143858" y="6607"/>
                  <a:pt x="145401" y="10036"/>
                  <a:pt x="145401" y="14252"/>
                </a:cubicBezTo>
                <a:cubicBezTo>
                  <a:pt x="145401" y="17966"/>
                  <a:pt x="144372" y="20912"/>
                  <a:pt x="142316" y="23091"/>
                </a:cubicBezTo>
                <a:cubicBezTo>
                  <a:pt x="140260" y="25270"/>
                  <a:pt x="137707" y="26359"/>
                  <a:pt x="134658" y="26359"/>
                </a:cubicBezTo>
                <a:cubicBezTo>
                  <a:pt x="131821" y="26359"/>
                  <a:pt x="129481" y="25469"/>
                  <a:pt x="127638" y="23689"/>
                </a:cubicBezTo>
                <a:cubicBezTo>
                  <a:pt x="125794" y="21908"/>
                  <a:pt x="124872" y="19771"/>
                  <a:pt x="124872" y="17278"/>
                </a:cubicBezTo>
                <a:cubicBezTo>
                  <a:pt x="124872" y="15498"/>
                  <a:pt x="125457" y="13611"/>
                  <a:pt x="126627" y="11618"/>
                </a:cubicBezTo>
                <a:cubicBezTo>
                  <a:pt x="127797" y="9626"/>
                  <a:pt x="128382" y="8273"/>
                  <a:pt x="128382" y="7560"/>
                </a:cubicBezTo>
                <a:cubicBezTo>
                  <a:pt x="128382" y="6776"/>
                  <a:pt x="128116" y="6135"/>
                  <a:pt x="127584" y="5636"/>
                </a:cubicBezTo>
                <a:cubicBezTo>
                  <a:pt x="127053" y="5138"/>
                  <a:pt x="126361" y="4889"/>
                  <a:pt x="125510" y="4889"/>
                </a:cubicBezTo>
                <a:cubicBezTo>
                  <a:pt x="121327" y="4889"/>
                  <a:pt x="117037" y="7458"/>
                  <a:pt x="112640" y="12595"/>
                </a:cubicBezTo>
                <a:cubicBezTo>
                  <a:pt x="105407" y="20830"/>
                  <a:pt x="99593" y="33850"/>
                  <a:pt x="95196" y="51655"/>
                </a:cubicBezTo>
                <a:lnTo>
                  <a:pt x="110619" y="51655"/>
                </a:lnTo>
                <a:lnTo>
                  <a:pt x="106897" y="64409"/>
                </a:lnTo>
                <a:lnTo>
                  <a:pt x="91899" y="644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           ">
            <a:extLst xmlns:a="http://schemas.openxmlformats.org/drawingml/2006/main">
              <a:ext uri="{FF2B5EF4-FFF2-40B4-BE49-F238E27FC236}">
                <a16:creationId xmlns:a16="http://schemas.microsoft.com/office/drawing/2014/main" id="{20D30817-7E0E-4284-BC7E-6A990BA0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210" y="119264"/>
            <a:ext cx="1178718" cy="150289"/>
          </a:xfrm>
          <a:custGeom xmlns:a="http://schemas.openxmlformats.org/drawingml/2006/main">
            <a:pathLst>
              <a:path w="1178718" h="150289">
                <a:moveTo>
                  <a:pt x="29250" y="107349"/>
                </a:moveTo>
                <a:cubicBezTo>
                  <a:pt x="28612" y="111955"/>
                  <a:pt x="28293" y="115746"/>
                  <a:pt x="28293" y="118722"/>
                </a:cubicBezTo>
                <a:cubicBezTo>
                  <a:pt x="28293" y="124036"/>
                  <a:pt x="29835" y="128287"/>
                  <a:pt x="32920" y="131476"/>
                </a:cubicBezTo>
                <a:cubicBezTo>
                  <a:pt x="36004" y="134665"/>
                  <a:pt x="40135" y="136259"/>
                  <a:pt x="45311" y="136259"/>
                </a:cubicBezTo>
                <a:cubicBezTo>
                  <a:pt x="50275" y="136259"/>
                  <a:pt x="55256" y="135204"/>
                  <a:pt x="60256" y="133094"/>
                </a:cubicBezTo>
                <a:cubicBezTo>
                  <a:pt x="65255" y="130983"/>
                  <a:pt x="71052" y="127291"/>
                  <a:pt x="77646" y="122017"/>
                </a:cubicBezTo>
                <a:lnTo>
                  <a:pt x="80837" y="124704"/>
                </a:lnTo>
                <a:cubicBezTo>
                  <a:pt x="72683" y="133928"/>
                  <a:pt x="64741" y="140499"/>
                  <a:pt x="57011" y="144416"/>
                </a:cubicBezTo>
                <a:cubicBezTo>
                  <a:pt x="49282" y="148331"/>
                  <a:pt x="40738" y="150289"/>
                  <a:pt x="31378" y="150289"/>
                </a:cubicBezTo>
                <a:cubicBezTo>
                  <a:pt x="19536" y="150289"/>
                  <a:pt x="11346" y="147452"/>
                  <a:pt x="6807" y="141779"/>
                </a:cubicBezTo>
                <a:cubicBezTo>
                  <a:pt x="2269" y="136104"/>
                  <a:pt x="0" y="129542"/>
                  <a:pt x="0" y="122093"/>
                </a:cubicBezTo>
                <a:cubicBezTo>
                  <a:pt x="0" y="110461"/>
                  <a:pt x="3386" y="98830"/>
                  <a:pt x="10158" y="87198"/>
                </a:cubicBezTo>
                <a:cubicBezTo>
                  <a:pt x="16930" y="75564"/>
                  <a:pt x="26148" y="66236"/>
                  <a:pt x="37813" y="59215"/>
                </a:cubicBezTo>
                <a:cubicBezTo>
                  <a:pt x="49477" y="52191"/>
                  <a:pt x="61195" y="48679"/>
                  <a:pt x="72966" y="48679"/>
                </a:cubicBezTo>
                <a:cubicBezTo>
                  <a:pt x="78923" y="48679"/>
                  <a:pt x="83425" y="50096"/>
                  <a:pt x="86474" y="52931"/>
                </a:cubicBezTo>
                <a:cubicBezTo>
                  <a:pt x="89524" y="55765"/>
                  <a:pt x="91048" y="59343"/>
                  <a:pt x="91048" y="63665"/>
                </a:cubicBezTo>
                <a:cubicBezTo>
                  <a:pt x="91048" y="68838"/>
                  <a:pt x="89559" y="73869"/>
                  <a:pt x="86581" y="78758"/>
                </a:cubicBezTo>
                <a:cubicBezTo>
                  <a:pt x="82468" y="85419"/>
                  <a:pt x="77292" y="90786"/>
                  <a:pt x="71052" y="94860"/>
                </a:cubicBezTo>
                <a:cubicBezTo>
                  <a:pt x="64812" y="98935"/>
                  <a:pt x="57827" y="102035"/>
                  <a:pt x="50098" y="104161"/>
                </a:cubicBezTo>
                <a:cubicBezTo>
                  <a:pt x="44921" y="105578"/>
                  <a:pt x="37972" y="106641"/>
                  <a:pt x="29250" y="107349"/>
                </a:cubicBezTo>
                <a:moveTo>
                  <a:pt x="30208" y="101822"/>
                </a:moveTo>
                <a:cubicBezTo>
                  <a:pt x="36448" y="100905"/>
                  <a:pt x="41287" y="99654"/>
                  <a:pt x="44726" y="98069"/>
                </a:cubicBezTo>
                <a:cubicBezTo>
                  <a:pt x="48165" y="96481"/>
                  <a:pt x="51534" y="93942"/>
                  <a:pt x="54831" y="90450"/>
                </a:cubicBezTo>
                <a:cubicBezTo>
                  <a:pt x="58128" y="86958"/>
                  <a:pt x="60982" y="82549"/>
                  <a:pt x="63393" y="77224"/>
                </a:cubicBezTo>
                <a:cubicBezTo>
                  <a:pt x="65804" y="71898"/>
                  <a:pt x="67010" y="66908"/>
                  <a:pt x="67010" y="62254"/>
                </a:cubicBezTo>
                <a:cubicBezTo>
                  <a:pt x="67010" y="60279"/>
                  <a:pt x="66460" y="58728"/>
                  <a:pt x="65361" y="57600"/>
                </a:cubicBezTo>
                <a:cubicBezTo>
                  <a:pt x="64262" y="56471"/>
                  <a:pt x="62862" y="55907"/>
                  <a:pt x="61160" y="55907"/>
                </a:cubicBezTo>
                <a:cubicBezTo>
                  <a:pt x="57756" y="55907"/>
                  <a:pt x="53927" y="58269"/>
                  <a:pt x="49672" y="62995"/>
                </a:cubicBezTo>
                <a:cubicBezTo>
                  <a:pt x="41872" y="71599"/>
                  <a:pt x="35384" y="84542"/>
                  <a:pt x="30208" y="101822"/>
                </a:cubicBezTo>
                <a:close/>
                <a:moveTo>
                  <a:pt x="145697" y="48679"/>
                </a:moveTo>
                <a:lnTo>
                  <a:pt x="129636" y="108475"/>
                </a:lnTo>
                <a:cubicBezTo>
                  <a:pt x="142825" y="79322"/>
                  <a:pt x="152753" y="61376"/>
                  <a:pt x="159418" y="54638"/>
                </a:cubicBezTo>
                <a:cubicBezTo>
                  <a:pt x="163318" y="50665"/>
                  <a:pt x="167431" y="48679"/>
                  <a:pt x="171756" y="48679"/>
                </a:cubicBezTo>
                <a:cubicBezTo>
                  <a:pt x="174735" y="48679"/>
                  <a:pt x="177146" y="49760"/>
                  <a:pt x="178989" y="51921"/>
                </a:cubicBezTo>
                <a:cubicBezTo>
                  <a:pt x="180833" y="54082"/>
                  <a:pt x="181755" y="57147"/>
                  <a:pt x="181755" y="61115"/>
                </a:cubicBezTo>
                <a:cubicBezTo>
                  <a:pt x="181755" y="67988"/>
                  <a:pt x="180088" y="73763"/>
                  <a:pt x="176756" y="78439"/>
                </a:cubicBezTo>
                <a:cubicBezTo>
                  <a:pt x="174628" y="81415"/>
                  <a:pt x="172253" y="82903"/>
                  <a:pt x="169629" y="82903"/>
                </a:cubicBezTo>
                <a:cubicBezTo>
                  <a:pt x="166793" y="82903"/>
                  <a:pt x="164665" y="81608"/>
                  <a:pt x="163247" y="79017"/>
                </a:cubicBezTo>
                <a:cubicBezTo>
                  <a:pt x="161829" y="76424"/>
                  <a:pt x="160836" y="74901"/>
                  <a:pt x="160269" y="74447"/>
                </a:cubicBezTo>
                <a:cubicBezTo>
                  <a:pt x="159702" y="73991"/>
                  <a:pt x="159099" y="73763"/>
                  <a:pt x="158461" y="73763"/>
                </a:cubicBezTo>
                <a:cubicBezTo>
                  <a:pt x="157752" y="73763"/>
                  <a:pt x="157007" y="73975"/>
                  <a:pt x="156227" y="74400"/>
                </a:cubicBezTo>
                <a:cubicBezTo>
                  <a:pt x="154667" y="75251"/>
                  <a:pt x="152629" y="77323"/>
                  <a:pt x="150111" y="80618"/>
                </a:cubicBezTo>
                <a:cubicBezTo>
                  <a:pt x="147594" y="83911"/>
                  <a:pt x="144492" y="89419"/>
                  <a:pt x="140804" y="97142"/>
                </a:cubicBezTo>
                <a:cubicBezTo>
                  <a:pt x="137117" y="104864"/>
                  <a:pt x="134245" y="111399"/>
                  <a:pt x="132189" y="116749"/>
                </a:cubicBezTo>
                <a:cubicBezTo>
                  <a:pt x="130132" y="122096"/>
                  <a:pt x="127261" y="132284"/>
                  <a:pt x="123573" y="147313"/>
                </a:cubicBezTo>
                <a:lnTo>
                  <a:pt x="97833" y="147313"/>
                </a:lnTo>
                <a:lnTo>
                  <a:pt x="115383" y="76845"/>
                </a:lnTo>
                <a:cubicBezTo>
                  <a:pt x="116660" y="71601"/>
                  <a:pt x="117298" y="68129"/>
                  <a:pt x="117298" y="66429"/>
                </a:cubicBezTo>
                <a:cubicBezTo>
                  <a:pt x="117298" y="64516"/>
                  <a:pt x="116961" y="63028"/>
                  <a:pt x="116287" y="61965"/>
                </a:cubicBezTo>
                <a:cubicBezTo>
                  <a:pt x="115614" y="60902"/>
                  <a:pt x="114692" y="60123"/>
                  <a:pt x="113522" y="59627"/>
                </a:cubicBezTo>
                <a:cubicBezTo>
                  <a:pt x="112352" y="59131"/>
                  <a:pt x="109923" y="58883"/>
                  <a:pt x="106236" y="58883"/>
                </a:cubicBezTo>
                <a:lnTo>
                  <a:pt x="107193" y="55694"/>
                </a:lnTo>
                <a:lnTo>
                  <a:pt x="139315" y="48679"/>
                </a:lnTo>
                <a:lnTo>
                  <a:pt x="145697" y="48679"/>
                </a:lnTo>
                <a:close/>
                <a:moveTo>
                  <a:pt x="212885" y="107349"/>
                </a:moveTo>
                <a:cubicBezTo>
                  <a:pt x="212246" y="111955"/>
                  <a:pt x="211927" y="115746"/>
                  <a:pt x="211927" y="118722"/>
                </a:cubicBezTo>
                <a:cubicBezTo>
                  <a:pt x="211927" y="124036"/>
                  <a:pt x="213470" y="128287"/>
                  <a:pt x="216554" y="131476"/>
                </a:cubicBezTo>
                <a:cubicBezTo>
                  <a:pt x="219639" y="134665"/>
                  <a:pt x="223769" y="136259"/>
                  <a:pt x="228946" y="136259"/>
                </a:cubicBezTo>
                <a:cubicBezTo>
                  <a:pt x="233909" y="136259"/>
                  <a:pt x="238891" y="135204"/>
                  <a:pt x="243890" y="133094"/>
                </a:cubicBezTo>
                <a:cubicBezTo>
                  <a:pt x="248889" y="130983"/>
                  <a:pt x="254686" y="127291"/>
                  <a:pt x="261281" y="122017"/>
                </a:cubicBezTo>
                <a:lnTo>
                  <a:pt x="264472" y="124704"/>
                </a:lnTo>
                <a:cubicBezTo>
                  <a:pt x="256317" y="133928"/>
                  <a:pt x="248375" y="140499"/>
                  <a:pt x="240646" y="144416"/>
                </a:cubicBezTo>
                <a:cubicBezTo>
                  <a:pt x="232917" y="148331"/>
                  <a:pt x="224372" y="150289"/>
                  <a:pt x="215012" y="150289"/>
                </a:cubicBezTo>
                <a:cubicBezTo>
                  <a:pt x="203170" y="150289"/>
                  <a:pt x="194980" y="147452"/>
                  <a:pt x="190442" y="141779"/>
                </a:cubicBezTo>
                <a:cubicBezTo>
                  <a:pt x="185903" y="136104"/>
                  <a:pt x="183634" y="129542"/>
                  <a:pt x="183634" y="122093"/>
                </a:cubicBezTo>
                <a:cubicBezTo>
                  <a:pt x="183634" y="110461"/>
                  <a:pt x="187020" y="98830"/>
                  <a:pt x="193792" y="87198"/>
                </a:cubicBezTo>
                <a:cubicBezTo>
                  <a:pt x="200564" y="75564"/>
                  <a:pt x="209782" y="66236"/>
                  <a:pt x="221447" y="59215"/>
                </a:cubicBezTo>
                <a:cubicBezTo>
                  <a:pt x="233112" y="52191"/>
                  <a:pt x="244830" y="48679"/>
                  <a:pt x="256601" y="48679"/>
                </a:cubicBezTo>
                <a:cubicBezTo>
                  <a:pt x="262557" y="48679"/>
                  <a:pt x="267060" y="50096"/>
                  <a:pt x="270109" y="52931"/>
                </a:cubicBezTo>
                <a:cubicBezTo>
                  <a:pt x="273158" y="55765"/>
                  <a:pt x="274683" y="59343"/>
                  <a:pt x="274683" y="63665"/>
                </a:cubicBezTo>
                <a:cubicBezTo>
                  <a:pt x="274683" y="68838"/>
                  <a:pt x="273193" y="73869"/>
                  <a:pt x="270215" y="78758"/>
                </a:cubicBezTo>
                <a:cubicBezTo>
                  <a:pt x="266102" y="85419"/>
                  <a:pt x="260926" y="90786"/>
                  <a:pt x="254686" y="94860"/>
                </a:cubicBezTo>
                <a:cubicBezTo>
                  <a:pt x="248446" y="98935"/>
                  <a:pt x="241461" y="102035"/>
                  <a:pt x="233732" y="104161"/>
                </a:cubicBezTo>
                <a:cubicBezTo>
                  <a:pt x="228556" y="105578"/>
                  <a:pt x="221607" y="106641"/>
                  <a:pt x="212885" y="107349"/>
                </a:cubicBezTo>
                <a:moveTo>
                  <a:pt x="213842" y="101822"/>
                </a:moveTo>
                <a:cubicBezTo>
                  <a:pt x="220082" y="100905"/>
                  <a:pt x="224922" y="99654"/>
                  <a:pt x="228361" y="98069"/>
                </a:cubicBezTo>
                <a:cubicBezTo>
                  <a:pt x="231800" y="96481"/>
                  <a:pt x="235168" y="93942"/>
                  <a:pt x="238465" y="90450"/>
                </a:cubicBezTo>
                <a:cubicBezTo>
                  <a:pt x="241763" y="86958"/>
                  <a:pt x="244617" y="82549"/>
                  <a:pt x="247028" y="77224"/>
                </a:cubicBezTo>
                <a:cubicBezTo>
                  <a:pt x="249439" y="71898"/>
                  <a:pt x="250644" y="66908"/>
                  <a:pt x="250644" y="62254"/>
                </a:cubicBezTo>
                <a:cubicBezTo>
                  <a:pt x="250644" y="60279"/>
                  <a:pt x="250095" y="58728"/>
                  <a:pt x="248995" y="57600"/>
                </a:cubicBezTo>
                <a:cubicBezTo>
                  <a:pt x="247896" y="56471"/>
                  <a:pt x="246496" y="55907"/>
                  <a:pt x="244794" y="55907"/>
                </a:cubicBezTo>
                <a:cubicBezTo>
                  <a:pt x="241390" y="55907"/>
                  <a:pt x="237561" y="58269"/>
                  <a:pt x="233307" y="62995"/>
                </a:cubicBezTo>
                <a:cubicBezTo>
                  <a:pt x="225507" y="71599"/>
                  <a:pt x="219018" y="84542"/>
                  <a:pt x="213842" y="101822"/>
                </a:cubicBezTo>
                <a:close/>
                <a:moveTo>
                  <a:pt x="335273" y="48679"/>
                </a:moveTo>
                <a:lnTo>
                  <a:pt x="322083" y="94326"/>
                </a:lnTo>
                <a:cubicBezTo>
                  <a:pt x="330947" y="80989"/>
                  <a:pt x="337577" y="71874"/>
                  <a:pt x="341974" y="66980"/>
                </a:cubicBezTo>
                <a:cubicBezTo>
                  <a:pt x="348426" y="59888"/>
                  <a:pt x="353993" y="55065"/>
                  <a:pt x="358673" y="52512"/>
                </a:cubicBezTo>
                <a:cubicBezTo>
                  <a:pt x="363353" y="49957"/>
                  <a:pt x="367749" y="48679"/>
                  <a:pt x="371862" y="48679"/>
                </a:cubicBezTo>
                <a:cubicBezTo>
                  <a:pt x="375549" y="48679"/>
                  <a:pt x="378705" y="50053"/>
                  <a:pt x="381329" y="52801"/>
                </a:cubicBezTo>
                <a:cubicBezTo>
                  <a:pt x="383952" y="55547"/>
                  <a:pt x="385264" y="59131"/>
                  <a:pt x="385264" y="63553"/>
                </a:cubicBezTo>
                <a:cubicBezTo>
                  <a:pt x="385264" y="67536"/>
                  <a:pt x="384413" y="72373"/>
                  <a:pt x="382711" y="78064"/>
                </a:cubicBezTo>
                <a:lnTo>
                  <a:pt x="369097" y="123627"/>
                </a:lnTo>
                <a:cubicBezTo>
                  <a:pt x="367962" y="127611"/>
                  <a:pt x="367395" y="130207"/>
                  <a:pt x="367395" y="131416"/>
                </a:cubicBezTo>
                <a:cubicBezTo>
                  <a:pt x="367395" y="132125"/>
                  <a:pt x="367661" y="132763"/>
                  <a:pt x="368192" y="133329"/>
                </a:cubicBezTo>
                <a:cubicBezTo>
                  <a:pt x="368724" y="133896"/>
                  <a:pt x="369274" y="134180"/>
                  <a:pt x="369841" y="134180"/>
                </a:cubicBezTo>
                <a:cubicBezTo>
                  <a:pt x="370550" y="134180"/>
                  <a:pt x="371295" y="133896"/>
                  <a:pt x="372075" y="133329"/>
                </a:cubicBezTo>
                <a:cubicBezTo>
                  <a:pt x="374557" y="131286"/>
                  <a:pt x="377074" y="128414"/>
                  <a:pt x="379627" y="124714"/>
                </a:cubicBezTo>
                <a:cubicBezTo>
                  <a:pt x="380265" y="123737"/>
                  <a:pt x="381293" y="122271"/>
                  <a:pt x="382711" y="120316"/>
                </a:cubicBezTo>
                <a:lnTo>
                  <a:pt x="386753" y="122724"/>
                </a:lnTo>
                <a:cubicBezTo>
                  <a:pt x="376329" y="139967"/>
                  <a:pt x="365374" y="148588"/>
                  <a:pt x="353886" y="148588"/>
                </a:cubicBezTo>
                <a:cubicBezTo>
                  <a:pt x="349490" y="148588"/>
                  <a:pt x="346051" y="147454"/>
                  <a:pt x="343569" y="145187"/>
                </a:cubicBezTo>
                <a:cubicBezTo>
                  <a:pt x="341087" y="142920"/>
                  <a:pt x="339846" y="140085"/>
                  <a:pt x="339846" y="136684"/>
                </a:cubicBezTo>
                <a:cubicBezTo>
                  <a:pt x="339846" y="133699"/>
                  <a:pt x="340697" y="129257"/>
                  <a:pt x="342399" y="123358"/>
                </a:cubicBezTo>
                <a:lnTo>
                  <a:pt x="355695" y="77831"/>
                </a:lnTo>
                <a:cubicBezTo>
                  <a:pt x="356616" y="74847"/>
                  <a:pt x="357077" y="72643"/>
                  <a:pt x="357077" y="71222"/>
                </a:cubicBezTo>
                <a:cubicBezTo>
                  <a:pt x="357077" y="70440"/>
                  <a:pt x="356758" y="69747"/>
                  <a:pt x="356120" y="69143"/>
                </a:cubicBezTo>
                <a:cubicBezTo>
                  <a:pt x="355482" y="68538"/>
                  <a:pt x="354737" y="68236"/>
                  <a:pt x="353886" y="68236"/>
                </a:cubicBezTo>
                <a:cubicBezTo>
                  <a:pt x="351192" y="68236"/>
                  <a:pt x="347930" y="70086"/>
                  <a:pt x="344101" y="73786"/>
                </a:cubicBezTo>
                <a:cubicBezTo>
                  <a:pt x="334315" y="83181"/>
                  <a:pt x="324849" y="97168"/>
                  <a:pt x="315701" y="115746"/>
                </a:cubicBezTo>
                <a:lnTo>
                  <a:pt x="306980" y="147313"/>
                </a:lnTo>
                <a:lnTo>
                  <a:pt x="279857" y="147313"/>
                </a:lnTo>
                <a:lnTo>
                  <a:pt x="299747" y="79084"/>
                </a:lnTo>
                <a:cubicBezTo>
                  <a:pt x="301661" y="72337"/>
                  <a:pt x="302619" y="67548"/>
                  <a:pt x="302619" y="64718"/>
                </a:cubicBezTo>
                <a:cubicBezTo>
                  <a:pt x="302619" y="63516"/>
                  <a:pt x="302335" y="62508"/>
                  <a:pt x="301768" y="61696"/>
                </a:cubicBezTo>
                <a:cubicBezTo>
                  <a:pt x="301200" y="60881"/>
                  <a:pt x="300279" y="60244"/>
                  <a:pt x="299002" y="59786"/>
                </a:cubicBezTo>
                <a:cubicBezTo>
                  <a:pt x="297726" y="59325"/>
                  <a:pt x="295315" y="59095"/>
                  <a:pt x="291769" y="59095"/>
                </a:cubicBezTo>
                <a:lnTo>
                  <a:pt x="292939" y="55056"/>
                </a:lnTo>
                <a:lnTo>
                  <a:pt x="328784" y="48679"/>
                </a:lnTo>
                <a:lnTo>
                  <a:pt x="335273" y="48679"/>
                </a:lnTo>
                <a:close/>
                <a:moveTo>
                  <a:pt x="458248" y="22745"/>
                </a:moveTo>
                <a:lnTo>
                  <a:pt x="449739" y="51655"/>
                </a:lnTo>
                <a:lnTo>
                  <a:pt x="463672" y="51655"/>
                </a:lnTo>
                <a:lnTo>
                  <a:pt x="459950" y="63984"/>
                </a:lnTo>
                <a:lnTo>
                  <a:pt x="446229" y="63984"/>
                </a:lnTo>
                <a:lnTo>
                  <a:pt x="428466" y="125617"/>
                </a:lnTo>
                <a:cubicBezTo>
                  <a:pt x="427331" y="129443"/>
                  <a:pt x="426764" y="132349"/>
                  <a:pt x="426764" y="134333"/>
                </a:cubicBezTo>
                <a:cubicBezTo>
                  <a:pt x="426764" y="135258"/>
                  <a:pt x="427083" y="136059"/>
                  <a:pt x="427721" y="136734"/>
                </a:cubicBezTo>
                <a:cubicBezTo>
                  <a:pt x="428359" y="137409"/>
                  <a:pt x="429068" y="137747"/>
                  <a:pt x="429848" y="137747"/>
                </a:cubicBezTo>
                <a:cubicBezTo>
                  <a:pt x="431054" y="137747"/>
                  <a:pt x="432295" y="137251"/>
                  <a:pt x="433571" y="136259"/>
                </a:cubicBezTo>
                <a:cubicBezTo>
                  <a:pt x="436833" y="133779"/>
                  <a:pt x="440627" y="129457"/>
                  <a:pt x="444952" y="123292"/>
                </a:cubicBezTo>
                <a:lnTo>
                  <a:pt x="448675" y="125630"/>
                </a:lnTo>
                <a:cubicBezTo>
                  <a:pt x="443782" y="134133"/>
                  <a:pt x="438393" y="140369"/>
                  <a:pt x="432507" y="144337"/>
                </a:cubicBezTo>
                <a:cubicBezTo>
                  <a:pt x="426622" y="148305"/>
                  <a:pt x="420843" y="150289"/>
                  <a:pt x="415170" y="150289"/>
                </a:cubicBezTo>
                <a:cubicBezTo>
                  <a:pt x="410348" y="150289"/>
                  <a:pt x="406608" y="149066"/>
                  <a:pt x="403949" y="146622"/>
                </a:cubicBezTo>
                <a:cubicBezTo>
                  <a:pt x="401289" y="144177"/>
                  <a:pt x="399960" y="141077"/>
                  <a:pt x="399960" y="137322"/>
                </a:cubicBezTo>
                <a:cubicBezTo>
                  <a:pt x="399960" y="133212"/>
                  <a:pt x="400882" y="127933"/>
                  <a:pt x="402725" y="121485"/>
                </a:cubicBezTo>
                <a:lnTo>
                  <a:pt x="419531" y="63984"/>
                </a:lnTo>
                <a:lnTo>
                  <a:pt x="405065" y="63984"/>
                </a:lnTo>
                <a:lnTo>
                  <a:pt x="407193" y="56099"/>
                </a:lnTo>
                <a:cubicBezTo>
                  <a:pt x="416269" y="52760"/>
                  <a:pt x="423927" y="48853"/>
                  <a:pt x="430167" y="44378"/>
                </a:cubicBezTo>
                <a:cubicBezTo>
                  <a:pt x="436408" y="39903"/>
                  <a:pt x="443924" y="32692"/>
                  <a:pt x="452717" y="22745"/>
                </a:cubicBezTo>
                <a:lnTo>
                  <a:pt x="458248" y="22745"/>
                </a:lnTo>
                <a:close/>
                <a:moveTo>
                  <a:pt x="655768" y="100972"/>
                </a:moveTo>
                <a:lnTo>
                  <a:pt x="611095" y="100972"/>
                </a:lnTo>
                <a:lnTo>
                  <a:pt x="602160" y="111983"/>
                </a:lnTo>
                <a:lnTo>
                  <a:pt x="591949" y="124195"/>
                </a:lnTo>
                <a:cubicBezTo>
                  <a:pt x="589964" y="126824"/>
                  <a:pt x="588510" y="129204"/>
                  <a:pt x="587588" y="131337"/>
                </a:cubicBezTo>
                <a:cubicBezTo>
                  <a:pt x="586879" y="132971"/>
                  <a:pt x="586525" y="134605"/>
                  <a:pt x="586525" y="136239"/>
                </a:cubicBezTo>
                <a:cubicBezTo>
                  <a:pt x="586525" y="137944"/>
                  <a:pt x="587429" y="139525"/>
                  <a:pt x="589237" y="140982"/>
                </a:cubicBezTo>
                <a:cubicBezTo>
                  <a:pt x="591045" y="142439"/>
                  <a:pt x="594041" y="143274"/>
                  <a:pt x="598225" y="143486"/>
                </a:cubicBezTo>
                <a:lnTo>
                  <a:pt x="598225" y="147313"/>
                </a:lnTo>
                <a:lnTo>
                  <a:pt x="555147" y="147313"/>
                </a:lnTo>
                <a:lnTo>
                  <a:pt x="556211" y="143486"/>
                </a:lnTo>
                <a:cubicBezTo>
                  <a:pt x="560040" y="142846"/>
                  <a:pt x="563444" y="141497"/>
                  <a:pt x="566422" y="139438"/>
                </a:cubicBezTo>
                <a:cubicBezTo>
                  <a:pt x="570393" y="136599"/>
                  <a:pt x="576101" y="130741"/>
                  <a:pt x="583546" y="121864"/>
                </a:cubicBezTo>
                <a:lnTo>
                  <a:pt x="685763" y="0"/>
                </a:lnTo>
                <a:lnTo>
                  <a:pt x="690549" y="0"/>
                </a:lnTo>
                <a:lnTo>
                  <a:pt x="685763" y="117878"/>
                </a:lnTo>
                <a:cubicBezTo>
                  <a:pt x="685550" y="124038"/>
                  <a:pt x="685444" y="127760"/>
                  <a:pt x="685444" y="129045"/>
                </a:cubicBezTo>
                <a:cubicBezTo>
                  <a:pt x="685444" y="133894"/>
                  <a:pt x="686419" y="137425"/>
                  <a:pt x="688369" y="139637"/>
                </a:cubicBezTo>
                <a:cubicBezTo>
                  <a:pt x="690319" y="141847"/>
                  <a:pt x="693563" y="143130"/>
                  <a:pt x="698101" y="143486"/>
                </a:cubicBezTo>
                <a:lnTo>
                  <a:pt x="697038" y="147313"/>
                </a:lnTo>
                <a:lnTo>
                  <a:pt x="634602" y="147313"/>
                </a:lnTo>
                <a:lnTo>
                  <a:pt x="635772" y="143486"/>
                </a:lnTo>
                <a:cubicBezTo>
                  <a:pt x="641941" y="142917"/>
                  <a:pt x="645486" y="142419"/>
                  <a:pt x="646408" y="141992"/>
                </a:cubicBezTo>
                <a:cubicBezTo>
                  <a:pt x="648393" y="140995"/>
                  <a:pt x="650202" y="138914"/>
                  <a:pt x="651833" y="135747"/>
                </a:cubicBezTo>
                <a:cubicBezTo>
                  <a:pt x="653464" y="132581"/>
                  <a:pt x="654456" y="127083"/>
                  <a:pt x="654811" y="119253"/>
                </a:cubicBezTo>
                <a:lnTo>
                  <a:pt x="655768" y="100972"/>
                </a:lnTo>
                <a:moveTo>
                  <a:pt x="655768" y="92256"/>
                </a:moveTo>
                <a:lnTo>
                  <a:pt x="658534" y="45128"/>
                </a:lnTo>
                <a:lnTo>
                  <a:pt x="618434" y="92256"/>
                </a:lnTo>
                <a:lnTo>
                  <a:pt x="655768" y="92256"/>
                </a:lnTo>
                <a:close/>
                <a:moveTo>
                  <a:pt x="768901" y="48679"/>
                </a:moveTo>
                <a:lnTo>
                  <a:pt x="748266" y="121050"/>
                </a:lnTo>
                <a:cubicBezTo>
                  <a:pt x="747274" y="124385"/>
                  <a:pt x="746777" y="126691"/>
                  <a:pt x="746777" y="127969"/>
                </a:cubicBezTo>
                <a:cubicBezTo>
                  <a:pt x="746777" y="128606"/>
                  <a:pt x="747025" y="129102"/>
                  <a:pt x="747522" y="129457"/>
                </a:cubicBezTo>
                <a:cubicBezTo>
                  <a:pt x="748089" y="130023"/>
                  <a:pt x="748763" y="130307"/>
                  <a:pt x="749543" y="130307"/>
                </a:cubicBezTo>
                <a:cubicBezTo>
                  <a:pt x="752805" y="130307"/>
                  <a:pt x="757166" y="127402"/>
                  <a:pt x="762626" y="121591"/>
                </a:cubicBezTo>
                <a:cubicBezTo>
                  <a:pt x="770426" y="113159"/>
                  <a:pt x="778616" y="101043"/>
                  <a:pt x="787196" y="85242"/>
                </a:cubicBezTo>
                <a:lnTo>
                  <a:pt x="796875" y="52718"/>
                </a:lnTo>
                <a:lnTo>
                  <a:pt x="823785" y="51655"/>
                </a:lnTo>
                <a:lnTo>
                  <a:pt x="803363" y="122415"/>
                </a:lnTo>
                <a:cubicBezTo>
                  <a:pt x="801661" y="128420"/>
                  <a:pt x="800811" y="131851"/>
                  <a:pt x="800811" y="132708"/>
                </a:cubicBezTo>
                <a:cubicBezTo>
                  <a:pt x="800811" y="133257"/>
                  <a:pt x="801076" y="133823"/>
                  <a:pt x="801608" y="134406"/>
                </a:cubicBezTo>
                <a:cubicBezTo>
                  <a:pt x="802140" y="134988"/>
                  <a:pt x="802690" y="135279"/>
                  <a:pt x="803257" y="135279"/>
                </a:cubicBezTo>
                <a:cubicBezTo>
                  <a:pt x="804250" y="135279"/>
                  <a:pt x="805207" y="134868"/>
                  <a:pt x="806129" y="134047"/>
                </a:cubicBezTo>
                <a:cubicBezTo>
                  <a:pt x="808682" y="132058"/>
                  <a:pt x="812050" y="128048"/>
                  <a:pt x="816233" y="122017"/>
                </a:cubicBezTo>
                <a:lnTo>
                  <a:pt x="819850" y="124484"/>
                </a:lnTo>
                <a:cubicBezTo>
                  <a:pt x="809993" y="141687"/>
                  <a:pt x="799144" y="150289"/>
                  <a:pt x="787302" y="150289"/>
                </a:cubicBezTo>
                <a:cubicBezTo>
                  <a:pt x="782906" y="150289"/>
                  <a:pt x="779449" y="149173"/>
                  <a:pt x="776932" y="146941"/>
                </a:cubicBezTo>
                <a:cubicBezTo>
                  <a:pt x="774414" y="144709"/>
                  <a:pt x="773156" y="141786"/>
                  <a:pt x="773156" y="138172"/>
                </a:cubicBezTo>
                <a:cubicBezTo>
                  <a:pt x="773156" y="134341"/>
                  <a:pt x="774042" y="129481"/>
                  <a:pt x="775815" y="123591"/>
                </a:cubicBezTo>
                <a:lnTo>
                  <a:pt x="781027" y="105602"/>
                </a:lnTo>
                <a:cubicBezTo>
                  <a:pt x="771808" y="119007"/>
                  <a:pt x="765107" y="128051"/>
                  <a:pt x="760924" y="132732"/>
                </a:cubicBezTo>
                <a:cubicBezTo>
                  <a:pt x="754542" y="139755"/>
                  <a:pt x="749171" y="144437"/>
                  <a:pt x="744810" y="146778"/>
                </a:cubicBezTo>
                <a:cubicBezTo>
                  <a:pt x="740449" y="149118"/>
                  <a:pt x="736283" y="150289"/>
                  <a:pt x="732312" y="150289"/>
                </a:cubicBezTo>
                <a:cubicBezTo>
                  <a:pt x="728553" y="150289"/>
                  <a:pt x="725309" y="148907"/>
                  <a:pt x="722579" y="146144"/>
                </a:cubicBezTo>
                <a:cubicBezTo>
                  <a:pt x="719849" y="143380"/>
                  <a:pt x="718484" y="139873"/>
                  <a:pt x="718484" y="135621"/>
                </a:cubicBezTo>
                <a:cubicBezTo>
                  <a:pt x="718484" y="132007"/>
                  <a:pt x="719371" y="127154"/>
                  <a:pt x="721143" y="121060"/>
                </a:cubicBezTo>
                <a:lnTo>
                  <a:pt x="733163" y="78546"/>
                </a:lnTo>
                <a:cubicBezTo>
                  <a:pt x="735148" y="71601"/>
                  <a:pt x="736141" y="66925"/>
                  <a:pt x="736141" y="64516"/>
                </a:cubicBezTo>
                <a:cubicBezTo>
                  <a:pt x="736141" y="63453"/>
                  <a:pt x="735857" y="62514"/>
                  <a:pt x="735290" y="61699"/>
                </a:cubicBezTo>
                <a:cubicBezTo>
                  <a:pt x="734723" y="60884"/>
                  <a:pt x="733783" y="60247"/>
                  <a:pt x="732471" y="59786"/>
                </a:cubicBezTo>
                <a:cubicBezTo>
                  <a:pt x="731159" y="59325"/>
                  <a:pt x="728731" y="59095"/>
                  <a:pt x="725185" y="59095"/>
                </a:cubicBezTo>
                <a:lnTo>
                  <a:pt x="726249" y="55056"/>
                </a:lnTo>
                <a:lnTo>
                  <a:pt x="762519" y="48679"/>
                </a:lnTo>
                <a:lnTo>
                  <a:pt x="768901" y="48679"/>
                </a:lnTo>
                <a:close/>
                <a:moveTo>
                  <a:pt x="892195" y="22745"/>
                </a:moveTo>
                <a:lnTo>
                  <a:pt x="883686" y="51655"/>
                </a:lnTo>
                <a:lnTo>
                  <a:pt x="897620" y="51655"/>
                </a:lnTo>
                <a:lnTo>
                  <a:pt x="893897" y="63984"/>
                </a:lnTo>
                <a:lnTo>
                  <a:pt x="880176" y="63984"/>
                </a:lnTo>
                <a:lnTo>
                  <a:pt x="862413" y="125617"/>
                </a:lnTo>
                <a:cubicBezTo>
                  <a:pt x="861278" y="129443"/>
                  <a:pt x="860711" y="132349"/>
                  <a:pt x="860711" y="134333"/>
                </a:cubicBezTo>
                <a:cubicBezTo>
                  <a:pt x="860711" y="135258"/>
                  <a:pt x="861030" y="136059"/>
                  <a:pt x="861668" y="136734"/>
                </a:cubicBezTo>
                <a:cubicBezTo>
                  <a:pt x="862307" y="137409"/>
                  <a:pt x="863016" y="137747"/>
                  <a:pt x="863796" y="137747"/>
                </a:cubicBezTo>
                <a:cubicBezTo>
                  <a:pt x="865001" y="137747"/>
                  <a:pt x="866242" y="137251"/>
                  <a:pt x="867519" y="136259"/>
                </a:cubicBezTo>
                <a:cubicBezTo>
                  <a:pt x="870780" y="133779"/>
                  <a:pt x="874574" y="129457"/>
                  <a:pt x="878900" y="123292"/>
                </a:cubicBezTo>
                <a:lnTo>
                  <a:pt x="882622" y="125630"/>
                </a:lnTo>
                <a:cubicBezTo>
                  <a:pt x="877730" y="134133"/>
                  <a:pt x="872340" y="140369"/>
                  <a:pt x="866455" y="144337"/>
                </a:cubicBezTo>
                <a:cubicBezTo>
                  <a:pt x="860569" y="148305"/>
                  <a:pt x="854790" y="150289"/>
                  <a:pt x="849117" y="150289"/>
                </a:cubicBezTo>
                <a:cubicBezTo>
                  <a:pt x="844296" y="150289"/>
                  <a:pt x="840555" y="149066"/>
                  <a:pt x="837896" y="146622"/>
                </a:cubicBezTo>
                <a:cubicBezTo>
                  <a:pt x="835237" y="144177"/>
                  <a:pt x="833907" y="141077"/>
                  <a:pt x="833907" y="137322"/>
                </a:cubicBezTo>
                <a:cubicBezTo>
                  <a:pt x="833907" y="133212"/>
                  <a:pt x="834829" y="127933"/>
                  <a:pt x="836673" y="121485"/>
                </a:cubicBezTo>
                <a:lnTo>
                  <a:pt x="853478" y="63984"/>
                </a:lnTo>
                <a:lnTo>
                  <a:pt x="839013" y="63984"/>
                </a:lnTo>
                <a:lnTo>
                  <a:pt x="841140" y="56099"/>
                </a:lnTo>
                <a:cubicBezTo>
                  <a:pt x="850217" y="52760"/>
                  <a:pt x="857875" y="48853"/>
                  <a:pt x="864115" y="44378"/>
                </a:cubicBezTo>
                <a:cubicBezTo>
                  <a:pt x="870355" y="39903"/>
                  <a:pt x="877871" y="32692"/>
                  <a:pt x="886664" y="22745"/>
                </a:cubicBezTo>
                <a:lnTo>
                  <a:pt x="892195" y="22745"/>
                </a:lnTo>
                <a:close/>
                <a:moveTo>
                  <a:pt x="960811" y="48679"/>
                </a:moveTo>
                <a:cubicBezTo>
                  <a:pt x="966413" y="48679"/>
                  <a:pt x="971678" y="49973"/>
                  <a:pt x="976607" y="52562"/>
                </a:cubicBezTo>
                <a:cubicBezTo>
                  <a:pt x="981535" y="55150"/>
                  <a:pt x="985257" y="58751"/>
                  <a:pt x="987775" y="63363"/>
                </a:cubicBezTo>
                <a:cubicBezTo>
                  <a:pt x="990292" y="67973"/>
                  <a:pt x="991551" y="73080"/>
                  <a:pt x="991551" y="78682"/>
                </a:cubicBezTo>
                <a:cubicBezTo>
                  <a:pt x="991551" y="90174"/>
                  <a:pt x="988342" y="101666"/>
                  <a:pt x="981925" y="113158"/>
                </a:cubicBezTo>
                <a:cubicBezTo>
                  <a:pt x="975507" y="124648"/>
                  <a:pt x="967051" y="133709"/>
                  <a:pt x="956557" y="140341"/>
                </a:cubicBezTo>
                <a:cubicBezTo>
                  <a:pt x="946062" y="146973"/>
                  <a:pt x="935497" y="150289"/>
                  <a:pt x="924860" y="150289"/>
                </a:cubicBezTo>
                <a:cubicBezTo>
                  <a:pt x="915216" y="150289"/>
                  <a:pt x="907753" y="147417"/>
                  <a:pt x="902470" y="141673"/>
                </a:cubicBezTo>
                <a:cubicBezTo>
                  <a:pt x="897188" y="135927"/>
                  <a:pt x="894546" y="128904"/>
                  <a:pt x="894546" y="120605"/>
                </a:cubicBezTo>
                <a:cubicBezTo>
                  <a:pt x="894546" y="110745"/>
                  <a:pt x="896514" y="101506"/>
                  <a:pt x="900449" y="92888"/>
                </a:cubicBezTo>
                <a:cubicBezTo>
                  <a:pt x="904385" y="84269"/>
                  <a:pt x="909384" y="76751"/>
                  <a:pt x="915447" y="70332"/>
                </a:cubicBezTo>
                <a:cubicBezTo>
                  <a:pt x="921510" y="63912"/>
                  <a:pt x="928476" y="58699"/>
                  <a:pt x="936347" y="54691"/>
                </a:cubicBezTo>
                <a:cubicBezTo>
                  <a:pt x="944218" y="50683"/>
                  <a:pt x="952373" y="48679"/>
                  <a:pt x="960811" y="48679"/>
                </a:cubicBezTo>
                <a:moveTo>
                  <a:pt x="956450" y="54419"/>
                </a:moveTo>
                <a:cubicBezTo>
                  <a:pt x="952692" y="54419"/>
                  <a:pt x="949572" y="55516"/>
                  <a:pt x="947090" y="57710"/>
                </a:cubicBezTo>
                <a:cubicBezTo>
                  <a:pt x="942127" y="62167"/>
                  <a:pt x="936525" y="72589"/>
                  <a:pt x="930285" y="88975"/>
                </a:cubicBezTo>
                <a:cubicBezTo>
                  <a:pt x="924045" y="105358"/>
                  <a:pt x="920925" y="120132"/>
                  <a:pt x="920925" y="133296"/>
                </a:cubicBezTo>
                <a:cubicBezTo>
                  <a:pt x="920925" y="136551"/>
                  <a:pt x="921917" y="139240"/>
                  <a:pt x="923903" y="141364"/>
                </a:cubicBezTo>
                <a:cubicBezTo>
                  <a:pt x="925888" y="143488"/>
                  <a:pt x="928228" y="144549"/>
                  <a:pt x="930923" y="144549"/>
                </a:cubicBezTo>
                <a:cubicBezTo>
                  <a:pt x="933688" y="144549"/>
                  <a:pt x="936135" y="143700"/>
                  <a:pt x="938262" y="142002"/>
                </a:cubicBezTo>
                <a:cubicBezTo>
                  <a:pt x="941382" y="139453"/>
                  <a:pt x="945211" y="133738"/>
                  <a:pt x="949749" y="124856"/>
                </a:cubicBezTo>
                <a:cubicBezTo>
                  <a:pt x="954288" y="115975"/>
                  <a:pt x="958010" y="106173"/>
                  <a:pt x="960918" y="95452"/>
                </a:cubicBezTo>
                <a:cubicBezTo>
                  <a:pt x="963825" y="84728"/>
                  <a:pt x="965279" y="74907"/>
                  <a:pt x="965279" y="65990"/>
                </a:cubicBezTo>
                <a:cubicBezTo>
                  <a:pt x="965279" y="62310"/>
                  <a:pt x="964392" y="59462"/>
                  <a:pt x="962620" y="57444"/>
                </a:cubicBezTo>
                <a:cubicBezTo>
                  <a:pt x="960847" y="55427"/>
                  <a:pt x="958790" y="54419"/>
                  <a:pt x="956450" y="54419"/>
                </a:cubicBezTo>
                <a:close/>
                <a:moveTo>
                  <a:pt x="1049732" y="48679"/>
                </a:moveTo>
                <a:lnTo>
                  <a:pt x="1033671" y="108475"/>
                </a:lnTo>
                <a:cubicBezTo>
                  <a:pt x="1046860" y="79322"/>
                  <a:pt x="1056788" y="61376"/>
                  <a:pt x="1063453" y="54638"/>
                </a:cubicBezTo>
                <a:cubicBezTo>
                  <a:pt x="1067353" y="50665"/>
                  <a:pt x="1071466" y="48679"/>
                  <a:pt x="1075791" y="48679"/>
                </a:cubicBezTo>
                <a:cubicBezTo>
                  <a:pt x="1078770" y="48679"/>
                  <a:pt x="1081181" y="49760"/>
                  <a:pt x="1083024" y="51921"/>
                </a:cubicBezTo>
                <a:cubicBezTo>
                  <a:pt x="1084868" y="54082"/>
                  <a:pt x="1085790" y="57147"/>
                  <a:pt x="1085790" y="61115"/>
                </a:cubicBezTo>
                <a:cubicBezTo>
                  <a:pt x="1085790" y="67988"/>
                  <a:pt x="1084123" y="73763"/>
                  <a:pt x="1080791" y="78439"/>
                </a:cubicBezTo>
                <a:cubicBezTo>
                  <a:pt x="1078663" y="81415"/>
                  <a:pt x="1076288" y="82903"/>
                  <a:pt x="1073664" y="82903"/>
                </a:cubicBezTo>
                <a:cubicBezTo>
                  <a:pt x="1070828" y="82903"/>
                  <a:pt x="1068700" y="81608"/>
                  <a:pt x="1067282" y="79017"/>
                </a:cubicBezTo>
                <a:cubicBezTo>
                  <a:pt x="1065864" y="76424"/>
                  <a:pt x="1064871" y="74901"/>
                  <a:pt x="1064304" y="74447"/>
                </a:cubicBezTo>
                <a:cubicBezTo>
                  <a:pt x="1063737" y="73991"/>
                  <a:pt x="1063134" y="73763"/>
                  <a:pt x="1062496" y="73763"/>
                </a:cubicBezTo>
                <a:cubicBezTo>
                  <a:pt x="1061787" y="73763"/>
                  <a:pt x="1061042" y="73975"/>
                  <a:pt x="1060262" y="74400"/>
                </a:cubicBezTo>
                <a:cubicBezTo>
                  <a:pt x="1058702" y="75251"/>
                  <a:pt x="1056664" y="77323"/>
                  <a:pt x="1054146" y="80618"/>
                </a:cubicBezTo>
                <a:cubicBezTo>
                  <a:pt x="1051629" y="83911"/>
                  <a:pt x="1048527" y="89419"/>
                  <a:pt x="1044839" y="97142"/>
                </a:cubicBezTo>
                <a:cubicBezTo>
                  <a:pt x="1041152" y="104864"/>
                  <a:pt x="1038280" y="111399"/>
                  <a:pt x="1036224" y="116749"/>
                </a:cubicBezTo>
                <a:cubicBezTo>
                  <a:pt x="1034167" y="122096"/>
                  <a:pt x="1031296" y="132284"/>
                  <a:pt x="1027608" y="147313"/>
                </a:cubicBezTo>
                <a:lnTo>
                  <a:pt x="1001868" y="147313"/>
                </a:lnTo>
                <a:lnTo>
                  <a:pt x="1019418" y="76845"/>
                </a:lnTo>
                <a:cubicBezTo>
                  <a:pt x="1020695" y="71601"/>
                  <a:pt x="1021333" y="68129"/>
                  <a:pt x="1021333" y="66429"/>
                </a:cubicBezTo>
                <a:cubicBezTo>
                  <a:pt x="1021333" y="64516"/>
                  <a:pt x="1020996" y="63028"/>
                  <a:pt x="1020322" y="61965"/>
                </a:cubicBezTo>
                <a:cubicBezTo>
                  <a:pt x="1019649" y="60902"/>
                  <a:pt x="1018727" y="60123"/>
                  <a:pt x="1017557" y="59627"/>
                </a:cubicBezTo>
                <a:cubicBezTo>
                  <a:pt x="1016387" y="59131"/>
                  <a:pt x="1013958" y="58883"/>
                  <a:pt x="1010271" y="58883"/>
                </a:cubicBezTo>
                <a:lnTo>
                  <a:pt x="1011228" y="55694"/>
                </a:lnTo>
                <a:lnTo>
                  <a:pt x="1043350" y="48679"/>
                </a:lnTo>
                <a:lnTo>
                  <a:pt x="1049732" y="48679"/>
                </a:lnTo>
                <a:close/>
                <a:moveTo>
                  <a:pt x="1116920" y="107349"/>
                </a:moveTo>
                <a:cubicBezTo>
                  <a:pt x="1116281" y="111955"/>
                  <a:pt x="1115962" y="115746"/>
                  <a:pt x="1115962" y="118722"/>
                </a:cubicBezTo>
                <a:cubicBezTo>
                  <a:pt x="1115962" y="124036"/>
                  <a:pt x="1117505" y="128287"/>
                  <a:pt x="1120589" y="131476"/>
                </a:cubicBezTo>
                <a:cubicBezTo>
                  <a:pt x="1123674" y="134665"/>
                  <a:pt x="1127804" y="136259"/>
                  <a:pt x="1132981" y="136259"/>
                </a:cubicBezTo>
                <a:cubicBezTo>
                  <a:pt x="1137944" y="136259"/>
                  <a:pt x="1142926" y="135204"/>
                  <a:pt x="1147925" y="133094"/>
                </a:cubicBezTo>
                <a:cubicBezTo>
                  <a:pt x="1152924" y="130983"/>
                  <a:pt x="1158721" y="127291"/>
                  <a:pt x="1165316" y="122017"/>
                </a:cubicBezTo>
                <a:lnTo>
                  <a:pt x="1168507" y="124704"/>
                </a:lnTo>
                <a:cubicBezTo>
                  <a:pt x="1160352" y="133928"/>
                  <a:pt x="1152410" y="140499"/>
                  <a:pt x="1144681" y="144416"/>
                </a:cubicBezTo>
                <a:cubicBezTo>
                  <a:pt x="1136952" y="148331"/>
                  <a:pt x="1128407" y="150289"/>
                  <a:pt x="1119047" y="150289"/>
                </a:cubicBezTo>
                <a:cubicBezTo>
                  <a:pt x="1107205" y="150289"/>
                  <a:pt x="1099015" y="147452"/>
                  <a:pt x="1094477" y="141779"/>
                </a:cubicBezTo>
                <a:cubicBezTo>
                  <a:pt x="1089938" y="136104"/>
                  <a:pt x="1087669" y="129542"/>
                  <a:pt x="1087669" y="122093"/>
                </a:cubicBezTo>
                <a:cubicBezTo>
                  <a:pt x="1087669" y="110461"/>
                  <a:pt x="1091055" y="98830"/>
                  <a:pt x="1097827" y="87198"/>
                </a:cubicBezTo>
                <a:cubicBezTo>
                  <a:pt x="1104599" y="75564"/>
                  <a:pt x="1113817" y="66236"/>
                  <a:pt x="1125482" y="59215"/>
                </a:cubicBezTo>
                <a:cubicBezTo>
                  <a:pt x="1137147" y="52191"/>
                  <a:pt x="1148865" y="48679"/>
                  <a:pt x="1160636" y="48679"/>
                </a:cubicBezTo>
                <a:cubicBezTo>
                  <a:pt x="1166592" y="48679"/>
                  <a:pt x="1171095" y="50096"/>
                  <a:pt x="1174144" y="52931"/>
                </a:cubicBezTo>
                <a:cubicBezTo>
                  <a:pt x="1177193" y="55765"/>
                  <a:pt x="1178718" y="59343"/>
                  <a:pt x="1178718" y="63665"/>
                </a:cubicBezTo>
                <a:cubicBezTo>
                  <a:pt x="1178718" y="68838"/>
                  <a:pt x="1177228" y="73869"/>
                  <a:pt x="1174250" y="78758"/>
                </a:cubicBezTo>
                <a:cubicBezTo>
                  <a:pt x="1170137" y="85419"/>
                  <a:pt x="1164961" y="90786"/>
                  <a:pt x="1158721" y="94860"/>
                </a:cubicBezTo>
                <a:cubicBezTo>
                  <a:pt x="1152481" y="98935"/>
                  <a:pt x="1145496" y="102035"/>
                  <a:pt x="1137767" y="104161"/>
                </a:cubicBezTo>
                <a:cubicBezTo>
                  <a:pt x="1132591" y="105578"/>
                  <a:pt x="1125642" y="106641"/>
                  <a:pt x="1116920" y="107349"/>
                </a:cubicBezTo>
                <a:moveTo>
                  <a:pt x="1117877" y="101822"/>
                </a:moveTo>
                <a:cubicBezTo>
                  <a:pt x="1124117" y="100905"/>
                  <a:pt x="1128957" y="99654"/>
                  <a:pt x="1132396" y="98069"/>
                </a:cubicBezTo>
                <a:cubicBezTo>
                  <a:pt x="1135835" y="96481"/>
                  <a:pt x="1139203" y="93942"/>
                  <a:pt x="1142500" y="90450"/>
                </a:cubicBezTo>
                <a:cubicBezTo>
                  <a:pt x="1145798" y="86958"/>
                  <a:pt x="1148652" y="82549"/>
                  <a:pt x="1151063" y="77224"/>
                </a:cubicBezTo>
                <a:cubicBezTo>
                  <a:pt x="1153474" y="71898"/>
                  <a:pt x="1154679" y="66908"/>
                  <a:pt x="1154679" y="62254"/>
                </a:cubicBezTo>
                <a:cubicBezTo>
                  <a:pt x="1154679" y="60279"/>
                  <a:pt x="1154130" y="58728"/>
                  <a:pt x="1153030" y="57600"/>
                </a:cubicBezTo>
                <a:cubicBezTo>
                  <a:pt x="1151931" y="56471"/>
                  <a:pt x="1150531" y="55907"/>
                  <a:pt x="1148829" y="55907"/>
                </a:cubicBezTo>
                <a:cubicBezTo>
                  <a:pt x="1145425" y="55907"/>
                  <a:pt x="1141596" y="58269"/>
                  <a:pt x="1137342" y="62995"/>
                </a:cubicBezTo>
                <a:cubicBezTo>
                  <a:pt x="1129542" y="71599"/>
                  <a:pt x="1123053" y="84542"/>
                  <a:pt x="1117877" y="1018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        ">
            <a:extLst xmlns:a="http://schemas.openxmlformats.org/drawingml/2006/main">
              <a:ext uri="{FF2B5EF4-FFF2-40B4-BE49-F238E27FC236}">
                <a16:creationId xmlns:a16="http://schemas.microsoft.com/office/drawing/2014/main" id="{8D219423-592D-4A00-9C75-F8CCF66D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061" y="119264"/>
            <a:ext cx="725760" cy="194291"/>
          </a:xfrm>
          <a:custGeom xmlns:a="http://schemas.openxmlformats.org/drawingml/2006/main">
            <a:pathLst>
              <a:path w="725760" h="194291">
                <a:moveTo>
                  <a:pt x="95516" y="55056"/>
                </a:moveTo>
                <a:lnTo>
                  <a:pt x="123809" y="55056"/>
                </a:lnTo>
                <a:lnTo>
                  <a:pt x="120405" y="66748"/>
                </a:lnTo>
                <a:lnTo>
                  <a:pt x="105727" y="66748"/>
                </a:lnTo>
                <a:cubicBezTo>
                  <a:pt x="107996" y="70975"/>
                  <a:pt x="109130" y="74987"/>
                  <a:pt x="109130" y="78785"/>
                </a:cubicBezTo>
                <a:cubicBezTo>
                  <a:pt x="109130" y="85304"/>
                  <a:pt x="107375" y="91322"/>
                  <a:pt x="103865" y="96840"/>
                </a:cubicBezTo>
                <a:cubicBezTo>
                  <a:pt x="100355" y="102356"/>
                  <a:pt x="95179" y="106762"/>
                  <a:pt x="88336" y="110059"/>
                </a:cubicBezTo>
                <a:cubicBezTo>
                  <a:pt x="81493" y="113354"/>
                  <a:pt x="73888" y="115002"/>
                  <a:pt x="65521" y="115002"/>
                </a:cubicBezTo>
                <a:cubicBezTo>
                  <a:pt x="63322" y="115002"/>
                  <a:pt x="60894" y="114833"/>
                  <a:pt x="58235" y="114497"/>
                </a:cubicBezTo>
                <a:cubicBezTo>
                  <a:pt x="55576" y="114158"/>
                  <a:pt x="52686" y="113689"/>
                  <a:pt x="49566" y="113089"/>
                </a:cubicBezTo>
                <a:cubicBezTo>
                  <a:pt x="44886" y="115473"/>
                  <a:pt x="41943" y="117367"/>
                  <a:pt x="40738" y="118768"/>
                </a:cubicBezTo>
                <a:cubicBezTo>
                  <a:pt x="39887" y="119749"/>
                  <a:pt x="39461" y="120766"/>
                  <a:pt x="39461" y="121817"/>
                </a:cubicBezTo>
                <a:cubicBezTo>
                  <a:pt x="39461" y="123079"/>
                  <a:pt x="39993" y="124167"/>
                  <a:pt x="41057" y="125079"/>
                </a:cubicBezTo>
                <a:cubicBezTo>
                  <a:pt x="42900" y="126691"/>
                  <a:pt x="45630" y="127883"/>
                  <a:pt x="49247" y="128656"/>
                </a:cubicBezTo>
                <a:cubicBezTo>
                  <a:pt x="63712" y="131741"/>
                  <a:pt x="73250" y="134240"/>
                  <a:pt x="77859" y="136153"/>
                </a:cubicBezTo>
                <a:cubicBezTo>
                  <a:pt x="84170" y="138774"/>
                  <a:pt x="88939" y="142140"/>
                  <a:pt x="92165" y="146250"/>
                </a:cubicBezTo>
                <a:cubicBezTo>
                  <a:pt x="95391" y="150360"/>
                  <a:pt x="97005" y="155320"/>
                  <a:pt x="97005" y="161130"/>
                </a:cubicBezTo>
                <a:cubicBezTo>
                  <a:pt x="97005" y="169987"/>
                  <a:pt x="92927" y="177728"/>
                  <a:pt x="84773" y="184353"/>
                </a:cubicBezTo>
                <a:cubicBezTo>
                  <a:pt x="76618" y="190979"/>
                  <a:pt x="63996" y="194291"/>
                  <a:pt x="46907" y="194291"/>
                </a:cubicBezTo>
                <a:cubicBezTo>
                  <a:pt x="29676" y="194291"/>
                  <a:pt x="16983" y="191464"/>
                  <a:pt x="8828" y="185808"/>
                </a:cubicBezTo>
                <a:cubicBezTo>
                  <a:pt x="2943" y="181707"/>
                  <a:pt x="0" y="176829"/>
                  <a:pt x="0" y="171174"/>
                </a:cubicBezTo>
                <a:cubicBezTo>
                  <a:pt x="0" y="166863"/>
                  <a:pt x="1932" y="162869"/>
                  <a:pt x="5797" y="159194"/>
                </a:cubicBezTo>
                <a:cubicBezTo>
                  <a:pt x="9661" y="155518"/>
                  <a:pt x="17940" y="152266"/>
                  <a:pt x="30633" y="149438"/>
                </a:cubicBezTo>
                <a:cubicBezTo>
                  <a:pt x="26308" y="147029"/>
                  <a:pt x="23400" y="144833"/>
                  <a:pt x="21911" y="142849"/>
                </a:cubicBezTo>
                <a:cubicBezTo>
                  <a:pt x="19855" y="140156"/>
                  <a:pt x="18827" y="137357"/>
                  <a:pt x="18827" y="134452"/>
                </a:cubicBezTo>
                <a:cubicBezTo>
                  <a:pt x="18827" y="129705"/>
                  <a:pt x="20723" y="125524"/>
                  <a:pt x="24517" y="121910"/>
                </a:cubicBezTo>
                <a:cubicBezTo>
                  <a:pt x="28311" y="118297"/>
                  <a:pt x="34675" y="114718"/>
                  <a:pt x="43610" y="111175"/>
                </a:cubicBezTo>
                <a:cubicBezTo>
                  <a:pt x="36660" y="108403"/>
                  <a:pt x="31643" y="104830"/>
                  <a:pt x="28559" y="100457"/>
                </a:cubicBezTo>
                <a:cubicBezTo>
                  <a:pt x="25474" y="96084"/>
                  <a:pt x="23932" y="90982"/>
                  <a:pt x="23932" y="85152"/>
                </a:cubicBezTo>
                <a:cubicBezTo>
                  <a:pt x="23932" y="78967"/>
                  <a:pt x="25793" y="73085"/>
                  <a:pt x="29516" y="67505"/>
                </a:cubicBezTo>
                <a:cubicBezTo>
                  <a:pt x="33239" y="61923"/>
                  <a:pt x="38734" y="57390"/>
                  <a:pt x="46003" y="53907"/>
                </a:cubicBezTo>
                <a:cubicBezTo>
                  <a:pt x="53271" y="50422"/>
                  <a:pt x="61621" y="48679"/>
                  <a:pt x="71052" y="48679"/>
                </a:cubicBezTo>
                <a:cubicBezTo>
                  <a:pt x="77079" y="48679"/>
                  <a:pt x="82433" y="49341"/>
                  <a:pt x="87113" y="50665"/>
                </a:cubicBezTo>
                <a:cubicBezTo>
                  <a:pt x="89524" y="51363"/>
                  <a:pt x="92325" y="52826"/>
                  <a:pt x="95516" y="55056"/>
                </a:cubicBezTo>
                <a:moveTo>
                  <a:pt x="73285" y="53993"/>
                </a:moveTo>
                <a:cubicBezTo>
                  <a:pt x="69811" y="53993"/>
                  <a:pt x="66868" y="55127"/>
                  <a:pt x="64457" y="57395"/>
                </a:cubicBezTo>
                <a:cubicBezTo>
                  <a:pt x="60628" y="60867"/>
                  <a:pt x="57277" y="66677"/>
                  <a:pt x="54406" y="74826"/>
                </a:cubicBezTo>
                <a:cubicBezTo>
                  <a:pt x="51534" y="82974"/>
                  <a:pt x="50098" y="90698"/>
                  <a:pt x="50098" y="97996"/>
                </a:cubicBezTo>
                <a:cubicBezTo>
                  <a:pt x="50098" y="101468"/>
                  <a:pt x="51108" y="104214"/>
                  <a:pt x="53129" y="106233"/>
                </a:cubicBezTo>
                <a:cubicBezTo>
                  <a:pt x="55150" y="108253"/>
                  <a:pt x="57650" y="109262"/>
                  <a:pt x="60628" y="109262"/>
                </a:cubicBezTo>
                <a:cubicBezTo>
                  <a:pt x="63535" y="109262"/>
                  <a:pt x="66052" y="108270"/>
                  <a:pt x="68180" y="106286"/>
                </a:cubicBezTo>
                <a:cubicBezTo>
                  <a:pt x="72222" y="102389"/>
                  <a:pt x="75732" y="96171"/>
                  <a:pt x="78710" y="87633"/>
                </a:cubicBezTo>
                <a:cubicBezTo>
                  <a:pt x="81688" y="79095"/>
                  <a:pt x="83177" y="71353"/>
                  <a:pt x="83177" y="64409"/>
                </a:cubicBezTo>
                <a:cubicBezTo>
                  <a:pt x="83177" y="61292"/>
                  <a:pt x="82220" y="58776"/>
                  <a:pt x="80305" y="56863"/>
                </a:cubicBezTo>
                <a:cubicBezTo>
                  <a:pt x="78391" y="54950"/>
                  <a:pt x="76051" y="53993"/>
                  <a:pt x="73285" y="53993"/>
                </a:cubicBezTo>
                <a:moveTo>
                  <a:pt x="36589" y="151870"/>
                </a:moveTo>
                <a:cubicBezTo>
                  <a:pt x="29853" y="154478"/>
                  <a:pt x="25262" y="157297"/>
                  <a:pt x="22815" y="160326"/>
                </a:cubicBezTo>
                <a:cubicBezTo>
                  <a:pt x="20369" y="163355"/>
                  <a:pt x="19146" y="166632"/>
                  <a:pt x="19146" y="170158"/>
                </a:cubicBezTo>
                <a:cubicBezTo>
                  <a:pt x="19146" y="174737"/>
                  <a:pt x="21574" y="178876"/>
                  <a:pt x="26432" y="182576"/>
                </a:cubicBezTo>
                <a:cubicBezTo>
                  <a:pt x="31289" y="186277"/>
                  <a:pt x="39036" y="188127"/>
                  <a:pt x="49672" y="188127"/>
                </a:cubicBezTo>
                <a:cubicBezTo>
                  <a:pt x="58536" y="188127"/>
                  <a:pt x="64953" y="186520"/>
                  <a:pt x="68924" y="183307"/>
                </a:cubicBezTo>
                <a:cubicBezTo>
                  <a:pt x="72895" y="180096"/>
                  <a:pt x="74881" y="176338"/>
                  <a:pt x="74881" y="172031"/>
                </a:cubicBezTo>
                <a:cubicBezTo>
                  <a:pt x="74881" y="168218"/>
                  <a:pt x="73055" y="165111"/>
                  <a:pt x="69403" y="162711"/>
                </a:cubicBezTo>
                <a:cubicBezTo>
                  <a:pt x="65751" y="160311"/>
                  <a:pt x="58749" y="157816"/>
                  <a:pt x="48396" y="155228"/>
                </a:cubicBezTo>
                <a:cubicBezTo>
                  <a:pt x="43574" y="153968"/>
                  <a:pt x="39639" y="152848"/>
                  <a:pt x="36589" y="151870"/>
                </a:cubicBezTo>
                <a:close/>
                <a:moveTo>
                  <a:pt x="171779" y="48679"/>
                </a:moveTo>
                <a:lnTo>
                  <a:pt x="155718" y="108475"/>
                </a:lnTo>
                <a:cubicBezTo>
                  <a:pt x="168908" y="79322"/>
                  <a:pt x="178835" y="61376"/>
                  <a:pt x="185500" y="54638"/>
                </a:cubicBezTo>
                <a:cubicBezTo>
                  <a:pt x="189401" y="50665"/>
                  <a:pt x="193513" y="48679"/>
                  <a:pt x="197839" y="48679"/>
                </a:cubicBezTo>
                <a:cubicBezTo>
                  <a:pt x="200817" y="48679"/>
                  <a:pt x="203228" y="49760"/>
                  <a:pt x="205072" y="51921"/>
                </a:cubicBezTo>
                <a:cubicBezTo>
                  <a:pt x="206915" y="54082"/>
                  <a:pt x="207837" y="57147"/>
                  <a:pt x="207837" y="61115"/>
                </a:cubicBezTo>
                <a:cubicBezTo>
                  <a:pt x="207837" y="67988"/>
                  <a:pt x="206171" y="73763"/>
                  <a:pt x="202838" y="78439"/>
                </a:cubicBezTo>
                <a:cubicBezTo>
                  <a:pt x="200711" y="81415"/>
                  <a:pt x="198335" y="82903"/>
                  <a:pt x="195711" y="82903"/>
                </a:cubicBezTo>
                <a:cubicBezTo>
                  <a:pt x="192875" y="82903"/>
                  <a:pt x="190748" y="81608"/>
                  <a:pt x="189330" y="79017"/>
                </a:cubicBezTo>
                <a:cubicBezTo>
                  <a:pt x="187911" y="76424"/>
                  <a:pt x="186919" y="74901"/>
                  <a:pt x="186351" y="74447"/>
                </a:cubicBezTo>
                <a:cubicBezTo>
                  <a:pt x="185784" y="73991"/>
                  <a:pt x="185181" y="73763"/>
                  <a:pt x="184543" y="73763"/>
                </a:cubicBezTo>
                <a:cubicBezTo>
                  <a:pt x="183834" y="73763"/>
                  <a:pt x="183090" y="73975"/>
                  <a:pt x="182310" y="74400"/>
                </a:cubicBezTo>
                <a:cubicBezTo>
                  <a:pt x="180750" y="75251"/>
                  <a:pt x="178711" y="77323"/>
                  <a:pt x="176194" y="80618"/>
                </a:cubicBezTo>
                <a:cubicBezTo>
                  <a:pt x="173676" y="83911"/>
                  <a:pt x="170574" y="89419"/>
                  <a:pt x="166887" y="97142"/>
                </a:cubicBezTo>
                <a:cubicBezTo>
                  <a:pt x="163199" y="104864"/>
                  <a:pt x="160328" y="111399"/>
                  <a:pt x="158271" y="116749"/>
                </a:cubicBezTo>
                <a:cubicBezTo>
                  <a:pt x="156215" y="122096"/>
                  <a:pt x="153343" y="132284"/>
                  <a:pt x="149656" y="147313"/>
                </a:cubicBezTo>
                <a:lnTo>
                  <a:pt x="123915" y="147313"/>
                </a:lnTo>
                <a:lnTo>
                  <a:pt x="141465" y="76845"/>
                </a:lnTo>
                <a:cubicBezTo>
                  <a:pt x="142742" y="71601"/>
                  <a:pt x="143380" y="68129"/>
                  <a:pt x="143380" y="66429"/>
                </a:cubicBezTo>
                <a:cubicBezTo>
                  <a:pt x="143380" y="64516"/>
                  <a:pt x="143043" y="63028"/>
                  <a:pt x="142370" y="61965"/>
                </a:cubicBezTo>
                <a:cubicBezTo>
                  <a:pt x="141696" y="60902"/>
                  <a:pt x="140774" y="60123"/>
                  <a:pt x="139604" y="59627"/>
                </a:cubicBezTo>
                <a:cubicBezTo>
                  <a:pt x="138434" y="59131"/>
                  <a:pt x="136005" y="58883"/>
                  <a:pt x="132318" y="58883"/>
                </a:cubicBezTo>
                <a:lnTo>
                  <a:pt x="133275" y="55694"/>
                </a:lnTo>
                <a:lnTo>
                  <a:pt x="165398" y="48679"/>
                </a:lnTo>
                <a:lnTo>
                  <a:pt x="171779" y="48679"/>
                </a:lnTo>
                <a:close/>
                <a:moveTo>
                  <a:pt x="238967" y="107349"/>
                </a:moveTo>
                <a:cubicBezTo>
                  <a:pt x="238329" y="111955"/>
                  <a:pt x="238010" y="115746"/>
                  <a:pt x="238010" y="118722"/>
                </a:cubicBezTo>
                <a:cubicBezTo>
                  <a:pt x="238010" y="124036"/>
                  <a:pt x="239552" y="128287"/>
                  <a:pt x="242637" y="131476"/>
                </a:cubicBezTo>
                <a:cubicBezTo>
                  <a:pt x="245721" y="134665"/>
                  <a:pt x="249852" y="136259"/>
                  <a:pt x="255028" y="136259"/>
                </a:cubicBezTo>
                <a:cubicBezTo>
                  <a:pt x="259992" y="136259"/>
                  <a:pt x="264973" y="135204"/>
                  <a:pt x="269972" y="133094"/>
                </a:cubicBezTo>
                <a:cubicBezTo>
                  <a:pt x="274971" y="130983"/>
                  <a:pt x="280768" y="127291"/>
                  <a:pt x="287363" y="122017"/>
                </a:cubicBezTo>
                <a:lnTo>
                  <a:pt x="290554" y="124704"/>
                </a:lnTo>
                <a:cubicBezTo>
                  <a:pt x="282399" y="133928"/>
                  <a:pt x="274457" y="140499"/>
                  <a:pt x="266728" y="144416"/>
                </a:cubicBezTo>
                <a:cubicBezTo>
                  <a:pt x="258999" y="148331"/>
                  <a:pt x="250454" y="150289"/>
                  <a:pt x="241094" y="150289"/>
                </a:cubicBezTo>
                <a:cubicBezTo>
                  <a:pt x="229252" y="150289"/>
                  <a:pt x="221062" y="147452"/>
                  <a:pt x="216524" y="141779"/>
                </a:cubicBezTo>
                <a:cubicBezTo>
                  <a:pt x="211986" y="136104"/>
                  <a:pt x="209717" y="129542"/>
                  <a:pt x="209717" y="122093"/>
                </a:cubicBezTo>
                <a:cubicBezTo>
                  <a:pt x="209717" y="110461"/>
                  <a:pt x="213103" y="98830"/>
                  <a:pt x="219875" y="87198"/>
                </a:cubicBezTo>
                <a:cubicBezTo>
                  <a:pt x="226646" y="75564"/>
                  <a:pt x="235865" y="66236"/>
                  <a:pt x="247529" y="59215"/>
                </a:cubicBezTo>
                <a:cubicBezTo>
                  <a:pt x="259194" y="52191"/>
                  <a:pt x="270912" y="48679"/>
                  <a:pt x="282683" y="48679"/>
                </a:cubicBezTo>
                <a:cubicBezTo>
                  <a:pt x="288639" y="48679"/>
                  <a:pt x="293142" y="50096"/>
                  <a:pt x="296191" y="52931"/>
                </a:cubicBezTo>
                <a:cubicBezTo>
                  <a:pt x="299240" y="55765"/>
                  <a:pt x="300765" y="59343"/>
                  <a:pt x="300765" y="63665"/>
                </a:cubicBezTo>
                <a:cubicBezTo>
                  <a:pt x="300765" y="68838"/>
                  <a:pt x="299276" y="73869"/>
                  <a:pt x="296298" y="78758"/>
                </a:cubicBezTo>
                <a:cubicBezTo>
                  <a:pt x="292185" y="85419"/>
                  <a:pt x="287008" y="90786"/>
                  <a:pt x="280768" y="94860"/>
                </a:cubicBezTo>
                <a:cubicBezTo>
                  <a:pt x="274528" y="98935"/>
                  <a:pt x="267544" y="102035"/>
                  <a:pt x="259814" y="104161"/>
                </a:cubicBezTo>
                <a:cubicBezTo>
                  <a:pt x="254638" y="105578"/>
                  <a:pt x="247689" y="106641"/>
                  <a:pt x="238967" y="107349"/>
                </a:cubicBezTo>
                <a:moveTo>
                  <a:pt x="239924" y="101822"/>
                </a:moveTo>
                <a:cubicBezTo>
                  <a:pt x="246164" y="100905"/>
                  <a:pt x="251004" y="99654"/>
                  <a:pt x="254443" y="98069"/>
                </a:cubicBezTo>
                <a:cubicBezTo>
                  <a:pt x="257882" y="96481"/>
                  <a:pt x="261250" y="93942"/>
                  <a:pt x="264548" y="90450"/>
                </a:cubicBezTo>
                <a:cubicBezTo>
                  <a:pt x="267845" y="86958"/>
                  <a:pt x="270699" y="82549"/>
                  <a:pt x="273110" y="77224"/>
                </a:cubicBezTo>
                <a:cubicBezTo>
                  <a:pt x="275521" y="71898"/>
                  <a:pt x="276726" y="66908"/>
                  <a:pt x="276726" y="62254"/>
                </a:cubicBezTo>
                <a:cubicBezTo>
                  <a:pt x="276726" y="60279"/>
                  <a:pt x="276177" y="58728"/>
                  <a:pt x="275078" y="57600"/>
                </a:cubicBezTo>
                <a:cubicBezTo>
                  <a:pt x="273979" y="56471"/>
                  <a:pt x="272578" y="55907"/>
                  <a:pt x="270876" y="55907"/>
                </a:cubicBezTo>
                <a:cubicBezTo>
                  <a:pt x="267473" y="55907"/>
                  <a:pt x="263644" y="58269"/>
                  <a:pt x="259389" y="62995"/>
                </a:cubicBezTo>
                <a:cubicBezTo>
                  <a:pt x="251589" y="71599"/>
                  <a:pt x="245101" y="84542"/>
                  <a:pt x="239924" y="101822"/>
                </a:cubicBezTo>
                <a:close/>
                <a:moveTo>
                  <a:pt x="384223" y="48679"/>
                </a:moveTo>
                <a:lnTo>
                  <a:pt x="379543" y="81628"/>
                </a:lnTo>
                <a:lnTo>
                  <a:pt x="375608" y="81628"/>
                </a:lnTo>
                <a:cubicBezTo>
                  <a:pt x="375041" y="73191"/>
                  <a:pt x="372435" y="66547"/>
                  <a:pt x="367790" y="61696"/>
                </a:cubicBezTo>
                <a:cubicBezTo>
                  <a:pt x="363145" y="56844"/>
                  <a:pt x="358164" y="54419"/>
                  <a:pt x="352846" y="54419"/>
                </a:cubicBezTo>
                <a:cubicBezTo>
                  <a:pt x="349584" y="54419"/>
                  <a:pt x="346889" y="55375"/>
                  <a:pt x="344762" y="57288"/>
                </a:cubicBezTo>
                <a:cubicBezTo>
                  <a:pt x="342635" y="59201"/>
                  <a:pt x="341571" y="61504"/>
                  <a:pt x="341571" y="64197"/>
                </a:cubicBezTo>
                <a:cubicBezTo>
                  <a:pt x="341571" y="66464"/>
                  <a:pt x="342032" y="68590"/>
                  <a:pt x="342954" y="70574"/>
                </a:cubicBezTo>
                <a:cubicBezTo>
                  <a:pt x="343876" y="72558"/>
                  <a:pt x="345932" y="75251"/>
                  <a:pt x="349123" y="78652"/>
                </a:cubicBezTo>
                <a:cubicBezTo>
                  <a:pt x="360327" y="90698"/>
                  <a:pt x="367134" y="98979"/>
                  <a:pt x="369545" y="103496"/>
                </a:cubicBezTo>
                <a:cubicBezTo>
                  <a:pt x="371956" y="108013"/>
                  <a:pt x="373161" y="112848"/>
                  <a:pt x="373161" y="118001"/>
                </a:cubicBezTo>
                <a:cubicBezTo>
                  <a:pt x="373161" y="123577"/>
                  <a:pt x="371743" y="128852"/>
                  <a:pt x="368907" y="133828"/>
                </a:cubicBezTo>
                <a:cubicBezTo>
                  <a:pt x="366070" y="138803"/>
                  <a:pt x="361834" y="142791"/>
                  <a:pt x="356196" y="145791"/>
                </a:cubicBezTo>
                <a:cubicBezTo>
                  <a:pt x="350559" y="148790"/>
                  <a:pt x="344691" y="150289"/>
                  <a:pt x="338593" y="150289"/>
                </a:cubicBezTo>
                <a:cubicBezTo>
                  <a:pt x="334480" y="150289"/>
                  <a:pt x="329410" y="149508"/>
                  <a:pt x="323383" y="147947"/>
                </a:cubicBezTo>
                <a:cubicBezTo>
                  <a:pt x="319412" y="146860"/>
                  <a:pt x="316434" y="146316"/>
                  <a:pt x="314448" y="146316"/>
                </a:cubicBezTo>
                <a:cubicBezTo>
                  <a:pt x="312675" y="146316"/>
                  <a:pt x="311293" y="146571"/>
                  <a:pt x="310300" y="147080"/>
                </a:cubicBezTo>
                <a:cubicBezTo>
                  <a:pt x="309307" y="147590"/>
                  <a:pt x="308208" y="148659"/>
                  <a:pt x="307003" y="150289"/>
                </a:cubicBezTo>
                <a:lnTo>
                  <a:pt x="303067" y="150289"/>
                </a:lnTo>
                <a:lnTo>
                  <a:pt x="308279" y="114789"/>
                </a:lnTo>
                <a:lnTo>
                  <a:pt x="311683" y="114789"/>
                </a:lnTo>
                <a:cubicBezTo>
                  <a:pt x="314164" y="123454"/>
                  <a:pt x="316487" y="129629"/>
                  <a:pt x="318649" y="133316"/>
                </a:cubicBezTo>
                <a:cubicBezTo>
                  <a:pt x="320812" y="137003"/>
                  <a:pt x="323702" y="139939"/>
                  <a:pt x="327318" y="142125"/>
                </a:cubicBezTo>
                <a:cubicBezTo>
                  <a:pt x="330935" y="144308"/>
                  <a:pt x="334409" y="145400"/>
                  <a:pt x="337742" y="145400"/>
                </a:cubicBezTo>
                <a:cubicBezTo>
                  <a:pt x="341642" y="145400"/>
                  <a:pt x="344868" y="144177"/>
                  <a:pt x="347421" y="141733"/>
                </a:cubicBezTo>
                <a:cubicBezTo>
                  <a:pt x="349974" y="139288"/>
                  <a:pt x="351250" y="136365"/>
                  <a:pt x="351250" y="132964"/>
                </a:cubicBezTo>
                <a:cubicBezTo>
                  <a:pt x="351250" y="129634"/>
                  <a:pt x="350417" y="126410"/>
                  <a:pt x="348751" y="123292"/>
                </a:cubicBezTo>
                <a:cubicBezTo>
                  <a:pt x="347084" y="120174"/>
                  <a:pt x="343237" y="115321"/>
                  <a:pt x="337210" y="108731"/>
                </a:cubicBezTo>
                <a:cubicBezTo>
                  <a:pt x="328914" y="99732"/>
                  <a:pt x="323454" y="92771"/>
                  <a:pt x="320830" y="87849"/>
                </a:cubicBezTo>
                <a:cubicBezTo>
                  <a:pt x="318986" y="84282"/>
                  <a:pt x="318064" y="80215"/>
                  <a:pt x="318064" y="75649"/>
                </a:cubicBezTo>
                <a:cubicBezTo>
                  <a:pt x="318064" y="67943"/>
                  <a:pt x="320848" y="61522"/>
                  <a:pt x="326414" y="56385"/>
                </a:cubicBezTo>
                <a:cubicBezTo>
                  <a:pt x="331981" y="51248"/>
                  <a:pt x="339798" y="48679"/>
                  <a:pt x="349868" y="48679"/>
                </a:cubicBezTo>
                <a:cubicBezTo>
                  <a:pt x="354264" y="48679"/>
                  <a:pt x="359653" y="49504"/>
                  <a:pt x="366035" y="51154"/>
                </a:cubicBezTo>
                <a:cubicBezTo>
                  <a:pt x="369226" y="51979"/>
                  <a:pt x="371779" y="52392"/>
                  <a:pt x="373693" y="52392"/>
                </a:cubicBezTo>
                <a:cubicBezTo>
                  <a:pt x="376459" y="52392"/>
                  <a:pt x="378692" y="51155"/>
                  <a:pt x="380394" y="48679"/>
                </a:cubicBezTo>
                <a:lnTo>
                  <a:pt x="384223" y="48679"/>
                </a:lnTo>
                <a:close/>
                <a:moveTo>
                  <a:pt x="468961" y="48679"/>
                </a:moveTo>
                <a:lnTo>
                  <a:pt x="464281" y="81628"/>
                </a:lnTo>
                <a:lnTo>
                  <a:pt x="460346" y="81628"/>
                </a:lnTo>
                <a:cubicBezTo>
                  <a:pt x="459779" y="73191"/>
                  <a:pt x="457173" y="66547"/>
                  <a:pt x="452528" y="61696"/>
                </a:cubicBezTo>
                <a:cubicBezTo>
                  <a:pt x="447883" y="56844"/>
                  <a:pt x="442902" y="54419"/>
                  <a:pt x="437584" y="54419"/>
                </a:cubicBezTo>
                <a:cubicBezTo>
                  <a:pt x="434322" y="54419"/>
                  <a:pt x="431627" y="55375"/>
                  <a:pt x="429500" y="57288"/>
                </a:cubicBezTo>
                <a:cubicBezTo>
                  <a:pt x="427373" y="59201"/>
                  <a:pt x="426309" y="61504"/>
                  <a:pt x="426309" y="64197"/>
                </a:cubicBezTo>
                <a:cubicBezTo>
                  <a:pt x="426309" y="66464"/>
                  <a:pt x="426770" y="68590"/>
                  <a:pt x="427692" y="70574"/>
                </a:cubicBezTo>
                <a:cubicBezTo>
                  <a:pt x="428614" y="72558"/>
                  <a:pt x="430670" y="75251"/>
                  <a:pt x="433861" y="78652"/>
                </a:cubicBezTo>
                <a:cubicBezTo>
                  <a:pt x="445065" y="90698"/>
                  <a:pt x="451872" y="98979"/>
                  <a:pt x="454283" y="103496"/>
                </a:cubicBezTo>
                <a:cubicBezTo>
                  <a:pt x="456694" y="108013"/>
                  <a:pt x="457899" y="112848"/>
                  <a:pt x="457899" y="118001"/>
                </a:cubicBezTo>
                <a:cubicBezTo>
                  <a:pt x="457899" y="123577"/>
                  <a:pt x="456481" y="128852"/>
                  <a:pt x="453645" y="133828"/>
                </a:cubicBezTo>
                <a:cubicBezTo>
                  <a:pt x="450808" y="138803"/>
                  <a:pt x="446572" y="142791"/>
                  <a:pt x="440934" y="145791"/>
                </a:cubicBezTo>
                <a:cubicBezTo>
                  <a:pt x="435297" y="148790"/>
                  <a:pt x="429429" y="150289"/>
                  <a:pt x="423331" y="150289"/>
                </a:cubicBezTo>
                <a:cubicBezTo>
                  <a:pt x="419218" y="150289"/>
                  <a:pt x="414148" y="149508"/>
                  <a:pt x="408121" y="147947"/>
                </a:cubicBezTo>
                <a:cubicBezTo>
                  <a:pt x="404150" y="146860"/>
                  <a:pt x="401172" y="146316"/>
                  <a:pt x="399186" y="146316"/>
                </a:cubicBezTo>
                <a:cubicBezTo>
                  <a:pt x="397413" y="146316"/>
                  <a:pt x="396031" y="146571"/>
                  <a:pt x="395038" y="147080"/>
                </a:cubicBezTo>
                <a:cubicBezTo>
                  <a:pt x="394045" y="147590"/>
                  <a:pt x="392946" y="148659"/>
                  <a:pt x="391741" y="150289"/>
                </a:cubicBezTo>
                <a:lnTo>
                  <a:pt x="387805" y="150289"/>
                </a:lnTo>
                <a:lnTo>
                  <a:pt x="393017" y="114789"/>
                </a:lnTo>
                <a:lnTo>
                  <a:pt x="396421" y="114789"/>
                </a:lnTo>
                <a:cubicBezTo>
                  <a:pt x="398902" y="123454"/>
                  <a:pt x="401225" y="129629"/>
                  <a:pt x="403388" y="133316"/>
                </a:cubicBezTo>
                <a:cubicBezTo>
                  <a:pt x="405550" y="137003"/>
                  <a:pt x="408440" y="139939"/>
                  <a:pt x="412056" y="142125"/>
                </a:cubicBezTo>
                <a:cubicBezTo>
                  <a:pt x="415673" y="144308"/>
                  <a:pt x="419147" y="145400"/>
                  <a:pt x="422480" y="145400"/>
                </a:cubicBezTo>
                <a:cubicBezTo>
                  <a:pt x="426380" y="145400"/>
                  <a:pt x="429606" y="144177"/>
                  <a:pt x="432159" y="141733"/>
                </a:cubicBezTo>
                <a:cubicBezTo>
                  <a:pt x="434712" y="139288"/>
                  <a:pt x="435988" y="136365"/>
                  <a:pt x="435988" y="132964"/>
                </a:cubicBezTo>
                <a:cubicBezTo>
                  <a:pt x="435988" y="129634"/>
                  <a:pt x="435155" y="126410"/>
                  <a:pt x="433489" y="123292"/>
                </a:cubicBezTo>
                <a:cubicBezTo>
                  <a:pt x="431822" y="120174"/>
                  <a:pt x="427975" y="115321"/>
                  <a:pt x="421948" y="108731"/>
                </a:cubicBezTo>
                <a:cubicBezTo>
                  <a:pt x="413652" y="99732"/>
                  <a:pt x="408192" y="92771"/>
                  <a:pt x="405568" y="87849"/>
                </a:cubicBezTo>
                <a:cubicBezTo>
                  <a:pt x="403724" y="84282"/>
                  <a:pt x="402803" y="80215"/>
                  <a:pt x="402803" y="75649"/>
                </a:cubicBezTo>
                <a:cubicBezTo>
                  <a:pt x="402803" y="67943"/>
                  <a:pt x="405586" y="61522"/>
                  <a:pt x="411152" y="56385"/>
                </a:cubicBezTo>
                <a:cubicBezTo>
                  <a:pt x="416719" y="51248"/>
                  <a:pt x="424536" y="48679"/>
                  <a:pt x="434606" y="48679"/>
                </a:cubicBezTo>
                <a:cubicBezTo>
                  <a:pt x="439002" y="48679"/>
                  <a:pt x="444391" y="49504"/>
                  <a:pt x="450773" y="51154"/>
                </a:cubicBezTo>
                <a:cubicBezTo>
                  <a:pt x="453964" y="51979"/>
                  <a:pt x="456517" y="52392"/>
                  <a:pt x="458431" y="52392"/>
                </a:cubicBezTo>
                <a:cubicBezTo>
                  <a:pt x="461197" y="52392"/>
                  <a:pt x="463430" y="51155"/>
                  <a:pt x="465132" y="48679"/>
                </a:cubicBezTo>
                <a:lnTo>
                  <a:pt x="468961" y="48679"/>
                </a:lnTo>
                <a:close/>
                <a:moveTo>
                  <a:pt x="520489" y="0"/>
                </a:moveTo>
                <a:cubicBezTo>
                  <a:pt x="524885" y="0"/>
                  <a:pt x="528590" y="1534"/>
                  <a:pt x="531604" y="4604"/>
                </a:cubicBezTo>
                <a:cubicBezTo>
                  <a:pt x="534618" y="7670"/>
                  <a:pt x="536124" y="11379"/>
                  <a:pt x="536124" y="15730"/>
                </a:cubicBezTo>
                <a:cubicBezTo>
                  <a:pt x="536124" y="20081"/>
                  <a:pt x="534600" y="23792"/>
                  <a:pt x="531551" y="26861"/>
                </a:cubicBezTo>
                <a:cubicBezTo>
                  <a:pt x="528502" y="29927"/>
                  <a:pt x="524814" y="31461"/>
                  <a:pt x="520489" y="31461"/>
                </a:cubicBezTo>
                <a:cubicBezTo>
                  <a:pt x="516234" y="31461"/>
                  <a:pt x="512582" y="29927"/>
                  <a:pt x="509533" y="26861"/>
                </a:cubicBezTo>
                <a:cubicBezTo>
                  <a:pt x="506484" y="23792"/>
                  <a:pt x="504960" y="20081"/>
                  <a:pt x="504960" y="15730"/>
                </a:cubicBezTo>
                <a:cubicBezTo>
                  <a:pt x="504960" y="11379"/>
                  <a:pt x="506466" y="7670"/>
                  <a:pt x="509480" y="4604"/>
                </a:cubicBezTo>
                <a:cubicBezTo>
                  <a:pt x="512494" y="1534"/>
                  <a:pt x="516163" y="0"/>
                  <a:pt x="520489" y="0"/>
                </a:cubicBezTo>
                <a:moveTo>
                  <a:pt x="527083" y="48679"/>
                </a:moveTo>
                <a:lnTo>
                  <a:pt x="505279" y="123734"/>
                </a:lnTo>
                <a:cubicBezTo>
                  <a:pt x="504073" y="128027"/>
                  <a:pt x="503470" y="130843"/>
                  <a:pt x="503470" y="132180"/>
                </a:cubicBezTo>
                <a:cubicBezTo>
                  <a:pt x="503470" y="132991"/>
                  <a:pt x="503790" y="133746"/>
                  <a:pt x="504428" y="134445"/>
                </a:cubicBezTo>
                <a:cubicBezTo>
                  <a:pt x="505066" y="135143"/>
                  <a:pt x="505740" y="135492"/>
                  <a:pt x="506449" y="135492"/>
                </a:cubicBezTo>
                <a:cubicBezTo>
                  <a:pt x="507654" y="135492"/>
                  <a:pt x="508860" y="134939"/>
                  <a:pt x="510065" y="133834"/>
                </a:cubicBezTo>
                <a:cubicBezTo>
                  <a:pt x="513256" y="131111"/>
                  <a:pt x="517085" y="126179"/>
                  <a:pt x="521552" y="119041"/>
                </a:cubicBezTo>
                <a:lnTo>
                  <a:pt x="525169" y="121249"/>
                </a:lnTo>
                <a:cubicBezTo>
                  <a:pt x="514461" y="140609"/>
                  <a:pt x="503080" y="150289"/>
                  <a:pt x="491026" y="150289"/>
                </a:cubicBezTo>
                <a:cubicBezTo>
                  <a:pt x="486417" y="150289"/>
                  <a:pt x="482747" y="148996"/>
                  <a:pt x="480017" y="146409"/>
                </a:cubicBezTo>
                <a:cubicBezTo>
                  <a:pt x="477287" y="143823"/>
                  <a:pt x="475922" y="140546"/>
                  <a:pt x="475922" y="136578"/>
                </a:cubicBezTo>
                <a:cubicBezTo>
                  <a:pt x="475922" y="133956"/>
                  <a:pt x="476525" y="130626"/>
                  <a:pt x="477730" y="126587"/>
                </a:cubicBezTo>
                <a:lnTo>
                  <a:pt x="492515" y="75782"/>
                </a:lnTo>
                <a:cubicBezTo>
                  <a:pt x="493933" y="70893"/>
                  <a:pt x="494642" y="67208"/>
                  <a:pt x="494642" y="64728"/>
                </a:cubicBezTo>
                <a:cubicBezTo>
                  <a:pt x="494642" y="63169"/>
                  <a:pt x="493969" y="61788"/>
                  <a:pt x="492621" y="60583"/>
                </a:cubicBezTo>
                <a:cubicBezTo>
                  <a:pt x="491274" y="59379"/>
                  <a:pt x="489430" y="58776"/>
                  <a:pt x="487090" y="58776"/>
                </a:cubicBezTo>
                <a:cubicBezTo>
                  <a:pt x="486027" y="58776"/>
                  <a:pt x="484750" y="58812"/>
                  <a:pt x="483261" y="58883"/>
                </a:cubicBezTo>
                <a:lnTo>
                  <a:pt x="484644" y="54631"/>
                </a:lnTo>
                <a:lnTo>
                  <a:pt x="520702" y="48679"/>
                </a:lnTo>
                <a:lnTo>
                  <a:pt x="527083" y="48679"/>
                </a:lnTo>
                <a:close/>
                <a:moveTo>
                  <a:pt x="561024" y="150289"/>
                </a:moveTo>
                <a:lnTo>
                  <a:pt x="557195" y="150289"/>
                </a:lnTo>
                <a:cubicBezTo>
                  <a:pt x="557407" y="144478"/>
                  <a:pt x="557514" y="140085"/>
                  <a:pt x="557514" y="137109"/>
                </a:cubicBezTo>
                <a:cubicBezTo>
                  <a:pt x="557514" y="129031"/>
                  <a:pt x="556893" y="117358"/>
                  <a:pt x="555652" y="102088"/>
                </a:cubicBezTo>
                <a:cubicBezTo>
                  <a:pt x="554412" y="86818"/>
                  <a:pt x="553011" y="76632"/>
                  <a:pt x="551451" y="71531"/>
                </a:cubicBezTo>
                <a:cubicBezTo>
                  <a:pt x="550246" y="67775"/>
                  <a:pt x="548650" y="65047"/>
                  <a:pt x="546665" y="63347"/>
                </a:cubicBezTo>
                <a:cubicBezTo>
                  <a:pt x="545317" y="62213"/>
                  <a:pt x="543580" y="61646"/>
                  <a:pt x="541453" y="61646"/>
                </a:cubicBezTo>
                <a:cubicBezTo>
                  <a:pt x="540247" y="61646"/>
                  <a:pt x="538794" y="61788"/>
                  <a:pt x="537092" y="62071"/>
                </a:cubicBezTo>
                <a:lnTo>
                  <a:pt x="537092" y="58245"/>
                </a:lnTo>
                <a:lnTo>
                  <a:pt x="572511" y="48679"/>
                </a:lnTo>
                <a:cubicBezTo>
                  <a:pt x="579602" y="68043"/>
                  <a:pt x="583041" y="92833"/>
                  <a:pt x="582829" y="123050"/>
                </a:cubicBezTo>
                <a:cubicBezTo>
                  <a:pt x="593252" y="113136"/>
                  <a:pt x="600432" y="105099"/>
                  <a:pt x="604368" y="98939"/>
                </a:cubicBezTo>
                <a:cubicBezTo>
                  <a:pt x="608303" y="92779"/>
                  <a:pt x="610271" y="87645"/>
                  <a:pt x="610271" y="83538"/>
                </a:cubicBezTo>
                <a:cubicBezTo>
                  <a:pt x="610271" y="80280"/>
                  <a:pt x="609048" y="76969"/>
                  <a:pt x="606601" y="73603"/>
                </a:cubicBezTo>
                <a:cubicBezTo>
                  <a:pt x="604155" y="70237"/>
                  <a:pt x="602630" y="67843"/>
                  <a:pt x="602027" y="66419"/>
                </a:cubicBezTo>
                <a:cubicBezTo>
                  <a:pt x="601425" y="64993"/>
                  <a:pt x="601123" y="63425"/>
                  <a:pt x="601123" y="61716"/>
                </a:cubicBezTo>
                <a:cubicBezTo>
                  <a:pt x="601123" y="58011"/>
                  <a:pt x="602329" y="54912"/>
                  <a:pt x="604740" y="52419"/>
                </a:cubicBezTo>
                <a:cubicBezTo>
                  <a:pt x="607151" y="49926"/>
                  <a:pt x="610200" y="48679"/>
                  <a:pt x="613887" y="48679"/>
                </a:cubicBezTo>
                <a:cubicBezTo>
                  <a:pt x="617787" y="48679"/>
                  <a:pt x="620801" y="49921"/>
                  <a:pt x="622928" y="52406"/>
                </a:cubicBezTo>
                <a:cubicBezTo>
                  <a:pt x="625906" y="55882"/>
                  <a:pt x="627395" y="59996"/>
                  <a:pt x="627395" y="64748"/>
                </a:cubicBezTo>
                <a:cubicBezTo>
                  <a:pt x="627395" y="69644"/>
                  <a:pt x="626527" y="74451"/>
                  <a:pt x="624790" y="79170"/>
                </a:cubicBezTo>
                <a:cubicBezTo>
                  <a:pt x="623052" y="83889"/>
                  <a:pt x="620074" y="89459"/>
                  <a:pt x="615855" y="95880"/>
                </a:cubicBezTo>
                <a:cubicBezTo>
                  <a:pt x="611636" y="102302"/>
                  <a:pt x="606938" y="108137"/>
                  <a:pt x="601762" y="113387"/>
                </a:cubicBezTo>
                <a:cubicBezTo>
                  <a:pt x="592260" y="123037"/>
                  <a:pt x="578680" y="135338"/>
                  <a:pt x="561024" y="150289"/>
                </a:cubicBezTo>
                <a:close/>
                <a:moveTo>
                  <a:pt x="663962" y="107349"/>
                </a:moveTo>
                <a:cubicBezTo>
                  <a:pt x="663324" y="111955"/>
                  <a:pt x="663005" y="115746"/>
                  <a:pt x="663005" y="118722"/>
                </a:cubicBezTo>
                <a:cubicBezTo>
                  <a:pt x="663005" y="124036"/>
                  <a:pt x="664547" y="128287"/>
                  <a:pt x="667632" y="131476"/>
                </a:cubicBezTo>
                <a:cubicBezTo>
                  <a:pt x="670717" y="134665"/>
                  <a:pt x="674847" y="136259"/>
                  <a:pt x="680023" y="136259"/>
                </a:cubicBezTo>
                <a:cubicBezTo>
                  <a:pt x="684987" y="136259"/>
                  <a:pt x="689969" y="135204"/>
                  <a:pt x="694968" y="133094"/>
                </a:cubicBezTo>
                <a:cubicBezTo>
                  <a:pt x="699967" y="130983"/>
                  <a:pt x="705764" y="127291"/>
                  <a:pt x="712358" y="122017"/>
                </a:cubicBezTo>
                <a:lnTo>
                  <a:pt x="715549" y="124704"/>
                </a:lnTo>
                <a:cubicBezTo>
                  <a:pt x="707395" y="133928"/>
                  <a:pt x="699453" y="140499"/>
                  <a:pt x="691724" y="144416"/>
                </a:cubicBezTo>
                <a:cubicBezTo>
                  <a:pt x="683994" y="148331"/>
                  <a:pt x="675450" y="150289"/>
                  <a:pt x="666090" y="150289"/>
                </a:cubicBezTo>
                <a:cubicBezTo>
                  <a:pt x="654248" y="150289"/>
                  <a:pt x="646058" y="147452"/>
                  <a:pt x="641519" y="141779"/>
                </a:cubicBezTo>
                <a:cubicBezTo>
                  <a:pt x="636981" y="136104"/>
                  <a:pt x="634712" y="129542"/>
                  <a:pt x="634712" y="122093"/>
                </a:cubicBezTo>
                <a:cubicBezTo>
                  <a:pt x="634712" y="110461"/>
                  <a:pt x="638098" y="98830"/>
                  <a:pt x="644870" y="87198"/>
                </a:cubicBezTo>
                <a:cubicBezTo>
                  <a:pt x="651642" y="75564"/>
                  <a:pt x="660860" y="66236"/>
                  <a:pt x="672525" y="59215"/>
                </a:cubicBezTo>
                <a:cubicBezTo>
                  <a:pt x="684189" y="52191"/>
                  <a:pt x="695907" y="48679"/>
                  <a:pt x="707678" y="48679"/>
                </a:cubicBezTo>
                <a:cubicBezTo>
                  <a:pt x="713635" y="48679"/>
                  <a:pt x="718137" y="50096"/>
                  <a:pt x="721187" y="52931"/>
                </a:cubicBezTo>
                <a:cubicBezTo>
                  <a:pt x="724236" y="55765"/>
                  <a:pt x="725760" y="59343"/>
                  <a:pt x="725760" y="63665"/>
                </a:cubicBezTo>
                <a:cubicBezTo>
                  <a:pt x="725760" y="68838"/>
                  <a:pt x="724271" y="73869"/>
                  <a:pt x="721293" y="78758"/>
                </a:cubicBezTo>
                <a:cubicBezTo>
                  <a:pt x="717180" y="85419"/>
                  <a:pt x="712004" y="90786"/>
                  <a:pt x="705764" y="94860"/>
                </a:cubicBezTo>
                <a:cubicBezTo>
                  <a:pt x="699524" y="98935"/>
                  <a:pt x="692539" y="102035"/>
                  <a:pt x="684810" y="104161"/>
                </a:cubicBezTo>
                <a:cubicBezTo>
                  <a:pt x="679633" y="105578"/>
                  <a:pt x="672684" y="106641"/>
                  <a:pt x="663962" y="107349"/>
                </a:cubicBezTo>
                <a:moveTo>
                  <a:pt x="664920" y="101822"/>
                </a:moveTo>
                <a:cubicBezTo>
                  <a:pt x="671160" y="100905"/>
                  <a:pt x="675999" y="99654"/>
                  <a:pt x="679438" y="98069"/>
                </a:cubicBezTo>
                <a:cubicBezTo>
                  <a:pt x="682878" y="96481"/>
                  <a:pt x="686246" y="93942"/>
                  <a:pt x="689543" y="90450"/>
                </a:cubicBezTo>
                <a:cubicBezTo>
                  <a:pt x="692840" y="86958"/>
                  <a:pt x="695695" y="82549"/>
                  <a:pt x="698105" y="77224"/>
                </a:cubicBezTo>
                <a:cubicBezTo>
                  <a:pt x="700516" y="71898"/>
                  <a:pt x="701722" y="66908"/>
                  <a:pt x="701722" y="62254"/>
                </a:cubicBezTo>
                <a:cubicBezTo>
                  <a:pt x="701722" y="60279"/>
                  <a:pt x="701172" y="58728"/>
                  <a:pt x="700073" y="57600"/>
                </a:cubicBezTo>
                <a:cubicBezTo>
                  <a:pt x="698974" y="56471"/>
                  <a:pt x="697574" y="55907"/>
                  <a:pt x="695872" y="55907"/>
                </a:cubicBezTo>
                <a:cubicBezTo>
                  <a:pt x="692468" y="55907"/>
                  <a:pt x="688639" y="58269"/>
                  <a:pt x="684384" y="62995"/>
                </a:cubicBezTo>
                <a:cubicBezTo>
                  <a:pt x="676584" y="71599"/>
                  <a:pt x="670096" y="84542"/>
                  <a:pt x="664920" y="1018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           ">
            <a:extLst xmlns:a="http://schemas.openxmlformats.org/drawingml/2006/main">
              <a:ext uri="{FF2B5EF4-FFF2-40B4-BE49-F238E27FC236}">
                <a16:creationId xmlns:a16="http://schemas.microsoft.com/office/drawing/2014/main" id="{81B6BF2C-F4A0-4CFA-8B2C-3828935E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563" y="405864"/>
            <a:ext cx="1293729" cy="150843"/>
          </a:xfrm>
          <a:custGeom xmlns:a="http://schemas.openxmlformats.org/drawingml/2006/main">
            <a:pathLst>
              <a:path w="1293729" h="150843">
                <a:moveTo>
                  <a:pt x="147970" y="0"/>
                </a:moveTo>
                <a:lnTo>
                  <a:pt x="137949" y="46446"/>
                </a:lnTo>
                <a:lnTo>
                  <a:pt x="133898" y="46446"/>
                </a:lnTo>
                <a:cubicBezTo>
                  <a:pt x="133329" y="32990"/>
                  <a:pt x="130291" y="23306"/>
                  <a:pt x="124783" y="17394"/>
                </a:cubicBezTo>
                <a:cubicBezTo>
                  <a:pt x="119275" y="11479"/>
                  <a:pt x="111546" y="8522"/>
                  <a:pt x="101596" y="8522"/>
                </a:cubicBezTo>
                <a:cubicBezTo>
                  <a:pt x="91362" y="8522"/>
                  <a:pt x="81127" y="12115"/>
                  <a:pt x="70893" y="19301"/>
                </a:cubicBezTo>
                <a:cubicBezTo>
                  <a:pt x="60659" y="26488"/>
                  <a:pt x="51935" y="37568"/>
                  <a:pt x="44721" y="52541"/>
                </a:cubicBezTo>
                <a:cubicBezTo>
                  <a:pt x="37508" y="67513"/>
                  <a:pt x="33901" y="83246"/>
                  <a:pt x="33901" y="99740"/>
                </a:cubicBezTo>
                <a:cubicBezTo>
                  <a:pt x="33901" y="113899"/>
                  <a:pt x="37099" y="124714"/>
                  <a:pt x="43495" y="132184"/>
                </a:cubicBezTo>
                <a:cubicBezTo>
                  <a:pt x="49892" y="139652"/>
                  <a:pt x="57390" y="143386"/>
                  <a:pt x="65989" y="143386"/>
                </a:cubicBezTo>
                <a:cubicBezTo>
                  <a:pt x="69614" y="143386"/>
                  <a:pt x="74020" y="142358"/>
                  <a:pt x="79209" y="140300"/>
                </a:cubicBezTo>
                <a:lnTo>
                  <a:pt x="90296" y="102230"/>
                </a:lnTo>
                <a:cubicBezTo>
                  <a:pt x="92143" y="95849"/>
                  <a:pt x="93067" y="91666"/>
                  <a:pt x="93067" y="89680"/>
                </a:cubicBezTo>
                <a:cubicBezTo>
                  <a:pt x="93067" y="87056"/>
                  <a:pt x="91948" y="84842"/>
                  <a:pt x="89709" y="83035"/>
                </a:cubicBezTo>
                <a:cubicBezTo>
                  <a:pt x="87471" y="81226"/>
                  <a:pt x="83615" y="80322"/>
                  <a:pt x="78143" y="80322"/>
                </a:cubicBezTo>
                <a:lnTo>
                  <a:pt x="79209" y="76274"/>
                </a:lnTo>
                <a:lnTo>
                  <a:pt x="141573" y="76274"/>
                </a:lnTo>
                <a:lnTo>
                  <a:pt x="140614" y="80322"/>
                </a:lnTo>
                <a:cubicBezTo>
                  <a:pt x="136918" y="80535"/>
                  <a:pt x="134022" y="81227"/>
                  <a:pt x="131925" y="82399"/>
                </a:cubicBezTo>
                <a:cubicBezTo>
                  <a:pt x="129829" y="83571"/>
                  <a:pt x="128176" y="85293"/>
                  <a:pt x="126968" y="87566"/>
                </a:cubicBezTo>
                <a:cubicBezTo>
                  <a:pt x="126258" y="88917"/>
                  <a:pt x="125156" y="92398"/>
                  <a:pt x="123663" y="98009"/>
                </a:cubicBezTo>
                <a:lnTo>
                  <a:pt x="110551" y="142414"/>
                </a:lnTo>
                <a:cubicBezTo>
                  <a:pt x="95626" y="148034"/>
                  <a:pt x="79919" y="150843"/>
                  <a:pt x="63431" y="150843"/>
                </a:cubicBezTo>
                <a:cubicBezTo>
                  <a:pt x="50709" y="150843"/>
                  <a:pt x="39889" y="148539"/>
                  <a:pt x="30969" y="143929"/>
                </a:cubicBezTo>
                <a:cubicBezTo>
                  <a:pt x="22050" y="139319"/>
                  <a:pt x="14658" y="132016"/>
                  <a:pt x="8795" y="122018"/>
                </a:cubicBezTo>
                <a:cubicBezTo>
                  <a:pt x="2932" y="112017"/>
                  <a:pt x="0" y="100634"/>
                  <a:pt x="0" y="87869"/>
                </a:cubicBezTo>
                <a:cubicBezTo>
                  <a:pt x="0" y="60635"/>
                  <a:pt x="12118" y="38189"/>
                  <a:pt x="36353" y="20530"/>
                </a:cubicBezTo>
                <a:cubicBezTo>
                  <a:pt x="55329" y="6843"/>
                  <a:pt x="76863" y="0"/>
                  <a:pt x="100956" y="0"/>
                </a:cubicBezTo>
                <a:cubicBezTo>
                  <a:pt x="105149" y="0"/>
                  <a:pt x="109023" y="219"/>
                  <a:pt x="112576" y="656"/>
                </a:cubicBezTo>
                <a:cubicBezTo>
                  <a:pt x="115206" y="1020"/>
                  <a:pt x="119826" y="2040"/>
                  <a:pt x="126435" y="3715"/>
                </a:cubicBezTo>
                <a:cubicBezTo>
                  <a:pt x="130699" y="4807"/>
                  <a:pt x="133613" y="5353"/>
                  <a:pt x="135177" y="5353"/>
                </a:cubicBezTo>
                <a:cubicBezTo>
                  <a:pt x="138304" y="5353"/>
                  <a:pt x="141254" y="3569"/>
                  <a:pt x="144025" y="0"/>
                </a:cubicBezTo>
                <a:lnTo>
                  <a:pt x="147970" y="0"/>
                </a:lnTo>
                <a:close/>
                <a:moveTo>
                  <a:pt x="177265" y="107593"/>
                </a:moveTo>
                <a:cubicBezTo>
                  <a:pt x="176626" y="112209"/>
                  <a:pt x="176306" y="116009"/>
                  <a:pt x="176306" y="118992"/>
                </a:cubicBezTo>
                <a:cubicBezTo>
                  <a:pt x="176306" y="124318"/>
                  <a:pt x="177851" y="128579"/>
                  <a:pt x="180943" y="131775"/>
                </a:cubicBezTo>
                <a:cubicBezTo>
                  <a:pt x="184035" y="134971"/>
                  <a:pt x="188175" y="136569"/>
                  <a:pt x="193363" y="136569"/>
                </a:cubicBezTo>
                <a:cubicBezTo>
                  <a:pt x="198338" y="136569"/>
                  <a:pt x="203330" y="135511"/>
                  <a:pt x="208341" y="133396"/>
                </a:cubicBezTo>
                <a:cubicBezTo>
                  <a:pt x="213351" y="131281"/>
                  <a:pt x="219161" y="127580"/>
                  <a:pt x="225771" y="122294"/>
                </a:cubicBezTo>
                <a:lnTo>
                  <a:pt x="228969" y="124987"/>
                </a:lnTo>
                <a:cubicBezTo>
                  <a:pt x="220796" y="134233"/>
                  <a:pt x="212836" y="140819"/>
                  <a:pt x="205089" y="144745"/>
                </a:cubicBezTo>
                <a:cubicBezTo>
                  <a:pt x="197343" y="148668"/>
                  <a:pt x="188779" y="150630"/>
                  <a:pt x="179397" y="150630"/>
                </a:cubicBezTo>
                <a:cubicBezTo>
                  <a:pt x="167528" y="150630"/>
                  <a:pt x="159320" y="147787"/>
                  <a:pt x="154771" y="142101"/>
                </a:cubicBezTo>
                <a:cubicBezTo>
                  <a:pt x="150223" y="136413"/>
                  <a:pt x="147948" y="129836"/>
                  <a:pt x="147948" y="122370"/>
                </a:cubicBezTo>
                <a:cubicBezTo>
                  <a:pt x="147948" y="110712"/>
                  <a:pt x="151342" y="99054"/>
                  <a:pt x="158129" y="87396"/>
                </a:cubicBezTo>
                <a:cubicBezTo>
                  <a:pt x="164917" y="75736"/>
                  <a:pt x="174156" y="66387"/>
                  <a:pt x="185847" y="59349"/>
                </a:cubicBezTo>
                <a:cubicBezTo>
                  <a:pt x="197538" y="52310"/>
                  <a:pt x="209283" y="48790"/>
                  <a:pt x="221080" y="48790"/>
                </a:cubicBezTo>
                <a:cubicBezTo>
                  <a:pt x="227050" y="48790"/>
                  <a:pt x="231563" y="50210"/>
                  <a:pt x="234619" y="53051"/>
                </a:cubicBezTo>
                <a:cubicBezTo>
                  <a:pt x="237675" y="55892"/>
                  <a:pt x="239203" y="59478"/>
                  <a:pt x="239203" y="63810"/>
                </a:cubicBezTo>
                <a:cubicBezTo>
                  <a:pt x="239203" y="68994"/>
                  <a:pt x="237711" y="74037"/>
                  <a:pt x="234726" y="78937"/>
                </a:cubicBezTo>
                <a:cubicBezTo>
                  <a:pt x="230604" y="85613"/>
                  <a:pt x="225416" y="90992"/>
                  <a:pt x="219161" y="95076"/>
                </a:cubicBezTo>
                <a:cubicBezTo>
                  <a:pt x="212907" y="99160"/>
                  <a:pt x="205907" y="102267"/>
                  <a:pt x="198160" y="104397"/>
                </a:cubicBezTo>
                <a:cubicBezTo>
                  <a:pt x="192972" y="105818"/>
                  <a:pt x="186007" y="106883"/>
                  <a:pt x="177265" y="107593"/>
                </a:cubicBezTo>
                <a:moveTo>
                  <a:pt x="178225" y="102054"/>
                </a:moveTo>
                <a:cubicBezTo>
                  <a:pt x="184479" y="101135"/>
                  <a:pt x="189329" y="99881"/>
                  <a:pt x="192776" y="98292"/>
                </a:cubicBezTo>
                <a:cubicBezTo>
                  <a:pt x="196223" y="96701"/>
                  <a:pt x="199599" y="94155"/>
                  <a:pt x="202904" y="90655"/>
                </a:cubicBezTo>
                <a:cubicBezTo>
                  <a:pt x="206209" y="87155"/>
                  <a:pt x="209069" y="82737"/>
                  <a:pt x="211486" y="77399"/>
                </a:cubicBezTo>
                <a:cubicBezTo>
                  <a:pt x="213902" y="72062"/>
                  <a:pt x="215110" y="67060"/>
                  <a:pt x="215110" y="62395"/>
                </a:cubicBezTo>
                <a:cubicBezTo>
                  <a:pt x="215110" y="60416"/>
                  <a:pt x="214560" y="58861"/>
                  <a:pt x="213458" y="57731"/>
                </a:cubicBezTo>
                <a:cubicBezTo>
                  <a:pt x="212356" y="56600"/>
                  <a:pt x="210953" y="56034"/>
                  <a:pt x="209247" y="56034"/>
                </a:cubicBezTo>
                <a:cubicBezTo>
                  <a:pt x="205836" y="56034"/>
                  <a:pt x="201998" y="58402"/>
                  <a:pt x="197734" y="63138"/>
                </a:cubicBezTo>
                <a:cubicBezTo>
                  <a:pt x="189916" y="71762"/>
                  <a:pt x="183413" y="84734"/>
                  <a:pt x="178225" y="102054"/>
                </a:cubicBezTo>
                <a:close/>
                <a:moveTo>
                  <a:pt x="300369" y="48790"/>
                </a:moveTo>
                <a:lnTo>
                  <a:pt x="287149" y="94540"/>
                </a:lnTo>
                <a:cubicBezTo>
                  <a:pt x="296033" y="81173"/>
                  <a:pt x="302678" y="72037"/>
                  <a:pt x="307085" y="67132"/>
                </a:cubicBezTo>
                <a:cubicBezTo>
                  <a:pt x="313552" y="60024"/>
                  <a:pt x="319131" y="55190"/>
                  <a:pt x="323822" y="52631"/>
                </a:cubicBezTo>
                <a:cubicBezTo>
                  <a:pt x="328513" y="50070"/>
                  <a:pt x="332919" y="48790"/>
                  <a:pt x="337041" y="48790"/>
                </a:cubicBezTo>
                <a:cubicBezTo>
                  <a:pt x="340737" y="48790"/>
                  <a:pt x="343900" y="50167"/>
                  <a:pt x="346529" y="52921"/>
                </a:cubicBezTo>
                <a:cubicBezTo>
                  <a:pt x="349159" y="55673"/>
                  <a:pt x="350474" y="59265"/>
                  <a:pt x="350474" y="63697"/>
                </a:cubicBezTo>
                <a:cubicBezTo>
                  <a:pt x="350474" y="67690"/>
                  <a:pt x="349621" y="72538"/>
                  <a:pt x="347915" y="78241"/>
                </a:cubicBezTo>
                <a:lnTo>
                  <a:pt x="334269" y="123908"/>
                </a:lnTo>
                <a:cubicBezTo>
                  <a:pt x="333132" y="127901"/>
                  <a:pt x="332564" y="130503"/>
                  <a:pt x="332564" y="131715"/>
                </a:cubicBezTo>
                <a:cubicBezTo>
                  <a:pt x="332564" y="132425"/>
                  <a:pt x="332830" y="133064"/>
                  <a:pt x="333363" y="133632"/>
                </a:cubicBezTo>
                <a:cubicBezTo>
                  <a:pt x="333896" y="134201"/>
                  <a:pt x="334447" y="134485"/>
                  <a:pt x="335016" y="134485"/>
                </a:cubicBezTo>
                <a:cubicBezTo>
                  <a:pt x="335726" y="134485"/>
                  <a:pt x="336473" y="134201"/>
                  <a:pt x="337254" y="133632"/>
                </a:cubicBezTo>
                <a:cubicBezTo>
                  <a:pt x="339742" y="131584"/>
                  <a:pt x="342265" y="128706"/>
                  <a:pt x="344823" y="124997"/>
                </a:cubicBezTo>
                <a:cubicBezTo>
                  <a:pt x="345463" y="124018"/>
                  <a:pt x="346494" y="122549"/>
                  <a:pt x="347915" y="120589"/>
                </a:cubicBezTo>
                <a:lnTo>
                  <a:pt x="351966" y="123003"/>
                </a:lnTo>
                <a:cubicBezTo>
                  <a:pt x="341519" y="140285"/>
                  <a:pt x="330538" y="148926"/>
                  <a:pt x="319025" y="148926"/>
                </a:cubicBezTo>
                <a:cubicBezTo>
                  <a:pt x="314618" y="148926"/>
                  <a:pt x="311171" y="147790"/>
                  <a:pt x="308684" y="145517"/>
                </a:cubicBezTo>
                <a:cubicBezTo>
                  <a:pt x="306196" y="143244"/>
                  <a:pt x="304953" y="140404"/>
                  <a:pt x="304953" y="136995"/>
                </a:cubicBezTo>
                <a:cubicBezTo>
                  <a:pt x="304953" y="134003"/>
                  <a:pt x="305806" y="129551"/>
                  <a:pt x="307511" y="123639"/>
                </a:cubicBezTo>
                <a:lnTo>
                  <a:pt x="320837" y="78008"/>
                </a:lnTo>
                <a:cubicBezTo>
                  <a:pt x="321761" y="75017"/>
                  <a:pt x="322223" y="72808"/>
                  <a:pt x="322223" y="71384"/>
                </a:cubicBezTo>
                <a:cubicBezTo>
                  <a:pt x="322223" y="70600"/>
                  <a:pt x="321903" y="69906"/>
                  <a:pt x="321263" y="69300"/>
                </a:cubicBezTo>
                <a:cubicBezTo>
                  <a:pt x="320624" y="68694"/>
                  <a:pt x="319878" y="68391"/>
                  <a:pt x="319025" y="68391"/>
                </a:cubicBezTo>
                <a:cubicBezTo>
                  <a:pt x="316324" y="68391"/>
                  <a:pt x="313055" y="70245"/>
                  <a:pt x="309217" y="73954"/>
                </a:cubicBezTo>
                <a:cubicBezTo>
                  <a:pt x="299409" y="83370"/>
                  <a:pt x="289921" y="97389"/>
                  <a:pt x="280753" y="116009"/>
                </a:cubicBezTo>
                <a:lnTo>
                  <a:pt x="272011" y="147648"/>
                </a:lnTo>
                <a:lnTo>
                  <a:pt x="244827" y="147648"/>
                </a:lnTo>
                <a:lnTo>
                  <a:pt x="264762" y="79263"/>
                </a:lnTo>
                <a:cubicBezTo>
                  <a:pt x="266681" y="72501"/>
                  <a:pt x="267640" y="67702"/>
                  <a:pt x="267640" y="64865"/>
                </a:cubicBezTo>
                <a:cubicBezTo>
                  <a:pt x="267640" y="63660"/>
                  <a:pt x="267356" y="62651"/>
                  <a:pt x="266788" y="61836"/>
                </a:cubicBezTo>
                <a:cubicBezTo>
                  <a:pt x="266219" y="61019"/>
                  <a:pt x="265295" y="60381"/>
                  <a:pt x="264016" y="59922"/>
                </a:cubicBezTo>
                <a:cubicBezTo>
                  <a:pt x="262737" y="59460"/>
                  <a:pt x="260320" y="59229"/>
                  <a:pt x="256767" y="59229"/>
                </a:cubicBezTo>
                <a:lnTo>
                  <a:pt x="257939" y="55181"/>
                </a:lnTo>
                <a:lnTo>
                  <a:pt x="293866" y="48790"/>
                </a:lnTo>
                <a:lnTo>
                  <a:pt x="300369" y="48790"/>
                </a:lnTo>
                <a:close/>
                <a:moveTo>
                  <a:pt x="394940" y="107593"/>
                </a:moveTo>
                <a:cubicBezTo>
                  <a:pt x="394301" y="112209"/>
                  <a:pt x="393981" y="116009"/>
                  <a:pt x="393981" y="118992"/>
                </a:cubicBezTo>
                <a:cubicBezTo>
                  <a:pt x="393981" y="124318"/>
                  <a:pt x="395527" y="128579"/>
                  <a:pt x="398618" y="131775"/>
                </a:cubicBezTo>
                <a:cubicBezTo>
                  <a:pt x="401710" y="134971"/>
                  <a:pt x="405850" y="136569"/>
                  <a:pt x="411038" y="136569"/>
                </a:cubicBezTo>
                <a:cubicBezTo>
                  <a:pt x="416013" y="136569"/>
                  <a:pt x="421006" y="135511"/>
                  <a:pt x="426016" y="133396"/>
                </a:cubicBezTo>
                <a:cubicBezTo>
                  <a:pt x="431027" y="131281"/>
                  <a:pt x="436837" y="127580"/>
                  <a:pt x="443446" y="122294"/>
                </a:cubicBezTo>
                <a:lnTo>
                  <a:pt x="446644" y="124987"/>
                </a:lnTo>
                <a:cubicBezTo>
                  <a:pt x="438471" y="134233"/>
                  <a:pt x="430511" y="140819"/>
                  <a:pt x="422765" y="144745"/>
                </a:cubicBezTo>
                <a:cubicBezTo>
                  <a:pt x="415018" y="148668"/>
                  <a:pt x="406454" y="150630"/>
                  <a:pt x="397072" y="150630"/>
                </a:cubicBezTo>
                <a:cubicBezTo>
                  <a:pt x="385204" y="150630"/>
                  <a:pt x="376995" y="147787"/>
                  <a:pt x="372446" y="142101"/>
                </a:cubicBezTo>
                <a:cubicBezTo>
                  <a:pt x="367898" y="136413"/>
                  <a:pt x="365624" y="129836"/>
                  <a:pt x="365624" y="122370"/>
                </a:cubicBezTo>
                <a:cubicBezTo>
                  <a:pt x="365624" y="110712"/>
                  <a:pt x="369017" y="99054"/>
                  <a:pt x="375805" y="87396"/>
                </a:cubicBezTo>
                <a:cubicBezTo>
                  <a:pt x="382592" y="75736"/>
                  <a:pt x="391831" y="66387"/>
                  <a:pt x="403522" y="59349"/>
                </a:cubicBezTo>
                <a:cubicBezTo>
                  <a:pt x="415213" y="52310"/>
                  <a:pt x="426958" y="48790"/>
                  <a:pt x="438756" y="48790"/>
                </a:cubicBezTo>
                <a:cubicBezTo>
                  <a:pt x="444726" y="48790"/>
                  <a:pt x="449239" y="50210"/>
                  <a:pt x="452295" y="53051"/>
                </a:cubicBezTo>
                <a:cubicBezTo>
                  <a:pt x="455351" y="55892"/>
                  <a:pt x="456879" y="59478"/>
                  <a:pt x="456879" y="63810"/>
                </a:cubicBezTo>
                <a:cubicBezTo>
                  <a:pt x="456879" y="68994"/>
                  <a:pt x="455386" y="74037"/>
                  <a:pt x="452401" y="78937"/>
                </a:cubicBezTo>
                <a:cubicBezTo>
                  <a:pt x="448279" y="85613"/>
                  <a:pt x="443091" y="90992"/>
                  <a:pt x="436837" y="95076"/>
                </a:cubicBezTo>
                <a:cubicBezTo>
                  <a:pt x="430582" y="99160"/>
                  <a:pt x="423582" y="102267"/>
                  <a:pt x="415835" y="104397"/>
                </a:cubicBezTo>
                <a:cubicBezTo>
                  <a:pt x="410647" y="105818"/>
                  <a:pt x="403682" y="106883"/>
                  <a:pt x="394940" y="107593"/>
                </a:cubicBezTo>
                <a:moveTo>
                  <a:pt x="395900" y="102054"/>
                </a:moveTo>
                <a:cubicBezTo>
                  <a:pt x="402154" y="101135"/>
                  <a:pt x="407005" y="99881"/>
                  <a:pt x="410452" y="98292"/>
                </a:cubicBezTo>
                <a:cubicBezTo>
                  <a:pt x="413899" y="96701"/>
                  <a:pt x="417274" y="94155"/>
                  <a:pt x="420579" y="90655"/>
                </a:cubicBezTo>
                <a:cubicBezTo>
                  <a:pt x="423884" y="87155"/>
                  <a:pt x="426745" y="82737"/>
                  <a:pt x="429161" y="77399"/>
                </a:cubicBezTo>
                <a:cubicBezTo>
                  <a:pt x="431577" y="72062"/>
                  <a:pt x="432786" y="67060"/>
                  <a:pt x="432786" y="62395"/>
                </a:cubicBezTo>
                <a:cubicBezTo>
                  <a:pt x="432786" y="60416"/>
                  <a:pt x="432235" y="58861"/>
                  <a:pt x="431133" y="57731"/>
                </a:cubicBezTo>
                <a:cubicBezTo>
                  <a:pt x="430032" y="56600"/>
                  <a:pt x="428628" y="56034"/>
                  <a:pt x="426922" y="56034"/>
                </a:cubicBezTo>
                <a:cubicBezTo>
                  <a:pt x="423511" y="56034"/>
                  <a:pt x="419673" y="58402"/>
                  <a:pt x="415409" y="63138"/>
                </a:cubicBezTo>
                <a:cubicBezTo>
                  <a:pt x="407591" y="71762"/>
                  <a:pt x="401088" y="84734"/>
                  <a:pt x="395900" y="102054"/>
                </a:cubicBezTo>
                <a:close/>
                <a:moveTo>
                  <a:pt x="511434" y="48790"/>
                </a:moveTo>
                <a:lnTo>
                  <a:pt x="495336" y="108722"/>
                </a:lnTo>
                <a:cubicBezTo>
                  <a:pt x="508555" y="79502"/>
                  <a:pt x="518505" y="61515"/>
                  <a:pt x="525186" y="54762"/>
                </a:cubicBezTo>
                <a:cubicBezTo>
                  <a:pt x="529095" y="50780"/>
                  <a:pt x="533217" y="48790"/>
                  <a:pt x="537552" y="48790"/>
                </a:cubicBezTo>
                <a:cubicBezTo>
                  <a:pt x="540537" y="48790"/>
                  <a:pt x="542954" y="49873"/>
                  <a:pt x="544801" y="52039"/>
                </a:cubicBezTo>
                <a:cubicBezTo>
                  <a:pt x="546649" y="54205"/>
                  <a:pt x="547573" y="57276"/>
                  <a:pt x="547573" y="61253"/>
                </a:cubicBezTo>
                <a:cubicBezTo>
                  <a:pt x="547573" y="68142"/>
                  <a:pt x="545903" y="73930"/>
                  <a:pt x="542563" y="78617"/>
                </a:cubicBezTo>
                <a:cubicBezTo>
                  <a:pt x="540431" y="81600"/>
                  <a:pt x="538050" y="83092"/>
                  <a:pt x="535420" y="83092"/>
                </a:cubicBezTo>
                <a:cubicBezTo>
                  <a:pt x="532577" y="83092"/>
                  <a:pt x="530445" y="81793"/>
                  <a:pt x="529024" y="79197"/>
                </a:cubicBezTo>
                <a:cubicBezTo>
                  <a:pt x="527602" y="76598"/>
                  <a:pt x="526607" y="75071"/>
                  <a:pt x="526039" y="74616"/>
                </a:cubicBezTo>
                <a:cubicBezTo>
                  <a:pt x="525470" y="74159"/>
                  <a:pt x="524866" y="73930"/>
                  <a:pt x="524226" y="73930"/>
                </a:cubicBezTo>
                <a:cubicBezTo>
                  <a:pt x="523516" y="73930"/>
                  <a:pt x="522769" y="74143"/>
                  <a:pt x="521988" y="74569"/>
                </a:cubicBezTo>
                <a:cubicBezTo>
                  <a:pt x="520424" y="75422"/>
                  <a:pt x="518381" y="77499"/>
                  <a:pt x="515858" y="80801"/>
                </a:cubicBezTo>
                <a:cubicBezTo>
                  <a:pt x="513335" y="84101"/>
                  <a:pt x="510225" y="89622"/>
                  <a:pt x="506530" y="97363"/>
                </a:cubicBezTo>
                <a:cubicBezTo>
                  <a:pt x="502834" y="105102"/>
                  <a:pt x="499956" y="111652"/>
                  <a:pt x="497895" y="117014"/>
                </a:cubicBezTo>
                <a:cubicBezTo>
                  <a:pt x="495834" y="122374"/>
                  <a:pt x="492955" y="132585"/>
                  <a:pt x="489260" y="147648"/>
                </a:cubicBezTo>
                <a:lnTo>
                  <a:pt x="463461" y="147648"/>
                </a:lnTo>
                <a:lnTo>
                  <a:pt x="481051" y="77020"/>
                </a:lnTo>
                <a:cubicBezTo>
                  <a:pt x="482330" y="71764"/>
                  <a:pt x="482970" y="68284"/>
                  <a:pt x="482970" y="66580"/>
                </a:cubicBezTo>
                <a:cubicBezTo>
                  <a:pt x="482970" y="64662"/>
                  <a:pt x="482632" y="63171"/>
                  <a:pt x="481957" y="62106"/>
                </a:cubicBezTo>
                <a:cubicBezTo>
                  <a:pt x="481282" y="61040"/>
                  <a:pt x="480358" y="60259"/>
                  <a:pt x="479185" y="59762"/>
                </a:cubicBezTo>
                <a:cubicBezTo>
                  <a:pt x="478013" y="59265"/>
                  <a:pt x="475578" y="59016"/>
                  <a:pt x="471883" y="59016"/>
                </a:cubicBezTo>
                <a:lnTo>
                  <a:pt x="472842" y="55821"/>
                </a:lnTo>
                <a:lnTo>
                  <a:pt x="505037" y="48790"/>
                </a:lnTo>
                <a:lnTo>
                  <a:pt x="511434" y="48790"/>
                </a:lnTo>
                <a:close/>
                <a:moveTo>
                  <a:pt x="648368" y="50281"/>
                </a:moveTo>
                <a:lnTo>
                  <a:pt x="627686" y="121275"/>
                </a:lnTo>
                <a:lnTo>
                  <a:pt x="625554" y="129921"/>
                </a:lnTo>
                <a:cubicBezTo>
                  <a:pt x="625341" y="130990"/>
                  <a:pt x="625234" y="131774"/>
                  <a:pt x="625234" y="132271"/>
                </a:cubicBezTo>
                <a:cubicBezTo>
                  <a:pt x="625234" y="133119"/>
                  <a:pt x="625537" y="133861"/>
                  <a:pt x="626141" y="134498"/>
                </a:cubicBezTo>
                <a:cubicBezTo>
                  <a:pt x="626745" y="135135"/>
                  <a:pt x="627367" y="135453"/>
                  <a:pt x="628006" y="135453"/>
                </a:cubicBezTo>
                <a:cubicBezTo>
                  <a:pt x="629499" y="135453"/>
                  <a:pt x="631560" y="134322"/>
                  <a:pt x="634189" y="132058"/>
                </a:cubicBezTo>
                <a:cubicBezTo>
                  <a:pt x="635255" y="131137"/>
                  <a:pt x="637814" y="127882"/>
                  <a:pt x="641865" y="122294"/>
                </a:cubicBezTo>
                <a:lnTo>
                  <a:pt x="645596" y="124205"/>
                </a:lnTo>
                <a:cubicBezTo>
                  <a:pt x="640550" y="133402"/>
                  <a:pt x="635167" y="140105"/>
                  <a:pt x="629445" y="144315"/>
                </a:cubicBezTo>
                <a:cubicBezTo>
                  <a:pt x="623724" y="148525"/>
                  <a:pt x="617559" y="150630"/>
                  <a:pt x="610949" y="150630"/>
                </a:cubicBezTo>
                <a:cubicBezTo>
                  <a:pt x="606898" y="150630"/>
                  <a:pt x="603807" y="149583"/>
                  <a:pt x="601674" y="147488"/>
                </a:cubicBezTo>
                <a:cubicBezTo>
                  <a:pt x="599542" y="145393"/>
                  <a:pt x="598476" y="142747"/>
                  <a:pt x="598476" y="139551"/>
                </a:cubicBezTo>
                <a:cubicBezTo>
                  <a:pt x="598476" y="136782"/>
                  <a:pt x="599613" y="131633"/>
                  <a:pt x="601888" y="124105"/>
                </a:cubicBezTo>
                <a:lnTo>
                  <a:pt x="604446" y="115476"/>
                </a:lnTo>
                <a:cubicBezTo>
                  <a:pt x="596202" y="129609"/>
                  <a:pt x="588278" y="139622"/>
                  <a:pt x="580673" y="145517"/>
                </a:cubicBezTo>
                <a:cubicBezTo>
                  <a:pt x="576267" y="148926"/>
                  <a:pt x="571576" y="150630"/>
                  <a:pt x="566601" y="150630"/>
                </a:cubicBezTo>
                <a:cubicBezTo>
                  <a:pt x="560062" y="150630"/>
                  <a:pt x="555336" y="147947"/>
                  <a:pt x="552422" y="142581"/>
                </a:cubicBezTo>
                <a:cubicBezTo>
                  <a:pt x="549508" y="137212"/>
                  <a:pt x="548051" y="131151"/>
                  <a:pt x="548051" y="124398"/>
                </a:cubicBezTo>
                <a:cubicBezTo>
                  <a:pt x="548051" y="114373"/>
                  <a:pt x="551107" y="102874"/>
                  <a:pt x="557220" y="89899"/>
                </a:cubicBezTo>
                <a:cubicBezTo>
                  <a:pt x="563332" y="76925"/>
                  <a:pt x="571363" y="66492"/>
                  <a:pt x="581313" y="58600"/>
                </a:cubicBezTo>
                <a:cubicBezTo>
                  <a:pt x="589486" y="52060"/>
                  <a:pt x="597161" y="48790"/>
                  <a:pt x="604340" y="48790"/>
                </a:cubicBezTo>
                <a:cubicBezTo>
                  <a:pt x="608320" y="48790"/>
                  <a:pt x="611518" y="49945"/>
                  <a:pt x="613934" y="52255"/>
                </a:cubicBezTo>
                <a:cubicBezTo>
                  <a:pt x="616351" y="54566"/>
                  <a:pt x="618127" y="58778"/>
                  <a:pt x="619265" y="64892"/>
                </a:cubicBezTo>
                <a:lnTo>
                  <a:pt x="623102" y="51772"/>
                </a:lnTo>
                <a:lnTo>
                  <a:pt x="648368" y="50281"/>
                </a:lnTo>
                <a:moveTo>
                  <a:pt x="614254" y="70714"/>
                </a:moveTo>
                <a:cubicBezTo>
                  <a:pt x="614254" y="64969"/>
                  <a:pt x="613366" y="60820"/>
                  <a:pt x="611589" y="58267"/>
                </a:cubicBezTo>
                <a:cubicBezTo>
                  <a:pt x="610310" y="56494"/>
                  <a:pt x="608568" y="55607"/>
                  <a:pt x="606365" y="55607"/>
                </a:cubicBezTo>
                <a:cubicBezTo>
                  <a:pt x="604162" y="55607"/>
                  <a:pt x="601888" y="56672"/>
                  <a:pt x="599542" y="58800"/>
                </a:cubicBezTo>
                <a:cubicBezTo>
                  <a:pt x="594781" y="63196"/>
                  <a:pt x="589646" y="72115"/>
                  <a:pt x="584138" y="85555"/>
                </a:cubicBezTo>
                <a:cubicBezTo>
                  <a:pt x="578630" y="98993"/>
                  <a:pt x="575876" y="110606"/>
                  <a:pt x="575876" y="120393"/>
                </a:cubicBezTo>
                <a:cubicBezTo>
                  <a:pt x="575876" y="124150"/>
                  <a:pt x="576498" y="126862"/>
                  <a:pt x="577741" y="128529"/>
                </a:cubicBezTo>
                <a:cubicBezTo>
                  <a:pt x="578985" y="130196"/>
                  <a:pt x="580353" y="131029"/>
                  <a:pt x="581846" y="131029"/>
                </a:cubicBezTo>
                <a:cubicBezTo>
                  <a:pt x="585044" y="131029"/>
                  <a:pt x="588278" y="129185"/>
                  <a:pt x="591547" y="125496"/>
                </a:cubicBezTo>
                <a:cubicBezTo>
                  <a:pt x="596238" y="120250"/>
                  <a:pt x="600466" y="113833"/>
                  <a:pt x="604233" y="106245"/>
                </a:cubicBezTo>
                <a:cubicBezTo>
                  <a:pt x="610914" y="92911"/>
                  <a:pt x="614254" y="81068"/>
                  <a:pt x="614254" y="70714"/>
                </a:cubicBezTo>
                <a:close/>
                <a:moveTo>
                  <a:pt x="715530" y="22797"/>
                </a:moveTo>
                <a:lnTo>
                  <a:pt x="707001" y="51772"/>
                </a:lnTo>
                <a:lnTo>
                  <a:pt x="720967" y="51772"/>
                </a:lnTo>
                <a:lnTo>
                  <a:pt x="717235" y="64130"/>
                </a:lnTo>
                <a:lnTo>
                  <a:pt x="703483" y="64130"/>
                </a:lnTo>
                <a:lnTo>
                  <a:pt x="685680" y="125903"/>
                </a:lnTo>
                <a:cubicBezTo>
                  <a:pt x="684543" y="129738"/>
                  <a:pt x="683974" y="132649"/>
                  <a:pt x="683974" y="134638"/>
                </a:cubicBezTo>
                <a:cubicBezTo>
                  <a:pt x="683974" y="135565"/>
                  <a:pt x="684294" y="136368"/>
                  <a:pt x="684934" y="137045"/>
                </a:cubicBezTo>
                <a:cubicBezTo>
                  <a:pt x="685573" y="137722"/>
                  <a:pt x="686284" y="138060"/>
                  <a:pt x="687066" y="138060"/>
                </a:cubicBezTo>
                <a:cubicBezTo>
                  <a:pt x="688274" y="138060"/>
                  <a:pt x="689518" y="137563"/>
                  <a:pt x="690797" y="136569"/>
                </a:cubicBezTo>
                <a:cubicBezTo>
                  <a:pt x="694066" y="134083"/>
                  <a:pt x="697869" y="129751"/>
                  <a:pt x="702204" y="123572"/>
                </a:cubicBezTo>
                <a:lnTo>
                  <a:pt x="705935" y="125916"/>
                </a:lnTo>
                <a:cubicBezTo>
                  <a:pt x="701031" y="134438"/>
                  <a:pt x="695630" y="140688"/>
                  <a:pt x="689731" y="144665"/>
                </a:cubicBezTo>
                <a:cubicBezTo>
                  <a:pt x="683832" y="148642"/>
                  <a:pt x="678040" y="150630"/>
                  <a:pt x="672354" y="150630"/>
                </a:cubicBezTo>
                <a:cubicBezTo>
                  <a:pt x="667521" y="150630"/>
                  <a:pt x="663772" y="149405"/>
                  <a:pt x="661107" y="146955"/>
                </a:cubicBezTo>
                <a:cubicBezTo>
                  <a:pt x="658442" y="144505"/>
                  <a:pt x="657109" y="141398"/>
                  <a:pt x="657109" y="137634"/>
                </a:cubicBezTo>
                <a:cubicBezTo>
                  <a:pt x="657109" y="133515"/>
                  <a:pt x="658033" y="128224"/>
                  <a:pt x="659881" y="121761"/>
                </a:cubicBezTo>
                <a:lnTo>
                  <a:pt x="676725" y="64130"/>
                </a:lnTo>
                <a:lnTo>
                  <a:pt x="662226" y="64130"/>
                </a:lnTo>
                <a:lnTo>
                  <a:pt x="664359" y="56227"/>
                </a:lnTo>
                <a:cubicBezTo>
                  <a:pt x="673456" y="52880"/>
                  <a:pt x="681131" y="48964"/>
                  <a:pt x="687386" y="44479"/>
                </a:cubicBezTo>
                <a:cubicBezTo>
                  <a:pt x="693640" y="39993"/>
                  <a:pt x="701173" y="32766"/>
                  <a:pt x="709986" y="22797"/>
                </a:cubicBezTo>
                <a:lnTo>
                  <a:pt x="715530" y="22797"/>
                </a:lnTo>
                <a:close/>
                <a:moveTo>
                  <a:pt x="761158" y="0"/>
                </a:moveTo>
                <a:cubicBezTo>
                  <a:pt x="765565" y="0"/>
                  <a:pt x="769278" y="1538"/>
                  <a:pt x="772299" y="4614"/>
                </a:cubicBezTo>
                <a:cubicBezTo>
                  <a:pt x="775319" y="7688"/>
                  <a:pt x="776829" y="11405"/>
                  <a:pt x="776829" y="15766"/>
                </a:cubicBezTo>
                <a:cubicBezTo>
                  <a:pt x="776829" y="20127"/>
                  <a:pt x="775301" y="23846"/>
                  <a:pt x="772245" y="26922"/>
                </a:cubicBezTo>
                <a:cubicBezTo>
                  <a:pt x="769189" y="29995"/>
                  <a:pt x="765494" y="31532"/>
                  <a:pt x="761158" y="31532"/>
                </a:cubicBezTo>
                <a:cubicBezTo>
                  <a:pt x="756894" y="31532"/>
                  <a:pt x="753234" y="29995"/>
                  <a:pt x="750178" y="26922"/>
                </a:cubicBezTo>
                <a:cubicBezTo>
                  <a:pt x="747122" y="23846"/>
                  <a:pt x="745594" y="20127"/>
                  <a:pt x="745594" y="15766"/>
                </a:cubicBezTo>
                <a:cubicBezTo>
                  <a:pt x="745594" y="11405"/>
                  <a:pt x="747104" y="7688"/>
                  <a:pt x="750125" y="4614"/>
                </a:cubicBezTo>
                <a:cubicBezTo>
                  <a:pt x="753145" y="1538"/>
                  <a:pt x="756823" y="0"/>
                  <a:pt x="761158" y="0"/>
                </a:cubicBezTo>
                <a:moveTo>
                  <a:pt x="767768" y="48790"/>
                </a:moveTo>
                <a:lnTo>
                  <a:pt x="745914" y="124015"/>
                </a:lnTo>
                <a:cubicBezTo>
                  <a:pt x="744705" y="128318"/>
                  <a:pt x="744101" y="131140"/>
                  <a:pt x="744101" y="132481"/>
                </a:cubicBezTo>
                <a:cubicBezTo>
                  <a:pt x="744101" y="133293"/>
                  <a:pt x="744421" y="134050"/>
                  <a:pt x="745061" y="134751"/>
                </a:cubicBezTo>
                <a:cubicBezTo>
                  <a:pt x="745700" y="135450"/>
                  <a:pt x="746376" y="135800"/>
                  <a:pt x="747086" y="135800"/>
                </a:cubicBezTo>
                <a:cubicBezTo>
                  <a:pt x="748294" y="135800"/>
                  <a:pt x="749503" y="135246"/>
                  <a:pt x="750711" y="134138"/>
                </a:cubicBezTo>
                <a:cubicBezTo>
                  <a:pt x="753909" y="131409"/>
                  <a:pt x="757747" y="126466"/>
                  <a:pt x="762224" y="119311"/>
                </a:cubicBezTo>
                <a:lnTo>
                  <a:pt x="765849" y="121525"/>
                </a:lnTo>
                <a:cubicBezTo>
                  <a:pt x="755117" y="140928"/>
                  <a:pt x="743710" y="150630"/>
                  <a:pt x="731628" y="150630"/>
                </a:cubicBezTo>
                <a:cubicBezTo>
                  <a:pt x="727009" y="150630"/>
                  <a:pt x="723331" y="149334"/>
                  <a:pt x="720595" y="146742"/>
                </a:cubicBezTo>
                <a:cubicBezTo>
                  <a:pt x="717858" y="144150"/>
                  <a:pt x="716490" y="140865"/>
                  <a:pt x="716490" y="136888"/>
                </a:cubicBezTo>
                <a:cubicBezTo>
                  <a:pt x="716490" y="134261"/>
                  <a:pt x="717094" y="130923"/>
                  <a:pt x="718303" y="126875"/>
                </a:cubicBezTo>
                <a:lnTo>
                  <a:pt x="733121" y="75954"/>
                </a:lnTo>
                <a:cubicBezTo>
                  <a:pt x="734542" y="71054"/>
                  <a:pt x="735253" y="67361"/>
                  <a:pt x="735253" y="64875"/>
                </a:cubicBezTo>
                <a:cubicBezTo>
                  <a:pt x="735253" y="63313"/>
                  <a:pt x="734578" y="61928"/>
                  <a:pt x="733227" y="60721"/>
                </a:cubicBezTo>
                <a:cubicBezTo>
                  <a:pt x="731877" y="59514"/>
                  <a:pt x="730029" y="58910"/>
                  <a:pt x="727684" y="58910"/>
                </a:cubicBezTo>
                <a:cubicBezTo>
                  <a:pt x="726618" y="58910"/>
                  <a:pt x="725339" y="58945"/>
                  <a:pt x="723846" y="59016"/>
                </a:cubicBezTo>
                <a:lnTo>
                  <a:pt x="725232" y="54755"/>
                </a:lnTo>
                <a:lnTo>
                  <a:pt x="761372" y="48790"/>
                </a:lnTo>
                <a:lnTo>
                  <a:pt x="767768" y="48790"/>
                </a:lnTo>
                <a:close/>
                <a:moveTo>
                  <a:pt x="801568" y="150630"/>
                </a:moveTo>
                <a:lnTo>
                  <a:pt x="797730" y="150630"/>
                </a:lnTo>
                <a:cubicBezTo>
                  <a:pt x="797943" y="144807"/>
                  <a:pt x="798050" y="140404"/>
                  <a:pt x="798050" y="137421"/>
                </a:cubicBezTo>
                <a:cubicBezTo>
                  <a:pt x="798050" y="129325"/>
                  <a:pt x="797428" y="117624"/>
                  <a:pt x="796184" y="102320"/>
                </a:cubicBezTo>
                <a:cubicBezTo>
                  <a:pt x="794940" y="87015"/>
                  <a:pt x="793537" y="76807"/>
                  <a:pt x="791973" y="71693"/>
                </a:cubicBezTo>
                <a:cubicBezTo>
                  <a:pt x="790765" y="67929"/>
                  <a:pt x="789166" y="65195"/>
                  <a:pt x="787176" y="63491"/>
                </a:cubicBezTo>
                <a:cubicBezTo>
                  <a:pt x="785826" y="62354"/>
                  <a:pt x="784084" y="61786"/>
                  <a:pt x="781952" y="61786"/>
                </a:cubicBezTo>
                <a:cubicBezTo>
                  <a:pt x="780744" y="61786"/>
                  <a:pt x="779287" y="61928"/>
                  <a:pt x="777581" y="62212"/>
                </a:cubicBezTo>
                <a:lnTo>
                  <a:pt x="777581" y="58377"/>
                </a:lnTo>
                <a:lnTo>
                  <a:pt x="813081" y="48790"/>
                </a:lnTo>
                <a:cubicBezTo>
                  <a:pt x="820188" y="68198"/>
                  <a:pt x="823635" y="93044"/>
                  <a:pt x="823422" y="123329"/>
                </a:cubicBezTo>
                <a:cubicBezTo>
                  <a:pt x="833870" y="113393"/>
                  <a:pt x="841065" y="105338"/>
                  <a:pt x="845010" y="99164"/>
                </a:cubicBezTo>
                <a:cubicBezTo>
                  <a:pt x="848954" y="92990"/>
                  <a:pt x="850927" y="87844"/>
                  <a:pt x="850927" y="83728"/>
                </a:cubicBezTo>
                <a:cubicBezTo>
                  <a:pt x="850927" y="80463"/>
                  <a:pt x="849701" y="77144"/>
                  <a:pt x="847249" y="73770"/>
                </a:cubicBezTo>
                <a:cubicBezTo>
                  <a:pt x="844797" y="70397"/>
                  <a:pt x="843269" y="67997"/>
                  <a:pt x="842665" y="66570"/>
                </a:cubicBezTo>
                <a:cubicBezTo>
                  <a:pt x="842060" y="65141"/>
                  <a:pt x="841758" y="63569"/>
                  <a:pt x="841758" y="61856"/>
                </a:cubicBezTo>
                <a:cubicBezTo>
                  <a:pt x="841758" y="58143"/>
                  <a:pt x="842967" y="55037"/>
                  <a:pt x="845383" y="52538"/>
                </a:cubicBezTo>
                <a:cubicBezTo>
                  <a:pt x="847799" y="50039"/>
                  <a:pt x="850855" y="48790"/>
                  <a:pt x="854551" y="48790"/>
                </a:cubicBezTo>
                <a:cubicBezTo>
                  <a:pt x="858460" y="48790"/>
                  <a:pt x="861481" y="50035"/>
                  <a:pt x="863613" y="52525"/>
                </a:cubicBezTo>
                <a:cubicBezTo>
                  <a:pt x="866598" y="56009"/>
                  <a:pt x="868090" y="60133"/>
                  <a:pt x="868090" y="64895"/>
                </a:cubicBezTo>
                <a:cubicBezTo>
                  <a:pt x="868090" y="69802"/>
                  <a:pt x="867220" y="74620"/>
                  <a:pt x="865478" y="79350"/>
                </a:cubicBezTo>
                <a:cubicBezTo>
                  <a:pt x="863737" y="84079"/>
                  <a:pt x="860752" y="89662"/>
                  <a:pt x="856523" y="96098"/>
                </a:cubicBezTo>
                <a:cubicBezTo>
                  <a:pt x="852295" y="102534"/>
                  <a:pt x="847586" y="108383"/>
                  <a:pt x="842398" y="113645"/>
                </a:cubicBezTo>
                <a:cubicBezTo>
                  <a:pt x="832875" y="123317"/>
                  <a:pt x="819264" y="135645"/>
                  <a:pt x="801568" y="150630"/>
                </a:cubicBezTo>
                <a:close/>
                <a:moveTo>
                  <a:pt x="904522" y="107593"/>
                </a:moveTo>
                <a:cubicBezTo>
                  <a:pt x="903883" y="112209"/>
                  <a:pt x="903563" y="116009"/>
                  <a:pt x="903563" y="118992"/>
                </a:cubicBezTo>
                <a:cubicBezTo>
                  <a:pt x="903563" y="124318"/>
                  <a:pt x="905109" y="128579"/>
                  <a:pt x="908200" y="131775"/>
                </a:cubicBezTo>
                <a:cubicBezTo>
                  <a:pt x="911292" y="134971"/>
                  <a:pt x="915432" y="136569"/>
                  <a:pt x="920620" y="136569"/>
                </a:cubicBezTo>
                <a:cubicBezTo>
                  <a:pt x="925595" y="136569"/>
                  <a:pt x="930588" y="135511"/>
                  <a:pt x="935598" y="133396"/>
                </a:cubicBezTo>
                <a:cubicBezTo>
                  <a:pt x="940609" y="131281"/>
                  <a:pt x="946419" y="127580"/>
                  <a:pt x="953028" y="122294"/>
                </a:cubicBezTo>
                <a:lnTo>
                  <a:pt x="956226" y="124987"/>
                </a:lnTo>
                <a:cubicBezTo>
                  <a:pt x="948053" y="134233"/>
                  <a:pt x="940093" y="140819"/>
                  <a:pt x="932347" y="144745"/>
                </a:cubicBezTo>
                <a:cubicBezTo>
                  <a:pt x="924600" y="148668"/>
                  <a:pt x="916036" y="150630"/>
                  <a:pt x="906654" y="150630"/>
                </a:cubicBezTo>
                <a:cubicBezTo>
                  <a:pt x="894786" y="150630"/>
                  <a:pt x="886577" y="147787"/>
                  <a:pt x="882028" y="142101"/>
                </a:cubicBezTo>
                <a:cubicBezTo>
                  <a:pt x="877480" y="136413"/>
                  <a:pt x="875206" y="129836"/>
                  <a:pt x="875206" y="122370"/>
                </a:cubicBezTo>
                <a:cubicBezTo>
                  <a:pt x="875206" y="110712"/>
                  <a:pt x="878599" y="99054"/>
                  <a:pt x="885386" y="87396"/>
                </a:cubicBezTo>
                <a:cubicBezTo>
                  <a:pt x="892174" y="75736"/>
                  <a:pt x="901413" y="66387"/>
                  <a:pt x="913104" y="59349"/>
                </a:cubicBezTo>
                <a:cubicBezTo>
                  <a:pt x="924795" y="52310"/>
                  <a:pt x="936540" y="48790"/>
                  <a:pt x="948338" y="48790"/>
                </a:cubicBezTo>
                <a:cubicBezTo>
                  <a:pt x="954308" y="48790"/>
                  <a:pt x="958821" y="50210"/>
                  <a:pt x="961877" y="53051"/>
                </a:cubicBezTo>
                <a:cubicBezTo>
                  <a:pt x="964933" y="55892"/>
                  <a:pt x="966461" y="59478"/>
                  <a:pt x="966461" y="63810"/>
                </a:cubicBezTo>
                <a:cubicBezTo>
                  <a:pt x="966461" y="68994"/>
                  <a:pt x="964968" y="74037"/>
                  <a:pt x="961983" y="78937"/>
                </a:cubicBezTo>
                <a:cubicBezTo>
                  <a:pt x="957861" y="85613"/>
                  <a:pt x="952673" y="90992"/>
                  <a:pt x="946419" y="95076"/>
                </a:cubicBezTo>
                <a:cubicBezTo>
                  <a:pt x="940164" y="99160"/>
                  <a:pt x="933164" y="102267"/>
                  <a:pt x="925417" y="104397"/>
                </a:cubicBezTo>
                <a:cubicBezTo>
                  <a:pt x="920229" y="105818"/>
                  <a:pt x="913264" y="106883"/>
                  <a:pt x="904522" y="107593"/>
                </a:cubicBezTo>
                <a:moveTo>
                  <a:pt x="905482" y="102054"/>
                </a:moveTo>
                <a:cubicBezTo>
                  <a:pt x="911736" y="101135"/>
                  <a:pt x="916587" y="99881"/>
                  <a:pt x="920034" y="98292"/>
                </a:cubicBezTo>
                <a:cubicBezTo>
                  <a:pt x="923481" y="96701"/>
                  <a:pt x="926856" y="94155"/>
                  <a:pt x="930161" y="90655"/>
                </a:cubicBezTo>
                <a:cubicBezTo>
                  <a:pt x="933466" y="87155"/>
                  <a:pt x="936327" y="82737"/>
                  <a:pt x="938743" y="77399"/>
                </a:cubicBezTo>
                <a:cubicBezTo>
                  <a:pt x="941159" y="72062"/>
                  <a:pt x="942368" y="67060"/>
                  <a:pt x="942368" y="62395"/>
                </a:cubicBezTo>
                <a:cubicBezTo>
                  <a:pt x="942368" y="60416"/>
                  <a:pt x="941817" y="58861"/>
                  <a:pt x="940715" y="57731"/>
                </a:cubicBezTo>
                <a:cubicBezTo>
                  <a:pt x="939614" y="56600"/>
                  <a:pt x="938210" y="56034"/>
                  <a:pt x="936504" y="56034"/>
                </a:cubicBezTo>
                <a:cubicBezTo>
                  <a:pt x="933093" y="56034"/>
                  <a:pt x="929255" y="58402"/>
                  <a:pt x="924991" y="63138"/>
                </a:cubicBezTo>
                <a:cubicBezTo>
                  <a:pt x="917173" y="71762"/>
                  <a:pt x="910670" y="84734"/>
                  <a:pt x="905482" y="102054"/>
                </a:cubicBezTo>
                <a:close/>
                <a:moveTo>
                  <a:pt x="1163669" y="3196"/>
                </a:moveTo>
                <a:lnTo>
                  <a:pt x="1174330" y="102450"/>
                </a:lnTo>
                <a:lnTo>
                  <a:pt x="1243091" y="3196"/>
                </a:lnTo>
                <a:lnTo>
                  <a:pt x="1293729" y="3196"/>
                </a:lnTo>
                <a:lnTo>
                  <a:pt x="1292450" y="7031"/>
                </a:lnTo>
                <a:cubicBezTo>
                  <a:pt x="1285485" y="7031"/>
                  <a:pt x="1280190" y="8523"/>
                  <a:pt x="1276566" y="11508"/>
                </a:cubicBezTo>
                <a:cubicBezTo>
                  <a:pt x="1272941" y="14493"/>
                  <a:pt x="1269849" y="20392"/>
                  <a:pt x="1267291" y="29205"/>
                </a:cubicBezTo>
                <a:lnTo>
                  <a:pt x="1240639" y="121741"/>
                </a:lnTo>
                <a:cubicBezTo>
                  <a:pt x="1238934" y="127598"/>
                  <a:pt x="1238081" y="131956"/>
                  <a:pt x="1238081" y="134814"/>
                </a:cubicBezTo>
                <a:cubicBezTo>
                  <a:pt x="1238081" y="137455"/>
                  <a:pt x="1239147" y="139580"/>
                  <a:pt x="1241279" y="141189"/>
                </a:cubicBezTo>
                <a:cubicBezTo>
                  <a:pt x="1243411" y="142796"/>
                  <a:pt x="1247604" y="143670"/>
                  <a:pt x="1253858" y="143813"/>
                </a:cubicBezTo>
                <a:lnTo>
                  <a:pt x="1252899" y="147648"/>
                </a:lnTo>
                <a:lnTo>
                  <a:pt x="1180726" y="147648"/>
                </a:lnTo>
                <a:lnTo>
                  <a:pt x="1182006" y="143813"/>
                </a:lnTo>
                <a:cubicBezTo>
                  <a:pt x="1189752" y="143813"/>
                  <a:pt x="1195474" y="142331"/>
                  <a:pt x="1199169" y="139368"/>
                </a:cubicBezTo>
                <a:cubicBezTo>
                  <a:pt x="1202865" y="136403"/>
                  <a:pt x="1205992" y="130528"/>
                  <a:pt x="1208551" y="121741"/>
                </a:cubicBezTo>
                <a:lnTo>
                  <a:pt x="1235735" y="28033"/>
                </a:lnTo>
                <a:lnTo>
                  <a:pt x="1153009" y="147648"/>
                </a:lnTo>
                <a:lnTo>
                  <a:pt x="1148638" y="147648"/>
                </a:lnTo>
                <a:lnTo>
                  <a:pt x="1135632" y="25687"/>
                </a:lnTo>
                <a:lnTo>
                  <a:pt x="1108021" y="121741"/>
                </a:lnTo>
                <a:cubicBezTo>
                  <a:pt x="1106884" y="125669"/>
                  <a:pt x="1106315" y="128955"/>
                  <a:pt x="1106315" y="131598"/>
                </a:cubicBezTo>
                <a:cubicBezTo>
                  <a:pt x="1106315" y="135169"/>
                  <a:pt x="1107541" y="138044"/>
                  <a:pt x="1109993" y="140224"/>
                </a:cubicBezTo>
                <a:cubicBezTo>
                  <a:pt x="1112445" y="142401"/>
                  <a:pt x="1116620" y="143597"/>
                  <a:pt x="1122519" y="143813"/>
                </a:cubicBezTo>
                <a:lnTo>
                  <a:pt x="1121453" y="147648"/>
                </a:lnTo>
                <a:lnTo>
                  <a:pt x="1073694" y="147648"/>
                </a:lnTo>
                <a:lnTo>
                  <a:pt x="1074653" y="143813"/>
                </a:lnTo>
                <a:cubicBezTo>
                  <a:pt x="1080410" y="143597"/>
                  <a:pt x="1084816" y="142383"/>
                  <a:pt x="1087872" y="140171"/>
                </a:cubicBezTo>
                <a:cubicBezTo>
                  <a:pt x="1093274" y="136169"/>
                  <a:pt x="1097183" y="130026"/>
                  <a:pt x="1099599" y="121741"/>
                </a:cubicBezTo>
                <a:lnTo>
                  <a:pt x="1130835" y="14921"/>
                </a:lnTo>
                <a:cubicBezTo>
                  <a:pt x="1127850" y="11651"/>
                  <a:pt x="1125167" y="9520"/>
                  <a:pt x="1122786" y="8526"/>
                </a:cubicBezTo>
                <a:cubicBezTo>
                  <a:pt x="1120405" y="7529"/>
                  <a:pt x="1116407" y="7031"/>
                  <a:pt x="1110793" y="7031"/>
                </a:cubicBezTo>
                <a:lnTo>
                  <a:pt x="1112072" y="3196"/>
                </a:lnTo>
                <a:lnTo>
                  <a:pt x="1163669" y="3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    ">
            <a:extLst xmlns:a="http://schemas.openxmlformats.org/drawingml/2006/main">
              <a:ext uri="{FF2B5EF4-FFF2-40B4-BE49-F238E27FC236}">
                <a16:creationId xmlns:a16="http://schemas.microsoft.com/office/drawing/2014/main" id="{CC7FA005-417C-48A4-872D-37D75C37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946" y="405864"/>
            <a:ext cx="380330" cy="150630"/>
          </a:xfrm>
          <a:custGeom xmlns:a="http://schemas.openxmlformats.org/drawingml/2006/main">
            <a:pathLst>
              <a:path w="380330" h="150630">
                <a:moveTo>
                  <a:pt x="66416" y="48790"/>
                </a:moveTo>
                <a:cubicBezTo>
                  <a:pt x="72030" y="48790"/>
                  <a:pt x="77307" y="50087"/>
                  <a:pt x="82247" y="52681"/>
                </a:cubicBezTo>
                <a:cubicBezTo>
                  <a:pt x="87186" y="55276"/>
                  <a:pt x="90918" y="58884"/>
                  <a:pt x="93441" y="63507"/>
                </a:cubicBezTo>
                <a:cubicBezTo>
                  <a:pt x="95964" y="68128"/>
                  <a:pt x="97225" y="73246"/>
                  <a:pt x="97225" y="78861"/>
                </a:cubicBezTo>
                <a:cubicBezTo>
                  <a:pt x="97225" y="90379"/>
                  <a:pt x="94009" y="101897"/>
                  <a:pt x="87577" y="113415"/>
                </a:cubicBezTo>
                <a:cubicBezTo>
                  <a:pt x="81145" y="124932"/>
                  <a:pt x="72670" y="134013"/>
                  <a:pt x="62152" y="140660"/>
                </a:cubicBezTo>
                <a:cubicBezTo>
                  <a:pt x="51633" y="147307"/>
                  <a:pt x="41043" y="150630"/>
                  <a:pt x="30383" y="150630"/>
                </a:cubicBezTo>
                <a:cubicBezTo>
                  <a:pt x="20717" y="150630"/>
                  <a:pt x="13237" y="147752"/>
                  <a:pt x="7942" y="141995"/>
                </a:cubicBezTo>
                <a:cubicBezTo>
                  <a:pt x="2647" y="136236"/>
                  <a:pt x="0" y="129197"/>
                  <a:pt x="0" y="120879"/>
                </a:cubicBezTo>
                <a:cubicBezTo>
                  <a:pt x="0" y="110996"/>
                  <a:pt x="1972" y="101736"/>
                  <a:pt x="5917" y="93099"/>
                </a:cubicBezTo>
                <a:cubicBezTo>
                  <a:pt x="9861" y="84461"/>
                  <a:pt x="14872" y="76925"/>
                  <a:pt x="20948" y="70491"/>
                </a:cubicBezTo>
                <a:cubicBezTo>
                  <a:pt x="27025" y="64058"/>
                  <a:pt x="34007" y="58832"/>
                  <a:pt x="41896" y="54815"/>
                </a:cubicBezTo>
                <a:cubicBezTo>
                  <a:pt x="49785" y="50798"/>
                  <a:pt x="57958" y="48790"/>
                  <a:pt x="66416" y="48790"/>
                </a:cubicBezTo>
                <a:moveTo>
                  <a:pt x="62045" y="54542"/>
                </a:moveTo>
                <a:cubicBezTo>
                  <a:pt x="58278" y="54542"/>
                  <a:pt x="55151" y="55642"/>
                  <a:pt x="52664" y="57841"/>
                </a:cubicBezTo>
                <a:cubicBezTo>
                  <a:pt x="47689" y="62309"/>
                  <a:pt x="42074" y="72754"/>
                  <a:pt x="35820" y="89177"/>
                </a:cubicBezTo>
                <a:cubicBezTo>
                  <a:pt x="29566" y="105598"/>
                  <a:pt x="26438" y="120405"/>
                  <a:pt x="26438" y="133599"/>
                </a:cubicBezTo>
                <a:cubicBezTo>
                  <a:pt x="26438" y="136862"/>
                  <a:pt x="27433" y="139557"/>
                  <a:pt x="29423" y="141685"/>
                </a:cubicBezTo>
                <a:cubicBezTo>
                  <a:pt x="31413" y="143814"/>
                  <a:pt x="33759" y="144878"/>
                  <a:pt x="36459" y="144878"/>
                </a:cubicBezTo>
                <a:cubicBezTo>
                  <a:pt x="39231" y="144878"/>
                  <a:pt x="41683" y="144027"/>
                  <a:pt x="43815" y="142324"/>
                </a:cubicBezTo>
                <a:cubicBezTo>
                  <a:pt x="46942" y="139770"/>
                  <a:pt x="50780" y="134042"/>
                  <a:pt x="55329" y="125140"/>
                </a:cubicBezTo>
                <a:cubicBezTo>
                  <a:pt x="59877" y="116238"/>
                  <a:pt x="63609" y="106415"/>
                  <a:pt x="66522" y="95669"/>
                </a:cubicBezTo>
                <a:cubicBezTo>
                  <a:pt x="69436" y="84920"/>
                  <a:pt x="70893" y="75078"/>
                  <a:pt x="70893" y="66140"/>
                </a:cubicBezTo>
                <a:cubicBezTo>
                  <a:pt x="70893" y="62452"/>
                  <a:pt x="70005" y="59597"/>
                  <a:pt x="68228" y="57575"/>
                </a:cubicBezTo>
                <a:cubicBezTo>
                  <a:pt x="66451" y="55553"/>
                  <a:pt x="64390" y="54542"/>
                  <a:pt x="62045" y="54542"/>
                </a:cubicBezTo>
                <a:close/>
                <a:moveTo>
                  <a:pt x="222914" y="0"/>
                </a:moveTo>
                <a:lnTo>
                  <a:pt x="188267" y="119048"/>
                </a:lnTo>
                <a:cubicBezTo>
                  <a:pt x="186064" y="126496"/>
                  <a:pt x="184962" y="131000"/>
                  <a:pt x="184962" y="132561"/>
                </a:cubicBezTo>
                <a:cubicBezTo>
                  <a:pt x="184962" y="133344"/>
                  <a:pt x="185247" y="134021"/>
                  <a:pt x="185815" y="134591"/>
                </a:cubicBezTo>
                <a:cubicBezTo>
                  <a:pt x="186384" y="135162"/>
                  <a:pt x="186988" y="135447"/>
                  <a:pt x="187627" y="135447"/>
                </a:cubicBezTo>
                <a:cubicBezTo>
                  <a:pt x="188836" y="135447"/>
                  <a:pt x="190221" y="134841"/>
                  <a:pt x="191785" y="133629"/>
                </a:cubicBezTo>
                <a:cubicBezTo>
                  <a:pt x="194415" y="131634"/>
                  <a:pt x="197613" y="127856"/>
                  <a:pt x="201380" y="122294"/>
                </a:cubicBezTo>
                <a:lnTo>
                  <a:pt x="205217" y="124325"/>
                </a:lnTo>
                <a:cubicBezTo>
                  <a:pt x="195196" y="141862"/>
                  <a:pt x="184180" y="150630"/>
                  <a:pt x="172169" y="150630"/>
                </a:cubicBezTo>
                <a:cubicBezTo>
                  <a:pt x="167905" y="150630"/>
                  <a:pt x="164618" y="149512"/>
                  <a:pt x="162308" y="147275"/>
                </a:cubicBezTo>
                <a:cubicBezTo>
                  <a:pt x="159999" y="145038"/>
                  <a:pt x="158844" y="142179"/>
                  <a:pt x="158844" y="138699"/>
                </a:cubicBezTo>
                <a:cubicBezTo>
                  <a:pt x="158844" y="135361"/>
                  <a:pt x="159768" y="130603"/>
                  <a:pt x="161615" y="124424"/>
                </a:cubicBezTo>
                <a:lnTo>
                  <a:pt x="164814" y="113559"/>
                </a:lnTo>
                <a:cubicBezTo>
                  <a:pt x="155930" y="129254"/>
                  <a:pt x="148219" y="139693"/>
                  <a:pt x="141680" y="144878"/>
                </a:cubicBezTo>
                <a:cubicBezTo>
                  <a:pt x="136705" y="148713"/>
                  <a:pt x="131872" y="150630"/>
                  <a:pt x="127182" y="150630"/>
                </a:cubicBezTo>
                <a:cubicBezTo>
                  <a:pt x="121851" y="150630"/>
                  <a:pt x="117356" y="148462"/>
                  <a:pt x="113696" y="144125"/>
                </a:cubicBezTo>
                <a:cubicBezTo>
                  <a:pt x="110036" y="139789"/>
                  <a:pt x="108206" y="133462"/>
                  <a:pt x="108206" y="125144"/>
                </a:cubicBezTo>
                <a:cubicBezTo>
                  <a:pt x="108206" y="114551"/>
                  <a:pt x="110551" y="104100"/>
                  <a:pt x="115242" y="93791"/>
                </a:cubicBezTo>
                <a:cubicBezTo>
                  <a:pt x="119932" y="83482"/>
                  <a:pt x="125351" y="74880"/>
                  <a:pt x="131499" y="67985"/>
                </a:cubicBezTo>
                <a:cubicBezTo>
                  <a:pt x="137647" y="61089"/>
                  <a:pt x="143510" y="56167"/>
                  <a:pt x="149089" y="53217"/>
                </a:cubicBezTo>
                <a:cubicBezTo>
                  <a:pt x="154668" y="50266"/>
                  <a:pt x="160158" y="48790"/>
                  <a:pt x="165560" y="48790"/>
                </a:cubicBezTo>
                <a:cubicBezTo>
                  <a:pt x="168332" y="48790"/>
                  <a:pt x="170801" y="49363"/>
                  <a:pt x="172969" y="50511"/>
                </a:cubicBezTo>
                <a:cubicBezTo>
                  <a:pt x="175137" y="51658"/>
                  <a:pt x="177606" y="53810"/>
                  <a:pt x="180378" y="56966"/>
                </a:cubicBezTo>
                <a:lnTo>
                  <a:pt x="188267" y="30447"/>
                </a:lnTo>
                <a:cubicBezTo>
                  <a:pt x="190186" y="23955"/>
                  <a:pt x="191145" y="19298"/>
                  <a:pt x="191145" y="16475"/>
                </a:cubicBezTo>
                <a:cubicBezTo>
                  <a:pt x="191145" y="14782"/>
                  <a:pt x="190506" y="13335"/>
                  <a:pt x="189227" y="12134"/>
                </a:cubicBezTo>
                <a:cubicBezTo>
                  <a:pt x="187947" y="10934"/>
                  <a:pt x="186242" y="10333"/>
                  <a:pt x="184109" y="10333"/>
                </a:cubicBezTo>
                <a:cubicBezTo>
                  <a:pt x="183114" y="10333"/>
                  <a:pt x="181871" y="10440"/>
                  <a:pt x="180378" y="10653"/>
                </a:cubicBezTo>
                <a:lnTo>
                  <a:pt x="181444" y="6392"/>
                </a:lnTo>
                <a:lnTo>
                  <a:pt x="216518" y="0"/>
                </a:lnTo>
                <a:lnTo>
                  <a:pt x="222914" y="0"/>
                </a:lnTo>
                <a:moveTo>
                  <a:pt x="176007" y="67432"/>
                </a:moveTo>
                <a:cubicBezTo>
                  <a:pt x="176007" y="63100"/>
                  <a:pt x="175154" y="59940"/>
                  <a:pt x="173449" y="57951"/>
                </a:cubicBezTo>
                <a:cubicBezTo>
                  <a:pt x="171743" y="55963"/>
                  <a:pt x="169753" y="54968"/>
                  <a:pt x="167479" y="54968"/>
                </a:cubicBezTo>
                <a:cubicBezTo>
                  <a:pt x="165205" y="54968"/>
                  <a:pt x="162753" y="56140"/>
                  <a:pt x="160123" y="58484"/>
                </a:cubicBezTo>
                <a:cubicBezTo>
                  <a:pt x="155077" y="63029"/>
                  <a:pt x="149800" y="72173"/>
                  <a:pt x="144292" y="85915"/>
                </a:cubicBezTo>
                <a:cubicBezTo>
                  <a:pt x="138784" y="99657"/>
                  <a:pt x="136030" y="111215"/>
                  <a:pt x="136030" y="120589"/>
                </a:cubicBezTo>
                <a:cubicBezTo>
                  <a:pt x="136030" y="123998"/>
                  <a:pt x="136634" y="126519"/>
                  <a:pt x="137842" y="128153"/>
                </a:cubicBezTo>
                <a:cubicBezTo>
                  <a:pt x="139050" y="129786"/>
                  <a:pt x="140401" y="130603"/>
                  <a:pt x="141893" y="130603"/>
                </a:cubicBezTo>
                <a:cubicBezTo>
                  <a:pt x="144381" y="130603"/>
                  <a:pt x="146868" y="129467"/>
                  <a:pt x="149356" y="127194"/>
                </a:cubicBezTo>
                <a:cubicBezTo>
                  <a:pt x="155397" y="121797"/>
                  <a:pt x="161349" y="112511"/>
                  <a:pt x="167212" y="99337"/>
                </a:cubicBezTo>
                <a:cubicBezTo>
                  <a:pt x="173076" y="86163"/>
                  <a:pt x="176007" y="75528"/>
                  <a:pt x="176007" y="67432"/>
                </a:cubicBezTo>
                <a:close/>
                <a:moveTo>
                  <a:pt x="247114" y="107593"/>
                </a:moveTo>
                <a:cubicBezTo>
                  <a:pt x="246474" y="112209"/>
                  <a:pt x="246154" y="116009"/>
                  <a:pt x="246154" y="118992"/>
                </a:cubicBezTo>
                <a:cubicBezTo>
                  <a:pt x="246154" y="124318"/>
                  <a:pt x="247700" y="128579"/>
                  <a:pt x="250792" y="131775"/>
                </a:cubicBezTo>
                <a:cubicBezTo>
                  <a:pt x="253883" y="134971"/>
                  <a:pt x="258023" y="136569"/>
                  <a:pt x="263211" y="136569"/>
                </a:cubicBezTo>
                <a:cubicBezTo>
                  <a:pt x="268186" y="136569"/>
                  <a:pt x="273179" y="135511"/>
                  <a:pt x="278190" y="133396"/>
                </a:cubicBezTo>
                <a:cubicBezTo>
                  <a:pt x="283200" y="131281"/>
                  <a:pt x="289010" y="127580"/>
                  <a:pt x="295620" y="122294"/>
                </a:cubicBezTo>
                <a:lnTo>
                  <a:pt x="298818" y="124987"/>
                </a:lnTo>
                <a:cubicBezTo>
                  <a:pt x="290645" y="134233"/>
                  <a:pt x="282685" y="140819"/>
                  <a:pt x="274938" y="144745"/>
                </a:cubicBezTo>
                <a:cubicBezTo>
                  <a:pt x="267191" y="148668"/>
                  <a:pt x="258627" y="150630"/>
                  <a:pt x="249246" y="150630"/>
                </a:cubicBezTo>
                <a:cubicBezTo>
                  <a:pt x="237377" y="150630"/>
                  <a:pt x="229168" y="147787"/>
                  <a:pt x="224620" y="142101"/>
                </a:cubicBezTo>
                <a:cubicBezTo>
                  <a:pt x="220071" y="136413"/>
                  <a:pt x="217797" y="129836"/>
                  <a:pt x="217797" y="122370"/>
                </a:cubicBezTo>
                <a:cubicBezTo>
                  <a:pt x="217797" y="110712"/>
                  <a:pt x="221191" y="99054"/>
                  <a:pt x="227978" y="87396"/>
                </a:cubicBezTo>
                <a:cubicBezTo>
                  <a:pt x="234765" y="75736"/>
                  <a:pt x="244005" y="66387"/>
                  <a:pt x="255696" y="59349"/>
                </a:cubicBezTo>
                <a:cubicBezTo>
                  <a:pt x="267387" y="52310"/>
                  <a:pt x="279131" y="48790"/>
                  <a:pt x="290929" y="48790"/>
                </a:cubicBezTo>
                <a:cubicBezTo>
                  <a:pt x="296899" y="48790"/>
                  <a:pt x="301412" y="50210"/>
                  <a:pt x="304468" y="53051"/>
                </a:cubicBezTo>
                <a:cubicBezTo>
                  <a:pt x="307524" y="55892"/>
                  <a:pt x="309052" y="59478"/>
                  <a:pt x="309052" y="63810"/>
                </a:cubicBezTo>
                <a:cubicBezTo>
                  <a:pt x="309052" y="68994"/>
                  <a:pt x="307560" y="74037"/>
                  <a:pt x="304575" y="78937"/>
                </a:cubicBezTo>
                <a:cubicBezTo>
                  <a:pt x="300453" y="85613"/>
                  <a:pt x="295264" y="90992"/>
                  <a:pt x="289010" y="95076"/>
                </a:cubicBezTo>
                <a:cubicBezTo>
                  <a:pt x="282756" y="99160"/>
                  <a:pt x="275755" y="102267"/>
                  <a:pt x="268009" y="104397"/>
                </a:cubicBezTo>
                <a:cubicBezTo>
                  <a:pt x="262821" y="105818"/>
                  <a:pt x="255856" y="106883"/>
                  <a:pt x="247114" y="107593"/>
                </a:cubicBezTo>
                <a:moveTo>
                  <a:pt x="248073" y="102054"/>
                </a:moveTo>
                <a:cubicBezTo>
                  <a:pt x="254328" y="101135"/>
                  <a:pt x="259178" y="99881"/>
                  <a:pt x="262625" y="98292"/>
                </a:cubicBezTo>
                <a:cubicBezTo>
                  <a:pt x="266072" y="96701"/>
                  <a:pt x="269448" y="94155"/>
                  <a:pt x="272753" y="90655"/>
                </a:cubicBezTo>
                <a:cubicBezTo>
                  <a:pt x="276058" y="87155"/>
                  <a:pt x="278918" y="82737"/>
                  <a:pt x="281335" y="77399"/>
                </a:cubicBezTo>
                <a:cubicBezTo>
                  <a:pt x="283751" y="72062"/>
                  <a:pt x="284959" y="67060"/>
                  <a:pt x="284959" y="62395"/>
                </a:cubicBezTo>
                <a:cubicBezTo>
                  <a:pt x="284959" y="60416"/>
                  <a:pt x="284408" y="58861"/>
                  <a:pt x="283307" y="57731"/>
                </a:cubicBezTo>
                <a:cubicBezTo>
                  <a:pt x="282205" y="56600"/>
                  <a:pt x="280802" y="56034"/>
                  <a:pt x="279096" y="56034"/>
                </a:cubicBezTo>
                <a:cubicBezTo>
                  <a:pt x="275684" y="56034"/>
                  <a:pt x="271847" y="58402"/>
                  <a:pt x="267582" y="63138"/>
                </a:cubicBezTo>
                <a:cubicBezTo>
                  <a:pt x="259765" y="71762"/>
                  <a:pt x="253262" y="84734"/>
                  <a:pt x="248073" y="102054"/>
                </a:cubicBezTo>
                <a:close/>
                <a:moveTo>
                  <a:pt x="380330" y="0"/>
                </a:moveTo>
                <a:lnTo>
                  <a:pt x="345043" y="120589"/>
                </a:lnTo>
                <a:cubicBezTo>
                  <a:pt x="342982" y="127729"/>
                  <a:pt x="341951" y="132191"/>
                  <a:pt x="341951" y="133975"/>
                </a:cubicBezTo>
                <a:cubicBezTo>
                  <a:pt x="341951" y="134854"/>
                  <a:pt x="342253" y="135599"/>
                  <a:pt x="342857" y="136209"/>
                </a:cubicBezTo>
                <a:cubicBezTo>
                  <a:pt x="343462" y="136817"/>
                  <a:pt x="344119" y="137121"/>
                  <a:pt x="344830" y="137121"/>
                </a:cubicBezTo>
                <a:cubicBezTo>
                  <a:pt x="346109" y="137121"/>
                  <a:pt x="347317" y="136647"/>
                  <a:pt x="348454" y="135700"/>
                </a:cubicBezTo>
                <a:cubicBezTo>
                  <a:pt x="351866" y="133059"/>
                  <a:pt x="355668" y="128590"/>
                  <a:pt x="359861" y="122294"/>
                </a:cubicBezTo>
                <a:lnTo>
                  <a:pt x="364019" y="124122"/>
                </a:lnTo>
                <a:cubicBezTo>
                  <a:pt x="357267" y="134413"/>
                  <a:pt x="350622" y="141760"/>
                  <a:pt x="344083" y="146163"/>
                </a:cubicBezTo>
                <a:cubicBezTo>
                  <a:pt x="339606" y="149141"/>
                  <a:pt x="334844" y="150630"/>
                  <a:pt x="329798" y="150630"/>
                </a:cubicBezTo>
                <a:cubicBezTo>
                  <a:pt x="325108" y="150630"/>
                  <a:pt x="321376" y="149370"/>
                  <a:pt x="318605" y="146849"/>
                </a:cubicBezTo>
                <a:cubicBezTo>
                  <a:pt x="315833" y="144327"/>
                  <a:pt x="314447" y="141291"/>
                  <a:pt x="314447" y="137740"/>
                </a:cubicBezTo>
                <a:cubicBezTo>
                  <a:pt x="314447" y="135117"/>
                  <a:pt x="315300" y="130898"/>
                  <a:pt x="317005" y="125084"/>
                </a:cubicBezTo>
                <a:lnTo>
                  <a:pt x="345789" y="27031"/>
                </a:lnTo>
                <a:cubicBezTo>
                  <a:pt x="347353" y="21643"/>
                  <a:pt x="348134" y="18062"/>
                  <a:pt x="348134" y="16289"/>
                </a:cubicBezTo>
                <a:cubicBezTo>
                  <a:pt x="348134" y="14587"/>
                  <a:pt x="347388" y="13239"/>
                  <a:pt x="345896" y="12247"/>
                </a:cubicBezTo>
                <a:cubicBezTo>
                  <a:pt x="343906" y="10829"/>
                  <a:pt x="340885" y="10227"/>
                  <a:pt x="336834" y="10440"/>
                </a:cubicBezTo>
                <a:lnTo>
                  <a:pt x="338007" y="6392"/>
                </a:lnTo>
                <a:lnTo>
                  <a:pt x="373933" y="0"/>
                </a:lnTo>
                <a:lnTo>
                  <a:pt x="3803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 ">
            <a:extLst xmlns:a="http://schemas.openxmlformats.org/drawingml/2006/main">
              <a:ext uri="{FF2B5EF4-FFF2-40B4-BE49-F238E27FC236}">
                <a16:creationId xmlns:a16="http://schemas.microsoft.com/office/drawing/2014/main" id="{9EF47DBC-8AB0-43DC-9C09-D28A2A62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474" y="454653"/>
            <a:ext cx="81341" cy="101841"/>
          </a:xfrm>
          <a:custGeom xmlns:a="http://schemas.openxmlformats.org/drawingml/2006/main">
            <a:pathLst>
              <a:path w="81341" h="101841">
                <a:moveTo>
                  <a:pt x="81341" y="0"/>
                </a:moveTo>
                <a:lnTo>
                  <a:pt x="76650" y="33024"/>
                </a:lnTo>
                <a:lnTo>
                  <a:pt x="72706" y="33024"/>
                </a:lnTo>
                <a:cubicBezTo>
                  <a:pt x="72137" y="24568"/>
                  <a:pt x="69525" y="17909"/>
                  <a:pt x="64870" y="13046"/>
                </a:cubicBezTo>
                <a:cubicBezTo>
                  <a:pt x="60215" y="8184"/>
                  <a:pt x="55222" y="5753"/>
                  <a:pt x="49892" y="5753"/>
                </a:cubicBezTo>
                <a:cubicBezTo>
                  <a:pt x="46623" y="5753"/>
                  <a:pt x="43922" y="6711"/>
                  <a:pt x="41790" y="8629"/>
                </a:cubicBezTo>
                <a:cubicBezTo>
                  <a:pt x="39658" y="10546"/>
                  <a:pt x="38592" y="12854"/>
                  <a:pt x="38592" y="15553"/>
                </a:cubicBezTo>
                <a:cubicBezTo>
                  <a:pt x="38592" y="17826"/>
                  <a:pt x="39053" y="19956"/>
                  <a:pt x="39977" y="21945"/>
                </a:cubicBezTo>
                <a:cubicBezTo>
                  <a:pt x="40901" y="23933"/>
                  <a:pt x="42962" y="26632"/>
                  <a:pt x="46161" y="30041"/>
                </a:cubicBezTo>
                <a:cubicBezTo>
                  <a:pt x="57390" y="42114"/>
                  <a:pt x="64213" y="50414"/>
                  <a:pt x="66629" y="54942"/>
                </a:cubicBezTo>
                <a:cubicBezTo>
                  <a:pt x="69045" y="59469"/>
                  <a:pt x="70254" y="64315"/>
                  <a:pt x="70254" y="69479"/>
                </a:cubicBezTo>
                <a:cubicBezTo>
                  <a:pt x="70254" y="75068"/>
                  <a:pt x="68832" y="80355"/>
                  <a:pt x="65989" y="85342"/>
                </a:cubicBezTo>
                <a:cubicBezTo>
                  <a:pt x="63147" y="90329"/>
                  <a:pt x="58900" y="94326"/>
                  <a:pt x="53250" y="97333"/>
                </a:cubicBezTo>
                <a:cubicBezTo>
                  <a:pt x="47600" y="100338"/>
                  <a:pt x="41719" y="101841"/>
                  <a:pt x="35607" y="101841"/>
                </a:cubicBezTo>
                <a:cubicBezTo>
                  <a:pt x="31484" y="101841"/>
                  <a:pt x="26403" y="101058"/>
                  <a:pt x="20362" y="99494"/>
                </a:cubicBezTo>
                <a:cubicBezTo>
                  <a:pt x="16382" y="98404"/>
                  <a:pt x="13397" y="97859"/>
                  <a:pt x="11407" y="97859"/>
                </a:cubicBezTo>
                <a:cubicBezTo>
                  <a:pt x="9630" y="97859"/>
                  <a:pt x="8244" y="98114"/>
                  <a:pt x="7249" y="98625"/>
                </a:cubicBezTo>
                <a:cubicBezTo>
                  <a:pt x="6254" y="99135"/>
                  <a:pt x="5153" y="100207"/>
                  <a:pt x="3944" y="101841"/>
                </a:cubicBezTo>
                <a:lnTo>
                  <a:pt x="0" y="101841"/>
                </a:lnTo>
                <a:lnTo>
                  <a:pt x="5224" y="66260"/>
                </a:lnTo>
                <a:lnTo>
                  <a:pt x="8635" y="66260"/>
                </a:lnTo>
                <a:cubicBezTo>
                  <a:pt x="11123" y="74945"/>
                  <a:pt x="13450" y="81134"/>
                  <a:pt x="15618" y="84829"/>
                </a:cubicBezTo>
                <a:cubicBezTo>
                  <a:pt x="17786" y="88525"/>
                  <a:pt x="20682" y="91467"/>
                  <a:pt x="24306" y="93658"/>
                </a:cubicBezTo>
                <a:cubicBezTo>
                  <a:pt x="27931" y="95846"/>
                  <a:pt x="31413" y="96940"/>
                  <a:pt x="34754" y="96940"/>
                </a:cubicBezTo>
                <a:cubicBezTo>
                  <a:pt x="38663" y="96940"/>
                  <a:pt x="41896" y="95715"/>
                  <a:pt x="44455" y="93265"/>
                </a:cubicBezTo>
                <a:cubicBezTo>
                  <a:pt x="47013" y="90815"/>
                  <a:pt x="48293" y="87885"/>
                  <a:pt x="48293" y="84477"/>
                </a:cubicBezTo>
                <a:cubicBezTo>
                  <a:pt x="48293" y="81139"/>
                  <a:pt x="47458" y="77907"/>
                  <a:pt x="45787" y="74783"/>
                </a:cubicBezTo>
                <a:cubicBezTo>
                  <a:pt x="44117" y="71658"/>
                  <a:pt x="40262" y="66793"/>
                  <a:pt x="34221" y="60188"/>
                </a:cubicBezTo>
                <a:cubicBezTo>
                  <a:pt x="25905" y="51169"/>
                  <a:pt x="20433" y="44192"/>
                  <a:pt x="17803" y="39259"/>
                </a:cubicBezTo>
                <a:cubicBezTo>
                  <a:pt x="15955" y="35683"/>
                  <a:pt x="15032" y="31608"/>
                  <a:pt x="15032" y="27031"/>
                </a:cubicBezTo>
                <a:cubicBezTo>
                  <a:pt x="15032" y="19308"/>
                  <a:pt x="17821" y="12872"/>
                  <a:pt x="23400" y="7723"/>
                </a:cubicBezTo>
                <a:cubicBezTo>
                  <a:pt x="28979" y="2574"/>
                  <a:pt x="36815" y="0"/>
                  <a:pt x="46907" y="0"/>
                </a:cubicBezTo>
                <a:cubicBezTo>
                  <a:pt x="51313" y="0"/>
                  <a:pt x="56715" y="827"/>
                  <a:pt x="63111" y="2480"/>
                </a:cubicBezTo>
                <a:cubicBezTo>
                  <a:pt x="66309" y="3308"/>
                  <a:pt x="68868" y="3722"/>
                  <a:pt x="70787" y="3722"/>
                </a:cubicBezTo>
                <a:cubicBezTo>
                  <a:pt x="73558" y="3722"/>
                  <a:pt x="75797" y="2481"/>
                  <a:pt x="77503" y="0"/>
                </a:cubicBezTo>
                <a:lnTo>
                  <a:pt x="8134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54dd425f44754"/>
          <a:stretch xmlns:a="http://schemas.openxmlformats.org/drawingml/2006/main"/>
        </p:blipFill>
        <p:spPr>
          <a:xfrm xmlns:a="http://schemas.openxmlformats.org/drawingml/2006/main">
            <a:off x="5312722" y="3064384"/>
            <a:ext cx="5708265" cy="934889"/>
          </a:xfrm>
          <a:prstGeom xmlns:a="http://schemas.openxmlformats.org/drawingml/2006/main" prst="rect">
            <a:avLst/>
          </a:prstGeom>
        </p:spPr>
      </p:pic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3e2905a404532"/>
          <a:stretch xmlns:a="http://schemas.openxmlformats.org/drawingml/2006/main"/>
        </p:blipFill>
        <p:spPr>
          <a:xfrm xmlns:a="http://schemas.openxmlformats.org/drawingml/2006/main">
            <a:off x="283969" y="2360660"/>
            <a:ext cx="3309636" cy="930062"/>
          </a:xfrm>
          <a:prstGeom xmlns:a="http://schemas.openxmlformats.org/drawingml/2006/main" prst="rect">
            <a:avLst/>
          </a:prstGeom>
        </p:spPr>
      </p:pic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097487ab143e8"/>
          <a:stretch xmlns:a="http://schemas.openxmlformats.org/drawingml/2006/main"/>
        </p:blipFill>
        <p:spPr>
          <a:xfrm xmlns:a="http://schemas.openxmlformats.org/drawingml/2006/main">
            <a:off x="2862247" y="2251823"/>
            <a:ext cx="455137" cy="460084"/>
          </a:xfrm>
          <a:prstGeom xmlns:a="http://schemas.openxmlformats.org/drawingml/2006/main" prst="rect">
            <a:avLst/>
          </a:prstGeom>
        </p:spPr>
      </p:pic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e766c675c4dc3"/>
          <a:stretch xmlns:a="http://schemas.openxmlformats.org/drawingml/2006/main"/>
        </p:blipFill>
        <p:spPr>
          <a:xfrm xmlns:a="http://schemas.openxmlformats.org/drawingml/2006/main">
            <a:off x="531037" y="2029202"/>
            <a:ext cx="2062958" cy="608498"/>
          </a:xfrm>
          <a:prstGeom xmlns:a="http://schemas.openxmlformats.org/drawingml/2006/main" prst="rect">
            <a:avLst/>
          </a:prstGeom>
        </p:spPr>
      </p:pic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72ec15c5a4f83"/>
          <a:stretch xmlns:a="http://schemas.openxmlformats.org/drawingml/2006/main"/>
        </p:blipFill>
        <p:spPr>
          <a:xfrm xmlns:a="http://schemas.openxmlformats.org/drawingml/2006/main">
            <a:off x="2891970" y="2133092"/>
            <a:ext cx="504608" cy="183044"/>
          </a:xfrm>
          <a:prstGeom xmlns:a="http://schemas.openxmlformats.org/drawingml/2006/main" prst="rect">
            <a:avLst/>
          </a:prstGeom>
        </p:spPr>
      </p:pic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ede9fbe364c9e"/>
          <a:stretch xmlns:a="http://schemas.openxmlformats.org/drawingml/2006/main"/>
        </p:blipFill>
        <p:spPr>
          <a:xfrm xmlns:a="http://schemas.openxmlformats.org/drawingml/2006/main">
            <a:off x="536014" y="1905523"/>
            <a:ext cx="2132217" cy="336405"/>
          </a:xfrm>
          <a:prstGeom xmlns:a="http://schemas.openxmlformats.org/drawingml/2006/main" prst="rect">
            <a:avLst/>
          </a:prstGeom>
        </p:spPr>
      </p:pic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ad7b681854cdc"/>
          <a:stretch xmlns:a="http://schemas.openxmlformats.org/drawingml/2006/main"/>
        </p:blipFill>
        <p:spPr>
          <a:xfrm xmlns:a="http://schemas.openxmlformats.org/drawingml/2006/main">
            <a:off x="526112" y="2434867"/>
            <a:ext cx="2132218" cy="336406"/>
          </a:xfrm>
          <a:prstGeom xmlns:a="http://schemas.openxmlformats.org/drawingml/2006/main" prst="rect">
            <a:avLst/>
          </a:prstGeom>
        </p:spPr>
      </p:pic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78c2da6334a4d"/>
          <a:stretch xmlns:a="http://schemas.openxmlformats.org/drawingml/2006/main"/>
        </p:blipFill>
        <p:spPr>
          <a:xfrm xmlns:a="http://schemas.openxmlformats.org/drawingml/2006/main">
            <a:off x="2584957" y="2088568"/>
            <a:ext cx="331458" cy="222621"/>
          </a:xfrm>
          <a:prstGeom xmlns:a="http://schemas.openxmlformats.org/drawingml/2006/main" prst="rect">
            <a:avLst/>
          </a:prstGeom>
        </p:spPr>
      </p:pic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c2ff3783948d9"/>
          <a:stretch xmlns:a="http://schemas.openxmlformats.org/drawingml/2006/main"/>
        </p:blipFill>
        <p:spPr>
          <a:xfrm xmlns:a="http://schemas.openxmlformats.org/drawingml/2006/main">
            <a:off x="2584957" y="2622859"/>
            <a:ext cx="331458" cy="222621"/>
          </a:xfrm>
          <a:prstGeom xmlns:a="http://schemas.openxmlformats.org/drawingml/2006/main" prst="rect">
            <a:avLst/>
          </a:prstGeom>
        </p:spPr>
      </p:pic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7e385cab94cbe"/>
          <a:stretch xmlns:a="http://schemas.openxmlformats.org/drawingml/2006/main"/>
        </p:blipFill>
        <p:spPr>
          <a:xfrm xmlns:a="http://schemas.openxmlformats.org/drawingml/2006/main">
            <a:off x="233238" y="2998977"/>
            <a:ext cx="4554730" cy="776431"/>
          </a:xfrm>
          <a:prstGeom xmlns:a="http://schemas.openxmlformats.org/drawingml/2006/main" prst="rect">
            <a:avLst/>
          </a:prstGeom>
        </p:spPr>
      </p:pic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87353f5624c46"/>
          <a:stretch xmlns:a="http://schemas.openxmlformats.org/drawingml/2006/main"/>
        </p:blipFill>
        <p:spPr>
          <a:xfrm xmlns:a="http://schemas.openxmlformats.org/drawingml/2006/main">
            <a:off x="3401978" y="2256770"/>
            <a:ext cx="712388" cy="549133"/>
          </a:xfrm>
          <a:prstGeom xmlns:a="http://schemas.openxmlformats.org/drawingml/2006/main" prst="rect">
            <a:avLst/>
          </a:prstGeom>
        </p:spPr>
      </p:pic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694295a0d4d9c"/>
          <a:stretch xmlns:a="http://schemas.openxmlformats.org/drawingml/2006/main"/>
        </p:blipFill>
        <p:spPr>
          <a:xfrm xmlns:a="http://schemas.openxmlformats.org/drawingml/2006/main">
            <a:off x="3882078" y="2538757"/>
            <a:ext cx="366088" cy="400718"/>
          </a:xfrm>
          <a:prstGeom xmlns:a="http://schemas.openxmlformats.org/drawingml/2006/main" prst="rect">
            <a:avLst/>
          </a:prstGeom>
        </p:spPr>
      </p:pic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d78a415d946c2"/>
          <a:stretch xmlns:a="http://schemas.openxmlformats.org/drawingml/2006/main"/>
        </p:blipFill>
        <p:spPr>
          <a:xfrm xmlns:a="http://schemas.openxmlformats.org/drawingml/2006/main">
            <a:off x="4292993" y="2578335"/>
            <a:ext cx="366088" cy="405666"/>
          </a:xfrm>
          <a:prstGeom xmlns:a="http://schemas.openxmlformats.org/drawingml/2006/main" prst="rect">
            <a:avLst/>
          </a:prstGeom>
        </p:spPr>
      </p:pic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4eb9d31a84271"/>
          <a:stretch xmlns:a="http://schemas.openxmlformats.org/drawingml/2006/main"/>
        </p:blipFill>
        <p:spPr>
          <a:xfrm xmlns:a="http://schemas.openxmlformats.org/drawingml/2006/main">
            <a:off x="4698960" y="2617912"/>
            <a:ext cx="371035" cy="405665"/>
          </a:xfrm>
          <a:prstGeom xmlns:a="http://schemas.openxmlformats.org/drawingml/2006/main" prst="rect">
            <a:avLst/>
          </a:prstGeom>
        </p:spPr>
      </p:pic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e28c89a2d4dbf"/>
          <a:stretch xmlns:a="http://schemas.openxmlformats.org/drawingml/2006/main"/>
        </p:blipFill>
        <p:spPr>
          <a:xfrm xmlns:a="http://schemas.openxmlformats.org/drawingml/2006/main">
            <a:off x="3882080" y="2128145"/>
            <a:ext cx="371035" cy="400718"/>
          </a:xfrm>
          <a:prstGeom xmlns:a="http://schemas.openxmlformats.org/drawingml/2006/main" prst="rect">
            <a:avLst/>
          </a:prstGeom>
        </p:spPr>
      </p:pic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ca2cbd239486e"/>
          <a:stretch xmlns:a="http://schemas.openxmlformats.org/drawingml/2006/main"/>
        </p:blipFill>
        <p:spPr>
          <a:xfrm xmlns:a="http://schemas.openxmlformats.org/drawingml/2006/main">
            <a:off x="4292995" y="2167722"/>
            <a:ext cx="371035" cy="400718"/>
          </a:xfrm>
          <a:prstGeom xmlns:a="http://schemas.openxmlformats.org/drawingml/2006/main" prst="rect">
            <a:avLst/>
          </a:prstGeom>
        </p:spPr>
      </p:pic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e063951eb45f2"/>
          <a:stretch xmlns:a="http://schemas.openxmlformats.org/drawingml/2006/main"/>
        </p:blipFill>
        <p:spPr>
          <a:xfrm xmlns:a="http://schemas.openxmlformats.org/drawingml/2006/main">
            <a:off x="4703909" y="2207299"/>
            <a:ext cx="366088" cy="405665"/>
          </a:xfrm>
          <a:prstGeom xmlns:a="http://schemas.openxmlformats.org/drawingml/2006/main" prst="rect">
            <a:avLst/>
          </a:prstGeom>
        </p:spPr>
      </p:pic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0b4a150b94632"/>
          <a:stretch xmlns:a="http://schemas.openxmlformats.org/drawingml/2006/main"/>
        </p:blipFill>
        <p:spPr>
          <a:xfrm xmlns:a="http://schemas.openxmlformats.org/drawingml/2006/main">
            <a:off x="3882078" y="2939476"/>
            <a:ext cx="366088" cy="405665"/>
          </a:xfrm>
          <a:prstGeom xmlns:a="http://schemas.openxmlformats.org/drawingml/2006/main" prst="rect">
            <a:avLst/>
          </a:prstGeom>
        </p:spPr>
      </p:pic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3f6b89c214b23"/>
          <a:stretch xmlns:a="http://schemas.openxmlformats.org/drawingml/2006/main"/>
        </p:blipFill>
        <p:spPr>
          <a:xfrm xmlns:a="http://schemas.openxmlformats.org/drawingml/2006/main">
            <a:off x="4292993" y="2979053"/>
            <a:ext cx="366088" cy="405665"/>
          </a:xfrm>
          <a:prstGeom xmlns:a="http://schemas.openxmlformats.org/drawingml/2006/main" prst="rect">
            <a:avLst/>
          </a:prstGeom>
        </p:spPr>
      </p:pic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2e1a0dab0404f"/>
          <a:stretch xmlns:a="http://schemas.openxmlformats.org/drawingml/2006/main"/>
        </p:blipFill>
        <p:spPr>
          <a:xfrm xmlns:a="http://schemas.openxmlformats.org/drawingml/2006/main">
            <a:off x="4698960" y="3023577"/>
            <a:ext cx="371035" cy="400718"/>
          </a:xfrm>
          <a:prstGeom xmlns:a="http://schemas.openxmlformats.org/drawingml/2006/main" prst="rect">
            <a:avLst/>
          </a:prstGeom>
        </p:spPr>
      </p:pic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f205fbaa34430"/>
          <a:stretch xmlns:a="http://schemas.openxmlformats.org/drawingml/2006/main"/>
        </p:blipFill>
        <p:spPr>
          <a:xfrm xmlns:a="http://schemas.openxmlformats.org/drawingml/2006/main">
            <a:off x="3877434" y="2118250"/>
            <a:ext cx="1197208" cy="1310992"/>
          </a:xfrm>
          <a:prstGeom xmlns:a="http://schemas.openxmlformats.org/drawingml/2006/main" prst="rect">
            <a:avLst/>
          </a:prstGeom>
        </p:spPr>
      </p:pic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e4da939a54d33"/>
          <a:stretch xmlns:a="http://schemas.openxmlformats.org/drawingml/2006/main"/>
        </p:blipFill>
        <p:spPr>
          <a:xfrm xmlns:a="http://schemas.openxmlformats.org/drawingml/2006/main">
            <a:off x="2891970" y="2662436"/>
            <a:ext cx="504608" cy="183044"/>
          </a:xfrm>
          <a:prstGeom xmlns:a="http://schemas.openxmlformats.org/drawingml/2006/main" prst="rect">
            <a:avLst/>
          </a:prstGeom>
        </p:spPr>
      </p:pic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2da0edbe049bf"/>
          <a:stretch xmlns:a="http://schemas.openxmlformats.org/drawingml/2006/main"/>
        </p:blipFill>
        <p:spPr>
          <a:xfrm xmlns:a="http://schemas.openxmlformats.org/drawingml/2006/main">
            <a:off x="3303030" y="2236982"/>
            <a:ext cx="895432" cy="5540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539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2026-09-05T09:18:59.9570000Z</dcterms:created>
  <dcterms:modified xsi:type="dcterms:W3CDTF">2026-09-05T09:18:59.9570000Z</dcterms:modified>
</coreProperties>
</file>