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fe8d29666e4e70" /><Relationship Type="http://schemas.openxmlformats.org/officeDocument/2006/relationships/extended-properties" Target="/docProps/app.xml" Id="R12be0d4d70014fa0" /><Relationship Type="http://schemas.openxmlformats.org/officeDocument/2006/relationships/officeDocument" Target="/ppt/presentation.xml" Id="Rdca67b0b2c784a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ecfebe8da44a22"/>
  </p:sldMasterIdLst>
  <p:notesMasterIdLst>
    <p:notesMasterId xmlns:r="http://schemas.openxmlformats.org/officeDocument/2006/relationships" r:id="R5190c224077a499e"/>
  </p:notesMasterIdLst>
  <p:sldIdLst>
    <p:sldId xmlns:r="http://schemas.openxmlformats.org/officeDocument/2006/relationships" id="256" r:id="R10a1f550ad974d7c"/>
  </p:sldIdLst>
  <p:sldSz cx="20916900" cy="14230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2f99ad9c3b492e" /><Relationship Type="http://schemas.openxmlformats.org/officeDocument/2006/relationships/slideMaster" Target="/ppt/slideMasters/slideMaster1.xml" Id="Rb4ecfebe8da44a22" /><Relationship Type="http://schemas.openxmlformats.org/officeDocument/2006/relationships/notesMaster" Target="/ppt/notesMasters/notesMaster1.xml" Id="R5190c224077a499e" /><Relationship Type="http://schemas.openxmlformats.org/officeDocument/2006/relationships/presProps" Target="/ppt/presProps.xml" Id="R0d3953ad66aa4a09" /><Relationship Type="http://schemas.openxmlformats.org/officeDocument/2006/relationships/tableStyles" Target="/ppt/tableStyles.xml" Id="R0a51b405717d4a7b" /><Relationship Type="http://schemas.openxmlformats.org/officeDocument/2006/relationships/slide" Target="/ppt/slides/slide1.xml" Id="R10a1f550ad974d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011970c47848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ef58cff7f144e8" /><Relationship Type="http://schemas.openxmlformats.org/officeDocument/2006/relationships/notesMaster" Target="/ppt/notesMasters/notesMaster1.xml" Id="R1332ca39bd39410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素材ID：AI-096</ns1:t>
            </ns1:r>
          </ns1:p>
          <ns1:p>
            <ns1:r>
              <ns1:t>论文：BRIGHTER: BRIdging the Gap in Human-Annotated Textual Emotion Recognition Datasets for 28 Languages</ns1:t>
            </ns1:r>
          </ns1:p>
          <ns1:p>
            <ns1:r>
              <ns1:t>会议：ACL 2025</ns1:t>
            </ns1:r>
          </ns1:p>
          <ns1:p>
            <ns1:r>
              <ns1:t>奖项：Best Resource Paper</ns1:t>
            </ns1:r>
          </ns1:p>
          <ns1:p>
            <ns1:r>
              <ns1:t>图号：Figure 2，PDF第2页</ns1:t>
            </ns1:r>
          </ns1:p>
          <ns1:p>
            <ns1:r>
              <ns1:t>类型：动机示例</ns1:t>
            </ns1:r>
          </ns1:p>
          <ns1:p>
            <ns1:r>
              <ns1:t>借鉴点：六种语言围绕统一数据集中心排列，彩色类别与三档强度共用视觉语法，兼容一条样例多个标签。</ns1:t>
            </ns1:r>
          </ns1:p>
          <ns1:p>
            <ns1:r>
              <ns1:t>论文URL：https://aclanthology.org/2025.acl-long.436/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编辑与保真说明：阿拉伯语、马拉地语按原图字形轮廓重建，作为原生路径编辑；其他文字为原生文本。六组文本、译文和强度档位按原图保留。</ns1:t>
            </ns1:r>
          </ns1:p>
          <ns1:p>
            <ns1:r>
              <ns1:t>复刻方式：Native multilingual dataset schema reconstruction; Arabic and Marathi are original visible glyph outlines, remaining text native. Zero raster assets.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84d4cb94e4e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ec8889692d4e3b" /><Relationship Type="http://schemas.openxmlformats.org/officeDocument/2006/relationships/slideLayout" Target="/ppt/slideLayouts/slideLayout1.xml" Id="R8e274a0b3c6846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74a0b3c6846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16d7ac65d47ad" /><Relationship Type="http://schemas.openxmlformats.org/officeDocument/2006/relationships/notesSlide" Target="/ppt/notesSlides/notesSlide1.xml" Id="Rd7968769490c4b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3" name="AI096-1">
            <a:extLst xmlns:a="http://schemas.openxmlformats.org/drawingml/2006/main">
              <a:ext uri="{FF2B5EF4-FFF2-40B4-BE49-F238E27FC236}">
                <a16:creationId xmlns:a16="http://schemas.microsoft.com/office/drawing/2014/main" id="{98FD0D90-DDEC-4FB6-8EBA-B72B9B44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20250150" cy="13716000"/>
          </a:xfrm>
          <a:prstGeom xmlns:a="http://schemas.openxmlformats.org/drawingml/2006/main" prst="roundRect">
            <a:avLst>
              <a:gd name="adj" fmla="val 36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333333"/>
            </a:solidFill>
          </a:ln>
        </p:spPr>
      </p:sp>
      <p:sp>
        <p:nvSpPr>
          <p:cNvPr id="2" name="AI096-path-2">
            <a:extLst xmlns:a="http://schemas.openxmlformats.org/drawingml/2006/main">
              <a:ext uri="{FF2B5EF4-FFF2-40B4-BE49-F238E27FC236}">
                <a16:creationId xmlns:a16="http://schemas.microsoft.com/office/drawing/2014/main" id="{DD517CFA-0EC8-45E0-9BD3-7CFEAC6C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162050"/>
            <a:ext cx="533400" cy="5791200"/>
          </a:xfrm>
          <a:custGeom xmlns:a="http://schemas.openxmlformats.org/drawingml/2006/main">
            <a:pathLst>
              <a:path w="533400" h="5791200">
                <a:moveTo>
                  <a:pt x="0" y="0"/>
                </a:moveTo>
                <a:lnTo>
                  <a:pt x="48460" y="887"/>
                </a:lnTo>
                <a:lnTo>
                  <a:pt x="93892" y="3521"/>
                </a:lnTo>
                <a:lnTo>
                  <a:pt x="136394" y="7864"/>
                </a:lnTo>
                <a:lnTo>
                  <a:pt x="176064" y="13878"/>
                </a:lnTo>
                <a:lnTo>
                  <a:pt x="212999" y="21525"/>
                </a:lnTo>
                <a:lnTo>
                  <a:pt x="247297" y="30766"/>
                </a:lnTo>
                <a:lnTo>
                  <a:pt x="279055" y="41562"/>
                </a:lnTo>
                <a:lnTo>
                  <a:pt x="308372" y="53876"/>
                </a:lnTo>
                <a:lnTo>
                  <a:pt x="335345" y="67669"/>
                </a:lnTo>
                <a:lnTo>
                  <a:pt x="360071" y="82902"/>
                </a:lnTo>
                <a:lnTo>
                  <a:pt x="382649" y="99538"/>
                </a:lnTo>
                <a:lnTo>
                  <a:pt x="403175" y="117537"/>
                </a:lnTo>
                <a:lnTo>
                  <a:pt x="421749" y="136862"/>
                </a:lnTo>
                <a:lnTo>
                  <a:pt x="438466" y="157474"/>
                </a:lnTo>
                <a:lnTo>
                  <a:pt x="453426" y="179335"/>
                </a:lnTo>
                <a:lnTo>
                  <a:pt x="466725" y="202406"/>
                </a:lnTo>
                <a:lnTo>
                  <a:pt x="478461" y="226650"/>
                </a:lnTo>
                <a:lnTo>
                  <a:pt x="488733" y="252026"/>
                </a:lnTo>
                <a:lnTo>
                  <a:pt x="497637" y="278499"/>
                </a:lnTo>
                <a:lnTo>
                  <a:pt x="505271" y="306028"/>
                </a:lnTo>
                <a:lnTo>
                  <a:pt x="511734" y="334576"/>
                </a:lnTo>
                <a:lnTo>
                  <a:pt x="517122" y="364103"/>
                </a:lnTo>
                <a:lnTo>
                  <a:pt x="521533" y="394573"/>
                </a:lnTo>
                <a:lnTo>
                  <a:pt x="525066" y="425946"/>
                </a:lnTo>
                <a:lnTo>
                  <a:pt x="527817" y="458184"/>
                </a:lnTo>
                <a:lnTo>
                  <a:pt x="529884" y="491249"/>
                </a:lnTo>
                <a:lnTo>
                  <a:pt x="531365" y="525102"/>
                </a:lnTo>
                <a:lnTo>
                  <a:pt x="532358" y="559705"/>
                </a:lnTo>
                <a:lnTo>
                  <a:pt x="532960" y="595020"/>
                </a:lnTo>
                <a:lnTo>
                  <a:pt x="533270" y="631008"/>
                </a:lnTo>
                <a:lnTo>
                  <a:pt x="533384" y="667631"/>
                </a:lnTo>
                <a:lnTo>
                  <a:pt x="533400" y="704850"/>
                </a:lnTo>
                <a:lnTo>
                  <a:pt x="533400" y="704850"/>
                </a:lnTo>
                <a:lnTo>
                  <a:pt x="533400" y="57912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3" name="AI096-path-3">
            <a:extLst xmlns:a="http://schemas.openxmlformats.org/drawingml/2006/main">
              <a:ext uri="{FF2B5EF4-FFF2-40B4-BE49-F238E27FC236}">
                <a16:creationId xmlns:a16="http://schemas.microsoft.com/office/drawing/2014/main" id="{EC772FA4-AB58-4224-8158-8C577D59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200150"/>
            <a:ext cx="514350" cy="5753100"/>
          </a:xfrm>
          <a:custGeom xmlns:a="http://schemas.openxmlformats.org/drawingml/2006/main">
            <a:pathLst>
              <a:path w="514350" h="5753100">
                <a:moveTo>
                  <a:pt x="514350" y="0"/>
                </a:moveTo>
                <a:lnTo>
                  <a:pt x="467621" y="889"/>
                </a:lnTo>
                <a:lnTo>
                  <a:pt x="423811" y="3539"/>
                </a:lnTo>
                <a:lnTo>
                  <a:pt x="382827" y="7927"/>
                </a:lnTo>
                <a:lnTo>
                  <a:pt x="344574" y="14027"/>
                </a:lnTo>
                <a:lnTo>
                  <a:pt x="308958" y="21816"/>
                </a:lnTo>
                <a:lnTo>
                  <a:pt x="275885" y="31268"/>
                </a:lnTo>
                <a:lnTo>
                  <a:pt x="245261" y="42360"/>
                </a:lnTo>
                <a:lnTo>
                  <a:pt x="216991" y="55066"/>
                </a:lnTo>
                <a:lnTo>
                  <a:pt x="190982" y="69364"/>
                </a:lnTo>
                <a:lnTo>
                  <a:pt x="167139" y="85227"/>
                </a:lnTo>
                <a:lnTo>
                  <a:pt x="145367" y="102633"/>
                </a:lnTo>
                <a:lnTo>
                  <a:pt x="125574" y="121555"/>
                </a:lnTo>
                <a:lnTo>
                  <a:pt x="107664" y="141971"/>
                </a:lnTo>
                <a:lnTo>
                  <a:pt x="91543" y="163855"/>
                </a:lnTo>
                <a:lnTo>
                  <a:pt x="77118" y="187183"/>
                </a:lnTo>
                <a:lnTo>
                  <a:pt x="64294" y="211931"/>
                </a:lnTo>
                <a:lnTo>
                  <a:pt x="52976" y="238074"/>
                </a:lnTo>
                <a:lnTo>
                  <a:pt x="43072" y="265588"/>
                </a:lnTo>
                <a:lnTo>
                  <a:pt x="34486" y="294449"/>
                </a:lnTo>
                <a:lnTo>
                  <a:pt x="27124" y="324631"/>
                </a:lnTo>
                <a:lnTo>
                  <a:pt x="20892" y="356111"/>
                </a:lnTo>
                <a:lnTo>
                  <a:pt x="15697" y="388865"/>
                </a:lnTo>
                <a:lnTo>
                  <a:pt x="11443" y="422867"/>
                </a:lnTo>
                <a:lnTo>
                  <a:pt x="8037" y="458093"/>
                </a:lnTo>
                <a:lnTo>
                  <a:pt x="5384" y="494519"/>
                </a:lnTo>
                <a:lnTo>
                  <a:pt x="3390" y="532121"/>
                </a:lnTo>
                <a:lnTo>
                  <a:pt x="1962" y="570874"/>
                </a:lnTo>
                <a:lnTo>
                  <a:pt x="1005" y="610753"/>
                </a:lnTo>
                <a:lnTo>
                  <a:pt x="424" y="651735"/>
                </a:lnTo>
                <a:lnTo>
                  <a:pt x="126" y="693795"/>
                </a:lnTo>
                <a:lnTo>
                  <a:pt x="16" y="736908"/>
                </a:lnTo>
                <a:lnTo>
                  <a:pt x="0" y="781050"/>
                </a:lnTo>
                <a:lnTo>
                  <a:pt x="0" y="781050"/>
                </a:lnTo>
                <a:lnTo>
                  <a:pt x="0" y="57531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4" name="AI096-path-4">
            <a:extLst xmlns:a="http://schemas.openxmlformats.org/drawingml/2006/main">
              <a:ext uri="{FF2B5EF4-FFF2-40B4-BE49-F238E27FC236}">
                <a16:creationId xmlns:a16="http://schemas.microsoft.com/office/drawing/2014/main" id="{6CC5E983-60B1-4F06-BCEC-A91C653E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848350"/>
            <a:ext cx="990600" cy="2095500"/>
          </a:xfrm>
          <a:custGeom xmlns:a="http://schemas.openxmlformats.org/drawingml/2006/main">
            <a:pathLst>
              <a:path w="990600" h="2095500">
                <a:moveTo>
                  <a:pt x="0" y="0"/>
                </a:moveTo>
                <a:lnTo>
                  <a:pt x="46674" y="992"/>
                </a:lnTo>
                <a:lnTo>
                  <a:pt x="90325" y="3921"/>
                </a:lnTo>
                <a:lnTo>
                  <a:pt x="131052" y="8712"/>
                </a:lnTo>
                <a:lnTo>
                  <a:pt x="168957" y="15292"/>
                </a:lnTo>
                <a:lnTo>
                  <a:pt x="204142" y="23589"/>
                </a:lnTo>
                <a:lnTo>
                  <a:pt x="236706" y="33528"/>
                </a:lnTo>
                <a:lnTo>
                  <a:pt x="266753" y="45037"/>
                </a:lnTo>
                <a:lnTo>
                  <a:pt x="294382" y="58043"/>
                </a:lnTo>
                <a:lnTo>
                  <a:pt x="319695" y="72472"/>
                </a:lnTo>
                <a:lnTo>
                  <a:pt x="342793" y="88250"/>
                </a:lnTo>
                <a:lnTo>
                  <a:pt x="363777" y="105306"/>
                </a:lnTo>
                <a:lnTo>
                  <a:pt x="382749" y="123565"/>
                </a:lnTo>
                <a:lnTo>
                  <a:pt x="399809" y="142953"/>
                </a:lnTo>
                <a:lnTo>
                  <a:pt x="415058" y="163399"/>
                </a:lnTo>
                <a:lnTo>
                  <a:pt x="428599" y="184829"/>
                </a:lnTo>
                <a:lnTo>
                  <a:pt x="440531" y="207169"/>
                </a:lnTo>
                <a:lnTo>
                  <a:pt x="450957" y="230346"/>
                </a:lnTo>
                <a:lnTo>
                  <a:pt x="459977" y="254287"/>
                </a:lnTo>
                <a:lnTo>
                  <a:pt x="467692" y="278918"/>
                </a:lnTo>
                <a:lnTo>
                  <a:pt x="474204" y="304167"/>
                </a:lnTo>
                <a:lnTo>
                  <a:pt x="479613" y="329961"/>
                </a:lnTo>
                <a:lnTo>
                  <a:pt x="484022" y="356225"/>
                </a:lnTo>
                <a:lnTo>
                  <a:pt x="487530" y="382887"/>
                </a:lnTo>
                <a:lnTo>
                  <a:pt x="490240" y="409873"/>
                </a:lnTo>
                <a:lnTo>
                  <a:pt x="492252" y="437110"/>
                </a:lnTo>
                <a:lnTo>
                  <a:pt x="493668" y="464525"/>
                </a:lnTo>
                <a:lnTo>
                  <a:pt x="494588" y="492045"/>
                </a:lnTo>
                <a:lnTo>
                  <a:pt x="495114" y="519596"/>
                </a:lnTo>
                <a:lnTo>
                  <a:pt x="495347" y="547106"/>
                </a:lnTo>
                <a:lnTo>
                  <a:pt x="495388" y="574500"/>
                </a:lnTo>
                <a:lnTo>
                  <a:pt x="495339" y="601706"/>
                </a:lnTo>
                <a:lnTo>
                  <a:pt x="495300" y="628650"/>
                </a:lnTo>
                <a:lnTo>
                  <a:pt x="495300" y="628650"/>
                </a:lnTo>
                <a:lnTo>
                  <a:pt x="495300" y="1638300"/>
                </a:lnTo>
                <a:lnTo>
                  <a:pt x="495300" y="1638300"/>
                </a:lnTo>
                <a:lnTo>
                  <a:pt x="495910" y="1669781"/>
                </a:lnTo>
                <a:lnTo>
                  <a:pt x="497723" y="1699943"/>
                </a:lnTo>
                <a:lnTo>
                  <a:pt x="500715" y="1728807"/>
                </a:lnTo>
                <a:lnTo>
                  <a:pt x="504862" y="1756395"/>
                </a:lnTo>
                <a:lnTo>
                  <a:pt x="510139" y="1782727"/>
                </a:lnTo>
                <a:lnTo>
                  <a:pt x="516522" y="1807825"/>
                </a:lnTo>
                <a:lnTo>
                  <a:pt x="523986" y="1831708"/>
                </a:lnTo>
                <a:lnTo>
                  <a:pt x="532507" y="1854398"/>
                </a:lnTo>
                <a:lnTo>
                  <a:pt x="542061" y="1875917"/>
                </a:lnTo>
                <a:lnTo>
                  <a:pt x="552622" y="1896284"/>
                </a:lnTo>
                <a:lnTo>
                  <a:pt x="564167" y="1915521"/>
                </a:lnTo>
                <a:lnTo>
                  <a:pt x="576672" y="1933649"/>
                </a:lnTo>
                <a:lnTo>
                  <a:pt x="590111" y="1950689"/>
                </a:lnTo>
                <a:lnTo>
                  <a:pt x="604461" y="1966661"/>
                </a:lnTo>
                <a:lnTo>
                  <a:pt x="619696" y="1981587"/>
                </a:lnTo>
                <a:lnTo>
                  <a:pt x="635794" y="1995488"/>
                </a:lnTo>
                <a:lnTo>
                  <a:pt x="652728" y="2008383"/>
                </a:lnTo>
                <a:lnTo>
                  <a:pt x="670475" y="2020295"/>
                </a:lnTo>
                <a:lnTo>
                  <a:pt x="689011" y="2031245"/>
                </a:lnTo>
                <a:lnTo>
                  <a:pt x="708310" y="2041252"/>
                </a:lnTo>
                <a:lnTo>
                  <a:pt x="728349" y="2050339"/>
                </a:lnTo>
                <a:lnTo>
                  <a:pt x="749103" y="2058526"/>
                </a:lnTo>
                <a:lnTo>
                  <a:pt x="770548" y="2065833"/>
                </a:lnTo>
                <a:lnTo>
                  <a:pt x="792659" y="2072283"/>
                </a:lnTo>
                <a:lnTo>
                  <a:pt x="815411" y="2077895"/>
                </a:lnTo>
                <a:lnTo>
                  <a:pt x="838781" y="2082691"/>
                </a:lnTo>
                <a:lnTo>
                  <a:pt x="862744" y="2086692"/>
                </a:lnTo>
                <a:lnTo>
                  <a:pt x="887276" y="2089919"/>
                </a:lnTo>
                <a:lnTo>
                  <a:pt x="912352" y="2092392"/>
                </a:lnTo>
                <a:lnTo>
                  <a:pt x="937947" y="2094133"/>
                </a:lnTo>
                <a:lnTo>
                  <a:pt x="964038" y="2095162"/>
                </a:lnTo>
                <a:lnTo>
                  <a:pt x="990600" y="20955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5" name="AI096-path-5">
            <a:extLst xmlns:a="http://schemas.openxmlformats.org/drawingml/2006/main">
              <a:ext uri="{FF2B5EF4-FFF2-40B4-BE49-F238E27FC236}">
                <a16:creationId xmlns:a16="http://schemas.microsoft.com/office/drawing/2014/main" id="{6B80854A-72A5-4696-95AA-748CE96A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610350"/>
            <a:ext cx="1028700" cy="1352550"/>
          </a:xfrm>
          <a:custGeom xmlns:a="http://schemas.openxmlformats.org/drawingml/2006/main">
            <a:pathLst>
              <a:path w="1028700" h="1352550">
                <a:moveTo>
                  <a:pt x="1028700" y="0"/>
                </a:moveTo>
                <a:lnTo>
                  <a:pt x="985323" y="995"/>
                </a:lnTo>
                <a:lnTo>
                  <a:pt x="944440" y="3944"/>
                </a:lnTo>
                <a:lnTo>
                  <a:pt x="905978" y="8790"/>
                </a:lnTo>
                <a:lnTo>
                  <a:pt x="869863" y="15478"/>
                </a:lnTo>
                <a:lnTo>
                  <a:pt x="836023" y="23952"/>
                </a:lnTo>
                <a:lnTo>
                  <a:pt x="804383" y="34156"/>
                </a:lnTo>
                <a:lnTo>
                  <a:pt x="774872" y="46034"/>
                </a:lnTo>
                <a:lnTo>
                  <a:pt x="747415" y="59531"/>
                </a:lnTo>
                <a:lnTo>
                  <a:pt x="721939" y="74591"/>
                </a:lnTo>
                <a:lnTo>
                  <a:pt x="698371" y="91157"/>
                </a:lnTo>
                <a:lnTo>
                  <a:pt x="676638" y="109175"/>
                </a:lnTo>
                <a:lnTo>
                  <a:pt x="656667" y="128588"/>
                </a:lnTo>
                <a:lnTo>
                  <a:pt x="638384" y="149340"/>
                </a:lnTo>
                <a:lnTo>
                  <a:pt x="621716" y="171376"/>
                </a:lnTo>
                <a:lnTo>
                  <a:pt x="606589" y="194639"/>
                </a:lnTo>
                <a:lnTo>
                  <a:pt x="592931" y="219075"/>
                </a:lnTo>
                <a:lnTo>
                  <a:pt x="580669" y="244627"/>
                </a:lnTo>
                <a:lnTo>
                  <a:pt x="569728" y="271239"/>
                </a:lnTo>
                <a:lnTo>
                  <a:pt x="560036" y="298856"/>
                </a:lnTo>
                <a:lnTo>
                  <a:pt x="551520" y="327422"/>
                </a:lnTo>
                <a:lnTo>
                  <a:pt x="544106" y="356881"/>
                </a:lnTo>
                <a:lnTo>
                  <a:pt x="537721" y="387176"/>
                </a:lnTo>
                <a:lnTo>
                  <a:pt x="532291" y="418254"/>
                </a:lnTo>
                <a:lnTo>
                  <a:pt x="527745" y="450056"/>
                </a:lnTo>
                <a:lnTo>
                  <a:pt x="524007" y="482529"/>
                </a:lnTo>
                <a:lnTo>
                  <a:pt x="521005" y="515615"/>
                </a:lnTo>
                <a:lnTo>
                  <a:pt x="518667" y="549259"/>
                </a:lnTo>
                <a:lnTo>
                  <a:pt x="516917" y="583406"/>
                </a:lnTo>
                <a:lnTo>
                  <a:pt x="515684" y="617999"/>
                </a:lnTo>
                <a:lnTo>
                  <a:pt x="514894" y="652983"/>
                </a:lnTo>
                <a:lnTo>
                  <a:pt x="514474" y="688302"/>
                </a:lnTo>
                <a:lnTo>
                  <a:pt x="514350" y="723900"/>
                </a:lnTo>
                <a:lnTo>
                  <a:pt x="514350" y="723900"/>
                </a:lnTo>
                <a:lnTo>
                  <a:pt x="516821" y="777661"/>
                </a:lnTo>
                <a:lnTo>
                  <a:pt x="517154" y="828280"/>
                </a:lnTo>
                <a:lnTo>
                  <a:pt x="515444" y="875849"/>
                </a:lnTo>
                <a:lnTo>
                  <a:pt x="511783" y="920465"/>
                </a:lnTo>
                <a:lnTo>
                  <a:pt x="506266" y="962220"/>
                </a:lnTo>
                <a:lnTo>
                  <a:pt x="498988" y="1001209"/>
                </a:lnTo>
                <a:lnTo>
                  <a:pt x="490043" y="1037526"/>
                </a:lnTo>
                <a:lnTo>
                  <a:pt x="479524" y="1071265"/>
                </a:lnTo>
                <a:lnTo>
                  <a:pt x="467527" y="1102520"/>
                </a:lnTo>
                <a:lnTo>
                  <a:pt x="454144" y="1131387"/>
                </a:lnTo>
                <a:lnTo>
                  <a:pt x="439471" y="1157958"/>
                </a:lnTo>
                <a:lnTo>
                  <a:pt x="423602" y="1182328"/>
                </a:lnTo>
                <a:lnTo>
                  <a:pt x="406630" y="1204591"/>
                </a:lnTo>
                <a:lnTo>
                  <a:pt x="388651" y="1224842"/>
                </a:lnTo>
                <a:lnTo>
                  <a:pt x="369757" y="1243174"/>
                </a:lnTo>
                <a:lnTo>
                  <a:pt x="350044" y="1259681"/>
                </a:lnTo>
                <a:lnTo>
                  <a:pt x="329605" y="1274459"/>
                </a:lnTo>
                <a:lnTo>
                  <a:pt x="308535" y="1287600"/>
                </a:lnTo>
                <a:lnTo>
                  <a:pt x="286927" y="1299200"/>
                </a:lnTo>
                <a:lnTo>
                  <a:pt x="264877" y="1309353"/>
                </a:lnTo>
                <a:lnTo>
                  <a:pt x="242478" y="1318152"/>
                </a:lnTo>
                <a:lnTo>
                  <a:pt x="219824" y="1325691"/>
                </a:lnTo>
                <a:lnTo>
                  <a:pt x="197009" y="1332066"/>
                </a:lnTo>
                <a:lnTo>
                  <a:pt x="174129" y="1337370"/>
                </a:lnTo>
                <a:lnTo>
                  <a:pt x="151276" y="1341697"/>
                </a:lnTo>
                <a:lnTo>
                  <a:pt x="128546" y="1345141"/>
                </a:lnTo>
                <a:lnTo>
                  <a:pt x="106031" y="1347797"/>
                </a:lnTo>
                <a:lnTo>
                  <a:pt x="83827" y="1349759"/>
                </a:lnTo>
                <a:lnTo>
                  <a:pt x="62028" y="1351122"/>
                </a:lnTo>
                <a:lnTo>
                  <a:pt x="40728" y="1351978"/>
                </a:lnTo>
                <a:lnTo>
                  <a:pt x="20020" y="1352423"/>
                </a:lnTo>
                <a:lnTo>
                  <a:pt x="0" y="13525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6" name="AI096-path-6">
            <a:extLst xmlns:a="http://schemas.openxmlformats.org/drawingml/2006/main">
              <a:ext uri="{FF2B5EF4-FFF2-40B4-BE49-F238E27FC236}">
                <a16:creationId xmlns:a16="http://schemas.microsoft.com/office/drawing/2014/main" id="{29E87917-7E49-46C8-8D97-D0D401EC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906000"/>
            <a:ext cx="552450" cy="933450"/>
          </a:xfrm>
          <a:custGeom xmlns:a="http://schemas.openxmlformats.org/drawingml/2006/main">
            <a:pathLst>
              <a:path w="552450" h="933450">
                <a:moveTo>
                  <a:pt x="552450" y="0"/>
                </a:moveTo>
                <a:lnTo>
                  <a:pt x="552450" y="438150"/>
                </a:lnTo>
                <a:lnTo>
                  <a:pt x="552450" y="438150"/>
                </a:lnTo>
                <a:lnTo>
                  <a:pt x="551784" y="471416"/>
                </a:lnTo>
                <a:lnTo>
                  <a:pt x="549804" y="503360"/>
                </a:lnTo>
                <a:lnTo>
                  <a:pt x="546532" y="533999"/>
                </a:lnTo>
                <a:lnTo>
                  <a:pt x="541995" y="563352"/>
                </a:lnTo>
                <a:lnTo>
                  <a:pt x="536216" y="591434"/>
                </a:lnTo>
                <a:lnTo>
                  <a:pt x="529219" y="618265"/>
                </a:lnTo>
                <a:lnTo>
                  <a:pt x="521029" y="643860"/>
                </a:lnTo>
                <a:lnTo>
                  <a:pt x="511671" y="668238"/>
                </a:lnTo>
                <a:lnTo>
                  <a:pt x="501169" y="691417"/>
                </a:lnTo>
                <a:lnTo>
                  <a:pt x="489547" y="713412"/>
                </a:lnTo>
                <a:lnTo>
                  <a:pt x="476830" y="734243"/>
                </a:lnTo>
                <a:lnTo>
                  <a:pt x="463042" y="753926"/>
                </a:lnTo>
                <a:lnTo>
                  <a:pt x="448207" y="772479"/>
                </a:lnTo>
                <a:lnTo>
                  <a:pt x="432350" y="789919"/>
                </a:lnTo>
                <a:lnTo>
                  <a:pt x="415496" y="806264"/>
                </a:lnTo>
                <a:lnTo>
                  <a:pt x="397669" y="821531"/>
                </a:lnTo>
                <a:lnTo>
                  <a:pt x="378893" y="835738"/>
                </a:lnTo>
                <a:lnTo>
                  <a:pt x="359192" y="848902"/>
                </a:lnTo>
                <a:lnTo>
                  <a:pt x="338592" y="861040"/>
                </a:lnTo>
                <a:lnTo>
                  <a:pt x="317116" y="872170"/>
                </a:lnTo>
                <a:lnTo>
                  <a:pt x="294788" y="882310"/>
                </a:lnTo>
                <a:lnTo>
                  <a:pt x="271635" y="891476"/>
                </a:lnTo>
                <a:lnTo>
                  <a:pt x="247678" y="899686"/>
                </a:lnTo>
                <a:lnTo>
                  <a:pt x="222945" y="906959"/>
                </a:lnTo>
                <a:lnTo>
                  <a:pt x="197457" y="913310"/>
                </a:lnTo>
                <a:lnTo>
                  <a:pt x="171241" y="918758"/>
                </a:lnTo>
                <a:lnTo>
                  <a:pt x="144320" y="923320"/>
                </a:lnTo>
                <a:lnTo>
                  <a:pt x="116718" y="927013"/>
                </a:lnTo>
                <a:lnTo>
                  <a:pt x="88461" y="929855"/>
                </a:lnTo>
                <a:lnTo>
                  <a:pt x="59573" y="931864"/>
                </a:lnTo>
                <a:lnTo>
                  <a:pt x="30078" y="933056"/>
                </a:lnTo>
                <a:lnTo>
                  <a:pt x="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7" name="AI096-path-7">
            <a:extLst xmlns:a="http://schemas.openxmlformats.org/drawingml/2006/main">
              <a:ext uri="{FF2B5EF4-FFF2-40B4-BE49-F238E27FC236}">
                <a16:creationId xmlns:a16="http://schemas.microsoft.com/office/drawing/2014/main" id="{57B6DEB7-5A1D-4BF1-987C-C9C242C6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9906000"/>
            <a:ext cx="419100" cy="914400"/>
          </a:xfrm>
          <a:custGeom xmlns:a="http://schemas.openxmlformats.org/drawingml/2006/main">
            <a:pathLst>
              <a:path w="419100" h="914400">
                <a:moveTo>
                  <a:pt x="0" y="0"/>
                </a:moveTo>
                <a:lnTo>
                  <a:pt x="0" y="457200"/>
                </a:lnTo>
                <a:lnTo>
                  <a:pt x="0" y="457200"/>
                </a:lnTo>
                <a:lnTo>
                  <a:pt x="662" y="490357"/>
                </a:lnTo>
                <a:lnTo>
                  <a:pt x="2614" y="521982"/>
                </a:lnTo>
                <a:lnTo>
                  <a:pt x="5808" y="552108"/>
                </a:lnTo>
                <a:lnTo>
                  <a:pt x="10195" y="580765"/>
                </a:lnTo>
                <a:lnTo>
                  <a:pt x="15726" y="607984"/>
                </a:lnTo>
                <a:lnTo>
                  <a:pt x="22352" y="633799"/>
                </a:lnTo>
                <a:lnTo>
                  <a:pt x="30025" y="658238"/>
                </a:lnTo>
                <a:lnTo>
                  <a:pt x="38695" y="681335"/>
                </a:lnTo>
                <a:lnTo>
                  <a:pt x="48314" y="703120"/>
                </a:lnTo>
                <a:lnTo>
                  <a:pt x="58834" y="723626"/>
                </a:lnTo>
                <a:lnTo>
                  <a:pt x="70204" y="742882"/>
                </a:lnTo>
                <a:lnTo>
                  <a:pt x="82376" y="760921"/>
                </a:lnTo>
                <a:lnTo>
                  <a:pt x="95302" y="777774"/>
                </a:lnTo>
                <a:lnTo>
                  <a:pt x="108933" y="793472"/>
                </a:lnTo>
                <a:lnTo>
                  <a:pt x="123219" y="808048"/>
                </a:lnTo>
                <a:lnTo>
                  <a:pt x="138113" y="821531"/>
                </a:lnTo>
                <a:lnTo>
                  <a:pt x="153564" y="833954"/>
                </a:lnTo>
                <a:lnTo>
                  <a:pt x="169525" y="845348"/>
                </a:lnTo>
                <a:lnTo>
                  <a:pt x="185946" y="855745"/>
                </a:lnTo>
                <a:lnTo>
                  <a:pt x="202778" y="865175"/>
                </a:lnTo>
                <a:lnTo>
                  <a:pt x="219974" y="873671"/>
                </a:lnTo>
                <a:lnTo>
                  <a:pt x="237483" y="881262"/>
                </a:lnTo>
                <a:lnTo>
                  <a:pt x="255258" y="887982"/>
                </a:lnTo>
                <a:lnTo>
                  <a:pt x="273248" y="893862"/>
                </a:lnTo>
                <a:lnTo>
                  <a:pt x="291407" y="898932"/>
                </a:lnTo>
                <a:lnTo>
                  <a:pt x="309683" y="903224"/>
                </a:lnTo>
                <a:lnTo>
                  <a:pt x="328030" y="906770"/>
                </a:lnTo>
                <a:lnTo>
                  <a:pt x="346397" y="909600"/>
                </a:lnTo>
                <a:lnTo>
                  <a:pt x="364737" y="911747"/>
                </a:lnTo>
                <a:lnTo>
                  <a:pt x="383000" y="913242"/>
                </a:lnTo>
                <a:lnTo>
                  <a:pt x="401137" y="914116"/>
                </a:lnTo>
                <a:lnTo>
                  <a:pt x="419100" y="9144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8" name="AI096-path-8">
            <a:extLst xmlns:a="http://schemas.openxmlformats.org/drawingml/2006/main">
              <a:ext uri="{FF2B5EF4-FFF2-40B4-BE49-F238E27FC236}">
                <a16:creationId xmlns:a16="http://schemas.microsoft.com/office/drawing/2014/main" id="{1BA20E4F-937A-4B65-AB2F-DD659A47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381000" cy="2743200"/>
          </a:xfrm>
          <a:custGeom xmlns:a="http://schemas.openxmlformats.org/drawingml/2006/main">
            <a:pathLst>
              <a:path w="381000" h="2743200">
                <a:moveTo>
                  <a:pt x="381000" y="0"/>
                </a:moveTo>
                <a:lnTo>
                  <a:pt x="381000" y="2343150"/>
                </a:lnTo>
                <a:lnTo>
                  <a:pt x="381000" y="2343150"/>
                </a:lnTo>
                <a:lnTo>
                  <a:pt x="380556" y="2377819"/>
                </a:lnTo>
                <a:lnTo>
                  <a:pt x="379233" y="2410430"/>
                </a:lnTo>
                <a:lnTo>
                  <a:pt x="377044" y="2441045"/>
                </a:lnTo>
                <a:lnTo>
                  <a:pt x="374005" y="2469728"/>
                </a:lnTo>
                <a:lnTo>
                  <a:pt x="370129" y="2496542"/>
                </a:lnTo>
                <a:lnTo>
                  <a:pt x="365429" y="2521548"/>
                </a:lnTo>
                <a:lnTo>
                  <a:pt x="359920" y="2544811"/>
                </a:lnTo>
                <a:lnTo>
                  <a:pt x="353616" y="2566392"/>
                </a:lnTo>
                <a:lnTo>
                  <a:pt x="346530" y="2586355"/>
                </a:lnTo>
                <a:lnTo>
                  <a:pt x="338677" y="2604762"/>
                </a:lnTo>
                <a:lnTo>
                  <a:pt x="330071" y="2621676"/>
                </a:lnTo>
                <a:lnTo>
                  <a:pt x="320725" y="2637160"/>
                </a:lnTo>
                <a:lnTo>
                  <a:pt x="310653" y="2651277"/>
                </a:lnTo>
                <a:lnTo>
                  <a:pt x="299870" y="2664089"/>
                </a:lnTo>
                <a:lnTo>
                  <a:pt x="288389" y="2675659"/>
                </a:lnTo>
                <a:lnTo>
                  <a:pt x="276225" y="2686050"/>
                </a:lnTo>
                <a:lnTo>
                  <a:pt x="263391" y="2695325"/>
                </a:lnTo>
                <a:lnTo>
                  <a:pt x="249901" y="2703547"/>
                </a:lnTo>
                <a:lnTo>
                  <a:pt x="235769" y="2710778"/>
                </a:lnTo>
                <a:lnTo>
                  <a:pt x="221010" y="2717081"/>
                </a:lnTo>
                <a:lnTo>
                  <a:pt x="205636" y="2722519"/>
                </a:lnTo>
                <a:lnTo>
                  <a:pt x="189663" y="2727154"/>
                </a:lnTo>
                <a:lnTo>
                  <a:pt x="173103" y="2731051"/>
                </a:lnTo>
                <a:lnTo>
                  <a:pt x="155972" y="2734270"/>
                </a:lnTo>
                <a:lnTo>
                  <a:pt x="138282" y="2736876"/>
                </a:lnTo>
                <a:lnTo>
                  <a:pt x="120048" y="2738930"/>
                </a:lnTo>
                <a:lnTo>
                  <a:pt x="101285" y="2740497"/>
                </a:lnTo>
                <a:lnTo>
                  <a:pt x="82004" y="2741637"/>
                </a:lnTo>
                <a:lnTo>
                  <a:pt x="62222" y="2742415"/>
                </a:lnTo>
                <a:lnTo>
                  <a:pt x="41951" y="2742893"/>
                </a:lnTo>
                <a:lnTo>
                  <a:pt x="21206" y="2743134"/>
                </a:lnTo>
                <a:lnTo>
                  <a:pt x="0" y="27432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9" name="AI096-path-9">
            <a:extLst xmlns:a="http://schemas.openxmlformats.org/drawingml/2006/main">
              <a:ext uri="{FF2B5EF4-FFF2-40B4-BE49-F238E27FC236}">
                <a16:creationId xmlns:a16="http://schemas.microsoft.com/office/drawing/2014/main" id="{ABCF2556-B28E-43A7-AB93-6EE3BBC6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381000" cy="19"/>
          </a:xfrm>
          <a:custGeom xmlns:a="http://schemas.openxmlformats.org/drawingml/2006/main">
            <a:pathLst>
              <a:path w="381000" h="19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10" name="AI096-path-10">
            <a:extLst xmlns:a="http://schemas.openxmlformats.org/drawingml/2006/main">
              <a:ext uri="{FF2B5EF4-FFF2-40B4-BE49-F238E27FC236}">
                <a16:creationId xmlns:a16="http://schemas.microsoft.com/office/drawing/2014/main" id="{7E32D721-B126-4EB5-AF7F-3DDB862A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29000"/>
            <a:ext cx="762000" cy="19"/>
          </a:xfrm>
          <a:custGeom xmlns:a="http://schemas.openxmlformats.org/drawingml/2006/main">
            <a:pathLst>
              <a:path w="762000" h="19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11" name="AI096-path-11">
            <a:extLst xmlns:a="http://schemas.openxmlformats.org/drawingml/2006/main">
              <a:ext uri="{FF2B5EF4-FFF2-40B4-BE49-F238E27FC236}">
                <a16:creationId xmlns:a16="http://schemas.microsoft.com/office/drawing/2014/main" id="{557114E8-368E-41F6-9C9F-290BF12B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733550"/>
            <a:ext cx="514350" cy="3390900"/>
          </a:xfrm>
          <a:custGeom xmlns:a="http://schemas.openxmlformats.org/drawingml/2006/main">
            <a:pathLst>
              <a:path w="514350" h="3390900">
                <a:moveTo>
                  <a:pt x="0" y="0"/>
                </a:moveTo>
                <a:lnTo>
                  <a:pt x="0" y="2990850"/>
                </a:lnTo>
                <a:lnTo>
                  <a:pt x="0" y="2990850"/>
                </a:lnTo>
                <a:lnTo>
                  <a:pt x="502" y="3022167"/>
                </a:lnTo>
                <a:lnTo>
                  <a:pt x="2009" y="3051851"/>
                </a:lnTo>
                <a:lnTo>
                  <a:pt x="4521" y="3079945"/>
                </a:lnTo>
                <a:lnTo>
                  <a:pt x="8037" y="3106489"/>
                </a:lnTo>
                <a:lnTo>
                  <a:pt x="12557" y="3131527"/>
                </a:lnTo>
                <a:lnTo>
                  <a:pt x="18083" y="3155100"/>
                </a:lnTo>
                <a:lnTo>
                  <a:pt x="24612" y="3177250"/>
                </a:lnTo>
                <a:lnTo>
                  <a:pt x="32147" y="3198019"/>
                </a:lnTo>
                <a:lnTo>
                  <a:pt x="40686" y="3217448"/>
                </a:lnTo>
                <a:lnTo>
                  <a:pt x="50229" y="3235579"/>
                </a:lnTo>
                <a:lnTo>
                  <a:pt x="60778" y="3252455"/>
                </a:lnTo>
                <a:lnTo>
                  <a:pt x="72330" y="3268117"/>
                </a:lnTo>
                <a:lnTo>
                  <a:pt x="84888" y="3282607"/>
                </a:lnTo>
                <a:lnTo>
                  <a:pt x="98450" y="3295966"/>
                </a:lnTo>
                <a:lnTo>
                  <a:pt x="113016" y="3308238"/>
                </a:lnTo>
                <a:lnTo>
                  <a:pt x="128588" y="3319463"/>
                </a:lnTo>
                <a:lnTo>
                  <a:pt x="145163" y="3329683"/>
                </a:lnTo>
                <a:lnTo>
                  <a:pt x="162744" y="3338940"/>
                </a:lnTo>
                <a:lnTo>
                  <a:pt x="181328" y="3347277"/>
                </a:lnTo>
                <a:lnTo>
                  <a:pt x="200918" y="3354735"/>
                </a:lnTo>
                <a:lnTo>
                  <a:pt x="221512" y="3361355"/>
                </a:lnTo>
                <a:lnTo>
                  <a:pt x="243111" y="3367181"/>
                </a:lnTo>
                <a:lnTo>
                  <a:pt x="265714" y="3372252"/>
                </a:lnTo>
                <a:lnTo>
                  <a:pt x="289322" y="3376613"/>
                </a:lnTo>
                <a:lnTo>
                  <a:pt x="313934" y="3380303"/>
                </a:lnTo>
                <a:lnTo>
                  <a:pt x="339551" y="3383366"/>
                </a:lnTo>
                <a:lnTo>
                  <a:pt x="366173" y="3385842"/>
                </a:lnTo>
                <a:lnTo>
                  <a:pt x="393799" y="3387775"/>
                </a:lnTo>
                <a:lnTo>
                  <a:pt x="422430" y="3389205"/>
                </a:lnTo>
                <a:lnTo>
                  <a:pt x="452065" y="3390174"/>
                </a:lnTo>
                <a:lnTo>
                  <a:pt x="482705" y="3390726"/>
                </a:lnTo>
                <a:lnTo>
                  <a:pt x="514350" y="33909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12" name="AI096-path-12">
            <a:extLst xmlns:a="http://schemas.openxmlformats.org/drawingml/2006/main">
              <a:ext uri="{FF2B5EF4-FFF2-40B4-BE49-F238E27FC236}">
                <a16:creationId xmlns:a16="http://schemas.microsoft.com/office/drawing/2014/main" id="{43A44A17-EF69-4B08-81F8-E23A3A14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628900"/>
            <a:ext cx="419100" cy="19"/>
          </a:xfrm>
          <a:custGeom xmlns:a="http://schemas.openxmlformats.org/drawingml/2006/main">
            <a:pathLst>
              <a:path w="419100" h="19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13" name="AI096-path-13">
            <a:extLst xmlns:a="http://schemas.openxmlformats.org/drawingml/2006/main">
              <a:ext uri="{FF2B5EF4-FFF2-40B4-BE49-F238E27FC236}">
                <a16:creationId xmlns:a16="http://schemas.microsoft.com/office/drawing/2014/main" id="{865C5431-E744-48DD-AFE6-BBB753A9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038600"/>
            <a:ext cx="895350" cy="19"/>
          </a:xfrm>
          <a:custGeom xmlns:a="http://schemas.openxmlformats.org/drawingml/2006/main">
            <a:pathLst>
              <a:path w="895350" h="19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14" name="AI096-path-14">
            <a:extLst xmlns:a="http://schemas.openxmlformats.org/drawingml/2006/main">
              <a:ext uri="{FF2B5EF4-FFF2-40B4-BE49-F238E27FC236}">
                <a16:creationId xmlns:a16="http://schemas.microsoft.com/office/drawing/2014/main" id="{6782A1BF-3C2F-4BA7-B5D4-86840D16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362700"/>
            <a:ext cx="381000" cy="2628900"/>
          </a:xfrm>
          <a:custGeom xmlns:a="http://schemas.openxmlformats.org/drawingml/2006/main">
            <a:pathLst>
              <a:path w="381000" h="2628900">
                <a:moveTo>
                  <a:pt x="381000" y="0"/>
                </a:moveTo>
                <a:lnTo>
                  <a:pt x="381000" y="2228850"/>
                </a:lnTo>
                <a:lnTo>
                  <a:pt x="381000" y="2228850"/>
                </a:lnTo>
                <a:lnTo>
                  <a:pt x="380610" y="2261843"/>
                </a:lnTo>
                <a:lnTo>
                  <a:pt x="379442" y="2292990"/>
                </a:lnTo>
                <a:lnTo>
                  <a:pt x="377500" y="2322345"/>
                </a:lnTo>
                <a:lnTo>
                  <a:pt x="374786" y="2349959"/>
                </a:lnTo>
                <a:lnTo>
                  <a:pt x="371306" y="2375885"/>
                </a:lnTo>
                <a:lnTo>
                  <a:pt x="367061" y="2400174"/>
                </a:lnTo>
                <a:lnTo>
                  <a:pt x="362056" y="2422881"/>
                </a:lnTo>
                <a:lnTo>
                  <a:pt x="356295" y="2444055"/>
                </a:lnTo>
                <a:lnTo>
                  <a:pt x="349779" y="2463751"/>
                </a:lnTo>
                <a:lnTo>
                  <a:pt x="342514" y="2482021"/>
                </a:lnTo>
                <a:lnTo>
                  <a:pt x="334502" y="2498915"/>
                </a:lnTo>
                <a:lnTo>
                  <a:pt x="325748" y="2514488"/>
                </a:lnTo>
                <a:lnTo>
                  <a:pt x="316253" y="2528792"/>
                </a:lnTo>
                <a:lnTo>
                  <a:pt x="306023" y="2541877"/>
                </a:lnTo>
                <a:lnTo>
                  <a:pt x="295060" y="2553798"/>
                </a:lnTo>
                <a:lnTo>
                  <a:pt x="283369" y="2564606"/>
                </a:lnTo>
                <a:lnTo>
                  <a:pt x="270951" y="2574354"/>
                </a:lnTo>
                <a:lnTo>
                  <a:pt x="257812" y="2583093"/>
                </a:lnTo>
                <a:lnTo>
                  <a:pt x="243954" y="2590877"/>
                </a:lnTo>
                <a:lnTo>
                  <a:pt x="229381" y="2597758"/>
                </a:lnTo>
                <a:lnTo>
                  <a:pt x="214097" y="2603787"/>
                </a:lnTo>
                <a:lnTo>
                  <a:pt x="198104" y="2609017"/>
                </a:lnTo>
                <a:lnTo>
                  <a:pt x="181407" y="2613502"/>
                </a:lnTo>
                <a:lnTo>
                  <a:pt x="164009" y="2617291"/>
                </a:lnTo>
                <a:lnTo>
                  <a:pt x="145913" y="2620439"/>
                </a:lnTo>
                <a:lnTo>
                  <a:pt x="127122" y="2622998"/>
                </a:lnTo>
                <a:lnTo>
                  <a:pt x="107642" y="2625019"/>
                </a:lnTo>
                <a:lnTo>
                  <a:pt x="87474" y="2626556"/>
                </a:lnTo>
                <a:lnTo>
                  <a:pt x="66622" y="2627660"/>
                </a:lnTo>
                <a:lnTo>
                  <a:pt x="45090" y="2628384"/>
                </a:lnTo>
                <a:lnTo>
                  <a:pt x="22882" y="2628780"/>
                </a:lnTo>
                <a:lnTo>
                  <a:pt x="0" y="26289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15" name="AI096-path-15">
            <a:extLst xmlns:a="http://schemas.openxmlformats.org/drawingml/2006/main">
              <a:ext uri="{FF2B5EF4-FFF2-40B4-BE49-F238E27FC236}">
                <a16:creationId xmlns:a16="http://schemas.microsoft.com/office/drawing/2014/main" id="{16D0DEDD-1B48-4C5A-AF74-C3F588E6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162800"/>
            <a:ext cx="800100" cy="19"/>
          </a:xfrm>
          <a:custGeom xmlns:a="http://schemas.openxmlformats.org/drawingml/2006/main">
            <a:pathLst>
              <a:path w="800100" h="19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16" name="AI096-path-16">
            <a:extLst xmlns:a="http://schemas.openxmlformats.org/drawingml/2006/main">
              <a:ext uri="{FF2B5EF4-FFF2-40B4-BE49-F238E27FC236}">
                <a16:creationId xmlns:a16="http://schemas.microsoft.com/office/drawing/2014/main" id="{63B8A3B1-FD6F-495B-A610-522A884D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8020050"/>
            <a:ext cx="381000" cy="19"/>
          </a:xfrm>
          <a:custGeom xmlns:a="http://schemas.openxmlformats.org/drawingml/2006/main">
            <a:pathLst>
              <a:path w="381000" h="19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17" name="AI096-path-17">
            <a:extLst xmlns:a="http://schemas.openxmlformats.org/drawingml/2006/main">
              <a:ext uri="{FF2B5EF4-FFF2-40B4-BE49-F238E27FC236}">
                <a16:creationId xmlns:a16="http://schemas.microsoft.com/office/drawing/2014/main" id="{2B7C5CD4-4CAD-4628-A6E4-AFC7BC09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143750"/>
            <a:ext cx="514350" cy="2438400"/>
          </a:xfrm>
          <a:custGeom xmlns:a="http://schemas.openxmlformats.org/drawingml/2006/main">
            <a:pathLst>
              <a:path w="514350" h="2438400">
                <a:moveTo>
                  <a:pt x="0" y="0"/>
                </a:moveTo>
                <a:lnTo>
                  <a:pt x="0" y="2057400"/>
                </a:lnTo>
                <a:lnTo>
                  <a:pt x="0" y="2057400"/>
                </a:lnTo>
                <a:lnTo>
                  <a:pt x="502" y="2088662"/>
                </a:lnTo>
                <a:lnTo>
                  <a:pt x="2009" y="2118187"/>
                </a:lnTo>
                <a:lnTo>
                  <a:pt x="4521" y="2146024"/>
                </a:lnTo>
                <a:lnTo>
                  <a:pt x="8037" y="2172221"/>
                </a:lnTo>
                <a:lnTo>
                  <a:pt x="12557" y="2196828"/>
                </a:lnTo>
                <a:lnTo>
                  <a:pt x="18083" y="2219892"/>
                </a:lnTo>
                <a:lnTo>
                  <a:pt x="24612" y="2241464"/>
                </a:lnTo>
                <a:lnTo>
                  <a:pt x="32147" y="2261592"/>
                </a:lnTo>
                <a:lnTo>
                  <a:pt x="40686" y="2280325"/>
                </a:lnTo>
                <a:lnTo>
                  <a:pt x="50229" y="2297711"/>
                </a:lnTo>
                <a:lnTo>
                  <a:pt x="60778" y="2313799"/>
                </a:lnTo>
                <a:lnTo>
                  <a:pt x="72330" y="2328639"/>
                </a:lnTo>
                <a:lnTo>
                  <a:pt x="84888" y="2342279"/>
                </a:lnTo>
                <a:lnTo>
                  <a:pt x="98450" y="2354768"/>
                </a:lnTo>
                <a:lnTo>
                  <a:pt x="113016" y="2366154"/>
                </a:lnTo>
                <a:lnTo>
                  <a:pt x="128588" y="2376488"/>
                </a:lnTo>
                <a:lnTo>
                  <a:pt x="145163" y="2385816"/>
                </a:lnTo>
                <a:lnTo>
                  <a:pt x="162744" y="2394189"/>
                </a:lnTo>
                <a:lnTo>
                  <a:pt x="181328" y="2401655"/>
                </a:lnTo>
                <a:lnTo>
                  <a:pt x="200918" y="2408262"/>
                </a:lnTo>
                <a:lnTo>
                  <a:pt x="221512" y="2414061"/>
                </a:lnTo>
                <a:lnTo>
                  <a:pt x="243111" y="2419099"/>
                </a:lnTo>
                <a:lnTo>
                  <a:pt x="265714" y="2423425"/>
                </a:lnTo>
                <a:lnTo>
                  <a:pt x="289322" y="2427089"/>
                </a:lnTo>
                <a:lnTo>
                  <a:pt x="313934" y="2430139"/>
                </a:lnTo>
                <a:lnTo>
                  <a:pt x="339551" y="2432624"/>
                </a:lnTo>
                <a:lnTo>
                  <a:pt x="366173" y="2434592"/>
                </a:lnTo>
                <a:lnTo>
                  <a:pt x="393799" y="2436093"/>
                </a:lnTo>
                <a:lnTo>
                  <a:pt x="422430" y="2437176"/>
                </a:lnTo>
                <a:lnTo>
                  <a:pt x="452065" y="2437888"/>
                </a:lnTo>
                <a:lnTo>
                  <a:pt x="482705" y="2438280"/>
                </a:lnTo>
                <a:lnTo>
                  <a:pt x="514350" y="24384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18" name="AI096-path-18">
            <a:extLst xmlns:a="http://schemas.openxmlformats.org/drawingml/2006/main">
              <a:ext uri="{FF2B5EF4-FFF2-40B4-BE49-F238E27FC236}">
                <a16:creationId xmlns:a16="http://schemas.microsoft.com/office/drawing/2014/main" id="{65C61D8D-CD5D-4ECF-ACF8-5FE94BFB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848600"/>
            <a:ext cx="495300" cy="19"/>
          </a:xfrm>
          <a:custGeom xmlns:a="http://schemas.openxmlformats.org/drawingml/2006/main">
            <a:pathLst>
              <a:path w="495300" h="19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19" name="AI096-path-19">
            <a:extLst xmlns:a="http://schemas.openxmlformats.org/drawingml/2006/main">
              <a:ext uri="{FF2B5EF4-FFF2-40B4-BE49-F238E27FC236}">
                <a16:creationId xmlns:a16="http://schemas.microsoft.com/office/drawing/2014/main" id="{7414D57C-922E-4ABE-95F5-4FAEAD01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820150"/>
            <a:ext cx="514350" cy="19"/>
          </a:xfrm>
          <a:custGeom xmlns:a="http://schemas.openxmlformats.org/drawingml/2006/main">
            <a:pathLst>
              <a:path w="514350" h="19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20" name="AI096-path-20">
            <a:extLst xmlns:a="http://schemas.openxmlformats.org/drawingml/2006/main">
              <a:ext uri="{FF2B5EF4-FFF2-40B4-BE49-F238E27FC236}">
                <a16:creationId xmlns:a16="http://schemas.microsoft.com/office/drawing/2014/main" id="{2610435A-9F30-49A7-8991-7C8C1BA6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1372850"/>
            <a:ext cx="381000" cy="2076450"/>
          </a:xfrm>
          <a:custGeom xmlns:a="http://schemas.openxmlformats.org/drawingml/2006/main">
            <a:pathLst>
              <a:path w="381000" h="2076450">
                <a:moveTo>
                  <a:pt x="381000" y="0"/>
                </a:moveTo>
                <a:lnTo>
                  <a:pt x="381000" y="1676400"/>
                </a:lnTo>
                <a:lnTo>
                  <a:pt x="381000" y="1676400"/>
                </a:lnTo>
                <a:lnTo>
                  <a:pt x="380556" y="1709393"/>
                </a:lnTo>
                <a:lnTo>
                  <a:pt x="379233" y="1740540"/>
                </a:lnTo>
                <a:lnTo>
                  <a:pt x="377044" y="1769895"/>
                </a:lnTo>
                <a:lnTo>
                  <a:pt x="374005" y="1797509"/>
                </a:lnTo>
                <a:lnTo>
                  <a:pt x="370129" y="1823435"/>
                </a:lnTo>
                <a:lnTo>
                  <a:pt x="365429" y="1847724"/>
                </a:lnTo>
                <a:lnTo>
                  <a:pt x="359920" y="1870431"/>
                </a:lnTo>
                <a:lnTo>
                  <a:pt x="353616" y="1891605"/>
                </a:lnTo>
                <a:lnTo>
                  <a:pt x="346530" y="1911301"/>
                </a:lnTo>
                <a:lnTo>
                  <a:pt x="338677" y="1929571"/>
                </a:lnTo>
                <a:lnTo>
                  <a:pt x="330071" y="1946465"/>
                </a:lnTo>
                <a:lnTo>
                  <a:pt x="320725" y="1962038"/>
                </a:lnTo>
                <a:lnTo>
                  <a:pt x="310653" y="1976342"/>
                </a:lnTo>
                <a:lnTo>
                  <a:pt x="299870" y="1989427"/>
                </a:lnTo>
                <a:lnTo>
                  <a:pt x="288389" y="2001348"/>
                </a:lnTo>
                <a:lnTo>
                  <a:pt x="276225" y="2012156"/>
                </a:lnTo>
                <a:lnTo>
                  <a:pt x="263391" y="2021904"/>
                </a:lnTo>
                <a:lnTo>
                  <a:pt x="249901" y="2030643"/>
                </a:lnTo>
                <a:lnTo>
                  <a:pt x="235769" y="2038427"/>
                </a:lnTo>
                <a:lnTo>
                  <a:pt x="221010" y="2045308"/>
                </a:lnTo>
                <a:lnTo>
                  <a:pt x="205636" y="2051337"/>
                </a:lnTo>
                <a:lnTo>
                  <a:pt x="189663" y="2056567"/>
                </a:lnTo>
                <a:lnTo>
                  <a:pt x="173103" y="2061052"/>
                </a:lnTo>
                <a:lnTo>
                  <a:pt x="155972" y="2064841"/>
                </a:lnTo>
                <a:lnTo>
                  <a:pt x="138282" y="2067989"/>
                </a:lnTo>
                <a:lnTo>
                  <a:pt x="120048" y="2070548"/>
                </a:lnTo>
                <a:lnTo>
                  <a:pt x="101285" y="2072569"/>
                </a:lnTo>
                <a:lnTo>
                  <a:pt x="82004" y="2074106"/>
                </a:lnTo>
                <a:lnTo>
                  <a:pt x="62222" y="2075210"/>
                </a:lnTo>
                <a:lnTo>
                  <a:pt x="41951" y="2075934"/>
                </a:lnTo>
                <a:lnTo>
                  <a:pt x="21206" y="2076330"/>
                </a:lnTo>
                <a:lnTo>
                  <a:pt x="0" y="20764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21" name="AI096-path-21">
            <a:extLst xmlns:a="http://schemas.openxmlformats.org/drawingml/2006/main">
              <a:ext uri="{FF2B5EF4-FFF2-40B4-BE49-F238E27FC236}">
                <a16:creationId xmlns:a16="http://schemas.microsoft.com/office/drawing/2014/main" id="{66384A16-C939-4EC1-B7B8-CE3FAB19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963400"/>
            <a:ext cx="323850" cy="19"/>
          </a:xfrm>
          <a:custGeom xmlns:a="http://schemas.openxmlformats.org/drawingml/2006/main">
            <a:pathLst>
              <a:path w="323850" h="19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22" name="AI096-path-22">
            <a:extLst xmlns:a="http://schemas.openxmlformats.org/drawingml/2006/main">
              <a:ext uri="{FF2B5EF4-FFF2-40B4-BE49-F238E27FC236}">
                <a16:creationId xmlns:a16="http://schemas.microsoft.com/office/drawing/2014/main" id="{124365A7-6E04-42F9-B0F9-C51F3FBB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592050"/>
            <a:ext cx="571500" cy="19"/>
          </a:xfrm>
          <a:custGeom xmlns:a="http://schemas.openxmlformats.org/drawingml/2006/main">
            <a:pathLst>
              <a:path w="571500" h="19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23" name="AI096-path-23">
            <a:extLst xmlns:a="http://schemas.openxmlformats.org/drawingml/2006/main">
              <a:ext uri="{FF2B5EF4-FFF2-40B4-BE49-F238E27FC236}">
                <a16:creationId xmlns:a16="http://schemas.microsoft.com/office/drawing/2014/main" id="{25BBB25E-2AD3-408C-B0D9-C593D279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1277600"/>
            <a:ext cx="457200" cy="1981200"/>
          </a:xfrm>
          <a:custGeom xmlns:a="http://schemas.openxmlformats.org/drawingml/2006/main">
            <a:pathLst>
              <a:path w="457200" h="1981200">
                <a:moveTo>
                  <a:pt x="0" y="0"/>
                </a:moveTo>
                <a:lnTo>
                  <a:pt x="0" y="1581150"/>
                </a:lnTo>
                <a:lnTo>
                  <a:pt x="0" y="1581150"/>
                </a:lnTo>
                <a:lnTo>
                  <a:pt x="501" y="1615819"/>
                </a:lnTo>
                <a:lnTo>
                  <a:pt x="1995" y="1648430"/>
                </a:lnTo>
                <a:lnTo>
                  <a:pt x="4474" y="1679045"/>
                </a:lnTo>
                <a:lnTo>
                  <a:pt x="7925" y="1707728"/>
                </a:lnTo>
                <a:lnTo>
                  <a:pt x="12339" y="1734542"/>
                </a:lnTo>
                <a:lnTo>
                  <a:pt x="17706" y="1759548"/>
                </a:lnTo>
                <a:lnTo>
                  <a:pt x="24014" y="1782811"/>
                </a:lnTo>
                <a:lnTo>
                  <a:pt x="31254" y="1804392"/>
                </a:lnTo>
                <a:lnTo>
                  <a:pt x="39414" y="1824355"/>
                </a:lnTo>
                <a:lnTo>
                  <a:pt x="48485" y="1842762"/>
                </a:lnTo>
                <a:lnTo>
                  <a:pt x="58456" y="1859676"/>
                </a:lnTo>
                <a:lnTo>
                  <a:pt x="69317" y="1875160"/>
                </a:lnTo>
                <a:lnTo>
                  <a:pt x="81056" y="1889277"/>
                </a:lnTo>
                <a:lnTo>
                  <a:pt x="93664" y="1902089"/>
                </a:lnTo>
                <a:lnTo>
                  <a:pt x="107130" y="1913659"/>
                </a:lnTo>
                <a:lnTo>
                  <a:pt x="121444" y="1924050"/>
                </a:lnTo>
                <a:lnTo>
                  <a:pt x="136595" y="1933325"/>
                </a:lnTo>
                <a:lnTo>
                  <a:pt x="152572" y="1941547"/>
                </a:lnTo>
                <a:lnTo>
                  <a:pt x="169366" y="1948778"/>
                </a:lnTo>
                <a:lnTo>
                  <a:pt x="186965" y="1955081"/>
                </a:lnTo>
                <a:lnTo>
                  <a:pt x="205360" y="1960519"/>
                </a:lnTo>
                <a:lnTo>
                  <a:pt x="224540" y="1965154"/>
                </a:lnTo>
                <a:lnTo>
                  <a:pt x="244494" y="1969051"/>
                </a:lnTo>
                <a:lnTo>
                  <a:pt x="265212" y="1972270"/>
                </a:lnTo>
                <a:lnTo>
                  <a:pt x="286683" y="1974876"/>
                </a:lnTo>
                <a:lnTo>
                  <a:pt x="308897" y="1976930"/>
                </a:lnTo>
                <a:lnTo>
                  <a:pt x="331844" y="1978497"/>
                </a:lnTo>
                <a:lnTo>
                  <a:pt x="355513" y="1979637"/>
                </a:lnTo>
                <a:lnTo>
                  <a:pt x="379894" y="1980415"/>
                </a:lnTo>
                <a:lnTo>
                  <a:pt x="404975" y="1980893"/>
                </a:lnTo>
                <a:lnTo>
                  <a:pt x="430748" y="1981134"/>
                </a:lnTo>
                <a:lnTo>
                  <a:pt x="457200" y="19812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24" name="AI096-path-24">
            <a:extLst xmlns:a="http://schemas.openxmlformats.org/drawingml/2006/main">
              <a:ext uri="{FF2B5EF4-FFF2-40B4-BE49-F238E27FC236}">
                <a16:creationId xmlns:a16="http://schemas.microsoft.com/office/drawing/2014/main" id="{AE4DEF33-9195-4090-8C71-3F2CE459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1887200"/>
            <a:ext cx="381000" cy="19"/>
          </a:xfrm>
          <a:custGeom xmlns:a="http://schemas.openxmlformats.org/drawingml/2006/main">
            <a:pathLst>
              <a:path w="381000" h="19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25" name="AI096-path-25">
            <a:extLst xmlns:a="http://schemas.openxmlformats.org/drawingml/2006/main">
              <a:ext uri="{FF2B5EF4-FFF2-40B4-BE49-F238E27FC236}">
                <a16:creationId xmlns:a16="http://schemas.microsoft.com/office/drawing/2014/main" id="{9718DE89-4BA8-4D36-A0E2-4B81D965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2592050"/>
            <a:ext cx="533400" cy="19"/>
          </a:xfrm>
          <a:custGeom xmlns:a="http://schemas.openxmlformats.org/drawingml/2006/main">
            <a:pathLst>
              <a:path w="533400" h="19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555555"/>
            </a:solidFill>
            <a:prstDash val="dash"/>
          </a:ln>
        </p:spPr>
      </p:sp>
      <p:sp>
        <p:nvSpPr>
          <p:cNvPr id="26" name="AI096-26">
            <a:extLst xmlns:a="http://schemas.openxmlformats.org/drawingml/2006/main">
              <a:ext uri="{FF2B5EF4-FFF2-40B4-BE49-F238E27FC236}">
                <a16:creationId xmlns:a16="http://schemas.microsoft.com/office/drawing/2014/main" id="{8959CB81-6B36-4792-9BF3-03012FD1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28650"/>
            <a:ext cx="2381250" cy="1047750"/>
          </a:xfrm>
          <a:prstGeom xmlns:a="http://schemas.openxmlformats.org/drawingml/2006/main" prst="roundRect">
            <a:avLst>
              <a:gd name="adj" fmla="val 23636"/>
            </a:avLst>
          </a:prstGeom>
          <a:solidFill xmlns:a="http://schemas.openxmlformats.org/drawingml/2006/main">
            <a:srgbClr val="ED5655"/>
          </a:solidFill>
          <a:ln xmlns:a="http://schemas.openxmlformats.org/drawingml/2006/main" w="0">
            <a:noFill/>
          </a:ln>
        </p:spPr>
      </p:sp>
      <p:sp>
        <p:nvSpPr>
          <p:cNvPr id="27" name="AI096-27">
            <a:extLst xmlns:a="http://schemas.openxmlformats.org/drawingml/2006/main">
              <a:ext uri="{FF2B5EF4-FFF2-40B4-BE49-F238E27FC236}">
                <a16:creationId xmlns:a16="http://schemas.microsoft.com/office/drawing/2014/main" id="{37D8B869-1216-47B6-A1D6-586E9821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70485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Anger</a:t>
            </a:r>
          </a:p>
        </p:txBody>
      </p:sp>
      <p:sp>
        <p:nvSpPr>
          <p:cNvPr id="28" name="AI096-28">
            <a:extLst xmlns:a="http://schemas.openxmlformats.org/drawingml/2006/main">
              <a:ext uri="{FF2B5EF4-FFF2-40B4-BE49-F238E27FC236}">
                <a16:creationId xmlns:a16="http://schemas.microsoft.com/office/drawing/2014/main" id="{1A25E4E7-2CAC-43F0-956F-F73B0D10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85800"/>
            <a:ext cx="2838450" cy="1047750"/>
          </a:xfrm>
          <a:prstGeom xmlns:a="http://schemas.openxmlformats.org/drawingml/2006/main" prst="roundRect">
            <a:avLst>
              <a:gd name="adj" fmla="val 23636"/>
            </a:avLst>
          </a:prstGeom>
          <a:solidFill xmlns:a="http://schemas.openxmlformats.org/drawingml/2006/main">
            <a:srgbClr val="5088E8"/>
          </a:solidFill>
          <a:ln xmlns:a="http://schemas.openxmlformats.org/drawingml/2006/main" w="0">
            <a:noFill/>
          </a:ln>
        </p:spPr>
      </p:sp>
      <p:sp>
        <p:nvSpPr>
          <p:cNvPr id="29" name="AI096-29">
            <a:extLst xmlns:a="http://schemas.openxmlformats.org/drawingml/2006/main">
              <a:ext uri="{FF2B5EF4-FFF2-40B4-BE49-F238E27FC236}">
                <a16:creationId xmlns:a16="http://schemas.microsoft.com/office/drawing/2014/main" id="{B3E97542-562A-472C-B450-B3B30F7B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762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Sadness</a:t>
            </a:r>
          </a:p>
        </p:txBody>
      </p:sp>
      <p:sp>
        <p:nvSpPr>
          <p:cNvPr id="30" name="AI096-30">
            <a:extLst xmlns:a="http://schemas.openxmlformats.org/drawingml/2006/main">
              <a:ext uri="{FF2B5EF4-FFF2-40B4-BE49-F238E27FC236}">
                <a16:creationId xmlns:a16="http://schemas.microsoft.com/office/drawing/2014/main" id="{0956312A-21B5-428C-87E2-78F6ED1B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14950"/>
            <a:ext cx="2609850" cy="1047750"/>
          </a:xfrm>
          <a:prstGeom xmlns:a="http://schemas.openxmlformats.org/drawingml/2006/main" prst="roundRect">
            <a:avLst>
              <a:gd name="adj" fmla="val 23636"/>
            </a:avLst>
          </a:prstGeom>
          <a:solidFill xmlns:a="http://schemas.openxmlformats.org/drawingml/2006/main">
            <a:srgbClr val="35C387"/>
          </a:solidFill>
          <a:ln xmlns:a="http://schemas.openxmlformats.org/drawingml/2006/main" w="0">
            <a:noFill/>
          </a:ln>
        </p:spPr>
      </p:sp>
      <p:sp>
        <p:nvSpPr>
          <p:cNvPr id="31" name="AI096-31">
            <a:extLst xmlns:a="http://schemas.openxmlformats.org/drawingml/2006/main">
              <a:ext uri="{FF2B5EF4-FFF2-40B4-BE49-F238E27FC236}">
                <a16:creationId xmlns:a16="http://schemas.microsoft.com/office/drawing/2014/main" id="{DC83ACA7-8438-43F4-89AC-390BB643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1150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Disgust</a:t>
            </a:r>
          </a:p>
        </p:txBody>
      </p:sp>
      <p:sp>
        <p:nvSpPr>
          <p:cNvPr id="32" name="AI096-32">
            <a:extLst xmlns:a="http://schemas.openxmlformats.org/drawingml/2006/main">
              <a:ext uri="{FF2B5EF4-FFF2-40B4-BE49-F238E27FC236}">
                <a16:creationId xmlns:a16="http://schemas.microsoft.com/office/drawing/2014/main" id="{B6A3265C-4629-4D53-AD38-8A2FCAA9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14950"/>
            <a:ext cx="2857500" cy="1047750"/>
          </a:xfrm>
          <a:prstGeom xmlns:a="http://schemas.openxmlformats.org/drawingml/2006/main" prst="roundRect">
            <a:avLst>
              <a:gd name="adj" fmla="val 23636"/>
            </a:avLst>
          </a:prstGeom>
          <a:solidFill xmlns:a="http://schemas.openxmlformats.org/drawingml/2006/main">
            <a:srgbClr val="DA852B"/>
          </a:solidFill>
          <a:ln xmlns:a="http://schemas.openxmlformats.org/drawingml/2006/main" w="0">
            <a:noFill/>
          </a:ln>
        </p:spPr>
      </p:sp>
      <p:sp>
        <p:nvSpPr>
          <p:cNvPr id="33" name="AI096-33">
            <a:extLst xmlns:a="http://schemas.openxmlformats.org/drawingml/2006/main">
              <a:ext uri="{FF2B5EF4-FFF2-40B4-BE49-F238E27FC236}">
                <a16:creationId xmlns:a16="http://schemas.microsoft.com/office/drawing/2014/main" id="{672E0091-31BD-436F-ABAC-0FAF38EF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9115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Surprise</a:t>
            </a:r>
          </a:p>
        </p:txBody>
      </p:sp>
      <p:sp>
        <p:nvSpPr>
          <p:cNvPr id="34" name="AI096-34">
            <a:extLst xmlns:a="http://schemas.openxmlformats.org/drawingml/2006/main">
              <a:ext uri="{FF2B5EF4-FFF2-40B4-BE49-F238E27FC236}">
                <a16:creationId xmlns:a16="http://schemas.microsoft.com/office/drawing/2014/main" id="{39A8FC0B-B698-4354-93BD-16C135C8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6115050"/>
            <a:ext cx="2133600" cy="102870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969796"/>
          </a:solidFill>
          <a:ln xmlns:a="http://schemas.openxmlformats.org/drawingml/2006/main" w="0">
            <a:noFill/>
          </a:ln>
        </p:spPr>
      </p:sp>
      <p:sp>
        <p:nvSpPr>
          <p:cNvPr id="35" name="AI096-35">
            <a:extLst xmlns:a="http://schemas.openxmlformats.org/drawingml/2006/main">
              <a:ext uri="{FF2B5EF4-FFF2-40B4-BE49-F238E27FC236}">
                <a16:creationId xmlns:a16="http://schemas.microsoft.com/office/drawing/2014/main" id="{C8B36BFE-8607-42E5-A5BA-67C538DA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191250"/>
            <a:ext cx="2057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Fear</a:t>
            </a:r>
          </a:p>
        </p:txBody>
      </p:sp>
      <p:sp>
        <p:nvSpPr>
          <p:cNvPr id="36" name="AI096-36">
            <a:extLst xmlns:a="http://schemas.openxmlformats.org/drawingml/2006/main">
              <a:ext uri="{FF2B5EF4-FFF2-40B4-BE49-F238E27FC236}">
                <a16:creationId xmlns:a16="http://schemas.microsoft.com/office/drawing/2014/main" id="{F15FE983-3EB7-42C8-93D2-8AEF13DD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0306050"/>
            <a:ext cx="26289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35C387"/>
          </a:solidFill>
          <a:ln xmlns:a="http://schemas.openxmlformats.org/drawingml/2006/main" w="0">
            <a:noFill/>
          </a:ln>
        </p:spPr>
      </p:sp>
      <p:sp>
        <p:nvSpPr>
          <p:cNvPr id="37" name="AI096-37">
            <a:extLst xmlns:a="http://schemas.openxmlformats.org/drawingml/2006/main">
              <a:ext uri="{FF2B5EF4-FFF2-40B4-BE49-F238E27FC236}">
                <a16:creationId xmlns:a16="http://schemas.microsoft.com/office/drawing/2014/main" id="{C6576FCF-EFD1-4AAF-AE71-2DC83679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382250"/>
            <a:ext cx="2552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Disgust</a:t>
            </a:r>
          </a:p>
        </p:txBody>
      </p:sp>
      <p:sp>
        <p:nvSpPr>
          <p:cNvPr id="38" name="AI096-38">
            <a:extLst xmlns:a="http://schemas.openxmlformats.org/drawingml/2006/main">
              <a:ext uri="{FF2B5EF4-FFF2-40B4-BE49-F238E27FC236}">
                <a16:creationId xmlns:a16="http://schemas.microsoft.com/office/drawing/2014/main" id="{85A3DD1D-30F3-4E95-91D6-4D4606A3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306050"/>
            <a:ext cx="2152650" cy="971550"/>
          </a:xfrm>
          <a:prstGeom xmlns:a="http://schemas.openxmlformats.org/drawingml/2006/main" prst="roundRect">
            <a:avLst>
              <a:gd name="adj" fmla="val 25490"/>
            </a:avLst>
          </a:prstGeom>
          <a:solidFill xmlns:a="http://schemas.openxmlformats.org/drawingml/2006/main">
            <a:srgbClr val="FFE913"/>
          </a:solidFill>
          <a:ln xmlns:a="http://schemas.openxmlformats.org/drawingml/2006/main" w="38100">
            <a:solidFill>
              <a:srgbClr val="F6EA92"/>
            </a:solidFill>
          </a:ln>
        </p:spPr>
      </p:sp>
      <p:sp>
        <p:nvSpPr>
          <p:cNvPr id="39" name="AI096-39">
            <a:extLst xmlns:a="http://schemas.openxmlformats.org/drawingml/2006/main">
              <a:ext uri="{FF2B5EF4-FFF2-40B4-BE49-F238E27FC236}">
                <a16:creationId xmlns:a16="http://schemas.microsoft.com/office/drawing/2014/main" id="{8A1F35D8-3BC0-4A0B-BC13-C1733097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03822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ECA938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ECA938"/>
                </a:solidFill>
                <a:latin typeface="Arial"/>
                <a:ea typeface="Arial"/>
                <a:cs typeface="Arial"/>
              </a:rPr>
              <a:t>Joy</a:t>
            </a:r>
          </a:p>
        </p:txBody>
      </p:sp>
      <p:sp>
        <p:nvSpPr>
          <p:cNvPr id="40" name="AI096-40">
            <a:extLst xmlns:a="http://schemas.openxmlformats.org/drawingml/2006/main">
              <a:ext uri="{FF2B5EF4-FFF2-40B4-BE49-F238E27FC236}">
                <a16:creationId xmlns:a16="http://schemas.microsoft.com/office/drawing/2014/main" id="{3FC3F424-FEDA-4FBC-AD83-3AC46A0A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66900"/>
            <a:ext cx="674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Isso é um tipo de violência contra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MULHER MINISTRA DAMARES.</a:t>
            </a:r>
          </a:p>
        </p:txBody>
      </p:sp>
      <p:sp>
        <p:nvSpPr>
          <p:cNvPr id="41" name="AI096-41">
            <a:extLst xmlns:a="http://schemas.openxmlformats.org/drawingml/2006/main">
              <a:ext uri="{FF2B5EF4-FFF2-40B4-BE49-F238E27FC236}">
                <a16:creationId xmlns:a16="http://schemas.microsoft.com/office/drawing/2014/main" id="{AADBE288-1CA0-4963-A991-B05F4CB0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0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0">
                <a:solidFill>
                  <a:srgbClr val="FF62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6265"/>
                </a:solidFill>
                <a:latin typeface="Arial"/>
                <a:ea typeface="Arial"/>
                <a:cs typeface="Arial"/>
              </a:rPr>
              <a:t>This is a kind of violence against the WOMAN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25" b="0">
                <a:solidFill>
                  <a:srgbClr val="FF626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6265"/>
                </a:solidFill>
                <a:latin typeface="Arial"/>
                <a:ea typeface="Arial"/>
                <a:cs typeface="Arial"/>
              </a:rPr>
              <a:t>MINISTER DAMARES. Action must be taken.</a:t>
            </a:r>
          </a:p>
        </p:txBody>
      </p:sp>
      <p:sp>
        <p:nvSpPr>
          <p:cNvPr id="42" name="AI096-42">
            <a:extLst xmlns:a="http://schemas.openxmlformats.org/drawingml/2006/main">
              <a:ext uri="{FF2B5EF4-FFF2-40B4-BE49-F238E27FC236}">
                <a16:creationId xmlns:a16="http://schemas.microsoft.com/office/drawing/2014/main" id="{6018CD57-452F-45F0-A243-9FC77D41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486150"/>
            <a:ext cx="7200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95" b="0">
                <a:solidFill>
                  <a:srgbClr val="5592FF"/>
                </a:solidFill>
                <a:latin typeface="Arial"/>
                <a:ea typeface="Arial"/>
                <a:cs typeface="Arial"/>
              </a:defRPr>
            </a:pPr>
            <a:r>
              <a:rPr sz="2295" b="0">
                <a:solidFill>
                  <a:srgbClr val="5592FF"/>
                </a:solidFill>
                <a:latin typeface="Arial"/>
                <a:ea typeface="Arial"/>
                <a:cs typeface="Arial"/>
              </a:rPr>
              <a:t>The kids who were surrounding him were yelling and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95" b="0">
                <a:solidFill>
                  <a:srgbClr val="5592FF"/>
                </a:solidFill>
                <a:latin typeface="Arial"/>
                <a:ea typeface="Arial"/>
                <a:cs typeface="Arial"/>
              </a:defRPr>
            </a:pPr>
            <a:r>
              <a:rPr sz="2295" b="0">
                <a:solidFill>
                  <a:srgbClr val="5592FF"/>
                </a:solidFill>
                <a:latin typeface="Arial"/>
                <a:ea typeface="Arial"/>
                <a:cs typeface="Arial"/>
              </a:rPr>
              <a:t>crying: "And me! and me!" "You did not give anything!"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95" b="0">
                <a:solidFill>
                  <a:srgbClr val="5592FF"/>
                </a:solidFill>
                <a:latin typeface="Arial"/>
                <a:ea typeface="Arial"/>
                <a:cs typeface="Arial"/>
              </a:defRPr>
            </a:pPr>
            <a:r>
              <a:rPr sz="2295" b="0">
                <a:solidFill>
                  <a:srgbClr val="5592FF"/>
                </a:solidFill>
                <a:latin typeface="Arial"/>
                <a:ea typeface="Arial"/>
                <a:cs typeface="Arial"/>
              </a:rPr>
              <a:t>"Halim took everything!" "No not me!"</a:t>
            </a:r>
          </a:p>
        </p:txBody>
      </p:sp>
      <p:sp>
        <p:nvSpPr>
          <p:cNvPr id="43" name="AI096-43">
            <a:extLst xmlns:a="http://schemas.openxmlformats.org/drawingml/2006/main">
              <a:ext uri="{FF2B5EF4-FFF2-40B4-BE49-F238E27FC236}">
                <a16:creationId xmlns:a16="http://schemas.microsoft.com/office/drawing/2014/main" id="{7745A3D7-17C2-4E4C-A6BB-5C2C9D46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667500"/>
            <a:ext cx="5410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 eh convertido en lo que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siempre jure destruir...</a:t>
            </a:r>
          </a:p>
        </p:txBody>
      </p:sp>
      <p:sp>
        <p:nvSpPr>
          <p:cNvPr id="44" name="AI096-44">
            <a:extLst xmlns:a="http://schemas.openxmlformats.org/drawingml/2006/main">
              <a:ext uri="{FF2B5EF4-FFF2-40B4-BE49-F238E27FC236}">
                <a16:creationId xmlns:a16="http://schemas.microsoft.com/office/drawing/2014/main" id="{79A90980-29C9-4C36-832A-8258FAC4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715250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325" b="0">
                <a:solidFill>
                  <a:srgbClr val="FF92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922F"/>
                </a:solidFill>
                <a:latin typeface="Arial"/>
                <a:ea typeface="Arial"/>
                <a:cs typeface="Arial"/>
              </a:rPr>
              <a:t>I have become what I always swore to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2325" b="0">
                <a:solidFill>
                  <a:srgbClr val="FF92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922F"/>
                </a:solidFill>
                <a:latin typeface="Arial"/>
                <a:ea typeface="Arial"/>
                <a:cs typeface="Arial"/>
              </a:rPr>
              <a:t>destroy...</a:t>
            </a:r>
          </a:p>
        </p:txBody>
      </p:sp>
      <p:sp>
        <p:nvSpPr>
          <p:cNvPr id="45" name="AI096-45">
            <a:extLst xmlns:a="http://schemas.openxmlformats.org/drawingml/2006/main">
              <a:ext uri="{FF2B5EF4-FFF2-40B4-BE49-F238E27FC236}">
                <a16:creationId xmlns:a16="http://schemas.microsoft.com/office/drawing/2014/main" id="{D0024490-2A17-4378-8D3E-52DAD402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7334250"/>
            <a:ext cx="6305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Osareya maasi onnopopiha o suuli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 Mosampiikhi</a:t>
            </a:r>
          </a:p>
        </p:txBody>
      </p:sp>
      <p:sp>
        <p:nvSpPr>
          <p:cNvPr id="46" name="AI096-46">
            <a:extLst xmlns:a="http://schemas.openxmlformats.org/drawingml/2006/main">
              <a:ext uri="{FF2B5EF4-FFF2-40B4-BE49-F238E27FC236}">
                <a16:creationId xmlns:a16="http://schemas.microsoft.com/office/drawing/2014/main" id="{F1295A4E-9F4F-4F1F-9207-876E4914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534400"/>
            <a:ext cx="600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Floods now threaten southern Mozambique</a:t>
            </a:r>
          </a:p>
        </p:txBody>
      </p:sp>
      <p:sp>
        <p:nvSpPr>
          <p:cNvPr id="47" name="AI096-47">
            <a:extLst xmlns:a="http://schemas.openxmlformats.org/drawingml/2006/main">
              <a:ext uri="{FF2B5EF4-FFF2-40B4-BE49-F238E27FC236}">
                <a16:creationId xmlns:a16="http://schemas.microsoft.com/office/drawing/2014/main" id="{641D1397-EEE6-4F03-9106-0BAB826B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3825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325" b="0">
                <a:solidFill>
                  <a:srgbClr val="459D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59D77"/>
                </a:solidFill>
                <a:latin typeface="Arial"/>
                <a:ea typeface="Arial"/>
                <a:cs typeface="Arial"/>
              </a:rPr>
              <a:t>Eww! Your towel stinks!!</a:t>
            </a:r>
          </a:p>
        </p:txBody>
      </p:sp>
      <p:sp>
        <p:nvSpPr>
          <p:cNvPr id="48" name="AI096-48">
            <a:extLst xmlns:a="http://schemas.openxmlformats.org/drawingml/2006/main">
              <a:ext uri="{FF2B5EF4-FFF2-40B4-BE49-F238E27FC236}">
                <a16:creationId xmlns:a16="http://schemas.microsoft.com/office/drawing/2014/main" id="{2325F495-4C62-4AE2-878E-84ACD274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11639550"/>
            <a:ext cx="672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Але, божечко, як добре вдома.</a:t>
            </a:r>
          </a:p>
        </p:txBody>
      </p:sp>
      <p:sp>
        <p:nvSpPr>
          <p:cNvPr id="49" name="AI096-49">
            <a:extLst xmlns:a="http://schemas.openxmlformats.org/drawingml/2006/main">
              <a:ext uri="{FF2B5EF4-FFF2-40B4-BE49-F238E27FC236}">
                <a16:creationId xmlns:a16="http://schemas.microsoft.com/office/drawing/2014/main" id="{931ED7E4-21CB-4077-9888-29AB7A05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12382500"/>
            <a:ext cx="605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D9CF0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9CF00"/>
                </a:solidFill>
                <a:latin typeface="Arial"/>
                <a:ea typeface="Arial"/>
                <a:cs typeface="Arial"/>
              </a:rPr>
              <a:t>Oh, God, how great to be at home.</a:t>
            </a:r>
          </a:p>
        </p:txBody>
      </p:sp>
      <p:sp>
        <p:nvSpPr>
          <p:cNvPr id="5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C3ACAE35-36C5-4E84-B319-6C5BFEE9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1962150"/>
            <a:ext cx="38100" cy="304800"/>
          </a:xfrm>
          <a:custGeom xmlns:a="http://schemas.openxmlformats.org/drawingml/2006/main"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1D0730F7-91B6-49E0-B747-87CF5444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1962150"/>
            <a:ext cx="828675" cy="400050"/>
          </a:xfrm>
          <a:custGeom xmlns:a="http://schemas.openxmlformats.org/drawingml/2006/main">
            <a:pathLst>
              <a:path w="828675" h="400050">
                <a:moveTo>
                  <a:pt x="57150" y="209550"/>
                </a:moveTo>
                <a:lnTo>
                  <a:pt x="66675" y="209550"/>
                </a:lnTo>
                <a:lnTo>
                  <a:pt x="66675" y="200025"/>
                </a:lnTo>
                <a:lnTo>
                  <a:pt x="76200" y="200025"/>
                </a:lnTo>
                <a:lnTo>
                  <a:pt x="76200" y="190500"/>
                </a:lnTo>
                <a:lnTo>
                  <a:pt x="85725" y="190500"/>
                </a:lnTo>
                <a:lnTo>
                  <a:pt x="85725" y="180975"/>
                </a:lnTo>
                <a:lnTo>
                  <a:pt x="152400" y="180975"/>
                </a:lnTo>
                <a:lnTo>
                  <a:pt x="152400" y="190500"/>
                </a:lnTo>
                <a:lnTo>
                  <a:pt x="161925" y="190500"/>
                </a:lnTo>
                <a:lnTo>
                  <a:pt x="161925" y="200025"/>
                </a:lnTo>
                <a:lnTo>
                  <a:pt x="171450" y="200025"/>
                </a:lnTo>
                <a:lnTo>
                  <a:pt x="171450" y="219075"/>
                </a:lnTo>
                <a:lnTo>
                  <a:pt x="180975" y="219075"/>
                </a:lnTo>
                <a:lnTo>
                  <a:pt x="180975" y="266700"/>
                </a:lnTo>
                <a:lnTo>
                  <a:pt x="266700" y="266700"/>
                </a:lnTo>
                <a:lnTo>
                  <a:pt x="266700" y="257175"/>
                </a:lnTo>
                <a:lnTo>
                  <a:pt x="276225" y="257175"/>
                </a:lnTo>
                <a:lnTo>
                  <a:pt x="276225" y="0"/>
                </a:lnTo>
                <a:lnTo>
                  <a:pt x="314325" y="0"/>
                </a:lnTo>
                <a:lnTo>
                  <a:pt x="314325" y="257175"/>
                </a:lnTo>
                <a:lnTo>
                  <a:pt x="323850" y="257175"/>
                </a:lnTo>
                <a:lnTo>
                  <a:pt x="323850" y="266700"/>
                </a:lnTo>
                <a:lnTo>
                  <a:pt x="400050" y="266700"/>
                </a:lnTo>
                <a:lnTo>
                  <a:pt x="400050" y="247650"/>
                </a:lnTo>
                <a:lnTo>
                  <a:pt x="409575" y="247650"/>
                </a:lnTo>
                <a:lnTo>
                  <a:pt x="409575" y="0"/>
                </a:lnTo>
                <a:lnTo>
                  <a:pt x="447675" y="0"/>
                </a:lnTo>
                <a:lnTo>
                  <a:pt x="447675" y="257175"/>
                </a:lnTo>
                <a:lnTo>
                  <a:pt x="457200" y="257175"/>
                </a:lnTo>
                <a:lnTo>
                  <a:pt x="457200" y="266700"/>
                </a:lnTo>
                <a:lnTo>
                  <a:pt x="561975" y="266700"/>
                </a:lnTo>
                <a:lnTo>
                  <a:pt x="561975" y="257175"/>
                </a:lnTo>
                <a:lnTo>
                  <a:pt x="581025" y="257175"/>
                </a:lnTo>
                <a:lnTo>
                  <a:pt x="581025" y="247650"/>
                </a:lnTo>
                <a:lnTo>
                  <a:pt x="600075" y="247650"/>
                </a:lnTo>
                <a:lnTo>
                  <a:pt x="600075" y="238125"/>
                </a:lnTo>
                <a:lnTo>
                  <a:pt x="609600" y="238125"/>
                </a:lnTo>
                <a:lnTo>
                  <a:pt x="609600" y="228600"/>
                </a:lnTo>
                <a:lnTo>
                  <a:pt x="619125" y="228600"/>
                </a:lnTo>
                <a:lnTo>
                  <a:pt x="619125" y="219075"/>
                </a:lnTo>
                <a:lnTo>
                  <a:pt x="628650" y="219075"/>
                </a:lnTo>
                <a:lnTo>
                  <a:pt x="628650" y="209550"/>
                </a:lnTo>
                <a:lnTo>
                  <a:pt x="647700" y="209550"/>
                </a:lnTo>
                <a:lnTo>
                  <a:pt x="647700" y="200025"/>
                </a:lnTo>
                <a:lnTo>
                  <a:pt x="638175" y="200025"/>
                </a:lnTo>
                <a:lnTo>
                  <a:pt x="638175" y="190500"/>
                </a:lnTo>
                <a:lnTo>
                  <a:pt x="581025" y="190500"/>
                </a:lnTo>
                <a:lnTo>
                  <a:pt x="581025" y="180975"/>
                </a:lnTo>
                <a:lnTo>
                  <a:pt x="523875" y="180975"/>
                </a:lnTo>
                <a:lnTo>
                  <a:pt x="523875" y="142875"/>
                </a:lnTo>
                <a:lnTo>
                  <a:pt x="600075" y="142875"/>
                </a:lnTo>
                <a:lnTo>
                  <a:pt x="600075" y="152400"/>
                </a:lnTo>
                <a:lnTo>
                  <a:pt x="647700" y="152400"/>
                </a:lnTo>
                <a:lnTo>
                  <a:pt x="647700" y="161925"/>
                </a:lnTo>
                <a:lnTo>
                  <a:pt x="676275" y="161925"/>
                </a:lnTo>
                <a:lnTo>
                  <a:pt x="676275" y="171450"/>
                </a:lnTo>
                <a:lnTo>
                  <a:pt x="704850" y="171450"/>
                </a:lnTo>
                <a:lnTo>
                  <a:pt x="704850" y="180975"/>
                </a:lnTo>
                <a:lnTo>
                  <a:pt x="714375" y="180975"/>
                </a:lnTo>
                <a:lnTo>
                  <a:pt x="714375" y="209550"/>
                </a:lnTo>
                <a:lnTo>
                  <a:pt x="704850" y="209550"/>
                </a:lnTo>
                <a:lnTo>
                  <a:pt x="704850" y="219075"/>
                </a:lnTo>
                <a:lnTo>
                  <a:pt x="685800" y="219075"/>
                </a:lnTo>
                <a:lnTo>
                  <a:pt x="685800" y="228600"/>
                </a:lnTo>
                <a:lnTo>
                  <a:pt x="695325" y="228600"/>
                </a:lnTo>
                <a:lnTo>
                  <a:pt x="695325" y="247650"/>
                </a:lnTo>
                <a:lnTo>
                  <a:pt x="704850" y="247650"/>
                </a:lnTo>
                <a:lnTo>
                  <a:pt x="704850" y="257175"/>
                </a:lnTo>
                <a:lnTo>
                  <a:pt x="723900" y="257175"/>
                </a:lnTo>
                <a:lnTo>
                  <a:pt x="723900" y="266700"/>
                </a:lnTo>
                <a:lnTo>
                  <a:pt x="781050" y="266700"/>
                </a:lnTo>
                <a:lnTo>
                  <a:pt x="781050" y="257175"/>
                </a:lnTo>
                <a:lnTo>
                  <a:pt x="790575" y="257175"/>
                </a:lnTo>
                <a:lnTo>
                  <a:pt x="790575" y="190500"/>
                </a:lnTo>
                <a:lnTo>
                  <a:pt x="828675" y="190500"/>
                </a:lnTo>
                <a:lnTo>
                  <a:pt x="828675" y="266700"/>
                </a:lnTo>
                <a:lnTo>
                  <a:pt x="819150" y="266700"/>
                </a:lnTo>
                <a:lnTo>
                  <a:pt x="819150" y="285750"/>
                </a:lnTo>
                <a:lnTo>
                  <a:pt x="809625" y="285750"/>
                </a:lnTo>
                <a:lnTo>
                  <a:pt x="809625" y="295275"/>
                </a:lnTo>
                <a:lnTo>
                  <a:pt x="800100" y="295275"/>
                </a:lnTo>
                <a:lnTo>
                  <a:pt x="800100" y="304800"/>
                </a:lnTo>
                <a:lnTo>
                  <a:pt x="704850" y="304800"/>
                </a:lnTo>
                <a:lnTo>
                  <a:pt x="704850" y="295275"/>
                </a:lnTo>
                <a:lnTo>
                  <a:pt x="685800" y="295275"/>
                </a:lnTo>
                <a:lnTo>
                  <a:pt x="685800" y="285750"/>
                </a:lnTo>
                <a:lnTo>
                  <a:pt x="676275" y="285750"/>
                </a:lnTo>
                <a:lnTo>
                  <a:pt x="676275" y="266700"/>
                </a:lnTo>
                <a:lnTo>
                  <a:pt x="666750" y="266700"/>
                </a:lnTo>
                <a:lnTo>
                  <a:pt x="666750" y="257175"/>
                </a:lnTo>
                <a:lnTo>
                  <a:pt x="657225" y="257175"/>
                </a:lnTo>
                <a:lnTo>
                  <a:pt x="657225" y="247650"/>
                </a:lnTo>
                <a:lnTo>
                  <a:pt x="647700" y="247650"/>
                </a:lnTo>
                <a:lnTo>
                  <a:pt x="647700" y="257175"/>
                </a:lnTo>
                <a:lnTo>
                  <a:pt x="628650" y="257175"/>
                </a:lnTo>
                <a:lnTo>
                  <a:pt x="628650" y="266700"/>
                </a:lnTo>
                <a:lnTo>
                  <a:pt x="619125" y="266700"/>
                </a:lnTo>
                <a:lnTo>
                  <a:pt x="619125" y="276225"/>
                </a:lnTo>
                <a:lnTo>
                  <a:pt x="609600" y="276225"/>
                </a:lnTo>
                <a:lnTo>
                  <a:pt x="609600" y="285750"/>
                </a:lnTo>
                <a:lnTo>
                  <a:pt x="590550" y="285750"/>
                </a:lnTo>
                <a:lnTo>
                  <a:pt x="590550" y="295275"/>
                </a:lnTo>
                <a:lnTo>
                  <a:pt x="561975" y="295275"/>
                </a:lnTo>
                <a:lnTo>
                  <a:pt x="561975" y="304800"/>
                </a:lnTo>
                <a:lnTo>
                  <a:pt x="438150" y="304800"/>
                </a:lnTo>
                <a:lnTo>
                  <a:pt x="438150" y="295275"/>
                </a:lnTo>
                <a:lnTo>
                  <a:pt x="419100" y="295275"/>
                </a:lnTo>
                <a:lnTo>
                  <a:pt x="419100" y="304800"/>
                </a:lnTo>
                <a:lnTo>
                  <a:pt x="304800" y="304800"/>
                </a:lnTo>
                <a:lnTo>
                  <a:pt x="304800" y="295275"/>
                </a:lnTo>
                <a:lnTo>
                  <a:pt x="285750" y="295275"/>
                </a:lnTo>
                <a:lnTo>
                  <a:pt x="285750" y="304800"/>
                </a:lnTo>
                <a:lnTo>
                  <a:pt x="180975" y="304800"/>
                </a:lnTo>
                <a:lnTo>
                  <a:pt x="180975" y="323850"/>
                </a:lnTo>
                <a:lnTo>
                  <a:pt x="171450" y="323850"/>
                </a:lnTo>
                <a:lnTo>
                  <a:pt x="171450" y="342900"/>
                </a:lnTo>
                <a:lnTo>
                  <a:pt x="161925" y="342900"/>
                </a:lnTo>
                <a:lnTo>
                  <a:pt x="161925" y="352425"/>
                </a:lnTo>
                <a:lnTo>
                  <a:pt x="152400" y="352425"/>
                </a:lnTo>
                <a:lnTo>
                  <a:pt x="152400" y="361950"/>
                </a:lnTo>
                <a:lnTo>
                  <a:pt x="142875" y="361950"/>
                </a:lnTo>
                <a:lnTo>
                  <a:pt x="142875" y="371475"/>
                </a:lnTo>
                <a:lnTo>
                  <a:pt x="133350" y="371475"/>
                </a:lnTo>
                <a:lnTo>
                  <a:pt x="133350" y="381000"/>
                </a:lnTo>
                <a:lnTo>
                  <a:pt x="114300" y="381000"/>
                </a:lnTo>
                <a:lnTo>
                  <a:pt x="114300" y="390525"/>
                </a:lnTo>
                <a:lnTo>
                  <a:pt x="85725" y="390525"/>
                </a:lnTo>
                <a:lnTo>
                  <a:pt x="85725" y="400050"/>
                </a:lnTo>
                <a:lnTo>
                  <a:pt x="9525" y="400050"/>
                </a:lnTo>
                <a:lnTo>
                  <a:pt x="9525" y="390525"/>
                </a:lnTo>
                <a:lnTo>
                  <a:pt x="0" y="390525"/>
                </a:lnTo>
                <a:lnTo>
                  <a:pt x="0" y="371475"/>
                </a:lnTo>
                <a:lnTo>
                  <a:pt x="9525" y="371475"/>
                </a:lnTo>
                <a:lnTo>
                  <a:pt x="9525" y="361950"/>
                </a:lnTo>
                <a:lnTo>
                  <a:pt x="85725" y="361950"/>
                </a:lnTo>
                <a:lnTo>
                  <a:pt x="85725" y="352425"/>
                </a:lnTo>
                <a:lnTo>
                  <a:pt x="104775" y="352425"/>
                </a:lnTo>
                <a:lnTo>
                  <a:pt x="104775" y="342900"/>
                </a:lnTo>
                <a:lnTo>
                  <a:pt x="123825" y="342900"/>
                </a:lnTo>
                <a:lnTo>
                  <a:pt x="123825" y="333375"/>
                </a:lnTo>
                <a:lnTo>
                  <a:pt x="133350" y="333375"/>
                </a:lnTo>
                <a:lnTo>
                  <a:pt x="133350" y="314325"/>
                </a:lnTo>
                <a:lnTo>
                  <a:pt x="142875" y="314325"/>
                </a:lnTo>
                <a:lnTo>
                  <a:pt x="142875" y="304800"/>
                </a:lnTo>
                <a:lnTo>
                  <a:pt x="95250" y="304800"/>
                </a:lnTo>
                <a:lnTo>
                  <a:pt x="95250" y="295275"/>
                </a:lnTo>
                <a:lnTo>
                  <a:pt x="76200" y="295275"/>
                </a:lnTo>
                <a:lnTo>
                  <a:pt x="76200" y="285750"/>
                </a:lnTo>
                <a:lnTo>
                  <a:pt x="66675" y="285750"/>
                </a:lnTo>
                <a:lnTo>
                  <a:pt x="66675" y="276225"/>
                </a:lnTo>
                <a:lnTo>
                  <a:pt x="57150" y="276225"/>
                </a:lnTo>
                <a:lnTo>
                  <a:pt x="57150" y="209550"/>
                </a:lnTo>
                <a:close/>
                <a:moveTo>
                  <a:pt x="95250" y="257175"/>
                </a:moveTo>
                <a:lnTo>
                  <a:pt x="104775" y="257175"/>
                </a:lnTo>
                <a:lnTo>
                  <a:pt x="104775" y="266700"/>
                </a:lnTo>
                <a:lnTo>
                  <a:pt x="152400" y="266700"/>
                </a:lnTo>
                <a:lnTo>
                  <a:pt x="152400" y="257175"/>
                </a:lnTo>
                <a:lnTo>
                  <a:pt x="142875" y="257175"/>
                </a:lnTo>
                <a:lnTo>
                  <a:pt x="142875" y="228600"/>
                </a:lnTo>
                <a:lnTo>
                  <a:pt x="133350" y="228600"/>
                </a:lnTo>
                <a:lnTo>
                  <a:pt x="133350" y="219075"/>
                </a:lnTo>
                <a:lnTo>
                  <a:pt x="104775" y="219075"/>
                </a:lnTo>
                <a:lnTo>
                  <a:pt x="104775" y="228600"/>
                </a:lnTo>
                <a:lnTo>
                  <a:pt x="95250" y="228600"/>
                </a:lnTo>
                <a:lnTo>
                  <a:pt x="95250" y="2571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E213E139-141D-4E5C-B924-0B0B0FD7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38400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04775" y="0"/>
                </a:moveTo>
                <a:lnTo>
                  <a:pt x="123825" y="0"/>
                </a:lnTo>
                <a:lnTo>
                  <a:pt x="123825" y="76200"/>
                </a:lnTo>
                <a:lnTo>
                  <a:pt x="114300" y="76200"/>
                </a:lnTo>
                <a:lnTo>
                  <a:pt x="114300" y="85725"/>
                </a:lnTo>
                <a:lnTo>
                  <a:pt x="104775" y="85725"/>
                </a:lnTo>
                <a:lnTo>
                  <a:pt x="104775" y="95250"/>
                </a:lnTo>
                <a:lnTo>
                  <a:pt x="76200" y="95250"/>
                </a:lnTo>
                <a:lnTo>
                  <a:pt x="76200" y="85725"/>
                </a:lnTo>
                <a:lnTo>
                  <a:pt x="66675" y="85725"/>
                </a:lnTo>
                <a:lnTo>
                  <a:pt x="66675" y="95250"/>
                </a:lnTo>
                <a:lnTo>
                  <a:pt x="57150" y="95250"/>
                </a:lnTo>
                <a:lnTo>
                  <a:pt x="57150" y="104775"/>
                </a:lnTo>
                <a:lnTo>
                  <a:pt x="38100" y="104775"/>
                </a:lnTo>
                <a:lnTo>
                  <a:pt x="38100" y="114300"/>
                </a:lnTo>
                <a:lnTo>
                  <a:pt x="19050" y="114300"/>
                </a:lnTo>
                <a:lnTo>
                  <a:pt x="19050" y="104775"/>
                </a:lnTo>
                <a:lnTo>
                  <a:pt x="9525" y="104775"/>
                </a:lnTo>
                <a:lnTo>
                  <a:pt x="9525" y="85725"/>
                </a:lnTo>
                <a:lnTo>
                  <a:pt x="0" y="85725"/>
                </a:lnTo>
                <a:lnTo>
                  <a:pt x="0" y="28575"/>
                </a:lnTo>
                <a:lnTo>
                  <a:pt x="28575" y="28575"/>
                </a:lnTo>
                <a:lnTo>
                  <a:pt x="28575" y="57150"/>
                </a:lnTo>
                <a:lnTo>
                  <a:pt x="19050" y="57150"/>
                </a:lnTo>
                <a:lnTo>
                  <a:pt x="19050" y="66675"/>
                </a:lnTo>
                <a:lnTo>
                  <a:pt x="28575" y="66675"/>
                </a:lnTo>
                <a:lnTo>
                  <a:pt x="28575" y="85725"/>
                </a:lnTo>
                <a:lnTo>
                  <a:pt x="47625" y="85725"/>
                </a:lnTo>
                <a:lnTo>
                  <a:pt x="47625" y="47625"/>
                </a:lnTo>
                <a:lnTo>
                  <a:pt x="57150" y="47625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19050"/>
                </a:lnTo>
                <a:lnTo>
                  <a:pt x="76200" y="19050"/>
                </a:lnTo>
                <a:lnTo>
                  <a:pt x="76200" y="66675"/>
                </a:lnTo>
                <a:lnTo>
                  <a:pt x="95250" y="66675"/>
                </a:lnTo>
                <a:lnTo>
                  <a:pt x="95250" y="57150"/>
                </a:lnTo>
                <a:lnTo>
                  <a:pt x="104775" y="5715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D4BF47E7-E051-42B7-991D-4890638B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2438400"/>
            <a:ext cx="38100" cy="314325"/>
          </a:xfrm>
          <a:custGeom xmlns:a="http://schemas.openxmlformats.org/drawingml/2006/main">
            <a:pathLst>
              <a:path w="38100" h="314325">
                <a:moveTo>
                  <a:pt x="0" y="0"/>
                </a:move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304800"/>
                </a:lnTo>
                <a:lnTo>
                  <a:pt x="28575" y="304800"/>
                </a:lnTo>
                <a:lnTo>
                  <a:pt x="28575" y="314325"/>
                </a:lnTo>
                <a:lnTo>
                  <a:pt x="0" y="3143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D6547206-1B81-4C72-86D4-6BC952FA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2447925"/>
            <a:ext cx="38100" cy="104775"/>
          </a:xfrm>
          <a:custGeom xmlns:a="http://schemas.openxmlformats.org/drawingml/2006/main">
            <a:pathLst>
              <a:path w="38100" h="104775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28575"/>
                </a:lnTo>
                <a:lnTo>
                  <a:pt x="28575" y="28575"/>
                </a:lnTo>
                <a:lnTo>
                  <a:pt x="28575" y="104775"/>
                </a:lnTo>
                <a:lnTo>
                  <a:pt x="9525" y="104775"/>
                </a:lnTo>
                <a:lnTo>
                  <a:pt x="9525" y="95250"/>
                </a:lnTo>
                <a:lnTo>
                  <a:pt x="0" y="95250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83527DDE-22F9-4FC3-B7D1-2E21B145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447925"/>
            <a:ext cx="28575" cy="104775"/>
          </a:xfrm>
          <a:custGeom xmlns:a="http://schemas.openxmlformats.org/drawingml/2006/main">
            <a:pathLst>
              <a:path w="28575" h="104775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85725"/>
                </a:lnTo>
                <a:lnTo>
                  <a:pt x="19050" y="85725"/>
                </a:lnTo>
                <a:lnTo>
                  <a:pt x="19050" y="104775"/>
                </a:lnTo>
                <a:lnTo>
                  <a:pt x="0" y="10477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8A4FA389-8659-4F47-95FA-C7F874EC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025" y="2581275"/>
            <a:ext cx="133350" cy="171450"/>
          </a:xfrm>
          <a:custGeom xmlns:a="http://schemas.openxmlformats.org/drawingml/2006/main">
            <a:pathLst>
              <a:path w="133350" h="171450">
                <a:moveTo>
                  <a:pt x="66675" y="28575"/>
                </a:moveTo>
                <a:lnTo>
                  <a:pt x="57150" y="28575"/>
                </a:lnTo>
                <a:lnTo>
                  <a:pt x="57150" y="19050"/>
                </a:lnTo>
                <a:lnTo>
                  <a:pt x="47625" y="19050"/>
                </a:lnTo>
                <a:lnTo>
                  <a:pt x="47625" y="9525"/>
                </a:lnTo>
                <a:lnTo>
                  <a:pt x="38100" y="9525"/>
                </a:lnTo>
                <a:lnTo>
                  <a:pt x="38100" y="0"/>
                </a:lnTo>
                <a:lnTo>
                  <a:pt x="85725" y="0"/>
                </a:lnTo>
                <a:lnTo>
                  <a:pt x="85725" y="9525"/>
                </a:lnTo>
                <a:lnTo>
                  <a:pt x="95250" y="9525"/>
                </a:lnTo>
                <a:lnTo>
                  <a:pt x="95250" y="19050"/>
                </a:lnTo>
                <a:lnTo>
                  <a:pt x="104775" y="19050"/>
                </a:lnTo>
                <a:lnTo>
                  <a:pt x="104775" y="28575"/>
                </a:lnTo>
                <a:lnTo>
                  <a:pt x="114300" y="28575"/>
                </a:lnTo>
                <a:lnTo>
                  <a:pt x="114300" y="47625"/>
                </a:lnTo>
                <a:lnTo>
                  <a:pt x="123825" y="47625"/>
                </a:lnTo>
                <a:lnTo>
                  <a:pt x="123825" y="76200"/>
                </a:lnTo>
                <a:lnTo>
                  <a:pt x="133350" y="76200"/>
                </a:lnTo>
                <a:lnTo>
                  <a:pt x="133350" y="114300"/>
                </a:lnTo>
                <a:lnTo>
                  <a:pt x="123825" y="114300"/>
                </a:lnTo>
                <a:lnTo>
                  <a:pt x="123825" y="142875"/>
                </a:lnTo>
                <a:lnTo>
                  <a:pt x="114300" y="142875"/>
                </a:lnTo>
                <a:lnTo>
                  <a:pt x="114300" y="152400"/>
                </a:lnTo>
                <a:lnTo>
                  <a:pt x="104775" y="152400"/>
                </a:lnTo>
                <a:lnTo>
                  <a:pt x="104775" y="161925"/>
                </a:lnTo>
                <a:lnTo>
                  <a:pt x="85725" y="161925"/>
                </a:lnTo>
                <a:lnTo>
                  <a:pt x="85725" y="171450"/>
                </a:lnTo>
                <a:lnTo>
                  <a:pt x="0" y="171450"/>
                </a:lnTo>
                <a:lnTo>
                  <a:pt x="0" y="133350"/>
                </a:lnTo>
                <a:lnTo>
                  <a:pt x="28575" y="133350"/>
                </a:lnTo>
                <a:lnTo>
                  <a:pt x="28575" y="142875"/>
                </a:lnTo>
                <a:lnTo>
                  <a:pt x="47625" y="142875"/>
                </a:lnTo>
                <a:lnTo>
                  <a:pt x="47625" y="133350"/>
                </a:lnTo>
                <a:lnTo>
                  <a:pt x="76200" y="133350"/>
                </a:lnTo>
                <a:lnTo>
                  <a:pt x="76200" y="123825"/>
                </a:lnTo>
                <a:lnTo>
                  <a:pt x="85725" y="123825"/>
                </a:lnTo>
                <a:lnTo>
                  <a:pt x="85725" y="104775"/>
                </a:lnTo>
                <a:lnTo>
                  <a:pt x="95250" y="104775"/>
                </a:lnTo>
                <a:lnTo>
                  <a:pt x="95250" y="76200"/>
                </a:lnTo>
                <a:lnTo>
                  <a:pt x="85725" y="76200"/>
                </a:lnTo>
                <a:lnTo>
                  <a:pt x="85725" y="57150"/>
                </a:lnTo>
                <a:lnTo>
                  <a:pt x="76200" y="57150"/>
                </a:lnTo>
                <a:lnTo>
                  <a:pt x="76200" y="38100"/>
                </a:lnTo>
                <a:lnTo>
                  <a:pt x="66675" y="38100"/>
                </a:lnTo>
                <a:lnTo>
                  <a:pt x="66675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19E8E4C9-E7BB-47BA-B24F-6004F31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2438400"/>
            <a:ext cx="38100" cy="314325"/>
          </a:xfrm>
          <a:custGeom xmlns:a="http://schemas.openxmlformats.org/drawingml/2006/main">
            <a:pathLst>
              <a:path w="38100" h="314325">
                <a:moveTo>
                  <a:pt x="0" y="0"/>
                </a:moveTo>
                <a:lnTo>
                  <a:pt x="38100" y="0"/>
                </a:lnTo>
                <a:lnTo>
                  <a:pt x="38100" y="314325"/>
                </a:lnTo>
                <a:lnTo>
                  <a:pt x="0" y="3143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B9A727EC-AEE7-46BD-A137-3CD8D926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438400"/>
            <a:ext cx="714375" cy="409575"/>
          </a:xfrm>
          <a:custGeom xmlns:a="http://schemas.openxmlformats.org/drawingml/2006/main">
            <a:pathLst>
              <a:path w="714375" h="409575">
                <a:moveTo>
                  <a:pt x="66675" y="228600"/>
                </a:moveTo>
                <a:lnTo>
                  <a:pt x="66675" y="219075"/>
                </a:lnTo>
                <a:lnTo>
                  <a:pt x="76200" y="219075"/>
                </a:lnTo>
                <a:lnTo>
                  <a:pt x="76200" y="209550"/>
                </a:lnTo>
                <a:lnTo>
                  <a:pt x="85725" y="209550"/>
                </a:lnTo>
                <a:lnTo>
                  <a:pt x="85725" y="200025"/>
                </a:lnTo>
                <a:lnTo>
                  <a:pt x="95250" y="200025"/>
                </a:lnTo>
                <a:lnTo>
                  <a:pt x="95250" y="190500"/>
                </a:lnTo>
                <a:lnTo>
                  <a:pt x="142875" y="190500"/>
                </a:lnTo>
                <a:lnTo>
                  <a:pt x="142875" y="200025"/>
                </a:lnTo>
                <a:lnTo>
                  <a:pt x="161925" y="200025"/>
                </a:lnTo>
                <a:lnTo>
                  <a:pt x="161925" y="209550"/>
                </a:lnTo>
                <a:lnTo>
                  <a:pt x="180975" y="209550"/>
                </a:lnTo>
                <a:lnTo>
                  <a:pt x="180975" y="228600"/>
                </a:lnTo>
                <a:lnTo>
                  <a:pt x="190500" y="228600"/>
                </a:lnTo>
                <a:lnTo>
                  <a:pt x="190500" y="257175"/>
                </a:lnTo>
                <a:lnTo>
                  <a:pt x="200025" y="257175"/>
                </a:lnTo>
                <a:lnTo>
                  <a:pt x="200025" y="266700"/>
                </a:lnTo>
                <a:lnTo>
                  <a:pt x="209550" y="266700"/>
                </a:lnTo>
                <a:lnTo>
                  <a:pt x="209550" y="276225"/>
                </a:lnTo>
                <a:lnTo>
                  <a:pt x="266700" y="276225"/>
                </a:lnTo>
                <a:lnTo>
                  <a:pt x="266700" y="266700"/>
                </a:lnTo>
                <a:lnTo>
                  <a:pt x="276225" y="266700"/>
                </a:lnTo>
                <a:lnTo>
                  <a:pt x="276225" y="247650"/>
                </a:lnTo>
                <a:lnTo>
                  <a:pt x="285750" y="247650"/>
                </a:lnTo>
                <a:lnTo>
                  <a:pt x="285750" y="190500"/>
                </a:lnTo>
                <a:lnTo>
                  <a:pt x="314325" y="190500"/>
                </a:lnTo>
                <a:lnTo>
                  <a:pt x="314325" y="200025"/>
                </a:lnTo>
                <a:lnTo>
                  <a:pt x="323850" y="200025"/>
                </a:lnTo>
                <a:lnTo>
                  <a:pt x="323850" y="266700"/>
                </a:lnTo>
                <a:lnTo>
                  <a:pt x="342900" y="266700"/>
                </a:lnTo>
                <a:lnTo>
                  <a:pt x="342900" y="276225"/>
                </a:lnTo>
                <a:lnTo>
                  <a:pt x="390525" y="276225"/>
                </a:lnTo>
                <a:lnTo>
                  <a:pt x="390525" y="266700"/>
                </a:lnTo>
                <a:lnTo>
                  <a:pt x="400050" y="266700"/>
                </a:lnTo>
                <a:lnTo>
                  <a:pt x="400050" y="257175"/>
                </a:lnTo>
                <a:lnTo>
                  <a:pt x="409575" y="257175"/>
                </a:lnTo>
                <a:lnTo>
                  <a:pt x="409575" y="0"/>
                </a:lnTo>
                <a:lnTo>
                  <a:pt x="447675" y="0"/>
                </a:lnTo>
                <a:lnTo>
                  <a:pt x="447675" y="257175"/>
                </a:lnTo>
                <a:lnTo>
                  <a:pt x="457200" y="257175"/>
                </a:lnTo>
                <a:lnTo>
                  <a:pt x="457200" y="266700"/>
                </a:lnTo>
                <a:lnTo>
                  <a:pt x="466725" y="266700"/>
                </a:lnTo>
                <a:lnTo>
                  <a:pt x="466725" y="276225"/>
                </a:lnTo>
                <a:lnTo>
                  <a:pt x="542925" y="276225"/>
                </a:lnTo>
                <a:lnTo>
                  <a:pt x="542925" y="266700"/>
                </a:lnTo>
                <a:lnTo>
                  <a:pt x="581025" y="266700"/>
                </a:lnTo>
                <a:lnTo>
                  <a:pt x="581025" y="257175"/>
                </a:lnTo>
                <a:lnTo>
                  <a:pt x="590550" y="257175"/>
                </a:lnTo>
                <a:lnTo>
                  <a:pt x="590550" y="247650"/>
                </a:lnTo>
                <a:lnTo>
                  <a:pt x="609600" y="247650"/>
                </a:lnTo>
                <a:lnTo>
                  <a:pt x="609600" y="238125"/>
                </a:lnTo>
                <a:lnTo>
                  <a:pt x="619125" y="238125"/>
                </a:lnTo>
                <a:lnTo>
                  <a:pt x="619125" y="228600"/>
                </a:lnTo>
                <a:lnTo>
                  <a:pt x="628650" y="228600"/>
                </a:lnTo>
                <a:lnTo>
                  <a:pt x="628650" y="219075"/>
                </a:lnTo>
                <a:lnTo>
                  <a:pt x="638175" y="219075"/>
                </a:lnTo>
                <a:lnTo>
                  <a:pt x="638175" y="209550"/>
                </a:lnTo>
                <a:lnTo>
                  <a:pt x="647700" y="209550"/>
                </a:lnTo>
                <a:lnTo>
                  <a:pt x="647700" y="200025"/>
                </a:lnTo>
                <a:lnTo>
                  <a:pt x="619125" y="200025"/>
                </a:lnTo>
                <a:lnTo>
                  <a:pt x="619125" y="190500"/>
                </a:lnTo>
                <a:lnTo>
                  <a:pt x="523875" y="190500"/>
                </a:lnTo>
                <a:lnTo>
                  <a:pt x="523875" y="152400"/>
                </a:lnTo>
                <a:lnTo>
                  <a:pt x="628650" y="152400"/>
                </a:lnTo>
                <a:lnTo>
                  <a:pt x="628650" y="161925"/>
                </a:lnTo>
                <a:lnTo>
                  <a:pt x="657225" y="161925"/>
                </a:lnTo>
                <a:lnTo>
                  <a:pt x="657225" y="171450"/>
                </a:lnTo>
                <a:lnTo>
                  <a:pt x="695325" y="171450"/>
                </a:lnTo>
                <a:lnTo>
                  <a:pt x="695325" y="180975"/>
                </a:lnTo>
                <a:lnTo>
                  <a:pt x="714375" y="180975"/>
                </a:lnTo>
                <a:lnTo>
                  <a:pt x="714375" y="219075"/>
                </a:lnTo>
                <a:lnTo>
                  <a:pt x="704850" y="219075"/>
                </a:lnTo>
                <a:lnTo>
                  <a:pt x="704850" y="228600"/>
                </a:lnTo>
                <a:lnTo>
                  <a:pt x="685800" y="228600"/>
                </a:lnTo>
                <a:lnTo>
                  <a:pt x="685800" y="238125"/>
                </a:lnTo>
                <a:lnTo>
                  <a:pt x="666750" y="238125"/>
                </a:lnTo>
                <a:lnTo>
                  <a:pt x="666750" y="247650"/>
                </a:lnTo>
                <a:lnTo>
                  <a:pt x="657225" y="247650"/>
                </a:lnTo>
                <a:lnTo>
                  <a:pt x="657225" y="257175"/>
                </a:lnTo>
                <a:lnTo>
                  <a:pt x="638175" y="257175"/>
                </a:lnTo>
                <a:lnTo>
                  <a:pt x="638175" y="266700"/>
                </a:lnTo>
                <a:lnTo>
                  <a:pt x="628650" y="266700"/>
                </a:lnTo>
                <a:lnTo>
                  <a:pt x="628650" y="276225"/>
                </a:lnTo>
                <a:lnTo>
                  <a:pt x="619125" y="276225"/>
                </a:lnTo>
                <a:lnTo>
                  <a:pt x="619125" y="285750"/>
                </a:lnTo>
                <a:lnTo>
                  <a:pt x="600075" y="285750"/>
                </a:lnTo>
                <a:lnTo>
                  <a:pt x="600075" y="295275"/>
                </a:lnTo>
                <a:lnTo>
                  <a:pt x="581025" y="295275"/>
                </a:lnTo>
                <a:lnTo>
                  <a:pt x="581025" y="304800"/>
                </a:lnTo>
                <a:lnTo>
                  <a:pt x="542925" y="304800"/>
                </a:lnTo>
                <a:lnTo>
                  <a:pt x="542925" y="314325"/>
                </a:lnTo>
                <a:lnTo>
                  <a:pt x="457200" y="314325"/>
                </a:lnTo>
                <a:lnTo>
                  <a:pt x="457200" y="304800"/>
                </a:lnTo>
                <a:lnTo>
                  <a:pt x="438150" y="304800"/>
                </a:lnTo>
                <a:lnTo>
                  <a:pt x="438150" y="295275"/>
                </a:lnTo>
                <a:lnTo>
                  <a:pt x="428625" y="295275"/>
                </a:lnTo>
                <a:lnTo>
                  <a:pt x="428625" y="304800"/>
                </a:lnTo>
                <a:lnTo>
                  <a:pt x="400050" y="304800"/>
                </a:lnTo>
                <a:lnTo>
                  <a:pt x="400050" y="314325"/>
                </a:lnTo>
                <a:lnTo>
                  <a:pt x="323850" y="314325"/>
                </a:lnTo>
                <a:lnTo>
                  <a:pt x="323850" y="304800"/>
                </a:lnTo>
                <a:lnTo>
                  <a:pt x="304800" y="304800"/>
                </a:lnTo>
                <a:lnTo>
                  <a:pt x="304800" y="295275"/>
                </a:lnTo>
                <a:lnTo>
                  <a:pt x="295275" y="295275"/>
                </a:lnTo>
                <a:lnTo>
                  <a:pt x="295275" y="304800"/>
                </a:lnTo>
                <a:lnTo>
                  <a:pt x="276225" y="304800"/>
                </a:lnTo>
                <a:lnTo>
                  <a:pt x="276225" y="314325"/>
                </a:lnTo>
                <a:lnTo>
                  <a:pt x="190500" y="314325"/>
                </a:lnTo>
                <a:lnTo>
                  <a:pt x="190500" y="304800"/>
                </a:lnTo>
                <a:lnTo>
                  <a:pt x="171450" y="304800"/>
                </a:lnTo>
                <a:lnTo>
                  <a:pt x="171450" y="314325"/>
                </a:lnTo>
                <a:lnTo>
                  <a:pt x="142875" y="314325"/>
                </a:lnTo>
                <a:lnTo>
                  <a:pt x="142875" y="323850"/>
                </a:lnTo>
                <a:lnTo>
                  <a:pt x="123825" y="323850"/>
                </a:lnTo>
                <a:lnTo>
                  <a:pt x="123825" y="314325"/>
                </a:lnTo>
                <a:lnTo>
                  <a:pt x="85725" y="314325"/>
                </a:lnTo>
                <a:lnTo>
                  <a:pt x="85725" y="304800"/>
                </a:lnTo>
                <a:lnTo>
                  <a:pt x="47625" y="304800"/>
                </a:lnTo>
                <a:lnTo>
                  <a:pt x="47625" y="323850"/>
                </a:lnTo>
                <a:lnTo>
                  <a:pt x="38100" y="323850"/>
                </a:lnTo>
                <a:lnTo>
                  <a:pt x="38100" y="409575"/>
                </a:lnTo>
                <a:lnTo>
                  <a:pt x="0" y="409575"/>
                </a:lnTo>
                <a:lnTo>
                  <a:pt x="0" y="314325"/>
                </a:lnTo>
                <a:lnTo>
                  <a:pt x="9525" y="314325"/>
                </a:lnTo>
                <a:lnTo>
                  <a:pt x="9525" y="295275"/>
                </a:lnTo>
                <a:lnTo>
                  <a:pt x="19050" y="295275"/>
                </a:lnTo>
                <a:lnTo>
                  <a:pt x="19050" y="285750"/>
                </a:lnTo>
                <a:lnTo>
                  <a:pt x="28575" y="285750"/>
                </a:lnTo>
                <a:lnTo>
                  <a:pt x="28575" y="276225"/>
                </a:lnTo>
                <a:lnTo>
                  <a:pt x="47625" y="276225"/>
                </a:lnTo>
                <a:lnTo>
                  <a:pt x="47625" y="266700"/>
                </a:lnTo>
                <a:lnTo>
                  <a:pt x="57150" y="266700"/>
                </a:lnTo>
                <a:lnTo>
                  <a:pt x="57150" y="228600"/>
                </a:lnTo>
                <a:lnTo>
                  <a:pt x="66675" y="228600"/>
                </a:lnTo>
                <a:close/>
                <a:moveTo>
                  <a:pt x="95250" y="276225"/>
                </a:moveTo>
                <a:lnTo>
                  <a:pt x="114300" y="276225"/>
                </a:lnTo>
                <a:lnTo>
                  <a:pt x="114300" y="285750"/>
                </a:lnTo>
                <a:lnTo>
                  <a:pt x="142875" y="285750"/>
                </a:lnTo>
                <a:lnTo>
                  <a:pt x="142875" y="276225"/>
                </a:lnTo>
                <a:lnTo>
                  <a:pt x="152400" y="276225"/>
                </a:lnTo>
                <a:lnTo>
                  <a:pt x="152400" y="238125"/>
                </a:lnTo>
                <a:lnTo>
                  <a:pt x="133350" y="238125"/>
                </a:lnTo>
                <a:lnTo>
                  <a:pt x="133350" y="228600"/>
                </a:lnTo>
                <a:lnTo>
                  <a:pt x="114300" y="228600"/>
                </a:lnTo>
                <a:lnTo>
                  <a:pt x="114300" y="238125"/>
                </a:lnTo>
                <a:lnTo>
                  <a:pt x="104775" y="238125"/>
                </a:lnTo>
                <a:lnTo>
                  <a:pt x="104775" y="247650"/>
                </a:lnTo>
                <a:lnTo>
                  <a:pt x="95250" y="247650"/>
                </a:lnTo>
                <a:lnTo>
                  <a:pt x="95250" y="2762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E81A8D80-AC4A-4573-84E9-9C8127AE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143125"/>
            <a:ext cx="190500" cy="228600"/>
          </a:xfrm>
          <a:custGeom xmlns:a="http://schemas.openxmlformats.org/drawingml/2006/main">
            <a:pathLst>
              <a:path w="190500" h="228600">
                <a:moveTo>
                  <a:pt x="57150" y="38100"/>
                </a:moveTo>
                <a:lnTo>
                  <a:pt x="66675" y="38100"/>
                </a:lnTo>
                <a:lnTo>
                  <a:pt x="66675" y="19050"/>
                </a:lnTo>
                <a:lnTo>
                  <a:pt x="76200" y="19050"/>
                </a:lnTo>
                <a:lnTo>
                  <a:pt x="76200" y="9525"/>
                </a:lnTo>
                <a:lnTo>
                  <a:pt x="95250" y="9525"/>
                </a:lnTo>
                <a:lnTo>
                  <a:pt x="95250" y="0"/>
                </a:lnTo>
                <a:lnTo>
                  <a:pt x="142875" y="0"/>
                </a:lnTo>
                <a:lnTo>
                  <a:pt x="142875" y="9525"/>
                </a:lnTo>
                <a:lnTo>
                  <a:pt x="161925" y="9525"/>
                </a:lnTo>
                <a:lnTo>
                  <a:pt x="161925" y="19050"/>
                </a:lnTo>
                <a:lnTo>
                  <a:pt x="171450" y="19050"/>
                </a:lnTo>
                <a:lnTo>
                  <a:pt x="171450" y="38100"/>
                </a:lnTo>
                <a:lnTo>
                  <a:pt x="180975" y="38100"/>
                </a:lnTo>
                <a:lnTo>
                  <a:pt x="180975" y="85725"/>
                </a:lnTo>
                <a:lnTo>
                  <a:pt x="190500" y="85725"/>
                </a:lnTo>
                <a:lnTo>
                  <a:pt x="190500" y="95250"/>
                </a:lnTo>
                <a:lnTo>
                  <a:pt x="180975" y="95250"/>
                </a:lnTo>
                <a:lnTo>
                  <a:pt x="180975" y="142875"/>
                </a:lnTo>
                <a:lnTo>
                  <a:pt x="171450" y="142875"/>
                </a:lnTo>
                <a:lnTo>
                  <a:pt x="171450" y="161925"/>
                </a:lnTo>
                <a:lnTo>
                  <a:pt x="161925" y="161925"/>
                </a:lnTo>
                <a:lnTo>
                  <a:pt x="161925" y="180975"/>
                </a:lnTo>
                <a:lnTo>
                  <a:pt x="152400" y="180975"/>
                </a:lnTo>
                <a:lnTo>
                  <a:pt x="152400" y="190500"/>
                </a:lnTo>
                <a:lnTo>
                  <a:pt x="133350" y="190500"/>
                </a:lnTo>
                <a:lnTo>
                  <a:pt x="133350" y="200025"/>
                </a:lnTo>
                <a:lnTo>
                  <a:pt x="123825" y="200025"/>
                </a:lnTo>
                <a:lnTo>
                  <a:pt x="123825" y="209550"/>
                </a:lnTo>
                <a:lnTo>
                  <a:pt x="104775" y="209550"/>
                </a:lnTo>
                <a:lnTo>
                  <a:pt x="104775" y="219075"/>
                </a:lnTo>
                <a:lnTo>
                  <a:pt x="57150" y="219075"/>
                </a:lnTo>
                <a:lnTo>
                  <a:pt x="57150" y="228600"/>
                </a:lnTo>
                <a:lnTo>
                  <a:pt x="9525" y="228600"/>
                </a:lnTo>
                <a:lnTo>
                  <a:pt x="9525" y="219075"/>
                </a:lnTo>
                <a:lnTo>
                  <a:pt x="0" y="219075"/>
                </a:lnTo>
                <a:lnTo>
                  <a:pt x="0" y="200025"/>
                </a:lnTo>
                <a:lnTo>
                  <a:pt x="9525" y="200025"/>
                </a:lnTo>
                <a:lnTo>
                  <a:pt x="9525" y="190500"/>
                </a:lnTo>
                <a:lnTo>
                  <a:pt x="57150" y="190500"/>
                </a:lnTo>
                <a:lnTo>
                  <a:pt x="57150" y="180975"/>
                </a:lnTo>
                <a:lnTo>
                  <a:pt x="95250" y="180975"/>
                </a:lnTo>
                <a:lnTo>
                  <a:pt x="95250" y="171450"/>
                </a:lnTo>
                <a:lnTo>
                  <a:pt x="114300" y="171450"/>
                </a:lnTo>
                <a:lnTo>
                  <a:pt x="114300" y="161925"/>
                </a:lnTo>
                <a:lnTo>
                  <a:pt x="123825" y="161925"/>
                </a:lnTo>
                <a:lnTo>
                  <a:pt x="123825" y="152400"/>
                </a:lnTo>
                <a:lnTo>
                  <a:pt x="133350" y="152400"/>
                </a:lnTo>
                <a:lnTo>
                  <a:pt x="133350" y="142875"/>
                </a:lnTo>
                <a:lnTo>
                  <a:pt x="142875" y="142875"/>
                </a:lnTo>
                <a:lnTo>
                  <a:pt x="142875" y="123825"/>
                </a:lnTo>
                <a:lnTo>
                  <a:pt x="95250" y="123825"/>
                </a:lnTo>
                <a:lnTo>
                  <a:pt x="95250" y="114300"/>
                </a:lnTo>
                <a:lnTo>
                  <a:pt x="76200" y="114300"/>
                </a:lnTo>
                <a:lnTo>
                  <a:pt x="76200" y="104775"/>
                </a:lnTo>
                <a:lnTo>
                  <a:pt x="66675" y="104775"/>
                </a:lnTo>
                <a:lnTo>
                  <a:pt x="66675" y="95250"/>
                </a:lnTo>
                <a:lnTo>
                  <a:pt x="57150" y="95250"/>
                </a:lnTo>
                <a:lnTo>
                  <a:pt x="57150" y="38100"/>
                </a:lnTo>
                <a:close/>
                <a:moveTo>
                  <a:pt x="133350" y="47625"/>
                </a:moveTo>
                <a:lnTo>
                  <a:pt x="133350" y="38100"/>
                </a:lnTo>
                <a:lnTo>
                  <a:pt x="104775" y="38100"/>
                </a:lnTo>
                <a:lnTo>
                  <a:pt x="104775" y="47625"/>
                </a:lnTo>
                <a:lnTo>
                  <a:pt x="95250" y="47625"/>
                </a:lnTo>
                <a:lnTo>
                  <a:pt x="95250" y="76200"/>
                </a:lnTo>
                <a:lnTo>
                  <a:pt x="104775" y="76200"/>
                </a:lnTo>
                <a:lnTo>
                  <a:pt x="104775" y="85725"/>
                </a:lnTo>
                <a:lnTo>
                  <a:pt x="152400" y="85725"/>
                </a:lnTo>
                <a:lnTo>
                  <a:pt x="152400" y="76200"/>
                </a:lnTo>
                <a:lnTo>
                  <a:pt x="142875" y="76200"/>
                </a:lnTo>
                <a:lnTo>
                  <a:pt x="142875" y="47625"/>
                </a:lnTo>
                <a:lnTo>
                  <a:pt x="1333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542BE626-3259-4545-902D-BCC432FB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295525"/>
            <a:ext cx="28575" cy="38100"/>
          </a:xfrm>
          <a:custGeom xmlns:a="http://schemas.openxmlformats.org/drawingml/2006/main">
            <a:pathLst>
              <a:path w="28575" h="38100">
                <a:moveTo>
                  <a:pt x="952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38100"/>
                </a:lnTo>
                <a:lnTo>
                  <a:pt x="9525" y="38100"/>
                </a:lnTo>
                <a:lnTo>
                  <a:pt x="9525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5A03EF1A-F098-45B8-A6C8-D0425A3C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295525"/>
            <a:ext cx="28575" cy="38100"/>
          </a:xfrm>
          <a:custGeom xmlns:a="http://schemas.openxmlformats.org/drawingml/2006/main">
            <a:pathLst>
              <a:path w="28575" h="38100">
                <a:moveTo>
                  <a:pt x="19050" y="38100"/>
                </a:move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lnTo>
                  <a:pt x="19050" y="28575"/>
                </a:lnTo>
                <a:lnTo>
                  <a:pt x="19050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1DB82068-CB1A-471A-A3DC-DB8D3674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2447925"/>
            <a:ext cx="28575" cy="104775"/>
          </a:xfrm>
          <a:custGeom xmlns:a="http://schemas.openxmlformats.org/drawingml/2006/main">
            <a:pathLst>
              <a:path w="28575" h="104775">
                <a:moveTo>
                  <a:pt x="9525" y="0"/>
                </a:move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76200"/>
                </a:lnTo>
                <a:lnTo>
                  <a:pt x="19050" y="76200"/>
                </a:lnTo>
                <a:lnTo>
                  <a:pt x="19050" y="104775"/>
                </a:lnTo>
                <a:lnTo>
                  <a:pt x="0" y="1047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C7988CE3-2596-4895-BFFF-8F5AF816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2781300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6214969A-10D3-4A3D-8B82-77FF7B02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2781300"/>
            <a:ext cx="38100" cy="28575"/>
          </a:xfrm>
          <a:custGeom xmlns:a="http://schemas.openxmlformats.org/drawingml/2006/main">
            <a:pathLst>
              <a:path w="38100" h="28575">
                <a:moveTo>
                  <a:pt x="38100" y="28575"/>
                </a:moveTo>
                <a:lnTo>
                  <a:pt x="0" y="28575"/>
                </a:lnTo>
                <a:lnTo>
                  <a:pt x="0" y="0"/>
                </a:lnTo>
                <a:lnTo>
                  <a:pt x="38100" y="0"/>
                </a:lnTo>
                <a:lnTo>
                  <a:pt x="38100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68F8099D-4AA8-4300-A00F-FE1E5384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2924175"/>
            <a:ext cx="161925" cy="304800"/>
          </a:xfrm>
          <a:custGeom xmlns:a="http://schemas.openxmlformats.org/drawingml/2006/main">
            <a:pathLst>
              <a:path w="161925" h="304800">
                <a:moveTo>
                  <a:pt x="0" y="0"/>
                </a:moveTo>
                <a:lnTo>
                  <a:pt x="38100" y="0"/>
                </a:lnTo>
                <a:lnTo>
                  <a:pt x="38100" y="257175"/>
                </a:lnTo>
                <a:lnTo>
                  <a:pt x="47625" y="257175"/>
                </a:lnTo>
                <a:lnTo>
                  <a:pt x="47625" y="266700"/>
                </a:lnTo>
                <a:lnTo>
                  <a:pt x="114300" y="266700"/>
                </a:lnTo>
                <a:lnTo>
                  <a:pt x="114300" y="247650"/>
                </a:lnTo>
                <a:lnTo>
                  <a:pt x="123825" y="247650"/>
                </a:lnTo>
                <a:lnTo>
                  <a:pt x="123825" y="190500"/>
                </a:lnTo>
                <a:lnTo>
                  <a:pt x="161925" y="190500"/>
                </a:lnTo>
                <a:lnTo>
                  <a:pt x="161925" y="247650"/>
                </a:lnTo>
                <a:lnTo>
                  <a:pt x="152400" y="247650"/>
                </a:lnTo>
                <a:lnTo>
                  <a:pt x="152400" y="276225"/>
                </a:lnTo>
                <a:lnTo>
                  <a:pt x="142875" y="276225"/>
                </a:lnTo>
                <a:lnTo>
                  <a:pt x="142875" y="295275"/>
                </a:lnTo>
                <a:lnTo>
                  <a:pt x="133350" y="295275"/>
                </a:lnTo>
                <a:lnTo>
                  <a:pt x="133350" y="304800"/>
                </a:lnTo>
                <a:lnTo>
                  <a:pt x="28575" y="304800"/>
                </a:lnTo>
                <a:lnTo>
                  <a:pt x="28575" y="295275"/>
                </a:lnTo>
                <a:lnTo>
                  <a:pt x="19050" y="295275"/>
                </a:lnTo>
                <a:lnTo>
                  <a:pt x="19050" y="285750"/>
                </a:lnTo>
                <a:lnTo>
                  <a:pt x="9525" y="285750"/>
                </a:lnTo>
                <a:lnTo>
                  <a:pt x="95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47B7066B-9785-4FA4-82C6-35FC16C2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1962150"/>
            <a:ext cx="38100" cy="304800"/>
          </a:xfrm>
          <a:custGeom xmlns:a="http://schemas.openxmlformats.org/drawingml/2006/main"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BC13D36D-04D8-4894-824A-1F8DA561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2143125"/>
            <a:ext cx="180975" cy="228600"/>
          </a:xfrm>
          <a:custGeom xmlns:a="http://schemas.openxmlformats.org/drawingml/2006/main">
            <a:pathLst>
              <a:path w="180975" h="228600">
                <a:moveTo>
                  <a:pt x="57150" y="28575"/>
                </a:moveTo>
                <a:lnTo>
                  <a:pt x="66675" y="28575"/>
                </a:lnTo>
                <a:lnTo>
                  <a:pt x="66675" y="19050"/>
                </a:lnTo>
                <a:lnTo>
                  <a:pt x="76200" y="19050"/>
                </a:lnTo>
                <a:lnTo>
                  <a:pt x="76200" y="9525"/>
                </a:lnTo>
                <a:lnTo>
                  <a:pt x="85725" y="9525"/>
                </a:lnTo>
                <a:lnTo>
                  <a:pt x="85725" y="0"/>
                </a:lnTo>
                <a:lnTo>
                  <a:pt x="142875" y="0"/>
                </a:lnTo>
                <a:lnTo>
                  <a:pt x="142875" y="9525"/>
                </a:lnTo>
                <a:lnTo>
                  <a:pt x="152400" y="9525"/>
                </a:lnTo>
                <a:lnTo>
                  <a:pt x="152400" y="19050"/>
                </a:lnTo>
                <a:lnTo>
                  <a:pt x="161925" y="19050"/>
                </a:lnTo>
                <a:lnTo>
                  <a:pt x="161925" y="28575"/>
                </a:lnTo>
                <a:lnTo>
                  <a:pt x="171450" y="28575"/>
                </a:lnTo>
                <a:lnTo>
                  <a:pt x="171450" y="47625"/>
                </a:lnTo>
                <a:lnTo>
                  <a:pt x="180975" y="47625"/>
                </a:lnTo>
                <a:lnTo>
                  <a:pt x="180975" y="133350"/>
                </a:lnTo>
                <a:lnTo>
                  <a:pt x="171450" y="133350"/>
                </a:lnTo>
                <a:lnTo>
                  <a:pt x="171450" y="152400"/>
                </a:lnTo>
                <a:lnTo>
                  <a:pt x="161925" y="152400"/>
                </a:lnTo>
                <a:lnTo>
                  <a:pt x="161925" y="171450"/>
                </a:lnTo>
                <a:lnTo>
                  <a:pt x="152400" y="171450"/>
                </a:lnTo>
                <a:lnTo>
                  <a:pt x="152400" y="180975"/>
                </a:lnTo>
                <a:lnTo>
                  <a:pt x="142875" y="180975"/>
                </a:lnTo>
                <a:lnTo>
                  <a:pt x="142875" y="190500"/>
                </a:lnTo>
                <a:lnTo>
                  <a:pt x="133350" y="190500"/>
                </a:lnTo>
                <a:lnTo>
                  <a:pt x="133350" y="200025"/>
                </a:lnTo>
                <a:lnTo>
                  <a:pt x="114300" y="200025"/>
                </a:lnTo>
                <a:lnTo>
                  <a:pt x="114300" y="209550"/>
                </a:lnTo>
                <a:lnTo>
                  <a:pt x="95250" y="209550"/>
                </a:lnTo>
                <a:lnTo>
                  <a:pt x="95250" y="219075"/>
                </a:lnTo>
                <a:lnTo>
                  <a:pt x="47625" y="219075"/>
                </a:lnTo>
                <a:lnTo>
                  <a:pt x="47625" y="228600"/>
                </a:lnTo>
                <a:lnTo>
                  <a:pt x="0" y="228600"/>
                </a:lnTo>
                <a:lnTo>
                  <a:pt x="0" y="190500"/>
                </a:lnTo>
                <a:lnTo>
                  <a:pt x="47625" y="190500"/>
                </a:lnTo>
                <a:lnTo>
                  <a:pt x="47625" y="180975"/>
                </a:lnTo>
                <a:lnTo>
                  <a:pt x="85725" y="180975"/>
                </a:lnTo>
                <a:lnTo>
                  <a:pt x="85725" y="171450"/>
                </a:lnTo>
                <a:lnTo>
                  <a:pt x="104775" y="171450"/>
                </a:lnTo>
                <a:lnTo>
                  <a:pt x="104775" y="161925"/>
                </a:lnTo>
                <a:lnTo>
                  <a:pt x="114300" y="161925"/>
                </a:lnTo>
                <a:lnTo>
                  <a:pt x="114300" y="152400"/>
                </a:lnTo>
                <a:lnTo>
                  <a:pt x="123825" y="152400"/>
                </a:lnTo>
                <a:lnTo>
                  <a:pt x="123825" y="142875"/>
                </a:lnTo>
                <a:lnTo>
                  <a:pt x="133350" y="142875"/>
                </a:lnTo>
                <a:lnTo>
                  <a:pt x="133350" y="123825"/>
                </a:lnTo>
                <a:lnTo>
                  <a:pt x="85725" y="123825"/>
                </a:lnTo>
                <a:lnTo>
                  <a:pt x="85725" y="114300"/>
                </a:lnTo>
                <a:lnTo>
                  <a:pt x="66675" y="114300"/>
                </a:lnTo>
                <a:lnTo>
                  <a:pt x="66675" y="95250"/>
                </a:lnTo>
                <a:lnTo>
                  <a:pt x="57150" y="95250"/>
                </a:lnTo>
                <a:lnTo>
                  <a:pt x="57150" y="85725"/>
                </a:lnTo>
                <a:lnTo>
                  <a:pt x="47625" y="85725"/>
                </a:lnTo>
                <a:lnTo>
                  <a:pt x="47625" y="47625"/>
                </a:lnTo>
                <a:lnTo>
                  <a:pt x="57150" y="47625"/>
                </a:lnTo>
                <a:lnTo>
                  <a:pt x="57150" y="28575"/>
                </a:lnTo>
                <a:close/>
                <a:moveTo>
                  <a:pt x="123825" y="47625"/>
                </a:moveTo>
                <a:lnTo>
                  <a:pt x="123825" y="38100"/>
                </a:lnTo>
                <a:lnTo>
                  <a:pt x="104775" y="38100"/>
                </a:lnTo>
                <a:lnTo>
                  <a:pt x="104775" y="47625"/>
                </a:lnTo>
                <a:lnTo>
                  <a:pt x="95250" y="47625"/>
                </a:lnTo>
                <a:lnTo>
                  <a:pt x="95250" y="57150"/>
                </a:lnTo>
                <a:lnTo>
                  <a:pt x="85725" y="57150"/>
                </a:lnTo>
                <a:lnTo>
                  <a:pt x="85725" y="66675"/>
                </a:lnTo>
                <a:lnTo>
                  <a:pt x="95250" y="66675"/>
                </a:lnTo>
                <a:lnTo>
                  <a:pt x="95250" y="85725"/>
                </a:lnTo>
                <a:lnTo>
                  <a:pt x="142875" y="85725"/>
                </a:lnTo>
                <a:lnTo>
                  <a:pt x="142875" y="57150"/>
                </a:lnTo>
                <a:lnTo>
                  <a:pt x="133350" y="57150"/>
                </a:lnTo>
                <a:lnTo>
                  <a:pt x="133350" y="47625"/>
                </a:lnTo>
                <a:lnTo>
                  <a:pt x="123825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54F5CD9F-C83A-4569-822C-A8BBA106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1962150"/>
            <a:ext cx="952500" cy="400050"/>
          </a:xfrm>
          <a:custGeom xmlns:a="http://schemas.openxmlformats.org/drawingml/2006/main">
            <a:pathLst>
              <a:path w="952500" h="400050">
                <a:moveTo>
                  <a:pt x="76200" y="190500"/>
                </a:moveTo>
                <a:lnTo>
                  <a:pt x="85725" y="190500"/>
                </a:lnTo>
                <a:lnTo>
                  <a:pt x="85725" y="180975"/>
                </a:lnTo>
                <a:lnTo>
                  <a:pt x="142875" y="180975"/>
                </a:lnTo>
                <a:lnTo>
                  <a:pt x="142875" y="190500"/>
                </a:lnTo>
                <a:lnTo>
                  <a:pt x="161925" y="190500"/>
                </a:lnTo>
                <a:lnTo>
                  <a:pt x="161925" y="200025"/>
                </a:lnTo>
                <a:lnTo>
                  <a:pt x="171450" y="200025"/>
                </a:lnTo>
                <a:lnTo>
                  <a:pt x="171450" y="219075"/>
                </a:lnTo>
                <a:lnTo>
                  <a:pt x="180975" y="219075"/>
                </a:lnTo>
                <a:lnTo>
                  <a:pt x="180975" y="266700"/>
                </a:lnTo>
                <a:lnTo>
                  <a:pt x="276225" y="266700"/>
                </a:lnTo>
                <a:lnTo>
                  <a:pt x="276225" y="0"/>
                </a:lnTo>
                <a:lnTo>
                  <a:pt x="314325" y="0"/>
                </a:lnTo>
                <a:lnTo>
                  <a:pt x="314325" y="238125"/>
                </a:lnTo>
                <a:lnTo>
                  <a:pt x="323850" y="238125"/>
                </a:lnTo>
                <a:lnTo>
                  <a:pt x="323850" y="228600"/>
                </a:lnTo>
                <a:lnTo>
                  <a:pt x="333375" y="228600"/>
                </a:lnTo>
                <a:lnTo>
                  <a:pt x="333375" y="209550"/>
                </a:lnTo>
                <a:lnTo>
                  <a:pt x="342900" y="209550"/>
                </a:lnTo>
                <a:lnTo>
                  <a:pt x="342900" y="200025"/>
                </a:lnTo>
                <a:lnTo>
                  <a:pt x="361950" y="200025"/>
                </a:lnTo>
                <a:lnTo>
                  <a:pt x="361950" y="190500"/>
                </a:lnTo>
                <a:lnTo>
                  <a:pt x="371475" y="190500"/>
                </a:lnTo>
                <a:lnTo>
                  <a:pt x="371475" y="180975"/>
                </a:lnTo>
                <a:lnTo>
                  <a:pt x="381000" y="180975"/>
                </a:lnTo>
                <a:lnTo>
                  <a:pt x="381000" y="171450"/>
                </a:lnTo>
                <a:lnTo>
                  <a:pt x="400050" y="171450"/>
                </a:lnTo>
                <a:lnTo>
                  <a:pt x="400050" y="161925"/>
                </a:lnTo>
                <a:lnTo>
                  <a:pt x="485775" y="161925"/>
                </a:lnTo>
                <a:lnTo>
                  <a:pt x="485775" y="171450"/>
                </a:lnTo>
                <a:lnTo>
                  <a:pt x="504825" y="171450"/>
                </a:lnTo>
                <a:lnTo>
                  <a:pt x="504825" y="180975"/>
                </a:lnTo>
                <a:lnTo>
                  <a:pt x="514350" y="180975"/>
                </a:lnTo>
                <a:lnTo>
                  <a:pt x="514350" y="209550"/>
                </a:lnTo>
                <a:lnTo>
                  <a:pt x="523875" y="209550"/>
                </a:lnTo>
                <a:lnTo>
                  <a:pt x="523875" y="238125"/>
                </a:lnTo>
                <a:lnTo>
                  <a:pt x="514350" y="238125"/>
                </a:lnTo>
                <a:lnTo>
                  <a:pt x="514350" y="257175"/>
                </a:lnTo>
                <a:lnTo>
                  <a:pt x="523875" y="257175"/>
                </a:lnTo>
                <a:lnTo>
                  <a:pt x="523875" y="266700"/>
                </a:lnTo>
                <a:lnTo>
                  <a:pt x="581025" y="266700"/>
                </a:lnTo>
                <a:lnTo>
                  <a:pt x="581025" y="257175"/>
                </a:lnTo>
                <a:lnTo>
                  <a:pt x="590550" y="257175"/>
                </a:lnTo>
                <a:lnTo>
                  <a:pt x="590550" y="247650"/>
                </a:lnTo>
                <a:lnTo>
                  <a:pt x="600075" y="247650"/>
                </a:lnTo>
                <a:lnTo>
                  <a:pt x="600075" y="190500"/>
                </a:lnTo>
                <a:lnTo>
                  <a:pt x="638175" y="190500"/>
                </a:lnTo>
                <a:lnTo>
                  <a:pt x="638175" y="257175"/>
                </a:lnTo>
                <a:lnTo>
                  <a:pt x="647700" y="257175"/>
                </a:lnTo>
                <a:lnTo>
                  <a:pt x="647700" y="266700"/>
                </a:lnTo>
                <a:lnTo>
                  <a:pt x="723900" y="266700"/>
                </a:lnTo>
                <a:lnTo>
                  <a:pt x="723900" y="257175"/>
                </a:lnTo>
                <a:lnTo>
                  <a:pt x="742950" y="257175"/>
                </a:lnTo>
                <a:lnTo>
                  <a:pt x="742950" y="238125"/>
                </a:lnTo>
                <a:lnTo>
                  <a:pt x="733425" y="238125"/>
                </a:lnTo>
                <a:lnTo>
                  <a:pt x="733425" y="228600"/>
                </a:lnTo>
                <a:lnTo>
                  <a:pt x="723900" y="228600"/>
                </a:lnTo>
                <a:lnTo>
                  <a:pt x="723900" y="219075"/>
                </a:lnTo>
                <a:lnTo>
                  <a:pt x="714375" y="219075"/>
                </a:lnTo>
                <a:lnTo>
                  <a:pt x="714375" y="209550"/>
                </a:lnTo>
                <a:lnTo>
                  <a:pt x="704850" y="209550"/>
                </a:lnTo>
                <a:lnTo>
                  <a:pt x="704850" y="180975"/>
                </a:lnTo>
                <a:lnTo>
                  <a:pt x="714375" y="180975"/>
                </a:lnTo>
                <a:lnTo>
                  <a:pt x="714375" y="171450"/>
                </a:lnTo>
                <a:lnTo>
                  <a:pt x="723900" y="171450"/>
                </a:lnTo>
                <a:lnTo>
                  <a:pt x="723900" y="161925"/>
                </a:lnTo>
                <a:lnTo>
                  <a:pt x="742950" y="161925"/>
                </a:lnTo>
                <a:lnTo>
                  <a:pt x="742950" y="152400"/>
                </a:lnTo>
                <a:lnTo>
                  <a:pt x="809625" y="152400"/>
                </a:lnTo>
                <a:lnTo>
                  <a:pt x="809625" y="161925"/>
                </a:lnTo>
                <a:lnTo>
                  <a:pt x="828675" y="161925"/>
                </a:lnTo>
                <a:lnTo>
                  <a:pt x="828675" y="171450"/>
                </a:lnTo>
                <a:lnTo>
                  <a:pt x="838200" y="171450"/>
                </a:lnTo>
                <a:lnTo>
                  <a:pt x="838200" y="219075"/>
                </a:lnTo>
                <a:lnTo>
                  <a:pt x="828675" y="219075"/>
                </a:lnTo>
                <a:lnTo>
                  <a:pt x="828675" y="228600"/>
                </a:lnTo>
                <a:lnTo>
                  <a:pt x="819150" y="228600"/>
                </a:lnTo>
                <a:lnTo>
                  <a:pt x="819150" y="238125"/>
                </a:lnTo>
                <a:lnTo>
                  <a:pt x="809625" y="238125"/>
                </a:lnTo>
                <a:lnTo>
                  <a:pt x="809625" y="257175"/>
                </a:lnTo>
                <a:lnTo>
                  <a:pt x="819150" y="257175"/>
                </a:lnTo>
                <a:lnTo>
                  <a:pt x="819150" y="266700"/>
                </a:lnTo>
                <a:lnTo>
                  <a:pt x="895350" y="266700"/>
                </a:lnTo>
                <a:lnTo>
                  <a:pt x="895350" y="257175"/>
                </a:lnTo>
                <a:lnTo>
                  <a:pt x="904875" y="257175"/>
                </a:lnTo>
                <a:lnTo>
                  <a:pt x="904875" y="247650"/>
                </a:lnTo>
                <a:lnTo>
                  <a:pt x="914400" y="247650"/>
                </a:lnTo>
                <a:lnTo>
                  <a:pt x="914400" y="190500"/>
                </a:lnTo>
                <a:lnTo>
                  <a:pt x="952500" y="190500"/>
                </a:lnTo>
                <a:lnTo>
                  <a:pt x="952500" y="247650"/>
                </a:lnTo>
                <a:lnTo>
                  <a:pt x="942975" y="247650"/>
                </a:lnTo>
                <a:lnTo>
                  <a:pt x="942975" y="276225"/>
                </a:lnTo>
                <a:lnTo>
                  <a:pt x="933450" y="276225"/>
                </a:lnTo>
                <a:lnTo>
                  <a:pt x="933450" y="295275"/>
                </a:lnTo>
                <a:lnTo>
                  <a:pt x="914400" y="295275"/>
                </a:lnTo>
                <a:lnTo>
                  <a:pt x="914400" y="304800"/>
                </a:lnTo>
                <a:lnTo>
                  <a:pt x="819150" y="304800"/>
                </a:lnTo>
                <a:lnTo>
                  <a:pt x="819150" y="295275"/>
                </a:lnTo>
                <a:lnTo>
                  <a:pt x="800100" y="295275"/>
                </a:lnTo>
                <a:lnTo>
                  <a:pt x="800100" y="285750"/>
                </a:lnTo>
                <a:lnTo>
                  <a:pt x="790575" y="285750"/>
                </a:lnTo>
                <a:lnTo>
                  <a:pt x="790575" y="276225"/>
                </a:lnTo>
                <a:lnTo>
                  <a:pt x="762000" y="276225"/>
                </a:lnTo>
                <a:lnTo>
                  <a:pt x="762000" y="285750"/>
                </a:lnTo>
                <a:lnTo>
                  <a:pt x="752475" y="285750"/>
                </a:lnTo>
                <a:lnTo>
                  <a:pt x="752475" y="295275"/>
                </a:lnTo>
                <a:lnTo>
                  <a:pt x="733425" y="295275"/>
                </a:lnTo>
                <a:lnTo>
                  <a:pt x="733425" y="304800"/>
                </a:lnTo>
                <a:lnTo>
                  <a:pt x="628650" y="304800"/>
                </a:lnTo>
                <a:lnTo>
                  <a:pt x="628650" y="295275"/>
                </a:lnTo>
                <a:lnTo>
                  <a:pt x="600075" y="295275"/>
                </a:lnTo>
                <a:lnTo>
                  <a:pt x="600075" y="304800"/>
                </a:lnTo>
                <a:lnTo>
                  <a:pt x="504825" y="304800"/>
                </a:lnTo>
                <a:lnTo>
                  <a:pt x="504825" y="295275"/>
                </a:lnTo>
                <a:lnTo>
                  <a:pt x="495300" y="295275"/>
                </a:lnTo>
                <a:lnTo>
                  <a:pt x="495300" y="285750"/>
                </a:lnTo>
                <a:lnTo>
                  <a:pt x="466725" y="285750"/>
                </a:lnTo>
                <a:lnTo>
                  <a:pt x="466725" y="295275"/>
                </a:lnTo>
                <a:lnTo>
                  <a:pt x="447675" y="295275"/>
                </a:lnTo>
                <a:lnTo>
                  <a:pt x="447675" y="304800"/>
                </a:lnTo>
                <a:lnTo>
                  <a:pt x="180975" y="304800"/>
                </a:lnTo>
                <a:lnTo>
                  <a:pt x="180975" y="323850"/>
                </a:lnTo>
                <a:lnTo>
                  <a:pt x="171450" y="323850"/>
                </a:lnTo>
                <a:lnTo>
                  <a:pt x="171450" y="342900"/>
                </a:lnTo>
                <a:lnTo>
                  <a:pt x="161925" y="342900"/>
                </a:lnTo>
                <a:lnTo>
                  <a:pt x="161925" y="352425"/>
                </a:lnTo>
                <a:lnTo>
                  <a:pt x="152400" y="352425"/>
                </a:lnTo>
                <a:lnTo>
                  <a:pt x="152400" y="361950"/>
                </a:lnTo>
                <a:lnTo>
                  <a:pt x="142875" y="361950"/>
                </a:lnTo>
                <a:lnTo>
                  <a:pt x="142875" y="371475"/>
                </a:lnTo>
                <a:lnTo>
                  <a:pt x="133350" y="371475"/>
                </a:lnTo>
                <a:lnTo>
                  <a:pt x="133350" y="381000"/>
                </a:lnTo>
                <a:lnTo>
                  <a:pt x="114300" y="381000"/>
                </a:lnTo>
                <a:lnTo>
                  <a:pt x="114300" y="390525"/>
                </a:lnTo>
                <a:lnTo>
                  <a:pt x="85725" y="390525"/>
                </a:lnTo>
                <a:lnTo>
                  <a:pt x="85725" y="400050"/>
                </a:lnTo>
                <a:lnTo>
                  <a:pt x="0" y="400050"/>
                </a:lnTo>
                <a:lnTo>
                  <a:pt x="0" y="371475"/>
                </a:lnTo>
                <a:lnTo>
                  <a:pt x="9525" y="371475"/>
                </a:lnTo>
                <a:lnTo>
                  <a:pt x="9525" y="361950"/>
                </a:lnTo>
                <a:lnTo>
                  <a:pt x="85725" y="361950"/>
                </a:lnTo>
                <a:lnTo>
                  <a:pt x="85725" y="352425"/>
                </a:lnTo>
                <a:lnTo>
                  <a:pt x="104775" y="352425"/>
                </a:lnTo>
                <a:lnTo>
                  <a:pt x="104775" y="342900"/>
                </a:lnTo>
                <a:lnTo>
                  <a:pt x="114300" y="342900"/>
                </a:lnTo>
                <a:lnTo>
                  <a:pt x="114300" y="333375"/>
                </a:lnTo>
                <a:lnTo>
                  <a:pt x="133350" y="333375"/>
                </a:lnTo>
                <a:lnTo>
                  <a:pt x="133350" y="314325"/>
                </a:lnTo>
                <a:lnTo>
                  <a:pt x="142875" y="314325"/>
                </a:lnTo>
                <a:lnTo>
                  <a:pt x="142875" y="304800"/>
                </a:lnTo>
                <a:lnTo>
                  <a:pt x="95250" y="304800"/>
                </a:lnTo>
                <a:lnTo>
                  <a:pt x="95250" y="295275"/>
                </a:lnTo>
                <a:lnTo>
                  <a:pt x="76200" y="295275"/>
                </a:lnTo>
                <a:lnTo>
                  <a:pt x="76200" y="285750"/>
                </a:lnTo>
                <a:lnTo>
                  <a:pt x="66675" y="285750"/>
                </a:lnTo>
                <a:lnTo>
                  <a:pt x="66675" y="276225"/>
                </a:lnTo>
                <a:lnTo>
                  <a:pt x="57150" y="276225"/>
                </a:lnTo>
                <a:lnTo>
                  <a:pt x="57150" y="209550"/>
                </a:lnTo>
                <a:lnTo>
                  <a:pt x="66675" y="209550"/>
                </a:lnTo>
                <a:lnTo>
                  <a:pt x="66675" y="200025"/>
                </a:lnTo>
                <a:lnTo>
                  <a:pt x="76200" y="200025"/>
                </a:lnTo>
                <a:lnTo>
                  <a:pt x="76200" y="190500"/>
                </a:lnTo>
                <a:close/>
                <a:moveTo>
                  <a:pt x="95250" y="257175"/>
                </a:moveTo>
                <a:lnTo>
                  <a:pt x="104775" y="257175"/>
                </a:lnTo>
                <a:lnTo>
                  <a:pt x="104775" y="266700"/>
                </a:lnTo>
                <a:lnTo>
                  <a:pt x="142875" y="266700"/>
                </a:lnTo>
                <a:lnTo>
                  <a:pt x="142875" y="228600"/>
                </a:lnTo>
                <a:lnTo>
                  <a:pt x="133350" y="228600"/>
                </a:lnTo>
                <a:lnTo>
                  <a:pt x="133350" y="219075"/>
                </a:lnTo>
                <a:lnTo>
                  <a:pt x="104775" y="219075"/>
                </a:lnTo>
                <a:lnTo>
                  <a:pt x="104775" y="228600"/>
                </a:lnTo>
                <a:lnTo>
                  <a:pt x="95250" y="228600"/>
                </a:lnTo>
                <a:lnTo>
                  <a:pt x="95250" y="257175"/>
                </a:lnTo>
                <a:close/>
                <a:moveTo>
                  <a:pt x="361950" y="247650"/>
                </a:moveTo>
                <a:lnTo>
                  <a:pt x="352425" y="247650"/>
                </a:lnTo>
                <a:lnTo>
                  <a:pt x="352425" y="257175"/>
                </a:lnTo>
                <a:lnTo>
                  <a:pt x="342900" y="257175"/>
                </a:lnTo>
                <a:lnTo>
                  <a:pt x="342900" y="266700"/>
                </a:lnTo>
                <a:lnTo>
                  <a:pt x="428625" y="266700"/>
                </a:lnTo>
                <a:lnTo>
                  <a:pt x="428625" y="257175"/>
                </a:lnTo>
                <a:lnTo>
                  <a:pt x="457200" y="257175"/>
                </a:lnTo>
                <a:lnTo>
                  <a:pt x="457200" y="247650"/>
                </a:lnTo>
                <a:lnTo>
                  <a:pt x="466725" y="247650"/>
                </a:lnTo>
                <a:lnTo>
                  <a:pt x="466725" y="238125"/>
                </a:lnTo>
                <a:lnTo>
                  <a:pt x="476250" y="238125"/>
                </a:lnTo>
                <a:lnTo>
                  <a:pt x="476250" y="228600"/>
                </a:lnTo>
                <a:lnTo>
                  <a:pt x="485775" y="228600"/>
                </a:lnTo>
                <a:lnTo>
                  <a:pt x="485775" y="209550"/>
                </a:lnTo>
                <a:lnTo>
                  <a:pt x="476250" y="209550"/>
                </a:lnTo>
                <a:lnTo>
                  <a:pt x="476250" y="200025"/>
                </a:lnTo>
                <a:lnTo>
                  <a:pt x="457200" y="200025"/>
                </a:lnTo>
                <a:lnTo>
                  <a:pt x="457200" y="190500"/>
                </a:lnTo>
                <a:lnTo>
                  <a:pt x="428625" y="190500"/>
                </a:lnTo>
                <a:lnTo>
                  <a:pt x="428625" y="200025"/>
                </a:lnTo>
                <a:lnTo>
                  <a:pt x="409575" y="200025"/>
                </a:lnTo>
                <a:lnTo>
                  <a:pt x="409575" y="209550"/>
                </a:lnTo>
                <a:lnTo>
                  <a:pt x="390525" y="209550"/>
                </a:lnTo>
                <a:lnTo>
                  <a:pt x="390525" y="219075"/>
                </a:lnTo>
                <a:lnTo>
                  <a:pt x="381000" y="219075"/>
                </a:lnTo>
                <a:lnTo>
                  <a:pt x="381000" y="228600"/>
                </a:lnTo>
                <a:lnTo>
                  <a:pt x="371475" y="228600"/>
                </a:lnTo>
                <a:lnTo>
                  <a:pt x="371475" y="238125"/>
                </a:lnTo>
                <a:lnTo>
                  <a:pt x="361950" y="238125"/>
                </a:lnTo>
                <a:lnTo>
                  <a:pt x="361950" y="247650"/>
                </a:lnTo>
                <a:close/>
                <a:moveTo>
                  <a:pt x="762000" y="219075"/>
                </a:moveTo>
                <a:lnTo>
                  <a:pt x="781050" y="219075"/>
                </a:lnTo>
                <a:lnTo>
                  <a:pt x="781050" y="209550"/>
                </a:lnTo>
                <a:lnTo>
                  <a:pt x="790575" y="209550"/>
                </a:lnTo>
                <a:lnTo>
                  <a:pt x="790575" y="190500"/>
                </a:lnTo>
                <a:lnTo>
                  <a:pt x="762000" y="190500"/>
                </a:lnTo>
                <a:lnTo>
                  <a:pt x="762000" y="2190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5FE76EED-3CED-4083-AEEA-273566F2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2447925"/>
            <a:ext cx="28575" cy="104775"/>
          </a:xfrm>
          <a:custGeom xmlns:a="http://schemas.openxmlformats.org/drawingml/2006/main">
            <a:pathLst>
              <a:path w="28575" h="104775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104775"/>
                </a:lnTo>
                <a:lnTo>
                  <a:pt x="9525" y="104775"/>
                </a:lnTo>
                <a:lnTo>
                  <a:pt x="9525" y="95250"/>
                </a:lnTo>
                <a:lnTo>
                  <a:pt x="0" y="95250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F14F96BB-73AF-4AC4-9D8E-0BBCDFBA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447925"/>
            <a:ext cx="28575" cy="104775"/>
          </a:xfrm>
          <a:custGeom xmlns:a="http://schemas.openxmlformats.org/drawingml/2006/main">
            <a:pathLst>
              <a:path w="28575" h="104775">
                <a:moveTo>
                  <a:pt x="28575" y="104775"/>
                </a:moveTo>
                <a:lnTo>
                  <a:pt x="9525" y="104775"/>
                </a:lnTo>
                <a:lnTo>
                  <a:pt x="9525" y="95250"/>
                </a:lnTo>
                <a:lnTo>
                  <a:pt x="0" y="9525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1047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A93D1C6E-E96D-40F0-BEB4-00A792DC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2647950"/>
            <a:ext cx="57150" cy="104775"/>
          </a:xfrm>
          <a:custGeom xmlns:a="http://schemas.openxmlformats.org/drawingml/2006/main">
            <a:pathLst>
              <a:path w="57150" h="104775">
                <a:moveTo>
                  <a:pt x="19050" y="47625"/>
                </a:moveTo>
                <a:lnTo>
                  <a:pt x="19050" y="28575"/>
                </a:lnTo>
                <a:lnTo>
                  <a:pt x="28575" y="28575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0"/>
                </a:lnTo>
                <a:lnTo>
                  <a:pt x="57150" y="0"/>
                </a:lnTo>
                <a:lnTo>
                  <a:pt x="57150" y="47625"/>
                </a:lnTo>
                <a:lnTo>
                  <a:pt x="47625" y="47625"/>
                </a:lnTo>
                <a:lnTo>
                  <a:pt x="47625" y="104775"/>
                </a:lnTo>
                <a:lnTo>
                  <a:pt x="9525" y="104775"/>
                </a:lnTo>
                <a:lnTo>
                  <a:pt x="9525" y="95250"/>
                </a:lnTo>
                <a:lnTo>
                  <a:pt x="0" y="95250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47625"/>
                </a:lnTo>
                <a:lnTo>
                  <a:pt x="190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E6E86ED6-B587-42CD-A77D-4DF2B152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525" y="2924175"/>
            <a:ext cx="38100" cy="304800"/>
          </a:xfrm>
          <a:custGeom xmlns:a="http://schemas.openxmlformats.org/drawingml/2006/main"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9E535629-D753-4C2E-9D15-1C174782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038475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818F1DDE-77A5-40FA-878E-A5D273AF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2447925"/>
            <a:ext cx="28575" cy="104775"/>
          </a:xfrm>
          <a:custGeom xmlns:a="http://schemas.openxmlformats.org/drawingml/2006/main">
            <a:pathLst>
              <a:path w="28575" h="104775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85725"/>
                </a:lnTo>
                <a:lnTo>
                  <a:pt x="19050" y="85725"/>
                </a:lnTo>
                <a:lnTo>
                  <a:pt x="19050" y="104775"/>
                </a:lnTo>
                <a:lnTo>
                  <a:pt x="0" y="10477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C15CF773-0B5C-422D-8065-2E2C384E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2466975"/>
            <a:ext cx="47625" cy="209550"/>
          </a:xfrm>
          <a:custGeom xmlns:a="http://schemas.openxmlformats.org/drawingml/2006/main">
            <a:pathLst>
              <a:path w="47625" h="209550">
                <a:moveTo>
                  <a:pt x="9525" y="28575"/>
                </a:move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47625" y="0"/>
                </a:lnTo>
                <a:lnTo>
                  <a:pt x="47625" y="142875"/>
                </a:lnTo>
                <a:lnTo>
                  <a:pt x="38100" y="142875"/>
                </a:lnTo>
                <a:lnTo>
                  <a:pt x="38100" y="209550"/>
                </a:lnTo>
                <a:lnTo>
                  <a:pt x="9525" y="209550"/>
                </a:lnTo>
                <a:lnTo>
                  <a:pt x="9525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94A0C7CF-3126-491D-8A37-804ED5DA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2438400"/>
            <a:ext cx="1495425" cy="409575"/>
          </a:xfrm>
          <a:custGeom xmlns:a="http://schemas.openxmlformats.org/drawingml/2006/main">
            <a:pathLst>
              <a:path w="1495425" h="409575">
                <a:moveTo>
                  <a:pt x="0" y="266700"/>
                </a:moveTo>
                <a:lnTo>
                  <a:pt x="9525" y="266700"/>
                </a:lnTo>
                <a:lnTo>
                  <a:pt x="9525" y="247650"/>
                </a:lnTo>
                <a:lnTo>
                  <a:pt x="19050" y="247650"/>
                </a:lnTo>
                <a:lnTo>
                  <a:pt x="19050" y="238125"/>
                </a:lnTo>
                <a:lnTo>
                  <a:pt x="47625" y="238125"/>
                </a:lnTo>
                <a:lnTo>
                  <a:pt x="47625" y="266700"/>
                </a:lnTo>
                <a:lnTo>
                  <a:pt x="38100" y="266700"/>
                </a:lnTo>
                <a:lnTo>
                  <a:pt x="38100" y="352425"/>
                </a:lnTo>
                <a:lnTo>
                  <a:pt x="47625" y="352425"/>
                </a:lnTo>
                <a:lnTo>
                  <a:pt x="47625" y="361950"/>
                </a:lnTo>
                <a:lnTo>
                  <a:pt x="66675" y="361950"/>
                </a:lnTo>
                <a:lnTo>
                  <a:pt x="66675" y="371475"/>
                </a:lnTo>
                <a:lnTo>
                  <a:pt x="123825" y="371475"/>
                </a:lnTo>
                <a:lnTo>
                  <a:pt x="123825" y="361950"/>
                </a:lnTo>
                <a:lnTo>
                  <a:pt x="142875" y="361950"/>
                </a:lnTo>
                <a:lnTo>
                  <a:pt x="142875" y="352425"/>
                </a:lnTo>
                <a:lnTo>
                  <a:pt x="152400" y="352425"/>
                </a:lnTo>
                <a:lnTo>
                  <a:pt x="152400" y="342900"/>
                </a:lnTo>
                <a:lnTo>
                  <a:pt x="161925" y="342900"/>
                </a:lnTo>
                <a:lnTo>
                  <a:pt x="161925" y="333375"/>
                </a:lnTo>
                <a:lnTo>
                  <a:pt x="171450" y="333375"/>
                </a:lnTo>
                <a:lnTo>
                  <a:pt x="171450" y="323850"/>
                </a:lnTo>
                <a:lnTo>
                  <a:pt x="180975" y="323850"/>
                </a:lnTo>
                <a:lnTo>
                  <a:pt x="180975" y="295275"/>
                </a:lnTo>
                <a:lnTo>
                  <a:pt x="190500" y="295275"/>
                </a:lnTo>
                <a:lnTo>
                  <a:pt x="190500" y="247650"/>
                </a:lnTo>
                <a:lnTo>
                  <a:pt x="180975" y="247650"/>
                </a:lnTo>
                <a:lnTo>
                  <a:pt x="180975" y="209550"/>
                </a:lnTo>
                <a:lnTo>
                  <a:pt x="171450" y="209550"/>
                </a:lnTo>
                <a:lnTo>
                  <a:pt x="171450" y="190500"/>
                </a:lnTo>
                <a:lnTo>
                  <a:pt x="209550" y="190500"/>
                </a:lnTo>
                <a:lnTo>
                  <a:pt x="209550" y="209550"/>
                </a:lnTo>
                <a:lnTo>
                  <a:pt x="219075" y="209550"/>
                </a:lnTo>
                <a:lnTo>
                  <a:pt x="219075" y="247650"/>
                </a:lnTo>
                <a:lnTo>
                  <a:pt x="228600" y="247650"/>
                </a:lnTo>
                <a:lnTo>
                  <a:pt x="228600" y="266700"/>
                </a:lnTo>
                <a:lnTo>
                  <a:pt x="247650" y="266700"/>
                </a:lnTo>
                <a:lnTo>
                  <a:pt x="247650" y="276225"/>
                </a:lnTo>
                <a:lnTo>
                  <a:pt x="266700" y="276225"/>
                </a:lnTo>
                <a:lnTo>
                  <a:pt x="266700" y="266700"/>
                </a:lnTo>
                <a:lnTo>
                  <a:pt x="276225" y="266700"/>
                </a:lnTo>
                <a:lnTo>
                  <a:pt x="276225" y="257175"/>
                </a:lnTo>
                <a:lnTo>
                  <a:pt x="285750" y="257175"/>
                </a:lnTo>
                <a:lnTo>
                  <a:pt x="285750" y="200025"/>
                </a:lnTo>
                <a:lnTo>
                  <a:pt x="295275" y="200025"/>
                </a:lnTo>
                <a:lnTo>
                  <a:pt x="295275" y="190500"/>
                </a:lnTo>
                <a:lnTo>
                  <a:pt x="323850" y="190500"/>
                </a:lnTo>
                <a:lnTo>
                  <a:pt x="323850" y="228600"/>
                </a:lnTo>
                <a:lnTo>
                  <a:pt x="333375" y="228600"/>
                </a:lnTo>
                <a:lnTo>
                  <a:pt x="333375" y="257175"/>
                </a:lnTo>
                <a:lnTo>
                  <a:pt x="342900" y="257175"/>
                </a:lnTo>
                <a:lnTo>
                  <a:pt x="342900" y="266700"/>
                </a:lnTo>
                <a:lnTo>
                  <a:pt x="352425" y="266700"/>
                </a:lnTo>
                <a:lnTo>
                  <a:pt x="352425" y="276225"/>
                </a:lnTo>
                <a:lnTo>
                  <a:pt x="371475" y="276225"/>
                </a:lnTo>
                <a:lnTo>
                  <a:pt x="371475" y="266700"/>
                </a:lnTo>
                <a:lnTo>
                  <a:pt x="381000" y="266700"/>
                </a:lnTo>
                <a:lnTo>
                  <a:pt x="381000" y="257175"/>
                </a:lnTo>
                <a:lnTo>
                  <a:pt x="390525" y="257175"/>
                </a:lnTo>
                <a:lnTo>
                  <a:pt x="390525" y="161925"/>
                </a:lnTo>
                <a:lnTo>
                  <a:pt x="428625" y="161925"/>
                </a:lnTo>
                <a:lnTo>
                  <a:pt x="428625" y="247650"/>
                </a:lnTo>
                <a:lnTo>
                  <a:pt x="438150" y="247650"/>
                </a:lnTo>
                <a:lnTo>
                  <a:pt x="438150" y="266700"/>
                </a:lnTo>
                <a:lnTo>
                  <a:pt x="457200" y="266700"/>
                </a:lnTo>
                <a:lnTo>
                  <a:pt x="457200" y="276225"/>
                </a:lnTo>
                <a:lnTo>
                  <a:pt x="504825" y="276225"/>
                </a:lnTo>
                <a:lnTo>
                  <a:pt x="504825" y="266700"/>
                </a:lnTo>
                <a:lnTo>
                  <a:pt x="514350" y="266700"/>
                </a:lnTo>
                <a:lnTo>
                  <a:pt x="514350" y="257175"/>
                </a:lnTo>
                <a:lnTo>
                  <a:pt x="523875" y="257175"/>
                </a:lnTo>
                <a:lnTo>
                  <a:pt x="523875" y="190500"/>
                </a:lnTo>
                <a:lnTo>
                  <a:pt x="561975" y="190500"/>
                </a:lnTo>
                <a:lnTo>
                  <a:pt x="561975" y="257175"/>
                </a:lnTo>
                <a:lnTo>
                  <a:pt x="571500" y="257175"/>
                </a:lnTo>
                <a:lnTo>
                  <a:pt x="571500" y="266700"/>
                </a:lnTo>
                <a:lnTo>
                  <a:pt x="581025" y="266700"/>
                </a:lnTo>
                <a:lnTo>
                  <a:pt x="581025" y="276225"/>
                </a:lnTo>
                <a:lnTo>
                  <a:pt x="628650" y="276225"/>
                </a:lnTo>
                <a:lnTo>
                  <a:pt x="628650" y="266700"/>
                </a:lnTo>
                <a:lnTo>
                  <a:pt x="638175" y="266700"/>
                </a:lnTo>
                <a:lnTo>
                  <a:pt x="638175" y="238125"/>
                </a:lnTo>
                <a:lnTo>
                  <a:pt x="647700" y="238125"/>
                </a:lnTo>
                <a:lnTo>
                  <a:pt x="647700" y="190500"/>
                </a:lnTo>
                <a:lnTo>
                  <a:pt x="676275" y="190500"/>
                </a:lnTo>
                <a:lnTo>
                  <a:pt x="676275" y="200025"/>
                </a:lnTo>
                <a:lnTo>
                  <a:pt x="685800" y="200025"/>
                </a:lnTo>
                <a:lnTo>
                  <a:pt x="685800" y="266700"/>
                </a:lnTo>
                <a:lnTo>
                  <a:pt x="704850" y="266700"/>
                </a:lnTo>
                <a:lnTo>
                  <a:pt x="704850" y="276225"/>
                </a:lnTo>
                <a:lnTo>
                  <a:pt x="742950" y="276225"/>
                </a:lnTo>
                <a:lnTo>
                  <a:pt x="742950" y="266700"/>
                </a:lnTo>
                <a:lnTo>
                  <a:pt x="752475" y="266700"/>
                </a:lnTo>
                <a:lnTo>
                  <a:pt x="752475" y="257175"/>
                </a:lnTo>
                <a:lnTo>
                  <a:pt x="762000" y="257175"/>
                </a:lnTo>
                <a:lnTo>
                  <a:pt x="762000" y="190500"/>
                </a:lnTo>
                <a:lnTo>
                  <a:pt x="800100" y="190500"/>
                </a:lnTo>
                <a:lnTo>
                  <a:pt x="800100" y="257175"/>
                </a:lnTo>
                <a:lnTo>
                  <a:pt x="809625" y="257175"/>
                </a:lnTo>
                <a:lnTo>
                  <a:pt x="809625" y="266700"/>
                </a:lnTo>
                <a:lnTo>
                  <a:pt x="819150" y="266700"/>
                </a:lnTo>
                <a:lnTo>
                  <a:pt x="819150" y="276225"/>
                </a:lnTo>
                <a:lnTo>
                  <a:pt x="866775" y="276225"/>
                </a:lnTo>
                <a:lnTo>
                  <a:pt x="866775" y="266700"/>
                </a:lnTo>
                <a:lnTo>
                  <a:pt x="876300" y="266700"/>
                </a:lnTo>
                <a:lnTo>
                  <a:pt x="876300" y="257175"/>
                </a:lnTo>
                <a:lnTo>
                  <a:pt x="885825" y="257175"/>
                </a:lnTo>
                <a:lnTo>
                  <a:pt x="885825" y="190500"/>
                </a:lnTo>
                <a:lnTo>
                  <a:pt x="923925" y="190500"/>
                </a:lnTo>
                <a:lnTo>
                  <a:pt x="923925" y="257175"/>
                </a:lnTo>
                <a:lnTo>
                  <a:pt x="933450" y="257175"/>
                </a:lnTo>
                <a:lnTo>
                  <a:pt x="933450" y="266700"/>
                </a:lnTo>
                <a:lnTo>
                  <a:pt x="942975" y="266700"/>
                </a:lnTo>
                <a:lnTo>
                  <a:pt x="942975" y="276225"/>
                </a:lnTo>
                <a:lnTo>
                  <a:pt x="1009650" y="276225"/>
                </a:lnTo>
                <a:lnTo>
                  <a:pt x="1009650" y="9525"/>
                </a:lnTo>
                <a:lnTo>
                  <a:pt x="1019175" y="9525"/>
                </a:lnTo>
                <a:lnTo>
                  <a:pt x="1019175" y="0"/>
                </a:lnTo>
                <a:lnTo>
                  <a:pt x="1047750" y="0"/>
                </a:lnTo>
                <a:lnTo>
                  <a:pt x="1047750" y="238125"/>
                </a:lnTo>
                <a:lnTo>
                  <a:pt x="1066800" y="238125"/>
                </a:lnTo>
                <a:lnTo>
                  <a:pt x="1066800" y="228600"/>
                </a:lnTo>
                <a:lnTo>
                  <a:pt x="1076325" y="228600"/>
                </a:lnTo>
                <a:lnTo>
                  <a:pt x="1076325" y="219075"/>
                </a:lnTo>
                <a:lnTo>
                  <a:pt x="1085850" y="219075"/>
                </a:lnTo>
                <a:lnTo>
                  <a:pt x="1085850" y="209550"/>
                </a:lnTo>
                <a:lnTo>
                  <a:pt x="1095375" y="209550"/>
                </a:lnTo>
                <a:lnTo>
                  <a:pt x="1095375" y="200025"/>
                </a:lnTo>
                <a:lnTo>
                  <a:pt x="1104900" y="200025"/>
                </a:lnTo>
                <a:lnTo>
                  <a:pt x="1104900" y="190500"/>
                </a:lnTo>
                <a:lnTo>
                  <a:pt x="1114425" y="190500"/>
                </a:lnTo>
                <a:lnTo>
                  <a:pt x="1114425" y="180975"/>
                </a:lnTo>
                <a:lnTo>
                  <a:pt x="1133475" y="180975"/>
                </a:lnTo>
                <a:lnTo>
                  <a:pt x="1133475" y="171450"/>
                </a:lnTo>
                <a:lnTo>
                  <a:pt x="1162050" y="171450"/>
                </a:lnTo>
                <a:lnTo>
                  <a:pt x="1162050" y="161925"/>
                </a:lnTo>
                <a:lnTo>
                  <a:pt x="1209675" y="161925"/>
                </a:lnTo>
                <a:lnTo>
                  <a:pt x="1209675" y="171450"/>
                </a:lnTo>
                <a:lnTo>
                  <a:pt x="1228725" y="171450"/>
                </a:lnTo>
                <a:lnTo>
                  <a:pt x="1228725" y="180975"/>
                </a:lnTo>
                <a:lnTo>
                  <a:pt x="1247775" y="180975"/>
                </a:lnTo>
                <a:lnTo>
                  <a:pt x="1247775" y="200025"/>
                </a:lnTo>
                <a:lnTo>
                  <a:pt x="1257300" y="200025"/>
                </a:lnTo>
                <a:lnTo>
                  <a:pt x="1257300" y="266700"/>
                </a:lnTo>
                <a:lnTo>
                  <a:pt x="1266825" y="266700"/>
                </a:lnTo>
                <a:lnTo>
                  <a:pt x="1266825" y="276225"/>
                </a:lnTo>
                <a:lnTo>
                  <a:pt x="1333500" y="276225"/>
                </a:lnTo>
                <a:lnTo>
                  <a:pt x="1333500" y="266700"/>
                </a:lnTo>
                <a:lnTo>
                  <a:pt x="1362075" y="266700"/>
                </a:lnTo>
                <a:lnTo>
                  <a:pt x="1362075" y="247650"/>
                </a:lnTo>
                <a:lnTo>
                  <a:pt x="1352550" y="247650"/>
                </a:lnTo>
                <a:lnTo>
                  <a:pt x="1352550" y="238125"/>
                </a:lnTo>
                <a:lnTo>
                  <a:pt x="1343025" y="238125"/>
                </a:lnTo>
                <a:lnTo>
                  <a:pt x="1343025" y="209550"/>
                </a:lnTo>
                <a:lnTo>
                  <a:pt x="1333500" y="209550"/>
                </a:lnTo>
                <a:lnTo>
                  <a:pt x="1333500" y="171450"/>
                </a:lnTo>
                <a:lnTo>
                  <a:pt x="1343025" y="171450"/>
                </a:lnTo>
                <a:lnTo>
                  <a:pt x="1343025" y="142875"/>
                </a:lnTo>
                <a:lnTo>
                  <a:pt x="1352550" y="142875"/>
                </a:lnTo>
                <a:lnTo>
                  <a:pt x="1352550" y="133350"/>
                </a:lnTo>
                <a:lnTo>
                  <a:pt x="1362075" y="133350"/>
                </a:lnTo>
                <a:lnTo>
                  <a:pt x="1362075" y="123825"/>
                </a:lnTo>
                <a:lnTo>
                  <a:pt x="1371600" y="123825"/>
                </a:lnTo>
                <a:lnTo>
                  <a:pt x="1371600" y="114300"/>
                </a:lnTo>
                <a:lnTo>
                  <a:pt x="1400175" y="114300"/>
                </a:lnTo>
                <a:lnTo>
                  <a:pt x="1400175" y="104775"/>
                </a:lnTo>
                <a:lnTo>
                  <a:pt x="1447800" y="104775"/>
                </a:lnTo>
                <a:lnTo>
                  <a:pt x="1447800" y="133350"/>
                </a:lnTo>
                <a:lnTo>
                  <a:pt x="1438275" y="133350"/>
                </a:lnTo>
                <a:lnTo>
                  <a:pt x="1438275" y="142875"/>
                </a:lnTo>
                <a:lnTo>
                  <a:pt x="1400175" y="142875"/>
                </a:lnTo>
                <a:lnTo>
                  <a:pt x="1400175" y="152400"/>
                </a:lnTo>
                <a:lnTo>
                  <a:pt x="1381125" y="152400"/>
                </a:lnTo>
                <a:lnTo>
                  <a:pt x="1381125" y="171450"/>
                </a:lnTo>
                <a:lnTo>
                  <a:pt x="1371600" y="171450"/>
                </a:lnTo>
                <a:lnTo>
                  <a:pt x="1371600" y="209550"/>
                </a:lnTo>
                <a:lnTo>
                  <a:pt x="1381125" y="209550"/>
                </a:lnTo>
                <a:lnTo>
                  <a:pt x="1381125" y="219075"/>
                </a:lnTo>
                <a:lnTo>
                  <a:pt x="1390650" y="219075"/>
                </a:lnTo>
                <a:lnTo>
                  <a:pt x="1390650" y="228600"/>
                </a:lnTo>
                <a:lnTo>
                  <a:pt x="1400175" y="228600"/>
                </a:lnTo>
                <a:lnTo>
                  <a:pt x="1400175" y="238125"/>
                </a:lnTo>
                <a:lnTo>
                  <a:pt x="1428750" y="238125"/>
                </a:lnTo>
                <a:lnTo>
                  <a:pt x="1428750" y="228600"/>
                </a:lnTo>
                <a:lnTo>
                  <a:pt x="1447800" y="228600"/>
                </a:lnTo>
                <a:lnTo>
                  <a:pt x="1447800" y="219075"/>
                </a:lnTo>
                <a:lnTo>
                  <a:pt x="1476375" y="219075"/>
                </a:lnTo>
                <a:lnTo>
                  <a:pt x="1476375" y="209550"/>
                </a:lnTo>
                <a:lnTo>
                  <a:pt x="1495425" y="209550"/>
                </a:lnTo>
                <a:lnTo>
                  <a:pt x="1495425" y="247650"/>
                </a:lnTo>
                <a:lnTo>
                  <a:pt x="1476375" y="247650"/>
                </a:lnTo>
                <a:lnTo>
                  <a:pt x="1476375" y="257175"/>
                </a:lnTo>
                <a:lnTo>
                  <a:pt x="1447800" y="257175"/>
                </a:lnTo>
                <a:lnTo>
                  <a:pt x="1447800" y="266700"/>
                </a:lnTo>
                <a:lnTo>
                  <a:pt x="1428750" y="266700"/>
                </a:lnTo>
                <a:lnTo>
                  <a:pt x="1428750" y="276225"/>
                </a:lnTo>
                <a:lnTo>
                  <a:pt x="1409700" y="276225"/>
                </a:lnTo>
                <a:lnTo>
                  <a:pt x="1409700" y="285750"/>
                </a:lnTo>
                <a:lnTo>
                  <a:pt x="1390650" y="285750"/>
                </a:lnTo>
                <a:lnTo>
                  <a:pt x="1390650" y="295275"/>
                </a:lnTo>
                <a:lnTo>
                  <a:pt x="1362075" y="295275"/>
                </a:lnTo>
                <a:lnTo>
                  <a:pt x="1362075" y="304800"/>
                </a:lnTo>
                <a:lnTo>
                  <a:pt x="1333500" y="304800"/>
                </a:lnTo>
                <a:lnTo>
                  <a:pt x="1333500" y="314325"/>
                </a:lnTo>
                <a:lnTo>
                  <a:pt x="1257300" y="314325"/>
                </a:lnTo>
                <a:lnTo>
                  <a:pt x="1257300" y="304800"/>
                </a:lnTo>
                <a:lnTo>
                  <a:pt x="1238250" y="304800"/>
                </a:lnTo>
                <a:lnTo>
                  <a:pt x="1238250" y="295275"/>
                </a:lnTo>
                <a:lnTo>
                  <a:pt x="1200150" y="295275"/>
                </a:lnTo>
                <a:lnTo>
                  <a:pt x="1200150" y="304800"/>
                </a:lnTo>
                <a:lnTo>
                  <a:pt x="1162050" y="304800"/>
                </a:lnTo>
                <a:lnTo>
                  <a:pt x="1162050" y="314325"/>
                </a:lnTo>
                <a:lnTo>
                  <a:pt x="933450" y="314325"/>
                </a:lnTo>
                <a:lnTo>
                  <a:pt x="933450" y="304800"/>
                </a:lnTo>
                <a:lnTo>
                  <a:pt x="914400" y="304800"/>
                </a:lnTo>
                <a:lnTo>
                  <a:pt x="914400" y="295275"/>
                </a:lnTo>
                <a:lnTo>
                  <a:pt x="895350" y="295275"/>
                </a:lnTo>
                <a:lnTo>
                  <a:pt x="895350" y="304800"/>
                </a:lnTo>
                <a:lnTo>
                  <a:pt x="876300" y="304800"/>
                </a:lnTo>
                <a:lnTo>
                  <a:pt x="876300" y="314325"/>
                </a:lnTo>
                <a:lnTo>
                  <a:pt x="809625" y="314325"/>
                </a:lnTo>
                <a:lnTo>
                  <a:pt x="809625" y="304800"/>
                </a:lnTo>
                <a:lnTo>
                  <a:pt x="790575" y="304800"/>
                </a:lnTo>
                <a:lnTo>
                  <a:pt x="790575" y="295275"/>
                </a:lnTo>
                <a:lnTo>
                  <a:pt x="781050" y="295275"/>
                </a:lnTo>
                <a:lnTo>
                  <a:pt x="781050" y="304800"/>
                </a:lnTo>
                <a:lnTo>
                  <a:pt x="762000" y="304800"/>
                </a:lnTo>
                <a:lnTo>
                  <a:pt x="762000" y="314325"/>
                </a:lnTo>
                <a:lnTo>
                  <a:pt x="685800" y="314325"/>
                </a:lnTo>
                <a:lnTo>
                  <a:pt x="685800" y="304800"/>
                </a:lnTo>
                <a:lnTo>
                  <a:pt x="666750" y="304800"/>
                </a:lnTo>
                <a:lnTo>
                  <a:pt x="666750" y="295275"/>
                </a:lnTo>
                <a:lnTo>
                  <a:pt x="657225" y="295275"/>
                </a:lnTo>
                <a:lnTo>
                  <a:pt x="657225" y="304800"/>
                </a:lnTo>
                <a:lnTo>
                  <a:pt x="638175" y="304800"/>
                </a:lnTo>
                <a:lnTo>
                  <a:pt x="638175" y="314325"/>
                </a:lnTo>
                <a:lnTo>
                  <a:pt x="561975" y="314325"/>
                </a:lnTo>
                <a:lnTo>
                  <a:pt x="561975" y="304800"/>
                </a:lnTo>
                <a:lnTo>
                  <a:pt x="542925" y="304800"/>
                </a:lnTo>
                <a:lnTo>
                  <a:pt x="542925" y="295275"/>
                </a:lnTo>
                <a:lnTo>
                  <a:pt x="533400" y="295275"/>
                </a:lnTo>
                <a:lnTo>
                  <a:pt x="533400" y="304800"/>
                </a:lnTo>
                <a:lnTo>
                  <a:pt x="514350" y="304800"/>
                </a:lnTo>
                <a:lnTo>
                  <a:pt x="514350" y="314325"/>
                </a:lnTo>
                <a:lnTo>
                  <a:pt x="438150" y="314325"/>
                </a:lnTo>
                <a:lnTo>
                  <a:pt x="438150" y="304800"/>
                </a:lnTo>
                <a:lnTo>
                  <a:pt x="419100" y="304800"/>
                </a:lnTo>
                <a:lnTo>
                  <a:pt x="419100" y="295275"/>
                </a:lnTo>
                <a:lnTo>
                  <a:pt x="400050" y="295275"/>
                </a:lnTo>
                <a:lnTo>
                  <a:pt x="400050" y="304800"/>
                </a:lnTo>
                <a:lnTo>
                  <a:pt x="390525" y="304800"/>
                </a:lnTo>
                <a:lnTo>
                  <a:pt x="390525" y="314325"/>
                </a:lnTo>
                <a:lnTo>
                  <a:pt x="333375" y="314325"/>
                </a:lnTo>
                <a:lnTo>
                  <a:pt x="333375" y="304800"/>
                </a:lnTo>
                <a:lnTo>
                  <a:pt x="323850" y="304800"/>
                </a:lnTo>
                <a:lnTo>
                  <a:pt x="323850" y="295275"/>
                </a:lnTo>
                <a:lnTo>
                  <a:pt x="314325" y="295275"/>
                </a:lnTo>
                <a:lnTo>
                  <a:pt x="314325" y="285750"/>
                </a:lnTo>
                <a:lnTo>
                  <a:pt x="304800" y="285750"/>
                </a:lnTo>
                <a:lnTo>
                  <a:pt x="304800" y="295275"/>
                </a:lnTo>
                <a:lnTo>
                  <a:pt x="295275" y="295275"/>
                </a:lnTo>
                <a:lnTo>
                  <a:pt x="295275" y="304800"/>
                </a:lnTo>
                <a:lnTo>
                  <a:pt x="285750" y="304800"/>
                </a:lnTo>
                <a:lnTo>
                  <a:pt x="285750" y="314325"/>
                </a:lnTo>
                <a:lnTo>
                  <a:pt x="228600" y="314325"/>
                </a:lnTo>
                <a:lnTo>
                  <a:pt x="228600" y="304800"/>
                </a:lnTo>
                <a:lnTo>
                  <a:pt x="219075" y="304800"/>
                </a:lnTo>
                <a:lnTo>
                  <a:pt x="219075" y="333375"/>
                </a:lnTo>
                <a:lnTo>
                  <a:pt x="209550" y="333375"/>
                </a:lnTo>
                <a:lnTo>
                  <a:pt x="209550" y="352425"/>
                </a:lnTo>
                <a:lnTo>
                  <a:pt x="200025" y="352425"/>
                </a:lnTo>
                <a:lnTo>
                  <a:pt x="200025" y="361950"/>
                </a:lnTo>
                <a:lnTo>
                  <a:pt x="190500" y="361950"/>
                </a:lnTo>
                <a:lnTo>
                  <a:pt x="190500" y="371475"/>
                </a:lnTo>
                <a:lnTo>
                  <a:pt x="180975" y="371475"/>
                </a:lnTo>
                <a:lnTo>
                  <a:pt x="180975" y="381000"/>
                </a:lnTo>
                <a:lnTo>
                  <a:pt x="171450" y="381000"/>
                </a:lnTo>
                <a:lnTo>
                  <a:pt x="171450" y="390525"/>
                </a:lnTo>
                <a:lnTo>
                  <a:pt x="161925" y="390525"/>
                </a:lnTo>
                <a:lnTo>
                  <a:pt x="161925" y="400050"/>
                </a:lnTo>
                <a:lnTo>
                  <a:pt x="133350" y="400050"/>
                </a:lnTo>
                <a:lnTo>
                  <a:pt x="133350" y="409575"/>
                </a:lnTo>
                <a:lnTo>
                  <a:pt x="57150" y="409575"/>
                </a:lnTo>
                <a:lnTo>
                  <a:pt x="57150" y="400050"/>
                </a:lnTo>
                <a:lnTo>
                  <a:pt x="28575" y="400050"/>
                </a:lnTo>
                <a:lnTo>
                  <a:pt x="28575" y="390525"/>
                </a:lnTo>
                <a:lnTo>
                  <a:pt x="19050" y="390525"/>
                </a:lnTo>
                <a:lnTo>
                  <a:pt x="19050" y="381000"/>
                </a:lnTo>
                <a:lnTo>
                  <a:pt x="9525" y="381000"/>
                </a:lnTo>
                <a:lnTo>
                  <a:pt x="9525" y="371475"/>
                </a:lnTo>
                <a:lnTo>
                  <a:pt x="0" y="371475"/>
                </a:lnTo>
                <a:lnTo>
                  <a:pt x="0" y="266700"/>
                </a:lnTo>
                <a:close/>
                <a:moveTo>
                  <a:pt x="1085850" y="276225"/>
                </a:moveTo>
                <a:lnTo>
                  <a:pt x="1152525" y="276225"/>
                </a:lnTo>
                <a:lnTo>
                  <a:pt x="1152525" y="266700"/>
                </a:lnTo>
                <a:lnTo>
                  <a:pt x="1181100" y="266700"/>
                </a:lnTo>
                <a:lnTo>
                  <a:pt x="1181100" y="257175"/>
                </a:lnTo>
                <a:lnTo>
                  <a:pt x="1200150" y="257175"/>
                </a:lnTo>
                <a:lnTo>
                  <a:pt x="1200150" y="247650"/>
                </a:lnTo>
                <a:lnTo>
                  <a:pt x="1209675" y="247650"/>
                </a:lnTo>
                <a:lnTo>
                  <a:pt x="1209675" y="238125"/>
                </a:lnTo>
                <a:lnTo>
                  <a:pt x="1219200" y="238125"/>
                </a:lnTo>
                <a:lnTo>
                  <a:pt x="1219200" y="209550"/>
                </a:lnTo>
                <a:lnTo>
                  <a:pt x="1209675" y="209550"/>
                </a:lnTo>
                <a:lnTo>
                  <a:pt x="1209675" y="200025"/>
                </a:lnTo>
                <a:lnTo>
                  <a:pt x="1162050" y="200025"/>
                </a:lnTo>
                <a:lnTo>
                  <a:pt x="1162050" y="209550"/>
                </a:lnTo>
                <a:lnTo>
                  <a:pt x="1143000" y="209550"/>
                </a:lnTo>
                <a:lnTo>
                  <a:pt x="1143000" y="219075"/>
                </a:lnTo>
                <a:lnTo>
                  <a:pt x="1123950" y="219075"/>
                </a:lnTo>
                <a:lnTo>
                  <a:pt x="1123950" y="228600"/>
                </a:lnTo>
                <a:lnTo>
                  <a:pt x="1114425" y="228600"/>
                </a:lnTo>
                <a:lnTo>
                  <a:pt x="1114425" y="238125"/>
                </a:lnTo>
                <a:lnTo>
                  <a:pt x="1104900" y="238125"/>
                </a:lnTo>
                <a:lnTo>
                  <a:pt x="1104900" y="247650"/>
                </a:lnTo>
                <a:lnTo>
                  <a:pt x="1095375" y="247650"/>
                </a:lnTo>
                <a:lnTo>
                  <a:pt x="1095375" y="257175"/>
                </a:lnTo>
                <a:lnTo>
                  <a:pt x="1085850" y="257175"/>
                </a:lnTo>
                <a:lnTo>
                  <a:pt x="1085850" y="2762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BE92D35B-F9EA-477C-87D3-2418287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2714625"/>
            <a:ext cx="47625" cy="38100"/>
          </a:xfrm>
          <a:custGeom xmlns:a="http://schemas.openxmlformats.org/drawingml/2006/main">
            <a:pathLst>
              <a:path w="47625" h="38100">
                <a:moveTo>
                  <a:pt x="47625" y="28575"/>
                </a:moveTo>
                <a:lnTo>
                  <a:pt x="38100" y="28575"/>
                </a:lnTo>
                <a:lnTo>
                  <a:pt x="38100" y="38100"/>
                </a:ln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47625" y="0"/>
                </a:lnTo>
                <a:lnTo>
                  <a:pt x="47625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18E87B53-2CE2-43B0-A31D-25FA812C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3086100"/>
            <a:ext cx="609600" cy="200025"/>
          </a:xfrm>
          <a:custGeom xmlns:a="http://schemas.openxmlformats.org/drawingml/2006/main">
            <a:pathLst>
              <a:path w="609600" h="200025">
                <a:moveTo>
                  <a:pt x="180975" y="66675"/>
                </a:moveTo>
                <a:lnTo>
                  <a:pt x="190500" y="66675"/>
                </a:lnTo>
                <a:lnTo>
                  <a:pt x="190500" y="57150"/>
                </a:lnTo>
                <a:lnTo>
                  <a:pt x="200025" y="57150"/>
                </a:lnTo>
                <a:lnTo>
                  <a:pt x="200025" y="47625"/>
                </a:lnTo>
                <a:lnTo>
                  <a:pt x="257175" y="47625"/>
                </a:lnTo>
                <a:lnTo>
                  <a:pt x="257175" y="57150"/>
                </a:lnTo>
                <a:lnTo>
                  <a:pt x="266700" y="57150"/>
                </a:lnTo>
                <a:lnTo>
                  <a:pt x="266700" y="66675"/>
                </a:lnTo>
                <a:lnTo>
                  <a:pt x="276225" y="66675"/>
                </a:lnTo>
                <a:lnTo>
                  <a:pt x="276225" y="76200"/>
                </a:lnTo>
                <a:lnTo>
                  <a:pt x="285750" y="76200"/>
                </a:lnTo>
                <a:lnTo>
                  <a:pt x="285750" y="95250"/>
                </a:lnTo>
                <a:lnTo>
                  <a:pt x="295275" y="95250"/>
                </a:lnTo>
                <a:lnTo>
                  <a:pt x="295275" y="104775"/>
                </a:lnTo>
                <a:lnTo>
                  <a:pt x="342900" y="104775"/>
                </a:lnTo>
                <a:lnTo>
                  <a:pt x="342900" y="95250"/>
                </a:lnTo>
                <a:lnTo>
                  <a:pt x="352425" y="95250"/>
                </a:lnTo>
                <a:lnTo>
                  <a:pt x="352425" y="85725"/>
                </a:lnTo>
                <a:lnTo>
                  <a:pt x="361950" y="85725"/>
                </a:lnTo>
                <a:lnTo>
                  <a:pt x="361950" y="28575"/>
                </a:lnTo>
                <a:lnTo>
                  <a:pt x="400050" y="28575"/>
                </a:lnTo>
                <a:lnTo>
                  <a:pt x="400050" y="76200"/>
                </a:lnTo>
                <a:lnTo>
                  <a:pt x="409575" y="76200"/>
                </a:lnTo>
                <a:lnTo>
                  <a:pt x="409575" y="95250"/>
                </a:lnTo>
                <a:lnTo>
                  <a:pt x="419100" y="95250"/>
                </a:lnTo>
                <a:lnTo>
                  <a:pt x="419100" y="104775"/>
                </a:lnTo>
                <a:lnTo>
                  <a:pt x="457200" y="104775"/>
                </a:lnTo>
                <a:lnTo>
                  <a:pt x="457200" y="95250"/>
                </a:lnTo>
                <a:lnTo>
                  <a:pt x="466725" y="95250"/>
                </a:lnTo>
                <a:lnTo>
                  <a:pt x="466725" y="66675"/>
                </a:lnTo>
                <a:lnTo>
                  <a:pt x="476250" y="66675"/>
                </a:lnTo>
                <a:lnTo>
                  <a:pt x="476250" y="28575"/>
                </a:lnTo>
                <a:lnTo>
                  <a:pt x="514350" y="28575"/>
                </a:lnTo>
                <a:lnTo>
                  <a:pt x="514350" y="85725"/>
                </a:lnTo>
                <a:lnTo>
                  <a:pt x="523875" y="85725"/>
                </a:lnTo>
                <a:lnTo>
                  <a:pt x="523875" y="95250"/>
                </a:lnTo>
                <a:lnTo>
                  <a:pt x="533400" y="95250"/>
                </a:lnTo>
                <a:lnTo>
                  <a:pt x="533400" y="104775"/>
                </a:lnTo>
                <a:lnTo>
                  <a:pt x="561975" y="104775"/>
                </a:lnTo>
                <a:lnTo>
                  <a:pt x="561975" y="95250"/>
                </a:lnTo>
                <a:lnTo>
                  <a:pt x="571500" y="95250"/>
                </a:lnTo>
                <a:lnTo>
                  <a:pt x="571500" y="0"/>
                </a:lnTo>
                <a:lnTo>
                  <a:pt x="609600" y="0"/>
                </a:lnTo>
                <a:lnTo>
                  <a:pt x="609600" y="104775"/>
                </a:lnTo>
                <a:lnTo>
                  <a:pt x="600075" y="104775"/>
                </a:lnTo>
                <a:lnTo>
                  <a:pt x="600075" y="123825"/>
                </a:lnTo>
                <a:lnTo>
                  <a:pt x="590550" y="123825"/>
                </a:lnTo>
                <a:lnTo>
                  <a:pt x="590550" y="133350"/>
                </a:lnTo>
                <a:lnTo>
                  <a:pt x="581025" y="133350"/>
                </a:lnTo>
                <a:lnTo>
                  <a:pt x="581025" y="142875"/>
                </a:lnTo>
                <a:lnTo>
                  <a:pt x="561975" y="142875"/>
                </a:lnTo>
                <a:lnTo>
                  <a:pt x="561975" y="152400"/>
                </a:lnTo>
                <a:lnTo>
                  <a:pt x="533400" y="152400"/>
                </a:lnTo>
                <a:lnTo>
                  <a:pt x="533400" y="142875"/>
                </a:lnTo>
                <a:lnTo>
                  <a:pt x="514350" y="142875"/>
                </a:lnTo>
                <a:lnTo>
                  <a:pt x="514350" y="133350"/>
                </a:lnTo>
                <a:lnTo>
                  <a:pt x="504825" y="133350"/>
                </a:lnTo>
                <a:lnTo>
                  <a:pt x="504825" y="123825"/>
                </a:lnTo>
                <a:lnTo>
                  <a:pt x="495300" y="123825"/>
                </a:lnTo>
                <a:lnTo>
                  <a:pt x="495300" y="114300"/>
                </a:lnTo>
                <a:lnTo>
                  <a:pt x="485775" y="114300"/>
                </a:lnTo>
                <a:lnTo>
                  <a:pt x="485775" y="133350"/>
                </a:lnTo>
                <a:lnTo>
                  <a:pt x="476250" y="133350"/>
                </a:lnTo>
                <a:lnTo>
                  <a:pt x="476250" y="142875"/>
                </a:lnTo>
                <a:lnTo>
                  <a:pt x="447675" y="142875"/>
                </a:lnTo>
                <a:lnTo>
                  <a:pt x="447675" y="152400"/>
                </a:lnTo>
                <a:lnTo>
                  <a:pt x="419100" y="152400"/>
                </a:lnTo>
                <a:lnTo>
                  <a:pt x="419100" y="142875"/>
                </a:lnTo>
                <a:lnTo>
                  <a:pt x="400050" y="142875"/>
                </a:lnTo>
                <a:lnTo>
                  <a:pt x="400050" y="133350"/>
                </a:lnTo>
                <a:lnTo>
                  <a:pt x="390525" y="133350"/>
                </a:lnTo>
                <a:lnTo>
                  <a:pt x="390525" y="123825"/>
                </a:lnTo>
                <a:lnTo>
                  <a:pt x="371475" y="123825"/>
                </a:lnTo>
                <a:lnTo>
                  <a:pt x="371475" y="133350"/>
                </a:lnTo>
                <a:lnTo>
                  <a:pt x="361950" y="133350"/>
                </a:lnTo>
                <a:lnTo>
                  <a:pt x="361950" y="142875"/>
                </a:lnTo>
                <a:lnTo>
                  <a:pt x="285750" y="142875"/>
                </a:lnTo>
                <a:lnTo>
                  <a:pt x="285750" y="133350"/>
                </a:lnTo>
                <a:lnTo>
                  <a:pt x="276225" y="133350"/>
                </a:lnTo>
                <a:lnTo>
                  <a:pt x="276225" y="123825"/>
                </a:lnTo>
                <a:lnTo>
                  <a:pt x="266700" y="123825"/>
                </a:lnTo>
                <a:lnTo>
                  <a:pt x="266700" y="114300"/>
                </a:lnTo>
                <a:lnTo>
                  <a:pt x="257175" y="114300"/>
                </a:lnTo>
                <a:lnTo>
                  <a:pt x="257175" y="95250"/>
                </a:lnTo>
                <a:lnTo>
                  <a:pt x="247650" y="95250"/>
                </a:lnTo>
                <a:lnTo>
                  <a:pt x="247650" y="85725"/>
                </a:lnTo>
                <a:lnTo>
                  <a:pt x="238125" y="85725"/>
                </a:lnTo>
                <a:lnTo>
                  <a:pt x="238125" y="76200"/>
                </a:lnTo>
                <a:lnTo>
                  <a:pt x="228600" y="76200"/>
                </a:lnTo>
                <a:lnTo>
                  <a:pt x="228600" y="85725"/>
                </a:lnTo>
                <a:lnTo>
                  <a:pt x="219075" y="85725"/>
                </a:lnTo>
                <a:lnTo>
                  <a:pt x="219075" y="104775"/>
                </a:lnTo>
                <a:lnTo>
                  <a:pt x="238125" y="104775"/>
                </a:lnTo>
                <a:lnTo>
                  <a:pt x="238125" y="123825"/>
                </a:lnTo>
                <a:lnTo>
                  <a:pt x="247650" y="123825"/>
                </a:lnTo>
                <a:lnTo>
                  <a:pt x="247650" y="152400"/>
                </a:lnTo>
                <a:lnTo>
                  <a:pt x="238125" y="152400"/>
                </a:lnTo>
                <a:lnTo>
                  <a:pt x="238125" y="161925"/>
                </a:lnTo>
                <a:lnTo>
                  <a:pt x="228600" y="161925"/>
                </a:lnTo>
                <a:lnTo>
                  <a:pt x="228600" y="171450"/>
                </a:lnTo>
                <a:lnTo>
                  <a:pt x="219075" y="171450"/>
                </a:lnTo>
                <a:lnTo>
                  <a:pt x="219075" y="180975"/>
                </a:lnTo>
                <a:lnTo>
                  <a:pt x="200025" y="180975"/>
                </a:lnTo>
                <a:lnTo>
                  <a:pt x="200025" y="190500"/>
                </a:lnTo>
                <a:lnTo>
                  <a:pt x="161925" y="190500"/>
                </a:lnTo>
                <a:lnTo>
                  <a:pt x="161925" y="200025"/>
                </a:lnTo>
                <a:lnTo>
                  <a:pt x="76200" y="200025"/>
                </a:lnTo>
                <a:lnTo>
                  <a:pt x="76200" y="190500"/>
                </a:lnTo>
                <a:lnTo>
                  <a:pt x="47625" y="190500"/>
                </a:lnTo>
                <a:lnTo>
                  <a:pt x="47625" y="180975"/>
                </a:lnTo>
                <a:lnTo>
                  <a:pt x="28575" y="180975"/>
                </a:lnTo>
                <a:lnTo>
                  <a:pt x="28575" y="171450"/>
                </a:lnTo>
                <a:lnTo>
                  <a:pt x="19050" y="171450"/>
                </a:lnTo>
                <a:lnTo>
                  <a:pt x="19050" y="161925"/>
                </a:lnTo>
                <a:lnTo>
                  <a:pt x="9525" y="161925"/>
                </a:lnTo>
                <a:lnTo>
                  <a:pt x="9525" y="142875"/>
                </a:lnTo>
                <a:lnTo>
                  <a:pt x="0" y="142875"/>
                </a:lnTo>
                <a:lnTo>
                  <a:pt x="0" y="85725"/>
                </a:lnTo>
                <a:lnTo>
                  <a:pt x="9525" y="85725"/>
                </a:lnTo>
                <a:lnTo>
                  <a:pt x="9525" y="76200"/>
                </a:lnTo>
                <a:lnTo>
                  <a:pt x="19050" y="76200"/>
                </a:lnTo>
                <a:lnTo>
                  <a:pt x="19050" y="66675"/>
                </a:lnTo>
                <a:lnTo>
                  <a:pt x="38100" y="66675"/>
                </a:lnTo>
                <a:lnTo>
                  <a:pt x="38100" y="76200"/>
                </a:lnTo>
                <a:lnTo>
                  <a:pt x="47625" y="76200"/>
                </a:lnTo>
                <a:lnTo>
                  <a:pt x="47625" y="85725"/>
                </a:lnTo>
                <a:lnTo>
                  <a:pt x="38100" y="85725"/>
                </a:lnTo>
                <a:lnTo>
                  <a:pt x="38100" y="133350"/>
                </a:lnTo>
                <a:lnTo>
                  <a:pt x="47625" y="133350"/>
                </a:lnTo>
                <a:lnTo>
                  <a:pt x="47625" y="142875"/>
                </a:lnTo>
                <a:lnTo>
                  <a:pt x="57150" y="142875"/>
                </a:lnTo>
                <a:lnTo>
                  <a:pt x="57150" y="152400"/>
                </a:lnTo>
                <a:lnTo>
                  <a:pt x="76200" y="152400"/>
                </a:lnTo>
                <a:lnTo>
                  <a:pt x="76200" y="161925"/>
                </a:lnTo>
                <a:lnTo>
                  <a:pt x="171450" y="161925"/>
                </a:lnTo>
                <a:lnTo>
                  <a:pt x="171450" y="152400"/>
                </a:lnTo>
                <a:lnTo>
                  <a:pt x="200025" y="152400"/>
                </a:lnTo>
                <a:lnTo>
                  <a:pt x="200025" y="142875"/>
                </a:lnTo>
                <a:lnTo>
                  <a:pt x="209550" y="142875"/>
                </a:lnTo>
                <a:lnTo>
                  <a:pt x="209550" y="133350"/>
                </a:lnTo>
                <a:lnTo>
                  <a:pt x="200025" y="133350"/>
                </a:lnTo>
                <a:lnTo>
                  <a:pt x="200025" y="123825"/>
                </a:lnTo>
                <a:lnTo>
                  <a:pt x="190500" y="123825"/>
                </a:lnTo>
                <a:lnTo>
                  <a:pt x="190500" y="114300"/>
                </a:lnTo>
                <a:lnTo>
                  <a:pt x="180975" y="114300"/>
                </a:lnTo>
                <a:lnTo>
                  <a:pt x="180975" y="666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2F1DCCD1-CEAF-4CCA-AE86-D8C20061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3295650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9EC01D94-0C31-4333-8BFE-2588F6E5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3295650"/>
            <a:ext cx="28575" cy="28575"/>
          </a:xfrm>
          <a:custGeom xmlns:a="http://schemas.openxmlformats.org/drawingml/2006/main"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2D90A659-E9C6-4C93-A3EF-B908841C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2295525"/>
            <a:ext cx="28575" cy="38100"/>
          </a:xfrm>
          <a:custGeom xmlns:a="http://schemas.openxmlformats.org/drawingml/2006/main">
            <a:pathLst>
              <a:path w="28575" h="38100">
                <a:moveTo>
                  <a:pt x="0" y="38100"/>
                </a:move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lnTo>
                  <a:pt x="19050" y="28575"/>
                </a:lnTo>
                <a:lnTo>
                  <a:pt x="1905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9BD3B962-F012-4FF1-BA24-2362CB44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2295525"/>
            <a:ext cx="38100" cy="38100"/>
          </a:xfrm>
          <a:custGeom xmlns:a="http://schemas.openxmlformats.org/drawingml/2006/main">
            <a:pathLst>
              <a:path w="38100" h="38100">
                <a:moveTo>
                  <a:pt x="38100" y="28575"/>
                </a:moveTo>
                <a:lnTo>
                  <a:pt x="28575" y="28575"/>
                </a:lnTo>
                <a:lnTo>
                  <a:pt x="28575" y="38100"/>
                </a:ln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19A2BB86-7877-4DE3-BD0A-60B00B01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2514600"/>
            <a:ext cx="28575" cy="28575"/>
          </a:xfrm>
          <a:custGeom xmlns:a="http://schemas.openxmlformats.org/drawingml/2006/main"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B5E6C999-8CEF-4362-89A6-AD3C5F8E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2562225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91F0A292-532E-4FB5-8EBF-5BD67EE9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2562225"/>
            <a:ext cx="28575" cy="28575"/>
          </a:xfrm>
          <a:custGeom xmlns:a="http://schemas.openxmlformats.org/drawingml/2006/main">
            <a:pathLst>
              <a:path w="28575" h="28575">
                <a:moveTo>
                  <a:pt x="28575" y="0"/>
                </a:move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0FCBED85-45FE-43F9-9DC2-D5B1D53E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2924175"/>
            <a:ext cx="266700" cy="314325"/>
          </a:xfrm>
          <a:custGeom xmlns:a="http://schemas.openxmlformats.org/drawingml/2006/main">
            <a:pathLst>
              <a:path w="266700" h="314325">
                <a:moveTo>
                  <a:pt x="0" y="0"/>
                </a:moveTo>
                <a:lnTo>
                  <a:pt x="38100" y="0"/>
                </a:lnTo>
                <a:lnTo>
                  <a:pt x="38100" y="257175"/>
                </a:lnTo>
                <a:lnTo>
                  <a:pt x="47625" y="257175"/>
                </a:lnTo>
                <a:lnTo>
                  <a:pt x="47625" y="266700"/>
                </a:lnTo>
                <a:lnTo>
                  <a:pt x="123825" y="266700"/>
                </a:lnTo>
                <a:lnTo>
                  <a:pt x="123825" y="247650"/>
                </a:lnTo>
                <a:lnTo>
                  <a:pt x="133350" y="247650"/>
                </a:lnTo>
                <a:lnTo>
                  <a:pt x="133350" y="219075"/>
                </a:lnTo>
                <a:lnTo>
                  <a:pt x="142875" y="219075"/>
                </a:lnTo>
                <a:lnTo>
                  <a:pt x="142875" y="209550"/>
                </a:lnTo>
                <a:lnTo>
                  <a:pt x="152400" y="209550"/>
                </a:lnTo>
                <a:lnTo>
                  <a:pt x="152400" y="200025"/>
                </a:lnTo>
                <a:lnTo>
                  <a:pt x="161925" y="200025"/>
                </a:lnTo>
                <a:lnTo>
                  <a:pt x="161925" y="190500"/>
                </a:lnTo>
                <a:lnTo>
                  <a:pt x="238125" y="190500"/>
                </a:lnTo>
                <a:lnTo>
                  <a:pt x="238125" y="200025"/>
                </a:lnTo>
                <a:lnTo>
                  <a:pt x="247650" y="200025"/>
                </a:lnTo>
                <a:lnTo>
                  <a:pt x="247650" y="209550"/>
                </a:lnTo>
                <a:lnTo>
                  <a:pt x="257175" y="209550"/>
                </a:lnTo>
                <a:lnTo>
                  <a:pt x="257175" y="228600"/>
                </a:lnTo>
                <a:lnTo>
                  <a:pt x="266700" y="228600"/>
                </a:lnTo>
                <a:lnTo>
                  <a:pt x="266700" y="276225"/>
                </a:lnTo>
                <a:lnTo>
                  <a:pt x="257175" y="276225"/>
                </a:lnTo>
                <a:lnTo>
                  <a:pt x="257175" y="295275"/>
                </a:lnTo>
                <a:lnTo>
                  <a:pt x="247650" y="295275"/>
                </a:lnTo>
                <a:lnTo>
                  <a:pt x="247650" y="304800"/>
                </a:lnTo>
                <a:lnTo>
                  <a:pt x="238125" y="304800"/>
                </a:lnTo>
                <a:lnTo>
                  <a:pt x="238125" y="314325"/>
                </a:lnTo>
                <a:lnTo>
                  <a:pt x="161925" y="314325"/>
                </a:lnTo>
                <a:lnTo>
                  <a:pt x="161925" y="304800"/>
                </a:lnTo>
                <a:lnTo>
                  <a:pt x="28575" y="304800"/>
                </a:lnTo>
                <a:lnTo>
                  <a:pt x="28575" y="295275"/>
                </a:lnTo>
                <a:lnTo>
                  <a:pt x="19050" y="295275"/>
                </a:lnTo>
                <a:lnTo>
                  <a:pt x="19050" y="285750"/>
                </a:lnTo>
                <a:lnTo>
                  <a:pt x="9525" y="285750"/>
                </a:lnTo>
                <a:lnTo>
                  <a:pt x="9525" y="276225"/>
                </a:lnTo>
                <a:lnTo>
                  <a:pt x="0" y="276225"/>
                </a:lnTo>
                <a:lnTo>
                  <a:pt x="0" y="0"/>
                </a:lnTo>
                <a:close/>
                <a:moveTo>
                  <a:pt x="219075" y="266700"/>
                </a:moveTo>
                <a:lnTo>
                  <a:pt x="228600" y="266700"/>
                </a:lnTo>
                <a:lnTo>
                  <a:pt x="228600" y="238125"/>
                </a:lnTo>
                <a:lnTo>
                  <a:pt x="219075" y="238125"/>
                </a:lnTo>
                <a:lnTo>
                  <a:pt x="219075" y="228600"/>
                </a:lnTo>
                <a:lnTo>
                  <a:pt x="171450" y="228600"/>
                </a:lnTo>
                <a:lnTo>
                  <a:pt x="171450" y="247650"/>
                </a:lnTo>
                <a:lnTo>
                  <a:pt x="161925" y="247650"/>
                </a:lnTo>
                <a:lnTo>
                  <a:pt x="161925" y="266700"/>
                </a:lnTo>
                <a:lnTo>
                  <a:pt x="171450" y="266700"/>
                </a:lnTo>
                <a:lnTo>
                  <a:pt x="171450" y="276225"/>
                </a:lnTo>
                <a:lnTo>
                  <a:pt x="219075" y="276225"/>
                </a:lnTo>
                <a:lnTo>
                  <a:pt x="219075" y="2667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FA09EACD-EEC9-40BB-9C37-02FC3A66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2990850"/>
            <a:ext cx="38100" cy="38100"/>
          </a:xfrm>
          <a:custGeom xmlns:a="http://schemas.openxmlformats.org/drawingml/2006/main">
            <a:pathLst>
              <a:path w="38100" h="38100">
                <a:moveTo>
                  <a:pt x="38100" y="28575"/>
                </a:moveTo>
                <a:lnTo>
                  <a:pt x="28575" y="28575"/>
                </a:lnTo>
                <a:lnTo>
                  <a:pt x="28575" y="38100"/>
                </a:ln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EEC30972-A7A1-4CBD-AAF2-4EAA44A2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3038475"/>
            <a:ext cx="28575" cy="38100"/>
          </a:xfrm>
          <a:custGeom xmlns:a="http://schemas.openxmlformats.org/drawingml/2006/main">
            <a:pathLst>
              <a:path w="28575" h="38100">
                <a:moveTo>
                  <a:pt x="19050" y="9525"/>
                </a:moveTo>
                <a:lnTo>
                  <a:pt x="28575" y="9525"/>
                </a:lnTo>
                <a:lnTo>
                  <a:pt x="28575" y="38100"/>
                </a:lnTo>
                <a:lnTo>
                  <a:pt x="0" y="3810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19050" y="0"/>
                </a:lnTo>
                <a:lnTo>
                  <a:pt x="1905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C1F1A7DB-AAF8-480D-9F2D-8A4CAEF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3038475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9525"/>
                </a:moveTo>
                <a:lnTo>
                  <a:pt x="28575" y="38100"/>
                </a:lnTo>
                <a:lnTo>
                  <a:pt x="0" y="3810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6701EC01-3CEF-43CC-ADA5-3DB8956A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2124075"/>
            <a:ext cx="381000" cy="142875"/>
          </a:xfrm>
          <a:custGeom xmlns:a="http://schemas.openxmlformats.org/drawingml/2006/main">
            <a:pathLst>
              <a:path w="381000" h="142875">
                <a:moveTo>
                  <a:pt x="9525" y="47625"/>
                </a:moveTo>
                <a:lnTo>
                  <a:pt x="19050" y="47625"/>
                </a:lnTo>
                <a:lnTo>
                  <a:pt x="19050" y="38100"/>
                </a:lnTo>
                <a:lnTo>
                  <a:pt x="28575" y="38100"/>
                </a:lnTo>
                <a:lnTo>
                  <a:pt x="28575" y="28575"/>
                </a:lnTo>
                <a:lnTo>
                  <a:pt x="47625" y="28575"/>
                </a:lnTo>
                <a:lnTo>
                  <a:pt x="47625" y="19050"/>
                </a:lnTo>
                <a:lnTo>
                  <a:pt x="76200" y="19050"/>
                </a:lnTo>
                <a:lnTo>
                  <a:pt x="76200" y="9525"/>
                </a:lnTo>
                <a:lnTo>
                  <a:pt x="85725" y="9525"/>
                </a:lnTo>
                <a:lnTo>
                  <a:pt x="85725" y="0"/>
                </a:lnTo>
                <a:lnTo>
                  <a:pt x="123825" y="0"/>
                </a:lnTo>
                <a:lnTo>
                  <a:pt x="123825" y="57150"/>
                </a:lnTo>
                <a:lnTo>
                  <a:pt x="133350" y="57150"/>
                </a:lnTo>
                <a:lnTo>
                  <a:pt x="133350" y="85725"/>
                </a:lnTo>
                <a:lnTo>
                  <a:pt x="142875" y="85725"/>
                </a:lnTo>
                <a:lnTo>
                  <a:pt x="142875" y="104775"/>
                </a:lnTo>
                <a:lnTo>
                  <a:pt x="209550" y="104775"/>
                </a:lnTo>
                <a:lnTo>
                  <a:pt x="209550" y="95250"/>
                </a:lnTo>
                <a:lnTo>
                  <a:pt x="219075" y="95250"/>
                </a:lnTo>
                <a:lnTo>
                  <a:pt x="219075" y="28575"/>
                </a:lnTo>
                <a:lnTo>
                  <a:pt x="257175" y="28575"/>
                </a:lnTo>
                <a:lnTo>
                  <a:pt x="257175" y="76200"/>
                </a:lnTo>
                <a:lnTo>
                  <a:pt x="266700" y="76200"/>
                </a:lnTo>
                <a:lnTo>
                  <a:pt x="266700" y="95250"/>
                </a:lnTo>
                <a:lnTo>
                  <a:pt x="276225" y="95250"/>
                </a:lnTo>
                <a:lnTo>
                  <a:pt x="276225" y="104775"/>
                </a:lnTo>
                <a:lnTo>
                  <a:pt x="333375" y="104775"/>
                </a:lnTo>
                <a:lnTo>
                  <a:pt x="333375" y="95250"/>
                </a:lnTo>
                <a:lnTo>
                  <a:pt x="342900" y="95250"/>
                </a:lnTo>
                <a:lnTo>
                  <a:pt x="342900" y="28575"/>
                </a:lnTo>
                <a:lnTo>
                  <a:pt x="381000" y="28575"/>
                </a:lnTo>
                <a:lnTo>
                  <a:pt x="381000" y="104775"/>
                </a:lnTo>
                <a:lnTo>
                  <a:pt x="371475" y="104775"/>
                </a:lnTo>
                <a:lnTo>
                  <a:pt x="371475" y="123825"/>
                </a:lnTo>
                <a:lnTo>
                  <a:pt x="361950" y="123825"/>
                </a:lnTo>
                <a:lnTo>
                  <a:pt x="361950" y="133350"/>
                </a:lnTo>
                <a:lnTo>
                  <a:pt x="352425" y="133350"/>
                </a:lnTo>
                <a:lnTo>
                  <a:pt x="352425" y="142875"/>
                </a:lnTo>
                <a:lnTo>
                  <a:pt x="257175" y="142875"/>
                </a:lnTo>
                <a:lnTo>
                  <a:pt x="257175" y="133350"/>
                </a:lnTo>
                <a:lnTo>
                  <a:pt x="228600" y="133350"/>
                </a:lnTo>
                <a:lnTo>
                  <a:pt x="228600" y="142875"/>
                </a:lnTo>
                <a:lnTo>
                  <a:pt x="133350" y="142875"/>
                </a:lnTo>
                <a:lnTo>
                  <a:pt x="133350" y="133350"/>
                </a:lnTo>
                <a:lnTo>
                  <a:pt x="123825" y="133350"/>
                </a:lnTo>
                <a:lnTo>
                  <a:pt x="123825" y="123825"/>
                </a:lnTo>
                <a:lnTo>
                  <a:pt x="85725" y="123825"/>
                </a:lnTo>
                <a:lnTo>
                  <a:pt x="85725" y="133350"/>
                </a:lnTo>
                <a:lnTo>
                  <a:pt x="38100" y="133350"/>
                </a:lnTo>
                <a:lnTo>
                  <a:pt x="38100" y="123825"/>
                </a:lnTo>
                <a:lnTo>
                  <a:pt x="9525" y="123825"/>
                </a:lnTo>
                <a:lnTo>
                  <a:pt x="9525" y="114300"/>
                </a:lnTo>
                <a:lnTo>
                  <a:pt x="0" y="114300"/>
                </a:lnTo>
                <a:lnTo>
                  <a:pt x="0" y="57150"/>
                </a:lnTo>
                <a:lnTo>
                  <a:pt x="9525" y="57150"/>
                </a:lnTo>
                <a:lnTo>
                  <a:pt x="9525" y="47625"/>
                </a:lnTo>
                <a:close/>
                <a:moveTo>
                  <a:pt x="57150" y="47625"/>
                </a:moveTo>
                <a:lnTo>
                  <a:pt x="57150" y="57150"/>
                </a:lnTo>
                <a:lnTo>
                  <a:pt x="47625" y="57150"/>
                </a:lnTo>
                <a:lnTo>
                  <a:pt x="47625" y="66675"/>
                </a:lnTo>
                <a:lnTo>
                  <a:pt x="38100" y="66675"/>
                </a:lnTo>
                <a:lnTo>
                  <a:pt x="38100" y="76200"/>
                </a:lnTo>
                <a:lnTo>
                  <a:pt x="28575" y="76200"/>
                </a:lnTo>
                <a:lnTo>
                  <a:pt x="28575" y="95250"/>
                </a:lnTo>
                <a:lnTo>
                  <a:pt x="95250" y="95250"/>
                </a:lnTo>
                <a:lnTo>
                  <a:pt x="95250" y="57150"/>
                </a:lnTo>
                <a:lnTo>
                  <a:pt x="85725" y="57150"/>
                </a:lnTo>
                <a:lnTo>
                  <a:pt x="85725" y="47625"/>
                </a:lnTo>
                <a:lnTo>
                  <a:pt x="571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5B86477C-02B4-4ACA-8675-34497DFD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2295525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28575"/>
                </a:moveTo>
                <a:lnTo>
                  <a:pt x="19050" y="28575"/>
                </a:lnTo>
                <a:lnTo>
                  <a:pt x="19050" y="38100"/>
                </a:lnTo>
                <a:lnTo>
                  <a:pt x="0" y="38100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60B8032E-D788-46F2-9A4F-C5C7C6BF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2295525"/>
            <a:ext cx="38100" cy="38100"/>
          </a:xfrm>
          <a:custGeom xmlns:a="http://schemas.openxmlformats.org/drawingml/2006/main">
            <a:pathLst>
              <a:path w="38100" h="38100">
                <a:moveTo>
                  <a:pt x="28575" y="38100"/>
                </a:move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28575"/>
                </a:lnTo>
                <a:lnTo>
                  <a:pt x="28575" y="28575"/>
                </a:lnTo>
                <a:lnTo>
                  <a:pt x="28575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AC035554-A230-4C87-847F-54BE4306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2552700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5EA2978A-EBD7-4020-9C88-C0D91C81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2552700"/>
            <a:ext cx="28575" cy="28575"/>
          </a:xfrm>
          <a:custGeom xmlns:a="http://schemas.openxmlformats.org/drawingml/2006/main">
            <a:pathLst>
              <a:path w="28575" h="28575">
                <a:moveTo>
                  <a:pt x="28575" y="0"/>
                </a:move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0B878199-5128-452B-95AA-F84DA72B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2552700"/>
            <a:ext cx="28575" cy="28575"/>
          </a:xfrm>
          <a:custGeom xmlns:a="http://schemas.openxmlformats.org/drawingml/2006/main">
            <a:pathLst>
              <a:path w="28575" h="28575">
                <a:moveTo>
                  <a:pt x="28575" y="0"/>
                </a:move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93506BC2-3D8E-41CC-B56B-42EA4EA8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2781300"/>
            <a:ext cx="28575" cy="28575"/>
          </a:xfrm>
          <a:custGeom xmlns:a="http://schemas.openxmlformats.org/drawingml/2006/main">
            <a:pathLst>
              <a:path w="28575" h="28575">
                <a:moveTo>
                  <a:pt x="28575" y="0"/>
                </a:move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FB62C2A3-063B-4718-8C96-B01379AD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2781300"/>
            <a:ext cx="28575" cy="28575"/>
          </a:xfrm>
          <a:custGeom xmlns:a="http://schemas.openxmlformats.org/drawingml/2006/main">
            <a:pathLst>
              <a:path w="28575" h="28575">
                <a:moveTo>
                  <a:pt x="28575" y="0"/>
                </a:move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62696D86-FCE7-4DB0-AE2B-D94E1FA2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2781300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5074BBFF-89C3-4106-8789-0F5A1011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2924175"/>
            <a:ext cx="161925" cy="314325"/>
          </a:xfrm>
          <a:custGeom xmlns:a="http://schemas.openxmlformats.org/drawingml/2006/main">
            <a:pathLst>
              <a:path w="161925" h="314325">
                <a:moveTo>
                  <a:pt x="19050" y="95250"/>
                </a:moveTo>
                <a:lnTo>
                  <a:pt x="19050" y="76200"/>
                </a:lnTo>
                <a:lnTo>
                  <a:pt x="9525" y="76200"/>
                </a:lnTo>
                <a:lnTo>
                  <a:pt x="9525" y="57150"/>
                </a:lnTo>
                <a:lnTo>
                  <a:pt x="0" y="57150"/>
                </a:lnTo>
                <a:lnTo>
                  <a:pt x="0" y="28575"/>
                </a:lnTo>
                <a:lnTo>
                  <a:pt x="28575" y="28575"/>
                </a:lnTo>
                <a:lnTo>
                  <a:pt x="28575" y="38100"/>
                </a:lnTo>
                <a:lnTo>
                  <a:pt x="38100" y="38100"/>
                </a:lnTo>
                <a:lnTo>
                  <a:pt x="38100" y="57150"/>
                </a:lnTo>
                <a:lnTo>
                  <a:pt x="47625" y="57150"/>
                </a:lnTo>
                <a:lnTo>
                  <a:pt x="47625" y="76200"/>
                </a:lnTo>
                <a:lnTo>
                  <a:pt x="57150" y="76200"/>
                </a:lnTo>
                <a:lnTo>
                  <a:pt x="57150" y="104775"/>
                </a:lnTo>
                <a:lnTo>
                  <a:pt x="66675" y="104775"/>
                </a:lnTo>
                <a:lnTo>
                  <a:pt x="66675" y="123825"/>
                </a:lnTo>
                <a:lnTo>
                  <a:pt x="76200" y="123825"/>
                </a:lnTo>
                <a:lnTo>
                  <a:pt x="76200" y="142875"/>
                </a:lnTo>
                <a:lnTo>
                  <a:pt x="85725" y="142875"/>
                </a:lnTo>
                <a:lnTo>
                  <a:pt x="85725" y="161925"/>
                </a:lnTo>
                <a:lnTo>
                  <a:pt x="95250" y="161925"/>
                </a:lnTo>
                <a:lnTo>
                  <a:pt x="95250" y="190500"/>
                </a:lnTo>
                <a:lnTo>
                  <a:pt x="104775" y="190500"/>
                </a:lnTo>
                <a:lnTo>
                  <a:pt x="104775" y="209550"/>
                </a:lnTo>
                <a:lnTo>
                  <a:pt x="114300" y="209550"/>
                </a:lnTo>
                <a:lnTo>
                  <a:pt x="114300" y="200025"/>
                </a:lnTo>
                <a:lnTo>
                  <a:pt x="123825" y="200025"/>
                </a:lnTo>
                <a:lnTo>
                  <a:pt x="123825" y="0"/>
                </a:lnTo>
                <a:lnTo>
                  <a:pt x="161925" y="0"/>
                </a:lnTo>
                <a:lnTo>
                  <a:pt x="161925" y="200025"/>
                </a:lnTo>
                <a:lnTo>
                  <a:pt x="152400" y="200025"/>
                </a:lnTo>
                <a:lnTo>
                  <a:pt x="152400" y="228600"/>
                </a:lnTo>
                <a:lnTo>
                  <a:pt x="142875" y="228600"/>
                </a:lnTo>
                <a:lnTo>
                  <a:pt x="142875" y="247650"/>
                </a:lnTo>
                <a:lnTo>
                  <a:pt x="133350" y="247650"/>
                </a:lnTo>
                <a:lnTo>
                  <a:pt x="133350" y="257175"/>
                </a:lnTo>
                <a:lnTo>
                  <a:pt x="123825" y="257175"/>
                </a:lnTo>
                <a:lnTo>
                  <a:pt x="123825" y="266700"/>
                </a:lnTo>
                <a:lnTo>
                  <a:pt x="114300" y="266700"/>
                </a:lnTo>
                <a:lnTo>
                  <a:pt x="114300" y="276225"/>
                </a:lnTo>
                <a:lnTo>
                  <a:pt x="104775" y="276225"/>
                </a:lnTo>
                <a:lnTo>
                  <a:pt x="104775" y="285750"/>
                </a:lnTo>
                <a:lnTo>
                  <a:pt x="95250" y="285750"/>
                </a:lnTo>
                <a:lnTo>
                  <a:pt x="95250" y="295275"/>
                </a:lnTo>
                <a:lnTo>
                  <a:pt x="76200" y="295275"/>
                </a:lnTo>
                <a:lnTo>
                  <a:pt x="76200" y="304800"/>
                </a:lnTo>
                <a:lnTo>
                  <a:pt x="57150" y="304800"/>
                </a:lnTo>
                <a:lnTo>
                  <a:pt x="57150" y="314325"/>
                </a:lnTo>
                <a:lnTo>
                  <a:pt x="19050" y="314325"/>
                </a:lnTo>
                <a:lnTo>
                  <a:pt x="19050" y="304800"/>
                </a:lnTo>
                <a:lnTo>
                  <a:pt x="9525" y="304800"/>
                </a:lnTo>
                <a:lnTo>
                  <a:pt x="9525" y="295275"/>
                </a:lnTo>
                <a:lnTo>
                  <a:pt x="0" y="295275"/>
                </a:lnTo>
                <a:lnTo>
                  <a:pt x="0" y="276225"/>
                </a:lnTo>
                <a:lnTo>
                  <a:pt x="9525" y="276225"/>
                </a:lnTo>
                <a:lnTo>
                  <a:pt x="9525" y="266700"/>
                </a:lnTo>
                <a:lnTo>
                  <a:pt x="19050" y="266700"/>
                </a:lnTo>
                <a:lnTo>
                  <a:pt x="19050" y="276225"/>
                </a:lnTo>
                <a:lnTo>
                  <a:pt x="47625" y="276225"/>
                </a:lnTo>
                <a:lnTo>
                  <a:pt x="47625" y="266700"/>
                </a:lnTo>
                <a:lnTo>
                  <a:pt x="66675" y="266700"/>
                </a:lnTo>
                <a:lnTo>
                  <a:pt x="66675" y="257175"/>
                </a:lnTo>
                <a:lnTo>
                  <a:pt x="76200" y="257175"/>
                </a:lnTo>
                <a:lnTo>
                  <a:pt x="76200" y="247650"/>
                </a:lnTo>
                <a:lnTo>
                  <a:pt x="85725" y="247650"/>
                </a:lnTo>
                <a:lnTo>
                  <a:pt x="85725" y="228600"/>
                </a:lnTo>
                <a:lnTo>
                  <a:pt x="76200" y="228600"/>
                </a:lnTo>
                <a:lnTo>
                  <a:pt x="76200" y="209550"/>
                </a:lnTo>
                <a:lnTo>
                  <a:pt x="66675" y="209550"/>
                </a:lnTo>
                <a:lnTo>
                  <a:pt x="66675" y="180975"/>
                </a:lnTo>
                <a:lnTo>
                  <a:pt x="57150" y="180975"/>
                </a:lnTo>
                <a:lnTo>
                  <a:pt x="57150" y="161925"/>
                </a:lnTo>
                <a:lnTo>
                  <a:pt x="47625" y="161925"/>
                </a:lnTo>
                <a:lnTo>
                  <a:pt x="47625" y="142875"/>
                </a:lnTo>
                <a:lnTo>
                  <a:pt x="38100" y="142875"/>
                </a:lnTo>
                <a:lnTo>
                  <a:pt x="38100" y="123825"/>
                </a:lnTo>
                <a:lnTo>
                  <a:pt x="28575" y="123825"/>
                </a:lnTo>
                <a:lnTo>
                  <a:pt x="28575" y="95250"/>
                </a:lnTo>
                <a:lnTo>
                  <a:pt x="1905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542BE033-9D51-4E01-9D24-ABF4EDFF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2295525"/>
            <a:ext cx="38100" cy="38100"/>
          </a:xfrm>
          <a:custGeom xmlns:a="http://schemas.openxmlformats.org/drawingml/2006/main">
            <a:pathLst>
              <a:path w="38100" h="38100">
                <a:moveTo>
                  <a:pt x="9525" y="38100"/>
                </a:moveTo>
                <a:lnTo>
                  <a:pt x="9525" y="28575"/>
                </a:ln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28575"/>
                </a:lnTo>
                <a:lnTo>
                  <a:pt x="28575" y="28575"/>
                </a:lnTo>
                <a:lnTo>
                  <a:pt x="28575" y="38100"/>
                </a:lnTo>
                <a:lnTo>
                  <a:pt x="9525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7608E0A4-0750-4213-BFD0-8A5B02F2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8175" y="2295525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38100"/>
                </a:move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2C4DACB5-45F9-4050-8213-1D878F54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2295525"/>
            <a:ext cx="38100" cy="38100"/>
          </a:xfrm>
          <a:custGeom xmlns:a="http://schemas.openxmlformats.org/drawingml/2006/main">
            <a:pathLst>
              <a:path w="38100" h="38100">
                <a:moveTo>
                  <a:pt x="38100" y="28575"/>
                </a:moveTo>
                <a:lnTo>
                  <a:pt x="28575" y="28575"/>
                </a:lnTo>
                <a:lnTo>
                  <a:pt x="28575" y="38100"/>
                </a:ln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3D0A27B8-4B47-4FA1-81E7-61A021C7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1025" y="2781300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28575"/>
                </a:move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297CED8C-286A-4256-AB67-5C9C962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2924175"/>
            <a:ext cx="161925" cy="314325"/>
          </a:xfrm>
          <a:custGeom xmlns:a="http://schemas.openxmlformats.org/drawingml/2006/main">
            <a:pathLst>
              <a:path w="161925" h="314325">
                <a:moveTo>
                  <a:pt x="19050" y="95250"/>
                </a:moveTo>
                <a:lnTo>
                  <a:pt x="19050" y="76200"/>
                </a:lnTo>
                <a:lnTo>
                  <a:pt x="9525" y="76200"/>
                </a:lnTo>
                <a:lnTo>
                  <a:pt x="9525" y="57150"/>
                </a:lnTo>
                <a:lnTo>
                  <a:pt x="0" y="57150"/>
                </a:lnTo>
                <a:lnTo>
                  <a:pt x="0" y="28575"/>
                </a:lnTo>
                <a:lnTo>
                  <a:pt x="28575" y="28575"/>
                </a:lnTo>
                <a:lnTo>
                  <a:pt x="28575" y="38100"/>
                </a:lnTo>
                <a:lnTo>
                  <a:pt x="38100" y="38100"/>
                </a:lnTo>
                <a:lnTo>
                  <a:pt x="38100" y="57150"/>
                </a:lnTo>
                <a:lnTo>
                  <a:pt x="47625" y="57150"/>
                </a:lnTo>
                <a:lnTo>
                  <a:pt x="47625" y="76200"/>
                </a:lnTo>
                <a:lnTo>
                  <a:pt x="57150" y="76200"/>
                </a:lnTo>
                <a:lnTo>
                  <a:pt x="57150" y="104775"/>
                </a:lnTo>
                <a:lnTo>
                  <a:pt x="66675" y="104775"/>
                </a:lnTo>
                <a:lnTo>
                  <a:pt x="66675" y="123825"/>
                </a:lnTo>
                <a:lnTo>
                  <a:pt x="76200" y="123825"/>
                </a:lnTo>
                <a:lnTo>
                  <a:pt x="76200" y="142875"/>
                </a:lnTo>
                <a:lnTo>
                  <a:pt x="85725" y="142875"/>
                </a:lnTo>
                <a:lnTo>
                  <a:pt x="85725" y="161925"/>
                </a:lnTo>
                <a:lnTo>
                  <a:pt x="95250" y="161925"/>
                </a:lnTo>
                <a:lnTo>
                  <a:pt x="95250" y="190500"/>
                </a:lnTo>
                <a:lnTo>
                  <a:pt x="104775" y="190500"/>
                </a:lnTo>
                <a:lnTo>
                  <a:pt x="104775" y="209550"/>
                </a:lnTo>
                <a:lnTo>
                  <a:pt x="114300" y="209550"/>
                </a:lnTo>
                <a:lnTo>
                  <a:pt x="114300" y="200025"/>
                </a:lnTo>
                <a:lnTo>
                  <a:pt x="123825" y="200025"/>
                </a:lnTo>
                <a:lnTo>
                  <a:pt x="123825" y="133350"/>
                </a:lnTo>
                <a:lnTo>
                  <a:pt x="133350" y="133350"/>
                </a:lnTo>
                <a:lnTo>
                  <a:pt x="133350" y="0"/>
                </a:lnTo>
                <a:lnTo>
                  <a:pt x="161925" y="0"/>
                </a:lnTo>
                <a:lnTo>
                  <a:pt x="161925" y="209550"/>
                </a:lnTo>
                <a:lnTo>
                  <a:pt x="152400" y="209550"/>
                </a:lnTo>
                <a:lnTo>
                  <a:pt x="152400" y="228600"/>
                </a:lnTo>
                <a:lnTo>
                  <a:pt x="142875" y="228600"/>
                </a:lnTo>
                <a:lnTo>
                  <a:pt x="142875" y="247650"/>
                </a:lnTo>
                <a:lnTo>
                  <a:pt x="133350" y="247650"/>
                </a:lnTo>
                <a:lnTo>
                  <a:pt x="133350" y="257175"/>
                </a:lnTo>
                <a:lnTo>
                  <a:pt x="123825" y="257175"/>
                </a:lnTo>
                <a:lnTo>
                  <a:pt x="123825" y="266700"/>
                </a:lnTo>
                <a:lnTo>
                  <a:pt x="114300" y="266700"/>
                </a:lnTo>
                <a:lnTo>
                  <a:pt x="114300" y="276225"/>
                </a:lnTo>
                <a:lnTo>
                  <a:pt x="104775" y="276225"/>
                </a:lnTo>
                <a:lnTo>
                  <a:pt x="104775" y="285750"/>
                </a:lnTo>
                <a:lnTo>
                  <a:pt x="95250" y="285750"/>
                </a:lnTo>
                <a:lnTo>
                  <a:pt x="95250" y="295275"/>
                </a:lnTo>
                <a:lnTo>
                  <a:pt x="76200" y="295275"/>
                </a:lnTo>
                <a:lnTo>
                  <a:pt x="76200" y="304800"/>
                </a:lnTo>
                <a:lnTo>
                  <a:pt x="57150" y="304800"/>
                </a:lnTo>
                <a:lnTo>
                  <a:pt x="57150" y="314325"/>
                </a:lnTo>
                <a:lnTo>
                  <a:pt x="28575" y="314325"/>
                </a:lnTo>
                <a:lnTo>
                  <a:pt x="28575" y="304800"/>
                </a:lnTo>
                <a:lnTo>
                  <a:pt x="9525" y="304800"/>
                </a:lnTo>
                <a:lnTo>
                  <a:pt x="9525" y="266700"/>
                </a:lnTo>
                <a:lnTo>
                  <a:pt x="19050" y="266700"/>
                </a:lnTo>
                <a:lnTo>
                  <a:pt x="19050" y="276225"/>
                </a:lnTo>
                <a:lnTo>
                  <a:pt x="47625" y="276225"/>
                </a:lnTo>
                <a:lnTo>
                  <a:pt x="47625" y="266700"/>
                </a:lnTo>
                <a:lnTo>
                  <a:pt x="66675" y="266700"/>
                </a:lnTo>
                <a:lnTo>
                  <a:pt x="66675" y="257175"/>
                </a:lnTo>
                <a:lnTo>
                  <a:pt x="76200" y="257175"/>
                </a:lnTo>
                <a:lnTo>
                  <a:pt x="76200" y="247650"/>
                </a:lnTo>
                <a:lnTo>
                  <a:pt x="85725" y="247650"/>
                </a:lnTo>
                <a:lnTo>
                  <a:pt x="85725" y="228600"/>
                </a:lnTo>
                <a:lnTo>
                  <a:pt x="76200" y="228600"/>
                </a:lnTo>
                <a:lnTo>
                  <a:pt x="76200" y="200025"/>
                </a:lnTo>
                <a:lnTo>
                  <a:pt x="66675" y="200025"/>
                </a:lnTo>
                <a:lnTo>
                  <a:pt x="66675" y="180975"/>
                </a:lnTo>
                <a:lnTo>
                  <a:pt x="57150" y="180975"/>
                </a:lnTo>
                <a:lnTo>
                  <a:pt x="57150" y="161925"/>
                </a:lnTo>
                <a:lnTo>
                  <a:pt x="47625" y="161925"/>
                </a:lnTo>
                <a:lnTo>
                  <a:pt x="47625" y="142875"/>
                </a:lnTo>
                <a:lnTo>
                  <a:pt x="38100" y="142875"/>
                </a:lnTo>
                <a:lnTo>
                  <a:pt x="38100" y="114300"/>
                </a:lnTo>
                <a:lnTo>
                  <a:pt x="28575" y="114300"/>
                </a:lnTo>
                <a:lnTo>
                  <a:pt x="28575" y="95250"/>
                </a:lnTo>
                <a:lnTo>
                  <a:pt x="1905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F4AF2D48-D7F7-441D-A125-E3D9A391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2133600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F1739B54-D42A-4B5A-848D-A5498228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2152650"/>
            <a:ext cx="352425" cy="209550"/>
          </a:xfrm>
          <a:custGeom xmlns:a="http://schemas.openxmlformats.org/drawingml/2006/main">
            <a:pathLst>
              <a:path w="352425" h="209550">
                <a:moveTo>
                  <a:pt x="200025" y="38100"/>
                </a:moveTo>
                <a:lnTo>
                  <a:pt x="190500" y="38100"/>
                </a:lnTo>
                <a:lnTo>
                  <a:pt x="190500" y="9525"/>
                </a:lnTo>
                <a:lnTo>
                  <a:pt x="180975" y="9525"/>
                </a:lnTo>
                <a:lnTo>
                  <a:pt x="180975" y="0"/>
                </a:lnTo>
                <a:lnTo>
                  <a:pt x="219075" y="0"/>
                </a:lnTo>
                <a:lnTo>
                  <a:pt x="219075" y="9525"/>
                </a:lnTo>
                <a:lnTo>
                  <a:pt x="228600" y="9525"/>
                </a:lnTo>
                <a:lnTo>
                  <a:pt x="228600" y="38100"/>
                </a:lnTo>
                <a:lnTo>
                  <a:pt x="238125" y="38100"/>
                </a:lnTo>
                <a:lnTo>
                  <a:pt x="238125" y="57150"/>
                </a:lnTo>
                <a:lnTo>
                  <a:pt x="247650" y="57150"/>
                </a:lnTo>
                <a:lnTo>
                  <a:pt x="247650" y="76200"/>
                </a:lnTo>
                <a:lnTo>
                  <a:pt x="304800" y="76200"/>
                </a:lnTo>
                <a:lnTo>
                  <a:pt x="304800" y="66675"/>
                </a:lnTo>
                <a:lnTo>
                  <a:pt x="314325" y="66675"/>
                </a:lnTo>
                <a:lnTo>
                  <a:pt x="314325" y="0"/>
                </a:lnTo>
                <a:lnTo>
                  <a:pt x="352425" y="0"/>
                </a:lnTo>
                <a:lnTo>
                  <a:pt x="352425" y="76200"/>
                </a:lnTo>
                <a:lnTo>
                  <a:pt x="342900" y="76200"/>
                </a:lnTo>
                <a:lnTo>
                  <a:pt x="342900" y="95250"/>
                </a:lnTo>
                <a:lnTo>
                  <a:pt x="333375" y="95250"/>
                </a:lnTo>
                <a:lnTo>
                  <a:pt x="333375" y="104775"/>
                </a:lnTo>
                <a:lnTo>
                  <a:pt x="323850" y="104775"/>
                </a:lnTo>
                <a:lnTo>
                  <a:pt x="323850" y="114300"/>
                </a:lnTo>
                <a:lnTo>
                  <a:pt x="238125" y="114300"/>
                </a:lnTo>
                <a:lnTo>
                  <a:pt x="238125" y="123825"/>
                </a:lnTo>
                <a:lnTo>
                  <a:pt x="228600" y="123825"/>
                </a:lnTo>
                <a:lnTo>
                  <a:pt x="228600" y="152400"/>
                </a:lnTo>
                <a:lnTo>
                  <a:pt x="219075" y="152400"/>
                </a:lnTo>
                <a:lnTo>
                  <a:pt x="219075" y="161925"/>
                </a:lnTo>
                <a:lnTo>
                  <a:pt x="209550" y="161925"/>
                </a:lnTo>
                <a:lnTo>
                  <a:pt x="209550" y="171450"/>
                </a:lnTo>
                <a:lnTo>
                  <a:pt x="200025" y="171450"/>
                </a:lnTo>
                <a:lnTo>
                  <a:pt x="200025" y="180975"/>
                </a:lnTo>
                <a:lnTo>
                  <a:pt x="190500" y="180975"/>
                </a:lnTo>
                <a:lnTo>
                  <a:pt x="190500" y="190500"/>
                </a:lnTo>
                <a:lnTo>
                  <a:pt x="180975" y="190500"/>
                </a:lnTo>
                <a:lnTo>
                  <a:pt x="180975" y="200025"/>
                </a:lnTo>
                <a:lnTo>
                  <a:pt x="152400" y="200025"/>
                </a:lnTo>
                <a:lnTo>
                  <a:pt x="152400" y="209550"/>
                </a:lnTo>
                <a:lnTo>
                  <a:pt x="66675" y="209550"/>
                </a:lnTo>
                <a:lnTo>
                  <a:pt x="66675" y="200025"/>
                </a:lnTo>
                <a:lnTo>
                  <a:pt x="38100" y="200025"/>
                </a:lnTo>
                <a:lnTo>
                  <a:pt x="38100" y="190500"/>
                </a:lnTo>
                <a:lnTo>
                  <a:pt x="28575" y="190500"/>
                </a:lnTo>
                <a:lnTo>
                  <a:pt x="28575" y="180975"/>
                </a:lnTo>
                <a:lnTo>
                  <a:pt x="19050" y="180975"/>
                </a:lnTo>
                <a:lnTo>
                  <a:pt x="19050" y="171450"/>
                </a:lnTo>
                <a:lnTo>
                  <a:pt x="9525" y="171450"/>
                </a:lnTo>
                <a:lnTo>
                  <a:pt x="9525" y="142875"/>
                </a:lnTo>
                <a:lnTo>
                  <a:pt x="0" y="142875"/>
                </a:lnTo>
                <a:lnTo>
                  <a:pt x="0" y="76200"/>
                </a:lnTo>
                <a:lnTo>
                  <a:pt x="9525" y="76200"/>
                </a:lnTo>
                <a:lnTo>
                  <a:pt x="9525" y="57150"/>
                </a:lnTo>
                <a:lnTo>
                  <a:pt x="47625" y="57150"/>
                </a:lnTo>
                <a:lnTo>
                  <a:pt x="47625" y="76200"/>
                </a:lnTo>
                <a:lnTo>
                  <a:pt x="38100" y="76200"/>
                </a:lnTo>
                <a:lnTo>
                  <a:pt x="38100" y="142875"/>
                </a:lnTo>
                <a:lnTo>
                  <a:pt x="47625" y="142875"/>
                </a:lnTo>
                <a:lnTo>
                  <a:pt x="47625" y="152400"/>
                </a:lnTo>
                <a:lnTo>
                  <a:pt x="57150" y="152400"/>
                </a:lnTo>
                <a:lnTo>
                  <a:pt x="57150" y="161925"/>
                </a:lnTo>
                <a:lnTo>
                  <a:pt x="66675" y="161925"/>
                </a:lnTo>
                <a:lnTo>
                  <a:pt x="66675" y="171450"/>
                </a:lnTo>
                <a:lnTo>
                  <a:pt x="152400" y="171450"/>
                </a:lnTo>
                <a:lnTo>
                  <a:pt x="152400" y="161925"/>
                </a:lnTo>
                <a:lnTo>
                  <a:pt x="171450" y="161925"/>
                </a:lnTo>
                <a:lnTo>
                  <a:pt x="171450" y="152400"/>
                </a:lnTo>
                <a:lnTo>
                  <a:pt x="180975" y="152400"/>
                </a:lnTo>
                <a:lnTo>
                  <a:pt x="180975" y="133350"/>
                </a:ln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lnTo>
                  <a:pt x="200025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ADA68641-7D7D-424B-BC35-C7844212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2295525"/>
            <a:ext cx="28575" cy="38100"/>
          </a:xfrm>
          <a:custGeom xmlns:a="http://schemas.openxmlformats.org/drawingml/2006/main">
            <a:pathLst>
              <a:path w="28575" h="38100">
                <a:moveTo>
                  <a:pt x="952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38100"/>
                </a:lnTo>
                <a:lnTo>
                  <a:pt x="9525" y="38100"/>
                </a:lnTo>
                <a:lnTo>
                  <a:pt x="9525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9E3E9C94-02E2-4F90-BA49-B0B506FC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3975" y="2152650"/>
            <a:ext cx="342900" cy="209550"/>
          </a:xfrm>
          <a:custGeom xmlns:a="http://schemas.openxmlformats.org/drawingml/2006/main">
            <a:pathLst>
              <a:path w="342900" h="209550">
                <a:moveTo>
                  <a:pt x="28575" y="180975"/>
                </a:moveTo>
                <a:lnTo>
                  <a:pt x="9525" y="180975"/>
                </a:lnTo>
                <a:lnTo>
                  <a:pt x="9525" y="171450"/>
                </a:lnTo>
                <a:lnTo>
                  <a:pt x="0" y="171450"/>
                </a:lnTo>
                <a:lnTo>
                  <a:pt x="0" y="142875"/>
                </a:lnTo>
                <a:lnTo>
                  <a:pt x="28575" y="142875"/>
                </a:lnTo>
                <a:lnTo>
                  <a:pt x="28575" y="152400"/>
                </a:lnTo>
                <a:lnTo>
                  <a:pt x="38100" y="152400"/>
                </a:lnTo>
                <a:lnTo>
                  <a:pt x="38100" y="171450"/>
                </a:lnTo>
                <a:lnTo>
                  <a:pt x="95250" y="171450"/>
                </a:lnTo>
                <a:lnTo>
                  <a:pt x="95250" y="161925"/>
                </a:lnTo>
                <a:lnTo>
                  <a:pt x="114300" y="161925"/>
                </a:lnTo>
                <a:lnTo>
                  <a:pt x="114300" y="152400"/>
                </a:lnTo>
                <a:lnTo>
                  <a:pt x="133350" y="152400"/>
                </a:lnTo>
                <a:lnTo>
                  <a:pt x="133350" y="142875"/>
                </a:lnTo>
                <a:lnTo>
                  <a:pt x="142875" y="142875"/>
                </a:lnTo>
                <a:lnTo>
                  <a:pt x="142875" y="133350"/>
                </a:lnTo>
                <a:lnTo>
                  <a:pt x="152400" y="133350"/>
                </a:lnTo>
                <a:lnTo>
                  <a:pt x="152400" y="123825"/>
                </a:lnTo>
                <a:lnTo>
                  <a:pt x="161925" y="123825"/>
                </a:lnTo>
                <a:lnTo>
                  <a:pt x="161925" y="114300"/>
                </a:lnTo>
                <a:lnTo>
                  <a:pt x="171450" y="114300"/>
                </a:lnTo>
                <a:lnTo>
                  <a:pt x="171450" y="95250"/>
                </a:lnTo>
                <a:lnTo>
                  <a:pt x="180975" y="95250"/>
                </a:lnTo>
                <a:lnTo>
                  <a:pt x="180975" y="28575"/>
                </a:lnTo>
                <a:lnTo>
                  <a:pt x="171450" y="28575"/>
                </a:lnTo>
                <a:lnTo>
                  <a:pt x="171450" y="9525"/>
                </a:lnTo>
                <a:lnTo>
                  <a:pt x="209550" y="9525"/>
                </a:lnTo>
                <a:lnTo>
                  <a:pt x="209550" y="38100"/>
                </a:lnTo>
                <a:lnTo>
                  <a:pt x="219075" y="38100"/>
                </a:lnTo>
                <a:lnTo>
                  <a:pt x="219075" y="66675"/>
                </a:lnTo>
                <a:lnTo>
                  <a:pt x="228600" y="66675"/>
                </a:lnTo>
                <a:lnTo>
                  <a:pt x="228600" y="76200"/>
                </a:lnTo>
                <a:lnTo>
                  <a:pt x="295275" y="76200"/>
                </a:lnTo>
                <a:lnTo>
                  <a:pt x="295275" y="66675"/>
                </a:lnTo>
                <a:lnTo>
                  <a:pt x="304800" y="66675"/>
                </a:lnTo>
                <a:lnTo>
                  <a:pt x="304800" y="0"/>
                </a:lnTo>
                <a:lnTo>
                  <a:pt x="342900" y="0"/>
                </a:lnTo>
                <a:lnTo>
                  <a:pt x="342900" y="76200"/>
                </a:lnTo>
                <a:lnTo>
                  <a:pt x="333375" y="76200"/>
                </a:lnTo>
                <a:lnTo>
                  <a:pt x="333375" y="95250"/>
                </a:lnTo>
                <a:lnTo>
                  <a:pt x="323850" y="95250"/>
                </a:lnTo>
                <a:lnTo>
                  <a:pt x="323850" y="104775"/>
                </a:lnTo>
                <a:lnTo>
                  <a:pt x="314325" y="104775"/>
                </a:lnTo>
                <a:lnTo>
                  <a:pt x="314325" y="114300"/>
                </a:lnTo>
                <a:lnTo>
                  <a:pt x="219075" y="114300"/>
                </a:lnTo>
                <a:lnTo>
                  <a:pt x="219075" y="104775"/>
                </a:lnTo>
                <a:lnTo>
                  <a:pt x="209550" y="104775"/>
                </a:lnTo>
                <a:lnTo>
                  <a:pt x="209550" y="123825"/>
                </a:lnTo>
                <a:lnTo>
                  <a:pt x="200025" y="123825"/>
                </a:lnTo>
                <a:lnTo>
                  <a:pt x="200025" y="142875"/>
                </a:lnTo>
                <a:lnTo>
                  <a:pt x="190500" y="142875"/>
                </a:lnTo>
                <a:lnTo>
                  <a:pt x="190500" y="152400"/>
                </a:lnTo>
                <a:lnTo>
                  <a:pt x="180975" y="152400"/>
                </a:lnTo>
                <a:lnTo>
                  <a:pt x="180975" y="161925"/>
                </a:lnTo>
                <a:lnTo>
                  <a:pt x="171450" y="161925"/>
                </a:lnTo>
                <a:lnTo>
                  <a:pt x="171450" y="171450"/>
                </a:lnTo>
                <a:lnTo>
                  <a:pt x="161925" y="171450"/>
                </a:lnTo>
                <a:lnTo>
                  <a:pt x="161925" y="180975"/>
                </a:lnTo>
                <a:lnTo>
                  <a:pt x="142875" y="180975"/>
                </a:lnTo>
                <a:lnTo>
                  <a:pt x="142875" y="190500"/>
                </a:lnTo>
                <a:lnTo>
                  <a:pt x="123825" y="190500"/>
                </a:lnTo>
                <a:lnTo>
                  <a:pt x="123825" y="200025"/>
                </a:lnTo>
                <a:lnTo>
                  <a:pt x="95250" y="200025"/>
                </a:lnTo>
                <a:lnTo>
                  <a:pt x="95250" y="209550"/>
                </a:lnTo>
                <a:lnTo>
                  <a:pt x="28575" y="209550"/>
                </a:lnTo>
                <a:lnTo>
                  <a:pt x="28575" y="1809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6CDD8F1B-435C-44F0-AC2F-C06AF11C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2438400"/>
            <a:ext cx="266700" cy="323850"/>
          </a:xfrm>
          <a:custGeom xmlns:a="http://schemas.openxmlformats.org/drawingml/2006/main">
            <a:pathLst>
              <a:path w="266700" h="323850">
                <a:moveTo>
                  <a:pt x="0" y="0"/>
                </a:move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266700"/>
                </a:lnTo>
                <a:lnTo>
                  <a:pt x="57150" y="266700"/>
                </a:lnTo>
                <a:lnTo>
                  <a:pt x="57150" y="276225"/>
                </a:lnTo>
                <a:lnTo>
                  <a:pt x="114300" y="276225"/>
                </a:lnTo>
                <a:lnTo>
                  <a:pt x="114300" y="266700"/>
                </a:lnTo>
                <a:lnTo>
                  <a:pt x="123825" y="266700"/>
                </a:lnTo>
                <a:lnTo>
                  <a:pt x="123825" y="247650"/>
                </a:lnTo>
                <a:lnTo>
                  <a:pt x="133350" y="247650"/>
                </a:lnTo>
                <a:lnTo>
                  <a:pt x="133350" y="219075"/>
                </a:lnTo>
                <a:lnTo>
                  <a:pt x="142875" y="219075"/>
                </a:lnTo>
                <a:lnTo>
                  <a:pt x="142875" y="209550"/>
                </a:lnTo>
                <a:lnTo>
                  <a:pt x="152400" y="209550"/>
                </a:lnTo>
                <a:lnTo>
                  <a:pt x="152400" y="200025"/>
                </a:lnTo>
                <a:lnTo>
                  <a:pt x="171450" y="200025"/>
                </a:lnTo>
                <a:lnTo>
                  <a:pt x="171450" y="190500"/>
                </a:lnTo>
                <a:lnTo>
                  <a:pt x="228600" y="190500"/>
                </a:lnTo>
                <a:lnTo>
                  <a:pt x="228600" y="200025"/>
                </a:lnTo>
                <a:lnTo>
                  <a:pt x="238125" y="200025"/>
                </a:lnTo>
                <a:lnTo>
                  <a:pt x="238125" y="209550"/>
                </a:lnTo>
                <a:lnTo>
                  <a:pt x="247650" y="209550"/>
                </a:lnTo>
                <a:lnTo>
                  <a:pt x="247650" y="219075"/>
                </a:lnTo>
                <a:lnTo>
                  <a:pt x="257175" y="219075"/>
                </a:lnTo>
                <a:lnTo>
                  <a:pt x="257175" y="238125"/>
                </a:lnTo>
                <a:lnTo>
                  <a:pt x="266700" y="238125"/>
                </a:lnTo>
                <a:lnTo>
                  <a:pt x="266700" y="285750"/>
                </a:lnTo>
                <a:lnTo>
                  <a:pt x="257175" y="285750"/>
                </a:lnTo>
                <a:lnTo>
                  <a:pt x="257175" y="295275"/>
                </a:lnTo>
                <a:lnTo>
                  <a:pt x="247650" y="295275"/>
                </a:lnTo>
                <a:lnTo>
                  <a:pt x="247650" y="304800"/>
                </a:lnTo>
                <a:lnTo>
                  <a:pt x="238125" y="304800"/>
                </a:lnTo>
                <a:lnTo>
                  <a:pt x="238125" y="314325"/>
                </a:lnTo>
                <a:lnTo>
                  <a:pt x="219075" y="314325"/>
                </a:lnTo>
                <a:lnTo>
                  <a:pt x="219075" y="323850"/>
                </a:lnTo>
                <a:lnTo>
                  <a:pt x="180975" y="323850"/>
                </a:lnTo>
                <a:lnTo>
                  <a:pt x="180975" y="314325"/>
                </a:lnTo>
                <a:lnTo>
                  <a:pt x="152400" y="314325"/>
                </a:lnTo>
                <a:lnTo>
                  <a:pt x="152400" y="304800"/>
                </a:lnTo>
                <a:lnTo>
                  <a:pt x="123825" y="304800"/>
                </a:lnTo>
                <a:lnTo>
                  <a:pt x="123825" y="314325"/>
                </a:lnTo>
                <a:lnTo>
                  <a:pt x="38100" y="314325"/>
                </a:lnTo>
                <a:lnTo>
                  <a:pt x="38100" y="304800"/>
                </a:lnTo>
                <a:lnTo>
                  <a:pt x="19050" y="304800"/>
                </a:lnTo>
                <a:lnTo>
                  <a:pt x="19050" y="295275"/>
                </a:lnTo>
                <a:lnTo>
                  <a:pt x="9525" y="295275"/>
                </a:lnTo>
                <a:lnTo>
                  <a:pt x="9525" y="276225"/>
                </a:lnTo>
                <a:lnTo>
                  <a:pt x="0" y="276225"/>
                </a:lnTo>
                <a:lnTo>
                  <a:pt x="0" y="0"/>
                </a:lnTo>
                <a:close/>
                <a:moveTo>
                  <a:pt x="180975" y="228600"/>
                </a:moveTo>
                <a:lnTo>
                  <a:pt x="180975" y="238125"/>
                </a:lnTo>
                <a:lnTo>
                  <a:pt x="171450" y="238125"/>
                </a:lnTo>
                <a:lnTo>
                  <a:pt x="171450" y="247650"/>
                </a:lnTo>
                <a:lnTo>
                  <a:pt x="161925" y="247650"/>
                </a:lnTo>
                <a:lnTo>
                  <a:pt x="161925" y="276225"/>
                </a:lnTo>
                <a:lnTo>
                  <a:pt x="180975" y="276225"/>
                </a:lnTo>
                <a:lnTo>
                  <a:pt x="180975" y="285750"/>
                </a:lnTo>
                <a:lnTo>
                  <a:pt x="209550" y="285750"/>
                </a:lnTo>
                <a:lnTo>
                  <a:pt x="209550" y="276225"/>
                </a:lnTo>
                <a:lnTo>
                  <a:pt x="219075" y="276225"/>
                </a:lnTo>
                <a:lnTo>
                  <a:pt x="219075" y="266700"/>
                </a:lnTo>
                <a:lnTo>
                  <a:pt x="228600" y="266700"/>
                </a:lnTo>
                <a:lnTo>
                  <a:pt x="228600" y="247650"/>
                </a:lnTo>
                <a:lnTo>
                  <a:pt x="219075" y="247650"/>
                </a:lnTo>
                <a:lnTo>
                  <a:pt x="219075" y="238125"/>
                </a:lnTo>
                <a:lnTo>
                  <a:pt x="209550" y="238125"/>
                </a:lnTo>
                <a:lnTo>
                  <a:pt x="209550" y="228600"/>
                </a:lnTo>
                <a:lnTo>
                  <a:pt x="180975" y="2286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BB9139F3-B38E-4FAE-99A1-DD739177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2933700"/>
            <a:ext cx="38100" cy="95250"/>
          </a:xfrm>
          <a:custGeom xmlns:a="http://schemas.openxmlformats.org/drawingml/2006/main">
            <a:pathLst>
              <a:path w="38100" h="95250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28575"/>
                </a:lnTo>
                <a:lnTo>
                  <a:pt x="28575" y="28575"/>
                </a:lnTo>
                <a:lnTo>
                  <a:pt x="28575" y="95250"/>
                </a:lnTo>
                <a:lnTo>
                  <a:pt x="0" y="95250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F881FB2C-3337-4A69-822E-B09A5D27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2933700"/>
            <a:ext cx="28575" cy="95250"/>
          </a:xfrm>
          <a:custGeom xmlns:a="http://schemas.openxmlformats.org/drawingml/2006/main">
            <a:pathLst>
              <a:path w="28575" h="95250">
                <a:moveTo>
                  <a:pt x="0" y="0"/>
                </a:moveTo>
                <a:lnTo>
                  <a:pt x="28575" y="0"/>
                </a:lnTo>
                <a:lnTo>
                  <a:pt x="285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52491FD9-F70D-45BB-810E-E6E80240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3133725"/>
            <a:ext cx="57150" cy="95250"/>
          </a:xfrm>
          <a:custGeom xmlns:a="http://schemas.openxmlformats.org/drawingml/2006/main">
            <a:pathLst>
              <a:path w="57150" h="95250">
                <a:moveTo>
                  <a:pt x="19050" y="38100"/>
                </a:moveTo>
                <a:lnTo>
                  <a:pt x="19050" y="19050"/>
                </a:lnTo>
                <a:lnTo>
                  <a:pt x="28575" y="19050"/>
                </a:lnTo>
                <a:lnTo>
                  <a:pt x="28575" y="0"/>
                </a:lnTo>
                <a:lnTo>
                  <a:pt x="57150" y="0"/>
                </a:lnTo>
                <a:lnTo>
                  <a:pt x="57150" y="28575"/>
                </a:lnTo>
                <a:lnTo>
                  <a:pt x="47625" y="28575"/>
                </a:lnTo>
                <a:lnTo>
                  <a:pt x="47625" y="66675"/>
                </a:lnTo>
                <a:lnTo>
                  <a:pt x="38100" y="66675"/>
                </a:lnTo>
                <a:lnTo>
                  <a:pt x="38100" y="95250"/>
                </a:lnTo>
                <a:lnTo>
                  <a:pt x="0" y="95250"/>
                </a:lnTo>
                <a:lnTo>
                  <a:pt x="0" y="57150"/>
                </a:lnTo>
                <a:lnTo>
                  <a:pt x="9525" y="57150"/>
                </a:lnTo>
                <a:lnTo>
                  <a:pt x="9525" y="38100"/>
                </a:lnTo>
                <a:lnTo>
                  <a:pt x="19050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632610BC-A117-4C27-A2C1-8AFC7D58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75" y="1962150"/>
            <a:ext cx="38100" cy="304800"/>
          </a:xfrm>
          <a:custGeom xmlns:a="http://schemas.openxmlformats.org/drawingml/2006/main"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71E13B44-552C-4E75-A891-B50EF567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2295525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38100"/>
                </a:move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0034D21B-50FF-4C80-8BC3-2BED2C5C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9725" y="2295525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38100"/>
                </a:move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A0E4A211-DE4C-468A-A4ED-9CB5204C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2933700"/>
            <a:ext cx="28575" cy="95250"/>
          </a:xfrm>
          <a:custGeom xmlns:a="http://schemas.openxmlformats.org/drawingml/2006/main">
            <a:pathLst>
              <a:path w="28575" h="95250">
                <a:moveTo>
                  <a:pt x="0" y="0"/>
                </a:moveTo>
                <a:lnTo>
                  <a:pt x="28575" y="0"/>
                </a:lnTo>
                <a:lnTo>
                  <a:pt x="28575" y="85725"/>
                </a:lnTo>
                <a:lnTo>
                  <a:pt x="19050" y="85725"/>
                </a:lnTo>
                <a:lnTo>
                  <a:pt x="190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E1474F96-2E1C-447E-9C20-8392202C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2933700"/>
            <a:ext cx="28575" cy="95250"/>
          </a:xfrm>
          <a:custGeom xmlns:a="http://schemas.openxmlformats.org/drawingml/2006/main">
            <a:pathLst>
              <a:path w="28575" h="95250">
                <a:moveTo>
                  <a:pt x="0" y="0"/>
                </a:move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47625"/>
                </a:lnTo>
                <a:lnTo>
                  <a:pt x="19050" y="47625"/>
                </a:lnTo>
                <a:lnTo>
                  <a:pt x="190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820AA804-910B-4084-912F-3DBE52A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2952750"/>
            <a:ext cx="38100" cy="200025"/>
          </a:xfrm>
          <a:custGeom xmlns:a="http://schemas.openxmlformats.org/drawingml/2006/main">
            <a:pathLst>
              <a:path w="38100" h="200025">
                <a:moveTo>
                  <a:pt x="0" y="0"/>
                </a:moveTo>
                <a:lnTo>
                  <a:pt x="38100" y="0"/>
                </a:lnTo>
                <a:lnTo>
                  <a:pt x="3810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84C3E3BE-DFF4-4102-8CA3-B678E86B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2924175"/>
            <a:ext cx="809625" cy="400050"/>
          </a:xfrm>
          <a:custGeom xmlns:a="http://schemas.openxmlformats.org/drawingml/2006/main">
            <a:pathLst>
              <a:path w="809625" h="400050">
                <a:moveTo>
                  <a:pt x="9525" y="257175"/>
                </a:moveTo>
                <a:lnTo>
                  <a:pt x="19050" y="257175"/>
                </a:lnTo>
                <a:lnTo>
                  <a:pt x="19050" y="238125"/>
                </a:lnTo>
                <a:lnTo>
                  <a:pt x="57150" y="238125"/>
                </a:lnTo>
                <a:lnTo>
                  <a:pt x="57150" y="257175"/>
                </a:lnTo>
                <a:lnTo>
                  <a:pt x="47625" y="257175"/>
                </a:lnTo>
                <a:lnTo>
                  <a:pt x="47625" y="285750"/>
                </a:lnTo>
                <a:lnTo>
                  <a:pt x="38100" y="285750"/>
                </a:lnTo>
                <a:lnTo>
                  <a:pt x="38100" y="342900"/>
                </a:lnTo>
                <a:lnTo>
                  <a:pt x="47625" y="342900"/>
                </a:lnTo>
                <a:lnTo>
                  <a:pt x="47625" y="352425"/>
                </a:lnTo>
                <a:lnTo>
                  <a:pt x="57150" y="352425"/>
                </a:lnTo>
                <a:lnTo>
                  <a:pt x="57150" y="361950"/>
                </a:lnTo>
                <a:lnTo>
                  <a:pt x="142875" y="361950"/>
                </a:lnTo>
                <a:lnTo>
                  <a:pt x="142875" y="352425"/>
                </a:lnTo>
                <a:lnTo>
                  <a:pt x="161925" y="352425"/>
                </a:lnTo>
                <a:lnTo>
                  <a:pt x="161925" y="342900"/>
                </a:lnTo>
                <a:lnTo>
                  <a:pt x="171450" y="342900"/>
                </a:lnTo>
                <a:lnTo>
                  <a:pt x="171450" y="323850"/>
                </a:lnTo>
                <a:lnTo>
                  <a:pt x="180975" y="323850"/>
                </a:lnTo>
                <a:lnTo>
                  <a:pt x="180975" y="314325"/>
                </a:lnTo>
                <a:lnTo>
                  <a:pt x="190500" y="314325"/>
                </a:lnTo>
                <a:lnTo>
                  <a:pt x="190500" y="219075"/>
                </a:lnTo>
                <a:lnTo>
                  <a:pt x="180975" y="219075"/>
                </a:lnTo>
                <a:lnTo>
                  <a:pt x="180975" y="190500"/>
                </a:lnTo>
                <a:lnTo>
                  <a:pt x="219075" y="190500"/>
                </a:lnTo>
                <a:lnTo>
                  <a:pt x="219075" y="228600"/>
                </a:lnTo>
                <a:lnTo>
                  <a:pt x="228600" y="228600"/>
                </a:lnTo>
                <a:lnTo>
                  <a:pt x="228600" y="247650"/>
                </a:lnTo>
                <a:lnTo>
                  <a:pt x="238125" y="247650"/>
                </a:lnTo>
                <a:lnTo>
                  <a:pt x="238125" y="266700"/>
                </a:lnTo>
                <a:lnTo>
                  <a:pt x="276225" y="266700"/>
                </a:lnTo>
                <a:lnTo>
                  <a:pt x="276225" y="257175"/>
                </a:lnTo>
                <a:lnTo>
                  <a:pt x="285750" y="257175"/>
                </a:lnTo>
                <a:lnTo>
                  <a:pt x="285750" y="238125"/>
                </a:lnTo>
                <a:lnTo>
                  <a:pt x="295275" y="238125"/>
                </a:lnTo>
                <a:lnTo>
                  <a:pt x="295275" y="190500"/>
                </a:lnTo>
                <a:lnTo>
                  <a:pt x="333375" y="190500"/>
                </a:lnTo>
                <a:lnTo>
                  <a:pt x="333375" y="238125"/>
                </a:lnTo>
                <a:lnTo>
                  <a:pt x="342900" y="238125"/>
                </a:lnTo>
                <a:lnTo>
                  <a:pt x="342900" y="257175"/>
                </a:lnTo>
                <a:lnTo>
                  <a:pt x="352425" y="257175"/>
                </a:lnTo>
                <a:lnTo>
                  <a:pt x="352425" y="266700"/>
                </a:lnTo>
                <a:lnTo>
                  <a:pt x="390525" y="266700"/>
                </a:lnTo>
                <a:lnTo>
                  <a:pt x="390525" y="238125"/>
                </a:lnTo>
                <a:lnTo>
                  <a:pt x="400050" y="238125"/>
                </a:lnTo>
                <a:lnTo>
                  <a:pt x="400050" y="161925"/>
                </a:lnTo>
                <a:lnTo>
                  <a:pt x="438150" y="161925"/>
                </a:lnTo>
                <a:lnTo>
                  <a:pt x="438150" y="247650"/>
                </a:lnTo>
                <a:lnTo>
                  <a:pt x="447675" y="247650"/>
                </a:lnTo>
                <a:lnTo>
                  <a:pt x="447675" y="266700"/>
                </a:lnTo>
                <a:lnTo>
                  <a:pt x="523875" y="266700"/>
                </a:lnTo>
                <a:lnTo>
                  <a:pt x="523875" y="257175"/>
                </a:lnTo>
                <a:lnTo>
                  <a:pt x="533400" y="257175"/>
                </a:lnTo>
                <a:lnTo>
                  <a:pt x="533400" y="0"/>
                </a:lnTo>
                <a:lnTo>
                  <a:pt x="571500" y="0"/>
                </a:lnTo>
                <a:lnTo>
                  <a:pt x="571500" y="247650"/>
                </a:lnTo>
                <a:lnTo>
                  <a:pt x="581025" y="247650"/>
                </a:lnTo>
                <a:lnTo>
                  <a:pt x="581025" y="266700"/>
                </a:lnTo>
                <a:lnTo>
                  <a:pt x="704850" y="266700"/>
                </a:lnTo>
                <a:lnTo>
                  <a:pt x="704850" y="257175"/>
                </a:lnTo>
                <a:lnTo>
                  <a:pt x="714375" y="257175"/>
                </a:lnTo>
                <a:lnTo>
                  <a:pt x="714375" y="209550"/>
                </a:lnTo>
                <a:lnTo>
                  <a:pt x="704850" y="209550"/>
                </a:lnTo>
                <a:lnTo>
                  <a:pt x="704850" y="200025"/>
                </a:lnTo>
                <a:lnTo>
                  <a:pt x="695325" y="200025"/>
                </a:lnTo>
                <a:lnTo>
                  <a:pt x="695325" y="190500"/>
                </a:lnTo>
                <a:lnTo>
                  <a:pt x="685800" y="190500"/>
                </a:lnTo>
                <a:lnTo>
                  <a:pt x="685800" y="180975"/>
                </a:lnTo>
                <a:lnTo>
                  <a:pt x="676275" y="180975"/>
                </a:lnTo>
                <a:lnTo>
                  <a:pt x="676275" y="161925"/>
                </a:lnTo>
                <a:lnTo>
                  <a:pt x="666750" y="161925"/>
                </a:lnTo>
                <a:lnTo>
                  <a:pt x="666750" y="152400"/>
                </a:lnTo>
                <a:lnTo>
                  <a:pt x="657225" y="152400"/>
                </a:lnTo>
                <a:lnTo>
                  <a:pt x="657225" y="142875"/>
                </a:lnTo>
                <a:lnTo>
                  <a:pt x="647700" y="142875"/>
                </a:lnTo>
                <a:lnTo>
                  <a:pt x="647700" y="133350"/>
                </a:lnTo>
                <a:lnTo>
                  <a:pt x="638175" y="133350"/>
                </a:lnTo>
                <a:lnTo>
                  <a:pt x="638175" y="85725"/>
                </a:lnTo>
                <a:lnTo>
                  <a:pt x="647700" y="85725"/>
                </a:lnTo>
                <a:lnTo>
                  <a:pt x="647700" y="66675"/>
                </a:lnTo>
                <a:lnTo>
                  <a:pt x="666750" y="66675"/>
                </a:lnTo>
                <a:lnTo>
                  <a:pt x="666750" y="57150"/>
                </a:lnTo>
                <a:lnTo>
                  <a:pt x="685800" y="57150"/>
                </a:lnTo>
                <a:lnTo>
                  <a:pt x="685800" y="47625"/>
                </a:lnTo>
                <a:lnTo>
                  <a:pt x="714375" y="47625"/>
                </a:lnTo>
                <a:lnTo>
                  <a:pt x="714375" y="38100"/>
                </a:lnTo>
                <a:lnTo>
                  <a:pt x="733425" y="38100"/>
                </a:lnTo>
                <a:lnTo>
                  <a:pt x="733425" y="28575"/>
                </a:lnTo>
                <a:lnTo>
                  <a:pt x="762000" y="28575"/>
                </a:lnTo>
                <a:lnTo>
                  <a:pt x="762000" y="19050"/>
                </a:lnTo>
                <a:lnTo>
                  <a:pt x="781050" y="19050"/>
                </a:lnTo>
                <a:lnTo>
                  <a:pt x="781050" y="9525"/>
                </a:lnTo>
                <a:lnTo>
                  <a:pt x="809625" y="9525"/>
                </a:lnTo>
                <a:lnTo>
                  <a:pt x="809625" y="38100"/>
                </a:lnTo>
                <a:lnTo>
                  <a:pt x="800100" y="38100"/>
                </a:lnTo>
                <a:lnTo>
                  <a:pt x="800100" y="47625"/>
                </a:lnTo>
                <a:lnTo>
                  <a:pt x="781050" y="47625"/>
                </a:lnTo>
                <a:lnTo>
                  <a:pt x="781050" y="57150"/>
                </a:lnTo>
                <a:lnTo>
                  <a:pt x="762000" y="57150"/>
                </a:lnTo>
                <a:lnTo>
                  <a:pt x="762000" y="66675"/>
                </a:lnTo>
                <a:lnTo>
                  <a:pt x="733425" y="66675"/>
                </a:lnTo>
                <a:lnTo>
                  <a:pt x="733425" y="76200"/>
                </a:lnTo>
                <a:lnTo>
                  <a:pt x="714375" y="76200"/>
                </a:lnTo>
                <a:lnTo>
                  <a:pt x="714375" y="85725"/>
                </a:lnTo>
                <a:lnTo>
                  <a:pt x="695325" y="85725"/>
                </a:lnTo>
                <a:lnTo>
                  <a:pt x="695325" y="95250"/>
                </a:lnTo>
                <a:lnTo>
                  <a:pt x="676275" y="95250"/>
                </a:lnTo>
                <a:lnTo>
                  <a:pt x="676275" y="114300"/>
                </a:lnTo>
                <a:lnTo>
                  <a:pt x="685800" y="114300"/>
                </a:lnTo>
                <a:lnTo>
                  <a:pt x="685800" y="133350"/>
                </a:lnTo>
                <a:lnTo>
                  <a:pt x="695325" y="133350"/>
                </a:lnTo>
                <a:lnTo>
                  <a:pt x="695325" y="142875"/>
                </a:lnTo>
                <a:lnTo>
                  <a:pt x="704850" y="142875"/>
                </a:lnTo>
                <a:lnTo>
                  <a:pt x="704850" y="152400"/>
                </a:lnTo>
                <a:lnTo>
                  <a:pt x="714375" y="152400"/>
                </a:lnTo>
                <a:lnTo>
                  <a:pt x="714375" y="161925"/>
                </a:lnTo>
                <a:lnTo>
                  <a:pt x="723900" y="161925"/>
                </a:lnTo>
                <a:lnTo>
                  <a:pt x="723900" y="171450"/>
                </a:lnTo>
                <a:lnTo>
                  <a:pt x="733425" y="171450"/>
                </a:lnTo>
                <a:lnTo>
                  <a:pt x="733425" y="190500"/>
                </a:lnTo>
                <a:lnTo>
                  <a:pt x="742950" y="190500"/>
                </a:lnTo>
                <a:lnTo>
                  <a:pt x="742950" y="200025"/>
                </a:lnTo>
                <a:lnTo>
                  <a:pt x="752475" y="200025"/>
                </a:lnTo>
                <a:lnTo>
                  <a:pt x="752475" y="276225"/>
                </a:lnTo>
                <a:lnTo>
                  <a:pt x="742950" y="276225"/>
                </a:lnTo>
                <a:lnTo>
                  <a:pt x="742950" y="285750"/>
                </a:lnTo>
                <a:lnTo>
                  <a:pt x="733425" y="285750"/>
                </a:lnTo>
                <a:lnTo>
                  <a:pt x="733425" y="295275"/>
                </a:lnTo>
                <a:lnTo>
                  <a:pt x="723900" y="295275"/>
                </a:lnTo>
                <a:lnTo>
                  <a:pt x="723900" y="304800"/>
                </a:lnTo>
                <a:lnTo>
                  <a:pt x="571500" y="304800"/>
                </a:lnTo>
                <a:lnTo>
                  <a:pt x="571500" y="295275"/>
                </a:lnTo>
                <a:lnTo>
                  <a:pt x="542925" y="295275"/>
                </a:lnTo>
                <a:lnTo>
                  <a:pt x="542925" y="304800"/>
                </a:lnTo>
                <a:lnTo>
                  <a:pt x="428625" y="304800"/>
                </a:lnTo>
                <a:lnTo>
                  <a:pt x="428625" y="295275"/>
                </a:lnTo>
                <a:lnTo>
                  <a:pt x="400050" y="295275"/>
                </a:lnTo>
                <a:lnTo>
                  <a:pt x="400050" y="304800"/>
                </a:lnTo>
                <a:lnTo>
                  <a:pt x="381000" y="304800"/>
                </a:lnTo>
                <a:lnTo>
                  <a:pt x="381000" y="314325"/>
                </a:lnTo>
                <a:lnTo>
                  <a:pt x="352425" y="314325"/>
                </a:lnTo>
                <a:lnTo>
                  <a:pt x="352425" y="304800"/>
                </a:lnTo>
                <a:lnTo>
                  <a:pt x="333375" y="304800"/>
                </a:lnTo>
                <a:lnTo>
                  <a:pt x="333375" y="295275"/>
                </a:lnTo>
                <a:lnTo>
                  <a:pt x="323850" y="295275"/>
                </a:lnTo>
                <a:lnTo>
                  <a:pt x="323850" y="285750"/>
                </a:lnTo>
                <a:lnTo>
                  <a:pt x="304800" y="285750"/>
                </a:lnTo>
                <a:lnTo>
                  <a:pt x="304800" y="295275"/>
                </a:lnTo>
                <a:lnTo>
                  <a:pt x="295275" y="295275"/>
                </a:lnTo>
                <a:lnTo>
                  <a:pt x="295275" y="304800"/>
                </a:lnTo>
                <a:lnTo>
                  <a:pt x="276225" y="304800"/>
                </a:lnTo>
                <a:lnTo>
                  <a:pt x="276225" y="314325"/>
                </a:lnTo>
                <a:lnTo>
                  <a:pt x="247650" y="314325"/>
                </a:lnTo>
                <a:lnTo>
                  <a:pt x="247650" y="304800"/>
                </a:lnTo>
                <a:lnTo>
                  <a:pt x="228600" y="304800"/>
                </a:lnTo>
                <a:lnTo>
                  <a:pt x="228600" y="323850"/>
                </a:lnTo>
                <a:lnTo>
                  <a:pt x="219075" y="323850"/>
                </a:lnTo>
                <a:lnTo>
                  <a:pt x="219075" y="342900"/>
                </a:lnTo>
                <a:lnTo>
                  <a:pt x="209550" y="342900"/>
                </a:lnTo>
                <a:lnTo>
                  <a:pt x="209550" y="352425"/>
                </a:lnTo>
                <a:lnTo>
                  <a:pt x="200025" y="352425"/>
                </a:lnTo>
                <a:lnTo>
                  <a:pt x="200025" y="371475"/>
                </a:lnTo>
                <a:lnTo>
                  <a:pt x="180975" y="371475"/>
                </a:lnTo>
                <a:lnTo>
                  <a:pt x="180975" y="381000"/>
                </a:lnTo>
                <a:lnTo>
                  <a:pt x="171450" y="381000"/>
                </a:lnTo>
                <a:lnTo>
                  <a:pt x="171450" y="390525"/>
                </a:lnTo>
                <a:lnTo>
                  <a:pt x="152400" y="390525"/>
                </a:lnTo>
                <a:lnTo>
                  <a:pt x="152400" y="400050"/>
                </a:lnTo>
                <a:lnTo>
                  <a:pt x="47625" y="400050"/>
                </a:lnTo>
                <a:lnTo>
                  <a:pt x="47625" y="390525"/>
                </a:lnTo>
                <a:lnTo>
                  <a:pt x="28575" y="390525"/>
                </a:lnTo>
                <a:lnTo>
                  <a:pt x="28575" y="381000"/>
                </a:lnTo>
                <a:lnTo>
                  <a:pt x="19050" y="381000"/>
                </a:lnTo>
                <a:lnTo>
                  <a:pt x="19050" y="371475"/>
                </a:lnTo>
                <a:lnTo>
                  <a:pt x="9525" y="371475"/>
                </a:lnTo>
                <a:lnTo>
                  <a:pt x="9525" y="342900"/>
                </a:lnTo>
                <a:lnTo>
                  <a:pt x="0" y="342900"/>
                </a:lnTo>
                <a:lnTo>
                  <a:pt x="0" y="295275"/>
                </a:lnTo>
                <a:lnTo>
                  <a:pt x="9525" y="295275"/>
                </a:lnTo>
                <a:lnTo>
                  <a:pt x="9525" y="2571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8A1AEF40-95F2-4A36-BA80-EFE6062D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3190875"/>
            <a:ext cx="47625" cy="47625"/>
          </a:xfrm>
          <a:custGeom xmlns:a="http://schemas.openxmlformats.org/drawingml/2006/main">
            <a:pathLst>
              <a:path w="47625" h="47625">
                <a:moveTo>
                  <a:pt x="19050" y="47625"/>
                </a:moveTo>
                <a:lnTo>
                  <a:pt x="19050" y="38100"/>
                </a:lnTo>
                <a:lnTo>
                  <a:pt x="0" y="3810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19050"/>
                </a:lnTo>
                <a:lnTo>
                  <a:pt x="47625" y="19050"/>
                </a:lnTo>
                <a:lnTo>
                  <a:pt x="47625" y="28575"/>
                </a:lnTo>
                <a:lnTo>
                  <a:pt x="38100" y="28575"/>
                </a:lnTo>
                <a:lnTo>
                  <a:pt x="38100" y="38100"/>
                </a:lnTo>
                <a:lnTo>
                  <a:pt x="28575" y="38100"/>
                </a:lnTo>
                <a:lnTo>
                  <a:pt x="28575" y="47625"/>
                </a:lnTo>
                <a:lnTo>
                  <a:pt x="190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0C0E140F-B685-4FBC-B58F-F9E9F25B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2095500"/>
            <a:ext cx="133350" cy="180975"/>
          </a:xfrm>
          <a:custGeom xmlns:a="http://schemas.openxmlformats.org/drawingml/2006/main">
            <a:pathLst>
              <a:path w="133350" h="180975">
                <a:moveTo>
                  <a:pt x="85725" y="57150"/>
                </a:moveTo>
                <a:lnTo>
                  <a:pt x="76200" y="57150"/>
                </a:lnTo>
                <a:lnTo>
                  <a:pt x="76200" y="38100"/>
                </a:lnTo>
                <a:lnTo>
                  <a:pt x="66675" y="38100"/>
                </a:lnTo>
                <a:lnTo>
                  <a:pt x="66675" y="28575"/>
                </a:lnTo>
                <a:lnTo>
                  <a:pt x="57150" y="28575"/>
                </a:lnTo>
                <a:lnTo>
                  <a:pt x="57150" y="19050"/>
                </a:lnTo>
                <a:lnTo>
                  <a:pt x="47625" y="19050"/>
                </a:lnTo>
                <a:lnTo>
                  <a:pt x="47625" y="0"/>
                </a:lnTo>
                <a:lnTo>
                  <a:pt x="76200" y="0"/>
                </a:lnTo>
                <a:lnTo>
                  <a:pt x="76200" y="9525"/>
                </a:lnTo>
                <a:lnTo>
                  <a:pt x="95250" y="9525"/>
                </a:lnTo>
                <a:lnTo>
                  <a:pt x="95250" y="19050"/>
                </a:lnTo>
                <a:lnTo>
                  <a:pt x="104775" y="19050"/>
                </a:lnTo>
                <a:lnTo>
                  <a:pt x="104775" y="38100"/>
                </a:lnTo>
                <a:lnTo>
                  <a:pt x="114300" y="38100"/>
                </a:lnTo>
                <a:lnTo>
                  <a:pt x="114300" y="47625"/>
                </a:lnTo>
                <a:lnTo>
                  <a:pt x="123825" y="47625"/>
                </a:lnTo>
                <a:lnTo>
                  <a:pt x="123825" y="76200"/>
                </a:lnTo>
                <a:lnTo>
                  <a:pt x="133350" y="76200"/>
                </a:lnTo>
                <a:lnTo>
                  <a:pt x="133350" y="123825"/>
                </a:lnTo>
                <a:lnTo>
                  <a:pt x="123825" y="123825"/>
                </a:lnTo>
                <a:lnTo>
                  <a:pt x="123825" y="142875"/>
                </a:lnTo>
                <a:lnTo>
                  <a:pt x="114300" y="142875"/>
                </a:lnTo>
                <a:lnTo>
                  <a:pt x="114300" y="152400"/>
                </a:lnTo>
                <a:lnTo>
                  <a:pt x="104775" y="152400"/>
                </a:lnTo>
                <a:lnTo>
                  <a:pt x="104775" y="161925"/>
                </a:lnTo>
                <a:lnTo>
                  <a:pt x="95250" y="161925"/>
                </a:lnTo>
                <a:lnTo>
                  <a:pt x="95250" y="171450"/>
                </a:lnTo>
                <a:lnTo>
                  <a:pt x="76200" y="171450"/>
                </a:lnTo>
                <a:lnTo>
                  <a:pt x="76200" y="180975"/>
                </a:lnTo>
                <a:lnTo>
                  <a:pt x="9525" y="180975"/>
                </a:lnTo>
                <a:lnTo>
                  <a:pt x="9525" y="171450"/>
                </a:lnTo>
                <a:lnTo>
                  <a:pt x="0" y="171450"/>
                </a:lnTo>
                <a:lnTo>
                  <a:pt x="0" y="133350"/>
                </a:lnTo>
                <a:lnTo>
                  <a:pt x="9525" y="133350"/>
                </a:lnTo>
                <a:lnTo>
                  <a:pt x="9525" y="142875"/>
                </a:lnTo>
                <a:lnTo>
                  <a:pt x="66675" y="142875"/>
                </a:lnTo>
                <a:lnTo>
                  <a:pt x="66675" y="133350"/>
                </a:lnTo>
                <a:lnTo>
                  <a:pt x="76200" y="133350"/>
                </a:lnTo>
                <a:lnTo>
                  <a:pt x="76200" y="123825"/>
                </a:lnTo>
                <a:lnTo>
                  <a:pt x="85725" y="123825"/>
                </a:lnTo>
                <a:lnTo>
                  <a:pt x="85725" y="114300"/>
                </a:lnTo>
                <a:lnTo>
                  <a:pt x="95250" y="114300"/>
                </a:lnTo>
                <a:lnTo>
                  <a:pt x="95250" y="76200"/>
                </a:lnTo>
                <a:lnTo>
                  <a:pt x="85725" y="76200"/>
                </a:lnTo>
                <a:lnTo>
                  <a:pt x="85725" y="571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3A1BCA54-B204-452E-AE96-2055A5B0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2438400"/>
            <a:ext cx="161925" cy="314325"/>
          </a:xfrm>
          <a:custGeom xmlns:a="http://schemas.openxmlformats.org/drawingml/2006/main">
            <a:pathLst>
              <a:path w="161925" h="314325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38100" y="0"/>
                </a:lnTo>
                <a:lnTo>
                  <a:pt x="38100" y="247650"/>
                </a:lnTo>
                <a:lnTo>
                  <a:pt x="47625" y="247650"/>
                </a:lnTo>
                <a:lnTo>
                  <a:pt x="47625" y="266700"/>
                </a:lnTo>
                <a:lnTo>
                  <a:pt x="57150" y="266700"/>
                </a:lnTo>
                <a:lnTo>
                  <a:pt x="57150" y="276225"/>
                </a:lnTo>
                <a:lnTo>
                  <a:pt x="104775" y="276225"/>
                </a:lnTo>
                <a:lnTo>
                  <a:pt x="104775" y="266700"/>
                </a:lnTo>
                <a:lnTo>
                  <a:pt x="123825" y="266700"/>
                </a:lnTo>
                <a:lnTo>
                  <a:pt x="123825" y="200025"/>
                </a:lnTo>
                <a:lnTo>
                  <a:pt x="133350" y="200025"/>
                </a:lnTo>
                <a:lnTo>
                  <a:pt x="133350" y="190500"/>
                </a:lnTo>
                <a:lnTo>
                  <a:pt x="161925" y="190500"/>
                </a:lnTo>
                <a:lnTo>
                  <a:pt x="161925" y="276225"/>
                </a:lnTo>
                <a:lnTo>
                  <a:pt x="152400" y="276225"/>
                </a:lnTo>
                <a:lnTo>
                  <a:pt x="152400" y="295275"/>
                </a:lnTo>
                <a:lnTo>
                  <a:pt x="142875" y="295275"/>
                </a:lnTo>
                <a:lnTo>
                  <a:pt x="142875" y="304800"/>
                </a:lnTo>
                <a:lnTo>
                  <a:pt x="123825" y="304800"/>
                </a:lnTo>
                <a:lnTo>
                  <a:pt x="123825" y="314325"/>
                </a:lnTo>
                <a:lnTo>
                  <a:pt x="47625" y="314325"/>
                </a:lnTo>
                <a:lnTo>
                  <a:pt x="47625" y="304800"/>
                </a:lnTo>
                <a:lnTo>
                  <a:pt x="28575" y="304800"/>
                </a:lnTo>
                <a:lnTo>
                  <a:pt x="28575" y="295275"/>
                </a:lnTo>
                <a:lnTo>
                  <a:pt x="19050" y="295275"/>
                </a:lnTo>
                <a:lnTo>
                  <a:pt x="19050" y="285750"/>
                </a:lnTo>
                <a:lnTo>
                  <a:pt x="9525" y="285750"/>
                </a:lnTo>
                <a:lnTo>
                  <a:pt x="9525" y="257175"/>
                </a:lnTo>
                <a:lnTo>
                  <a:pt x="0" y="25717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DBFAD126-C993-4771-885B-69FF63BB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2552700"/>
            <a:ext cx="28575" cy="28575"/>
          </a:xfrm>
          <a:custGeom xmlns:a="http://schemas.openxmlformats.org/drawingml/2006/main"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010875D7-8E84-4306-BF82-E875B84A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9775" y="2438400"/>
            <a:ext cx="38100" cy="314325"/>
          </a:xfrm>
          <a:custGeom xmlns:a="http://schemas.openxmlformats.org/drawingml/2006/main">
            <a:pathLst>
              <a:path w="38100" h="314325">
                <a:moveTo>
                  <a:pt x="0" y="0"/>
                </a:moveTo>
                <a:lnTo>
                  <a:pt x="38100" y="0"/>
                </a:lnTo>
                <a:lnTo>
                  <a:pt x="38100" y="314325"/>
                </a:lnTo>
                <a:lnTo>
                  <a:pt x="0" y="3143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D4EC9249-3A27-4E8B-B0B8-BBFA4950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2990850"/>
            <a:ext cx="28575" cy="38100"/>
          </a:xfrm>
          <a:custGeom xmlns:a="http://schemas.openxmlformats.org/drawingml/2006/main">
            <a:pathLst>
              <a:path w="28575" h="38100">
                <a:moveTo>
                  <a:pt x="19050" y="38100"/>
                </a:moveTo>
                <a:lnTo>
                  <a:pt x="0" y="38100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lnTo>
                  <a:pt x="19050" y="28575"/>
                </a:lnTo>
                <a:lnTo>
                  <a:pt x="19050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E09B1EED-ABEB-4548-8679-61E9B71C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3038475"/>
            <a:ext cx="38100" cy="38100"/>
          </a:xfrm>
          <a:custGeom xmlns:a="http://schemas.openxmlformats.org/drawingml/2006/main">
            <a:pathLst>
              <a:path w="38100" h="38100">
                <a:moveTo>
                  <a:pt x="38100" y="28575"/>
                </a:moveTo>
                <a:lnTo>
                  <a:pt x="28575" y="28575"/>
                </a:lnTo>
                <a:lnTo>
                  <a:pt x="28575" y="38100"/>
                </a:ln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8418EA01-092E-4837-9AAB-51E7F4AA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9275" y="3038475"/>
            <a:ext cx="38100" cy="38100"/>
          </a:xfrm>
          <a:custGeom xmlns:a="http://schemas.openxmlformats.org/drawingml/2006/main">
            <a:pathLst>
              <a:path w="38100" h="38100">
                <a:moveTo>
                  <a:pt x="28575" y="38100"/>
                </a:move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28575"/>
                </a:lnTo>
                <a:lnTo>
                  <a:pt x="28575" y="28575"/>
                </a:lnTo>
                <a:lnTo>
                  <a:pt x="28575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BC612AEC-D488-4F90-A02C-24C2A991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4550" y="1962150"/>
            <a:ext cx="400050" cy="361950"/>
          </a:xfrm>
          <a:custGeom xmlns:a="http://schemas.openxmlformats.org/drawingml/2006/main">
            <a:pathLst>
              <a:path w="400050" h="361950">
                <a:moveTo>
                  <a:pt x="9525" y="295275"/>
                </a:moveTo>
                <a:lnTo>
                  <a:pt x="0" y="295275"/>
                </a:lnTo>
                <a:lnTo>
                  <a:pt x="0" y="257175"/>
                </a:lnTo>
                <a:lnTo>
                  <a:pt x="9525" y="257175"/>
                </a:lnTo>
                <a:lnTo>
                  <a:pt x="9525" y="238125"/>
                </a:lnTo>
                <a:lnTo>
                  <a:pt x="19050" y="238125"/>
                </a:lnTo>
                <a:lnTo>
                  <a:pt x="19050" y="228600"/>
                </a:lnTo>
                <a:lnTo>
                  <a:pt x="47625" y="228600"/>
                </a:lnTo>
                <a:lnTo>
                  <a:pt x="47625" y="257175"/>
                </a:lnTo>
                <a:lnTo>
                  <a:pt x="38100" y="257175"/>
                </a:lnTo>
                <a:lnTo>
                  <a:pt x="38100" y="295275"/>
                </a:lnTo>
                <a:lnTo>
                  <a:pt x="47625" y="295275"/>
                </a:lnTo>
                <a:lnTo>
                  <a:pt x="47625" y="304800"/>
                </a:lnTo>
                <a:lnTo>
                  <a:pt x="57150" y="304800"/>
                </a:lnTo>
                <a:lnTo>
                  <a:pt x="57150" y="314325"/>
                </a:lnTo>
                <a:lnTo>
                  <a:pt x="85725" y="314325"/>
                </a:lnTo>
                <a:lnTo>
                  <a:pt x="85725" y="323850"/>
                </a:lnTo>
                <a:lnTo>
                  <a:pt x="161925" y="323850"/>
                </a:lnTo>
                <a:lnTo>
                  <a:pt x="161925" y="314325"/>
                </a:lnTo>
                <a:lnTo>
                  <a:pt x="200025" y="314325"/>
                </a:lnTo>
                <a:lnTo>
                  <a:pt x="200025" y="304800"/>
                </a:lnTo>
                <a:lnTo>
                  <a:pt x="209550" y="304800"/>
                </a:lnTo>
                <a:lnTo>
                  <a:pt x="209550" y="285750"/>
                </a:lnTo>
                <a:lnTo>
                  <a:pt x="190500" y="285750"/>
                </a:lnTo>
                <a:lnTo>
                  <a:pt x="190500" y="266700"/>
                </a:lnTo>
                <a:lnTo>
                  <a:pt x="180975" y="266700"/>
                </a:lnTo>
                <a:lnTo>
                  <a:pt x="180975" y="238125"/>
                </a:lnTo>
                <a:lnTo>
                  <a:pt x="190500" y="238125"/>
                </a:lnTo>
                <a:lnTo>
                  <a:pt x="190500" y="219075"/>
                </a:lnTo>
                <a:lnTo>
                  <a:pt x="209550" y="219075"/>
                </a:lnTo>
                <a:lnTo>
                  <a:pt x="209550" y="209550"/>
                </a:lnTo>
                <a:lnTo>
                  <a:pt x="266700" y="209550"/>
                </a:lnTo>
                <a:lnTo>
                  <a:pt x="266700" y="219075"/>
                </a:lnTo>
                <a:lnTo>
                  <a:pt x="276225" y="219075"/>
                </a:lnTo>
                <a:lnTo>
                  <a:pt x="276225" y="238125"/>
                </a:lnTo>
                <a:lnTo>
                  <a:pt x="285750" y="238125"/>
                </a:lnTo>
                <a:lnTo>
                  <a:pt x="285750" y="247650"/>
                </a:lnTo>
                <a:lnTo>
                  <a:pt x="295275" y="247650"/>
                </a:lnTo>
                <a:lnTo>
                  <a:pt x="295275" y="257175"/>
                </a:lnTo>
                <a:lnTo>
                  <a:pt x="304800" y="257175"/>
                </a:lnTo>
                <a:lnTo>
                  <a:pt x="304800" y="266700"/>
                </a:lnTo>
                <a:lnTo>
                  <a:pt x="352425" y="266700"/>
                </a:lnTo>
                <a:lnTo>
                  <a:pt x="352425" y="247650"/>
                </a:lnTo>
                <a:lnTo>
                  <a:pt x="361950" y="247650"/>
                </a:lnTo>
                <a:lnTo>
                  <a:pt x="361950" y="0"/>
                </a:lnTo>
                <a:lnTo>
                  <a:pt x="400050" y="0"/>
                </a:lnTo>
                <a:lnTo>
                  <a:pt x="400050" y="257175"/>
                </a:lnTo>
                <a:lnTo>
                  <a:pt x="390525" y="257175"/>
                </a:lnTo>
                <a:lnTo>
                  <a:pt x="390525" y="276225"/>
                </a:lnTo>
                <a:lnTo>
                  <a:pt x="381000" y="276225"/>
                </a:lnTo>
                <a:lnTo>
                  <a:pt x="381000" y="295275"/>
                </a:lnTo>
                <a:lnTo>
                  <a:pt x="361950" y="295275"/>
                </a:lnTo>
                <a:lnTo>
                  <a:pt x="361950" y="304800"/>
                </a:lnTo>
                <a:lnTo>
                  <a:pt x="285750" y="304800"/>
                </a:lnTo>
                <a:lnTo>
                  <a:pt x="285750" y="295275"/>
                </a:lnTo>
                <a:lnTo>
                  <a:pt x="276225" y="295275"/>
                </a:lnTo>
                <a:lnTo>
                  <a:pt x="276225" y="285750"/>
                </a:lnTo>
                <a:lnTo>
                  <a:pt x="266700" y="285750"/>
                </a:lnTo>
                <a:lnTo>
                  <a:pt x="266700" y="266700"/>
                </a:lnTo>
                <a:lnTo>
                  <a:pt x="257175" y="266700"/>
                </a:lnTo>
                <a:lnTo>
                  <a:pt x="257175" y="257175"/>
                </a:lnTo>
                <a:lnTo>
                  <a:pt x="247650" y="257175"/>
                </a:lnTo>
                <a:lnTo>
                  <a:pt x="247650" y="247650"/>
                </a:lnTo>
                <a:lnTo>
                  <a:pt x="238125" y="247650"/>
                </a:lnTo>
                <a:lnTo>
                  <a:pt x="238125" y="238125"/>
                </a:lnTo>
                <a:lnTo>
                  <a:pt x="228600" y="238125"/>
                </a:lnTo>
                <a:lnTo>
                  <a:pt x="228600" y="247650"/>
                </a:lnTo>
                <a:lnTo>
                  <a:pt x="219075" y="247650"/>
                </a:lnTo>
                <a:lnTo>
                  <a:pt x="219075" y="257175"/>
                </a:lnTo>
                <a:lnTo>
                  <a:pt x="228600" y="257175"/>
                </a:lnTo>
                <a:lnTo>
                  <a:pt x="228600" y="266700"/>
                </a:lnTo>
                <a:lnTo>
                  <a:pt x="238125" y="266700"/>
                </a:lnTo>
                <a:lnTo>
                  <a:pt x="238125" y="276225"/>
                </a:lnTo>
                <a:lnTo>
                  <a:pt x="247650" y="276225"/>
                </a:lnTo>
                <a:lnTo>
                  <a:pt x="247650" y="314325"/>
                </a:lnTo>
                <a:lnTo>
                  <a:pt x="238125" y="314325"/>
                </a:lnTo>
                <a:lnTo>
                  <a:pt x="238125" y="323850"/>
                </a:lnTo>
                <a:lnTo>
                  <a:pt x="228600" y="323850"/>
                </a:lnTo>
                <a:lnTo>
                  <a:pt x="228600" y="333375"/>
                </a:lnTo>
                <a:lnTo>
                  <a:pt x="219075" y="333375"/>
                </a:lnTo>
                <a:lnTo>
                  <a:pt x="219075" y="342900"/>
                </a:lnTo>
                <a:lnTo>
                  <a:pt x="200025" y="342900"/>
                </a:lnTo>
                <a:lnTo>
                  <a:pt x="200025" y="352425"/>
                </a:lnTo>
                <a:lnTo>
                  <a:pt x="161925" y="352425"/>
                </a:lnTo>
                <a:lnTo>
                  <a:pt x="161925" y="361950"/>
                </a:lnTo>
                <a:lnTo>
                  <a:pt x="76200" y="361950"/>
                </a:lnTo>
                <a:lnTo>
                  <a:pt x="76200" y="352425"/>
                </a:lnTo>
                <a:lnTo>
                  <a:pt x="47625" y="352425"/>
                </a:lnTo>
                <a:lnTo>
                  <a:pt x="47625" y="342900"/>
                </a:lnTo>
                <a:lnTo>
                  <a:pt x="28575" y="342900"/>
                </a:lnTo>
                <a:lnTo>
                  <a:pt x="28575" y="333375"/>
                </a:lnTo>
                <a:lnTo>
                  <a:pt x="19050" y="333375"/>
                </a:lnTo>
                <a:lnTo>
                  <a:pt x="19050" y="323850"/>
                </a:lnTo>
                <a:lnTo>
                  <a:pt x="9525" y="323850"/>
                </a:lnTo>
                <a:lnTo>
                  <a:pt x="9525" y="2952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43422BD3-1B54-4AE0-8506-D23F7CA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0" y="2333625"/>
            <a:ext cx="28575" cy="28575"/>
          </a:xfrm>
          <a:custGeom xmlns:a="http://schemas.openxmlformats.org/drawingml/2006/main">
            <a:pathLst>
              <a:path w="28575" h="28575">
                <a:moveTo>
                  <a:pt x="28575" y="0"/>
                </a:move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24B96801-0B4D-49FA-B5F5-3DDA0E86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375" y="2333625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08D416DA-2708-4163-8049-4C1E3E15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5050" y="2447925"/>
            <a:ext cx="28575" cy="104775"/>
          </a:xfrm>
          <a:custGeom xmlns:a="http://schemas.openxmlformats.org/drawingml/2006/main">
            <a:pathLst>
              <a:path w="28575" h="104775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95250"/>
                </a:lnTo>
                <a:lnTo>
                  <a:pt x="19050" y="95250"/>
                </a:lnTo>
                <a:lnTo>
                  <a:pt x="19050" y="104775"/>
                </a:lnTo>
                <a:lnTo>
                  <a:pt x="0" y="10477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3B9261CE-C6E9-498E-A80E-45EC2E3D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6925" y="2619375"/>
            <a:ext cx="180975" cy="228600"/>
          </a:xfrm>
          <a:custGeom xmlns:a="http://schemas.openxmlformats.org/drawingml/2006/main">
            <a:pathLst>
              <a:path w="180975" h="228600">
                <a:moveTo>
                  <a:pt x="47625" y="47625"/>
                </a:moveTo>
                <a:lnTo>
                  <a:pt x="57150" y="47625"/>
                </a:lnTo>
                <a:lnTo>
                  <a:pt x="57150" y="28575"/>
                </a:lnTo>
                <a:lnTo>
                  <a:pt x="66675" y="28575"/>
                </a:lnTo>
                <a:lnTo>
                  <a:pt x="66675" y="19050"/>
                </a:lnTo>
                <a:lnTo>
                  <a:pt x="85725" y="19050"/>
                </a:lnTo>
                <a:lnTo>
                  <a:pt x="85725" y="9525"/>
                </a:lnTo>
                <a:lnTo>
                  <a:pt x="114300" y="9525"/>
                </a:lnTo>
                <a:lnTo>
                  <a:pt x="114300" y="0"/>
                </a:lnTo>
                <a:lnTo>
                  <a:pt x="123825" y="0"/>
                </a:lnTo>
                <a:lnTo>
                  <a:pt x="123825" y="9525"/>
                </a:lnTo>
                <a:lnTo>
                  <a:pt x="142875" y="9525"/>
                </a:lnTo>
                <a:lnTo>
                  <a:pt x="142875" y="19050"/>
                </a:lnTo>
                <a:lnTo>
                  <a:pt x="161925" y="19050"/>
                </a:lnTo>
                <a:lnTo>
                  <a:pt x="161925" y="38100"/>
                </a:lnTo>
                <a:lnTo>
                  <a:pt x="171450" y="38100"/>
                </a:lnTo>
                <a:lnTo>
                  <a:pt x="171450" y="57150"/>
                </a:lnTo>
                <a:lnTo>
                  <a:pt x="180975" y="57150"/>
                </a:lnTo>
                <a:lnTo>
                  <a:pt x="180975" y="142875"/>
                </a:lnTo>
                <a:lnTo>
                  <a:pt x="171450" y="142875"/>
                </a:lnTo>
                <a:lnTo>
                  <a:pt x="171450" y="161925"/>
                </a:lnTo>
                <a:lnTo>
                  <a:pt x="161925" y="161925"/>
                </a:lnTo>
                <a:lnTo>
                  <a:pt x="161925" y="180975"/>
                </a:lnTo>
                <a:lnTo>
                  <a:pt x="152400" y="180975"/>
                </a:lnTo>
                <a:lnTo>
                  <a:pt x="152400" y="190500"/>
                </a:lnTo>
                <a:lnTo>
                  <a:pt x="142875" y="190500"/>
                </a:lnTo>
                <a:lnTo>
                  <a:pt x="142875" y="200025"/>
                </a:lnTo>
                <a:lnTo>
                  <a:pt x="123825" y="200025"/>
                </a:lnTo>
                <a:lnTo>
                  <a:pt x="123825" y="209550"/>
                </a:lnTo>
                <a:lnTo>
                  <a:pt x="114300" y="209550"/>
                </a:lnTo>
                <a:lnTo>
                  <a:pt x="114300" y="219075"/>
                </a:lnTo>
                <a:lnTo>
                  <a:pt x="85725" y="219075"/>
                </a:lnTo>
                <a:lnTo>
                  <a:pt x="85725" y="228600"/>
                </a:lnTo>
                <a:lnTo>
                  <a:pt x="0" y="228600"/>
                </a:lnTo>
                <a:lnTo>
                  <a:pt x="0" y="190500"/>
                </a:lnTo>
                <a:lnTo>
                  <a:pt x="76200" y="190500"/>
                </a:lnTo>
                <a:lnTo>
                  <a:pt x="76200" y="180975"/>
                </a:lnTo>
                <a:lnTo>
                  <a:pt x="95250" y="180975"/>
                </a:lnTo>
                <a:lnTo>
                  <a:pt x="95250" y="171450"/>
                </a:lnTo>
                <a:lnTo>
                  <a:pt x="114300" y="171450"/>
                </a:lnTo>
                <a:lnTo>
                  <a:pt x="114300" y="161925"/>
                </a:lnTo>
                <a:lnTo>
                  <a:pt x="123825" y="161925"/>
                </a:lnTo>
                <a:lnTo>
                  <a:pt x="123825" y="152400"/>
                </a:lnTo>
                <a:lnTo>
                  <a:pt x="133350" y="152400"/>
                </a:lnTo>
                <a:lnTo>
                  <a:pt x="133350" y="133350"/>
                </a:lnTo>
                <a:lnTo>
                  <a:pt x="104775" y="133350"/>
                </a:lnTo>
                <a:lnTo>
                  <a:pt x="104775" y="123825"/>
                </a:lnTo>
                <a:lnTo>
                  <a:pt x="76200" y="123825"/>
                </a:lnTo>
                <a:lnTo>
                  <a:pt x="76200" y="114300"/>
                </a:lnTo>
                <a:lnTo>
                  <a:pt x="66675" y="114300"/>
                </a:lnTo>
                <a:lnTo>
                  <a:pt x="66675" y="104775"/>
                </a:lnTo>
                <a:lnTo>
                  <a:pt x="57150" y="104775"/>
                </a:lnTo>
                <a:lnTo>
                  <a:pt x="57150" y="85725"/>
                </a:lnTo>
                <a:lnTo>
                  <a:pt x="47625" y="85725"/>
                </a:lnTo>
                <a:lnTo>
                  <a:pt x="47625" y="47625"/>
                </a:lnTo>
                <a:close/>
                <a:moveTo>
                  <a:pt x="95250" y="66675"/>
                </a:moveTo>
                <a:lnTo>
                  <a:pt x="85725" y="66675"/>
                </a:lnTo>
                <a:lnTo>
                  <a:pt x="85725" y="76200"/>
                </a:lnTo>
                <a:lnTo>
                  <a:pt x="95250" y="76200"/>
                </a:lnTo>
                <a:lnTo>
                  <a:pt x="952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42875" y="95250"/>
                </a:lnTo>
                <a:lnTo>
                  <a:pt x="142875" y="57150"/>
                </a:lnTo>
                <a:lnTo>
                  <a:pt x="133350" y="57150"/>
                </a:lnTo>
                <a:lnTo>
                  <a:pt x="133350" y="47625"/>
                </a:lnTo>
                <a:lnTo>
                  <a:pt x="95250" y="47625"/>
                </a:lnTo>
                <a:lnTo>
                  <a:pt x="95250" y="666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24EF48DE-39F2-4292-8A71-D079DB28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525" y="2105025"/>
            <a:ext cx="257175" cy="219075"/>
          </a:xfrm>
          <a:custGeom xmlns:a="http://schemas.openxmlformats.org/drawingml/2006/main">
            <a:pathLst>
              <a:path w="257175" h="219075">
                <a:moveTo>
                  <a:pt x="0" y="104775"/>
                </a:moveTo>
                <a:lnTo>
                  <a:pt x="9525" y="104775"/>
                </a:lnTo>
                <a:lnTo>
                  <a:pt x="9525" y="95250"/>
                </a:lnTo>
                <a:lnTo>
                  <a:pt x="47625" y="95250"/>
                </a:lnTo>
                <a:lnTo>
                  <a:pt x="47625" y="104775"/>
                </a:lnTo>
                <a:lnTo>
                  <a:pt x="38100" y="104775"/>
                </a:lnTo>
                <a:lnTo>
                  <a:pt x="38100" y="161925"/>
                </a:lnTo>
                <a:lnTo>
                  <a:pt x="47625" y="161925"/>
                </a:lnTo>
                <a:lnTo>
                  <a:pt x="47625" y="171450"/>
                </a:lnTo>
                <a:lnTo>
                  <a:pt x="57150" y="171450"/>
                </a:lnTo>
                <a:lnTo>
                  <a:pt x="57150" y="180975"/>
                </a:lnTo>
                <a:lnTo>
                  <a:pt x="152400" y="180975"/>
                </a:lnTo>
                <a:lnTo>
                  <a:pt x="152400" y="171450"/>
                </a:lnTo>
                <a:lnTo>
                  <a:pt x="180975" y="171450"/>
                </a:lnTo>
                <a:lnTo>
                  <a:pt x="180975" y="161925"/>
                </a:lnTo>
                <a:lnTo>
                  <a:pt x="200025" y="161925"/>
                </a:lnTo>
                <a:lnTo>
                  <a:pt x="200025" y="142875"/>
                </a:lnTo>
                <a:lnTo>
                  <a:pt x="209550" y="142875"/>
                </a:lnTo>
                <a:lnTo>
                  <a:pt x="209550" y="123825"/>
                </a:lnTo>
                <a:lnTo>
                  <a:pt x="200025" y="123825"/>
                </a:lnTo>
                <a:lnTo>
                  <a:pt x="200025" y="114300"/>
                </a:lnTo>
                <a:lnTo>
                  <a:pt x="171450" y="114300"/>
                </a:lnTo>
                <a:lnTo>
                  <a:pt x="171450" y="104775"/>
                </a:lnTo>
                <a:lnTo>
                  <a:pt x="142875" y="104775"/>
                </a:lnTo>
                <a:lnTo>
                  <a:pt x="142875" y="95250"/>
                </a:lnTo>
                <a:lnTo>
                  <a:pt x="133350" y="95250"/>
                </a:lnTo>
                <a:lnTo>
                  <a:pt x="133350" y="85725"/>
                </a:lnTo>
                <a:lnTo>
                  <a:pt x="123825" y="85725"/>
                </a:lnTo>
                <a:lnTo>
                  <a:pt x="123825" y="76200"/>
                </a:lnTo>
                <a:lnTo>
                  <a:pt x="114300" y="76200"/>
                </a:lnTo>
                <a:lnTo>
                  <a:pt x="114300" y="28575"/>
                </a:lnTo>
                <a:lnTo>
                  <a:pt x="123825" y="28575"/>
                </a:lnTo>
                <a:lnTo>
                  <a:pt x="123825" y="19050"/>
                </a:lnTo>
                <a:lnTo>
                  <a:pt x="142875" y="19050"/>
                </a:lnTo>
                <a:lnTo>
                  <a:pt x="142875" y="9525"/>
                </a:lnTo>
                <a:lnTo>
                  <a:pt x="161925" y="9525"/>
                </a:lnTo>
                <a:lnTo>
                  <a:pt x="161925" y="0"/>
                </a:lnTo>
                <a:lnTo>
                  <a:pt x="209550" y="0"/>
                </a:lnTo>
                <a:lnTo>
                  <a:pt x="209550" y="9525"/>
                </a:lnTo>
                <a:lnTo>
                  <a:pt x="238125" y="9525"/>
                </a:lnTo>
                <a:lnTo>
                  <a:pt x="238125" y="19050"/>
                </a:lnTo>
                <a:lnTo>
                  <a:pt x="247650" y="19050"/>
                </a:lnTo>
                <a:lnTo>
                  <a:pt x="247650" y="28575"/>
                </a:lnTo>
                <a:lnTo>
                  <a:pt x="257175" y="28575"/>
                </a:lnTo>
                <a:lnTo>
                  <a:pt x="257175" y="57150"/>
                </a:lnTo>
                <a:lnTo>
                  <a:pt x="219075" y="57150"/>
                </a:lnTo>
                <a:lnTo>
                  <a:pt x="219075" y="38100"/>
                </a:lnTo>
                <a:lnTo>
                  <a:pt x="161925" y="38100"/>
                </a:lnTo>
                <a:lnTo>
                  <a:pt x="161925" y="47625"/>
                </a:lnTo>
                <a:lnTo>
                  <a:pt x="152400" y="47625"/>
                </a:lnTo>
                <a:lnTo>
                  <a:pt x="152400" y="66675"/>
                </a:lnTo>
                <a:lnTo>
                  <a:pt x="171450" y="66675"/>
                </a:lnTo>
                <a:lnTo>
                  <a:pt x="171450" y="76200"/>
                </a:lnTo>
                <a:lnTo>
                  <a:pt x="200025" y="76200"/>
                </a:lnTo>
                <a:lnTo>
                  <a:pt x="200025" y="85725"/>
                </a:lnTo>
                <a:lnTo>
                  <a:pt x="219075" y="85725"/>
                </a:lnTo>
                <a:lnTo>
                  <a:pt x="219075" y="95250"/>
                </a:lnTo>
                <a:lnTo>
                  <a:pt x="228600" y="95250"/>
                </a:lnTo>
                <a:lnTo>
                  <a:pt x="228600" y="104775"/>
                </a:lnTo>
                <a:lnTo>
                  <a:pt x="238125" y="104775"/>
                </a:lnTo>
                <a:lnTo>
                  <a:pt x="238125" y="114300"/>
                </a:lnTo>
                <a:lnTo>
                  <a:pt x="247650" y="114300"/>
                </a:lnTo>
                <a:lnTo>
                  <a:pt x="247650" y="161925"/>
                </a:lnTo>
                <a:lnTo>
                  <a:pt x="238125" y="161925"/>
                </a:lnTo>
                <a:lnTo>
                  <a:pt x="238125" y="171450"/>
                </a:lnTo>
                <a:lnTo>
                  <a:pt x="228600" y="171450"/>
                </a:lnTo>
                <a:lnTo>
                  <a:pt x="228600" y="180975"/>
                </a:lnTo>
                <a:lnTo>
                  <a:pt x="219075" y="180975"/>
                </a:lnTo>
                <a:lnTo>
                  <a:pt x="219075" y="190500"/>
                </a:lnTo>
                <a:lnTo>
                  <a:pt x="200025" y="190500"/>
                </a:lnTo>
                <a:lnTo>
                  <a:pt x="200025" y="200025"/>
                </a:lnTo>
                <a:lnTo>
                  <a:pt x="180975" y="200025"/>
                </a:lnTo>
                <a:lnTo>
                  <a:pt x="180975" y="209550"/>
                </a:lnTo>
                <a:lnTo>
                  <a:pt x="142875" y="209550"/>
                </a:lnTo>
                <a:lnTo>
                  <a:pt x="142875" y="219075"/>
                </a:lnTo>
                <a:lnTo>
                  <a:pt x="57150" y="219075"/>
                </a:lnTo>
                <a:lnTo>
                  <a:pt x="57150" y="209550"/>
                </a:lnTo>
                <a:lnTo>
                  <a:pt x="38100" y="209550"/>
                </a:lnTo>
                <a:lnTo>
                  <a:pt x="38100" y="200025"/>
                </a:lnTo>
                <a:lnTo>
                  <a:pt x="19050" y="200025"/>
                </a:lnTo>
                <a:lnTo>
                  <a:pt x="19050" y="190500"/>
                </a:lnTo>
                <a:lnTo>
                  <a:pt x="9525" y="190500"/>
                </a:lnTo>
                <a:lnTo>
                  <a:pt x="9525" y="171450"/>
                </a:lnTo>
                <a:lnTo>
                  <a:pt x="0" y="17145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A1F0E249-C608-4A90-93EE-48EA25D7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25" y="2447925"/>
            <a:ext cx="28575" cy="104775"/>
          </a:xfrm>
          <a:custGeom xmlns:a="http://schemas.openxmlformats.org/drawingml/2006/main">
            <a:pathLst>
              <a:path w="28575" h="104775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95250"/>
                </a:lnTo>
                <a:lnTo>
                  <a:pt x="19050" y="95250"/>
                </a:lnTo>
                <a:lnTo>
                  <a:pt x="19050" y="104775"/>
                </a:lnTo>
                <a:lnTo>
                  <a:pt x="0" y="10477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F0E6AF40-A776-4D71-8AF9-BA34FFE7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7475" y="2447925"/>
            <a:ext cx="38100" cy="104775"/>
          </a:xfrm>
          <a:custGeom xmlns:a="http://schemas.openxmlformats.org/drawingml/2006/main">
            <a:pathLst>
              <a:path w="38100" h="104775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38100"/>
                </a:lnTo>
                <a:lnTo>
                  <a:pt x="28575" y="38100"/>
                </a:lnTo>
                <a:lnTo>
                  <a:pt x="28575" y="104775"/>
                </a:lnTo>
                <a:lnTo>
                  <a:pt x="9525" y="104775"/>
                </a:lnTo>
                <a:lnTo>
                  <a:pt x="9525" y="95250"/>
                </a:lnTo>
                <a:lnTo>
                  <a:pt x="0" y="95250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8081950D-FEA3-44CC-BADE-4D330C5E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2675" y="2447925"/>
            <a:ext cx="38100" cy="104775"/>
          </a:xfrm>
          <a:custGeom xmlns:a="http://schemas.openxmlformats.org/drawingml/2006/main">
            <a:pathLst>
              <a:path w="38100" h="104775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38100"/>
                </a:lnTo>
                <a:lnTo>
                  <a:pt x="28575" y="38100"/>
                </a:lnTo>
                <a:lnTo>
                  <a:pt x="28575" y="104775"/>
                </a:lnTo>
                <a:lnTo>
                  <a:pt x="9525" y="104775"/>
                </a:lnTo>
                <a:lnTo>
                  <a:pt x="9525" y="95250"/>
                </a:lnTo>
                <a:lnTo>
                  <a:pt x="0" y="95250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19B7D3BF-53D5-462C-8014-E2853CD2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700" y="2647950"/>
            <a:ext cx="47625" cy="104775"/>
          </a:xfrm>
          <a:custGeom xmlns:a="http://schemas.openxmlformats.org/drawingml/2006/main">
            <a:pathLst>
              <a:path w="47625" h="104775">
                <a:moveTo>
                  <a:pt x="9525" y="47625"/>
                </a:moveTo>
                <a:lnTo>
                  <a:pt x="9525" y="28575"/>
                </a:lnTo>
                <a:lnTo>
                  <a:pt x="19050" y="28575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0"/>
                </a:lnTo>
                <a:lnTo>
                  <a:pt x="47625" y="0"/>
                </a:lnTo>
                <a:lnTo>
                  <a:pt x="47625" y="47625"/>
                </a:lnTo>
                <a:lnTo>
                  <a:pt x="38100" y="47625"/>
                </a:lnTo>
                <a:lnTo>
                  <a:pt x="38100" y="104775"/>
                </a:lnTo>
                <a:lnTo>
                  <a:pt x="0" y="104775"/>
                </a:lnTo>
                <a:lnTo>
                  <a:pt x="0" y="47625"/>
                </a:lnTo>
                <a:lnTo>
                  <a:pt x="9525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9C8CC7B6-0945-425E-9AFE-10A4A071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3175" y="2933700"/>
            <a:ext cx="28575" cy="95250"/>
          </a:xfrm>
          <a:custGeom xmlns:a="http://schemas.openxmlformats.org/drawingml/2006/main">
            <a:pathLst>
              <a:path w="28575" h="95250">
                <a:moveTo>
                  <a:pt x="0" y="0"/>
                </a:moveTo>
                <a:lnTo>
                  <a:pt x="28575" y="0"/>
                </a:lnTo>
                <a:lnTo>
                  <a:pt x="28575" y="76200"/>
                </a:lnTo>
                <a:lnTo>
                  <a:pt x="19050" y="76200"/>
                </a:lnTo>
                <a:lnTo>
                  <a:pt x="190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11CF34B1-9E28-4007-B591-473BCDC7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0" y="2933700"/>
            <a:ext cx="28575" cy="95250"/>
          </a:xfrm>
          <a:custGeom xmlns:a="http://schemas.openxmlformats.org/drawingml/2006/main">
            <a:pathLst>
              <a:path w="28575" h="95250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0"/>
                </a:lnTo>
                <a:lnTo>
                  <a:pt x="0" y="95250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1AA3FBD8-5B7D-4C16-B6FE-D7EF0E0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2952750"/>
            <a:ext cx="38100" cy="200025"/>
          </a:xfrm>
          <a:custGeom xmlns:a="http://schemas.openxmlformats.org/drawingml/2006/main">
            <a:pathLst>
              <a:path w="38100" h="200025">
                <a:moveTo>
                  <a:pt x="0" y="0"/>
                </a:moveTo>
                <a:lnTo>
                  <a:pt x="38100" y="0"/>
                </a:lnTo>
                <a:lnTo>
                  <a:pt x="38100" y="190500"/>
                </a:lnTo>
                <a:lnTo>
                  <a:pt x="28575" y="190500"/>
                </a:lnTo>
                <a:lnTo>
                  <a:pt x="285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F4A57C4A-CA2D-45D2-82CC-9DD4E0D9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525" y="3190875"/>
            <a:ext cx="38100" cy="47625"/>
          </a:xfrm>
          <a:custGeom xmlns:a="http://schemas.openxmlformats.org/drawingml/2006/main">
            <a:pathLst>
              <a:path w="38100" h="47625">
                <a:moveTo>
                  <a:pt x="38100" y="38100"/>
                </a:moveTo>
                <a:lnTo>
                  <a:pt x="28575" y="38100"/>
                </a:lnTo>
                <a:lnTo>
                  <a:pt x="28575" y="47625"/>
                </a:lnTo>
                <a:lnTo>
                  <a:pt x="9525" y="47625"/>
                </a:lnTo>
                <a:lnTo>
                  <a:pt x="9525" y="38100"/>
                </a:lnTo>
                <a:lnTo>
                  <a:pt x="0" y="38100"/>
                </a:lnTo>
                <a:lnTo>
                  <a:pt x="0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62A155C9-6B1F-4F1D-87E8-7459A62F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3190875"/>
            <a:ext cx="38100" cy="47625"/>
          </a:xfrm>
          <a:custGeom xmlns:a="http://schemas.openxmlformats.org/drawingml/2006/main">
            <a:pathLst>
              <a:path w="38100" h="47625">
                <a:moveTo>
                  <a:pt x="28575" y="38100"/>
                </a:moveTo>
                <a:lnTo>
                  <a:pt x="28575" y="47625"/>
                </a:lnTo>
                <a:lnTo>
                  <a:pt x="9525" y="47625"/>
                </a:lnTo>
                <a:lnTo>
                  <a:pt x="9525" y="38100"/>
                </a:lnTo>
                <a:lnTo>
                  <a:pt x="0" y="3810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38100"/>
                </a:lnTo>
                <a:lnTo>
                  <a:pt x="28575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6BA6AAA2-8230-4E2C-8906-957BDE2C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3225" y="2162175"/>
            <a:ext cx="190500" cy="209550"/>
          </a:xfrm>
          <a:custGeom xmlns:a="http://schemas.openxmlformats.org/drawingml/2006/main">
            <a:pathLst>
              <a:path w="190500" h="209550">
                <a:moveTo>
                  <a:pt x="152400" y="9525"/>
                </a:moveTo>
                <a:lnTo>
                  <a:pt x="142875" y="9525"/>
                </a:lnTo>
                <a:lnTo>
                  <a:pt x="142875" y="0"/>
                </a:lnTo>
                <a:lnTo>
                  <a:pt x="180975" y="0"/>
                </a:lnTo>
                <a:lnTo>
                  <a:pt x="180975" y="9525"/>
                </a:lnTo>
                <a:lnTo>
                  <a:pt x="190500" y="9525"/>
                </a:lnTo>
                <a:lnTo>
                  <a:pt x="190500" y="95250"/>
                </a:lnTo>
                <a:lnTo>
                  <a:pt x="180975" y="95250"/>
                </a:lnTo>
                <a:lnTo>
                  <a:pt x="180975" y="123825"/>
                </a:lnTo>
                <a:lnTo>
                  <a:pt x="171450" y="123825"/>
                </a:lnTo>
                <a:lnTo>
                  <a:pt x="171450" y="142875"/>
                </a:lnTo>
                <a:lnTo>
                  <a:pt x="161925" y="142875"/>
                </a:lnTo>
                <a:lnTo>
                  <a:pt x="161925" y="152400"/>
                </a:lnTo>
                <a:lnTo>
                  <a:pt x="152400" y="152400"/>
                </a:lnTo>
                <a:lnTo>
                  <a:pt x="152400" y="161925"/>
                </a:lnTo>
                <a:lnTo>
                  <a:pt x="142875" y="161925"/>
                </a:lnTo>
                <a:lnTo>
                  <a:pt x="142875" y="171450"/>
                </a:lnTo>
                <a:lnTo>
                  <a:pt x="123825" y="171450"/>
                </a:lnTo>
                <a:lnTo>
                  <a:pt x="123825" y="180975"/>
                </a:lnTo>
                <a:lnTo>
                  <a:pt x="104775" y="180975"/>
                </a:lnTo>
                <a:lnTo>
                  <a:pt x="104775" y="190500"/>
                </a:lnTo>
                <a:lnTo>
                  <a:pt x="76200" y="190500"/>
                </a:lnTo>
                <a:lnTo>
                  <a:pt x="76200" y="200025"/>
                </a:lnTo>
                <a:lnTo>
                  <a:pt x="38100" y="200025"/>
                </a:lnTo>
                <a:lnTo>
                  <a:pt x="38100" y="209550"/>
                </a:lnTo>
                <a:lnTo>
                  <a:pt x="9525" y="209550"/>
                </a:lnTo>
                <a:lnTo>
                  <a:pt x="9525" y="200025"/>
                </a:lnTo>
                <a:lnTo>
                  <a:pt x="0" y="200025"/>
                </a:lnTo>
                <a:lnTo>
                  <a:pt x="0" y="171450"/>
                </a:lnTo>
                <a:lnTo>
                  <a:pt x="38100" y="171450"/>
                </a:lnTo>
                <a:lnTo>
                  <a:pt x="38100" y="161925"/>
                </a:lnTo>
                <a:lnTo>
                  <a:pt x="76200" y="161925"/>
                </a:lnTo>
                <a:lnTo>
                  <a:pt x="76200" y="152400"/>
                </a:lnTo>
                <a:lnTo>
                  <a:pt x="95250" y="152400"/>
                </a:lnTo>
                <a:lnTo>
                  <a:pt x="95250" y="142875"/>
                </a:lnTo>
                <a:lnTo>
                  <a:pt x="114300" y="142875"/>
                </a:lnTo>
                <a:lnTo>
                  <a:pt x="114300" y="133350"/>
                </a:lnTo>
                <a:lnTo>
                  <a:pt x="123825" y="133350"/>
                </a:lnTo>
                <a:lnTo>
                  <a:pt x="123825" y="123825"/>
                </a:lnTo>
                <a:lnTo>
                  <a:pt x="133350" y="123825"/>
                </a:lnTo>
                <a:lnTo>
                  <a:pt x="133350" y="114300"/>
                </a:lnTo>
                <a:lnTo>
                  <a:pt x="142875" y="114300"/>
                </a:lnTo>
                <a:lnTo>
                  <a:pt x="142875" y="95250"/>
                </a:lnTo>
                <a:lnTo>
                  <a:pt x="152400" y="95250"/>
                </a:lnTo>
                <a:lnTo>
                  <a:pt x="15240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73D1BCA1-AE30-4E0E-90E2-46DBB011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0350" y="2333625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38100"/>
                </a:moveTo>
                <a:lnTo>
                  <a:pt x="0" y="38100"/>
                </a:lnTo>
                <a:lnTo>
                  <a:pt x="0" y="0"/>
                </a:ln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8D39C91E-2E6F-4DA1-89E2-1485FAE0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200" y="2333625"/>
            <a:ext cx="38100" cy="38100"/>
          </a:xfrm>
          <a:custGeom xmlns:a="http://schemas.openxmlformats.org/drawingml/2006/main">
            <a:pathLst>
              <a:path w="38100" h="38100">
                <a:moveTo>
                  <a:pt x="38100" y="28575"/>
                </a:moveTo>
                <a:lnTo>
                  <a:pt x="28575" y="28575"/>
                </a:lnTo>
                <a:lnTo>
                  <a:pt x="28575" y="38100"/>
                </a:ln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AC1FCB09-9F68-44F9-A016-30A59112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25" y="2438400"/>
            <a:ext cx="161925" cy="314325"/>
          </a:xfrm>
          <a:custGeom xmlns:a="http://schemas.openxmlformats.org/drawingml/2006/main">
            <a:pathLst>
              <a:path w="161925" h="314325">
                <a:moveTo>
                  <a:pt x="0" y="0"/>
                </a:moveTo>
                <a:lnTo>
                  <a:pt x="38100" y="0"/>
                </a:lnTo>
                <a:lnTo>
                  <a:pt x="38100" y="257175"/>
                </a:lnTo>
                <a:lnTo>
                  <a:pt x="47625" y="257175"/>
                </a:lnTo>
                <a:lnTo>
                  <a:pt x="47625" y="266700"/>
                </a:lnTo>
                <a:lnTo>
                  <a:pt x="57150" y="266700"/>
                </a:lnTo>
                <a:lnTo>
                  <a:pt x="57150" y="276225"/>
                </a:lnTo>
                <a:lnTo>
                  <a:pt x="104775" y="276225"/>
                </a:lnTo>
                <a:lnTo>
                  <a:pt x="104775" y="266700"/>
                </a:lnTo>
                <a:lnTo>
                  <a:pt x="114300" y="266700"/>
                </a:lnTo>
                <a:lnTo>
                  <a:pt x="114300" y="257175"/>
                </a:lnTo>
                <a:lnTo>
                  <a:pt x="123825" y="257175"/>
                </a:lnTo>
                <a:lnTo>
                  <a:pt x="123825" y="190500"/>
                </a:lnTo>
                <a:lnTo>
                  <a:pt x="161925" y="190500"/>
                </a:lnTo>
                <a:lnTo>
                  <a:pt x="161925" y="266700"/>
                </a:lnTo>
                <a:lnTo>
                  <a:pt x="152400" y="266700"/>
                </a:lnTo>
                <a:lnTo>
                  <a:pt x="152400" y="285750"/>
                </a:lnTo>
                <a:lnTo>
                  <a:pt x="142875" y="285750"/>
                </a:lnTo>
                <a:lnTo>
                  <a:pt x="142875" y="295275"/>
                </a:lnTo>
                <a:lnTo>
                  <a:pt x="133350" y="295275"/>
                </a:lnTo>
                <a:lnTo>
                  <a:pt x="133350" y="304800"/>
                </a:lnTo>
                <a:lnTo>
                  <a:pt x="114300" y="304800"/>
                </a:lnTo>
                <a:lnTo>
                  <a:pt x="114300" y="314325"/>
                </a:lnTo>
                <a:lnTo>
                  <a:pt x="38100" y="314325"/>
                </a:lnTo>
                <a:lnTo>
                  <a:pt x="38100" y="304800"/>
                </a:lnTo>
                <a:lnTo>
                  <a:pt x="19050" y="304800"/>
                </a:lnTo>
                <a:lnTo>
                  <a:pt x="19050" y="295275"/>
                </a:lnTo>
                <a:lnTo>
                  <a:pt x="9525" y="295275"/>
                </a:lnTo>
                <a:lnTo>
                  <a:pt x="95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4F99CDB8-7C5D-4B8F-A32C-8ED1436F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3725" y="2438400"/>
            <a:ext cx="38100" cy="314325"/>
          </a:xfrm>
          <a:custGeom xmlns:a="http://schemas.openxmlformats.org/drawingml/2006/main">
            <a:pathLst>
              <a:path w="38100" h="314325">
                <a:moveTo>
                  <a:pt x="0" y="9525"/>
                </a:moveTo>
                <a:lnTo>
                  <a:pt x="9525" y="9525"/>
                </a:lnTo>
                <a:lnTo>
                  <a:pt x="9525" y="0"/>
                </a:lnTo>
                <a:lnTo>
                  <a:pt x="38100" y="0"/>
                </a:lnTo>
                <a:lnTo>
                  <a:pt x="38100" y="314325"/>
                </a:lnTo>
                <a:lnTo>
                  <a:pt x="9525" y="314325"/>
                </a:lnTo>
                <a:lnTo>
                  <a:pt x="9525" y="304800"/>
                </a:lnTo>
                <a:lnTo>
                  <a:pt x="0" y="304800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322EE821-378B-4FFF-A730-A61E4C6E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25" y="2466975"/>
            <a:ext cx="47625" cy="209550"/>
          </a:xfrm>
          <a:custGeom xmlns:a="http://schemas.openxmlformats.org/drawingml/2006/main">
            <a:pathLst>
              <a:path w="47625" h="209550">
                <a:moveTo>
                  <a:pt x="9525" y="28575"/>
                </a:move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47625" y="0"/>
                </a:lnTo>
                <a:lnTo>
                  <a:pt x="47625" y="95250"/>
                </a:lnTo>
                <a:lnTo>
                  <a:pt x="38100" y="95250"/>
                </a:lnTo>
                <a:lnTo>
                  <a:pt x="38100" y="209550"/>
                </a:lnTo>
                <a:lnTo>
                  <a:pt x="9525" y="209550"/>
                </a:lnTo>
                <a:lnTo>
                  <a:pt x="9525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D83F392E-2F01-4D95-BA50-5751C044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50" y="2552700"/>
            <a:ext cx="38100" cy="28575"/>
          </a:xfrm>
          <a:custGeom xmlns:a="http://schemas.openxmlformats.org/drawingml/2006/main">
            <a:pathLst>
              <a:path w="38100" h="28575">
                <a:moveTo>
                  <a:pt x="28575" y="9525"/>
                </a:moveTo>
                <a:lnTo>
                  <a:pt x="38100" y="9525"/>
                </a:lnTo>
                <a:lnTo>
                  <a:pt x="38100" y="28575"/>
                </a:ln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FF6F35B6-CB80-486E-BFC2-8C11AA6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25" y="2714625"/>
            <a:ext cx="47625" cy="38100"/>
          </a:xfrm>
          <a:custGeom xmlns:a="http://schemas.openxmlformats.org/drawingml/2006/main">
            <a:pathLst>
              <a:path w="47625" h="38100">
                <a:moveTo>
                  <a:pt x="38100" y="38100"/>
                </a:move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28575"/>
                </a:lnTo>
                <a:lnTo>
                  <a:pt x="38100" y="28575"/>
                </a:lnTo>
                <a:lnTo>
                  <a:pt x="38100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3D165192-6BF5-4A40-B570-B046CC7B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0875" y="1962150"/>
            <a:ext cx="38100" cy="304800"/>
          </a:xfrm>
          <a:custGeom xmlns:a="http://schemas.openxmlformats.org/drawingml/2006/main"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415A42C6-84AE-4765-A303-E5F6059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0" y="1962150"/>
            <a:ext cx="276225" cy="314325"/>
          </a:xfrm>
          <a:custGeom xmlns:a="http://schemas.openxmlformats.org/drawingml/2006/main">
            <a:pathLst>
              <a:path w="276225" h="314325">
                <a:moveTo>
                  <a:pt x="66675" y="171450"/>
                </a:moveTo>
                <a:lnTo>
                  <a:pt x="66675" y="161925"/>
                </a:lnTo>
                <a:lnTo>
                  <a:pt x="57150" y="161925"/>
                </a:lnTo>
                <a:lnTo>
                  <a:pt x="57150" y="152400"/>
                </a:lnTo>
                <a:lnTo>
                  <a:pt x="47625" y="152400"/>
                </a:lnTo>
                <a:lnTo>
                  <a:pt x="47625" y="133350"/>
                </a:lnTo>
                <a:lnTo>
                  <a:pt x="76200" y="133350"/>
                </a:lnTo>
                <a:lnTo>
                  <a:pt x="76200" y="142875"/>
                </a:lnTo>
                <a:lnTo>
                  <a:pt x="95250" y="142875"/>
                </a:lnTo>
                <a:lnTo>
                  <a:pt x="95250" y="152400"/>
                </a:lnTo>
                <a:lnTo>
                  <a:pt x="104775" y="152400"/>
                </a:lnTo>
                <a:lnTo>
                  <a:pt x="104775" y="171450"/>
                </a:lnTo>
                <a:lnTo>
                  <a:pt x="114300" y="171450"/>
                </a:lnTo>
                <a:lnTo>
                  <a:pt x="114300" y="180975"/>
                </a:lnTo>
                <a:lnTo>
                  <a:pt x="123825" y="180975"/>
                </a:lnTo>
                <a:lnTo>
                  <a:pt x="123825" y="209550"/>
                </a:lnTo>
                <a:lnTo>
                  <a:pt x="133350" y="209550"/>
                </a:lnTo>
                <a:lnTo>
                  <a:pt x="133350" y="247650"/>
                </a:lnTo>
                <a:lnTo>
                  <a:pt x="142875" y="247650"/>
                </a:lnTo>
                <a:lnTo>
                  <a:pt x="142875" y="257175"/>
                </a:lnTo>
                <a:lnTo>
                  <a:pt x="152400" y="257175"/>
                </a:lnTo>
                <a:lnTo>
                  <a:pt x="152400" y="266700"/>
                </a:lnTo>
                <a:lnTo>
                  <a:pt x="219075" y="266700"/>
                </a:lnTo>
                <a:lnTo>
                  <a:pt x="219075" y="257175"/>
                </a:lnTo>
                <a:lnTo>
                  <a:pt x="228600" y="257175"/>
                </a:lnTo>
                <a:lnTo>
                  <a:pt x="228600" y="238125"/>
                </a:lnTo>
                <a:lnTo>
                  <a:pt x="238125" y="238125"/>
                </a:lnTo>
                <a:lnTo>
                  <a:pt x="238125" y="0"/>
                </a:lnTo>
                <a:lnTo>
                  <a:pt x="276225" y="0"/>
                </a:lnTo>
                <a:lnTo>
                  <a:pt x="276225" y="238125"/>
                </a:lnTo>
                <a:lnTo>
                  <a:pt x="266700" y="238125"/>
                </a:lnTo>
                <a:lnTo>
                  <a:pt x="266700" y="276225"/>
                </a:lnTo>
                <a:lnTo>
                  <a:pt x="257175" y="276225"/>
                </a:lnTo>
                <a:lnTo>
                  <a:pt x="257175" y="285750"/>
                </a:lnTo>
                <a:lnTo>
                  <a:pt x="247650" y="285750"/>
                </a:lnTo>
                <a:lnTo>
                  <a:pt x="247650" y="295275"/>
                </a:lnTo>
                <a:lnTo>
                  <a:pt x="238125" y="295275"/>
                </a:lnTo>
                <a:lnTo>
                  <a:pt x="238125" y="304800"/>
                </a:lnTo>
                <a:lnTo>
                  <a:pt x="142875" y="304800"/>
                </a:lnTo>
                <a:lnTo>
                  <a:pt x="142875" y="295275"/>
                </a:lnTo>
                <a:lnTo>
                  <a:pt x="123825" y="295275"/>
                </a:lnTo>
                <a:lnTo>
                  <a:pt x="123825" y="285750"/>
                </a:lnTo>
                <a:lnTo>
                  <a:pt x="104775" y="285750"/>
                </a:lnTo>
                <a:lnTo>
                  <a:pt x="104775" y="295275"/>
                </a:lnTo>
                <a:lnTo>
                  <a:pt x="95250" y="295275"/>
                </a:lnTo>
                <a:lnTo>
                  <a:pt x="95250" y="304800"/>
                </a:lnTo>
                <a:lnTo>
                  <a:pt x="66675" y="304800"/>
                </a:lnTo>
                <a:lnTo>
                  <a:pt x="66675" y="314325"/>
                </a:lnTo>
                <a:lnTo>
                  <a:pt x="9525" y="314325"/>
                </a:lnTo>
                <a:lnTo>
                  <a:pt x="9525" y="304800"/>
                </a:lnTo>
                <a:lnTo>
                  <a:pt x="0" y="30480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276225"/>
                </a:lnTo>
                <a:lnTo>
                  <a:pt x="57150" y="276225"/>
                </a:lnTo>
                <a:lnTo>
                  <a:pt x="57150" y="266700"/>
                </a:lnTo>
                <a:lnTo>
                  <a:pt x="76200" y="266700"/>
                </a:lnTo>
                <a:lnTo>
                  <a:pt x="76200" y="257175"/>
                </a:lnTo>
                <a:lnTo>
                  <a:pt x="85725" y="257175"/>
                </a:lnTo>
                <a:lnTo>
                  <a:pt x="85725" y="247650"/>
                </a:lnTo>
                <a:lnTo>
                  <a:pt x="95250" y="247650"/>
                </a:lnTo>
                <a:lnTo>
                  <a:pt x="95250" y="209550"/>
                </a:lnTo>
                <a:lnTo>
                  <a:pt x="85725" y="209550"/>
                </a:lnTo>
                <a:lnTo>
                  <a:pt x="85725" y="190500"/>
                </a:lnTo>
                <a:lnTo>
                  <a:pt x="76200" y="190500"/>
                </a:lnTo>
                <a:lnTo>
                  <a:pt x="76200" y="171450"/>
                </a:lnTo>
                <a:lnTo>
                  <a:pt x="66675" y="1714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A8100C3C-A8C7-43C8-926B-3C354246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8025" y="2162175"/>
            <a:ext cx="190500" cy="209550"/>
          </a:xfrm>
          <a:custGeom xmlns:a="http://schemas.openxmlformats.org/drawingml/2006/main">
            <a:pathLst>
              <a:path w="190500" h="209550">
                <a:moveTo>
                  <a:pt x="152400" y="9525"/>
                </a:moveTo>
                <a:lnTo>
                  <a:pt x="142875" y="9525"/>
                </a:lnTo>
                <a:lnTo>
                  <a:pt x="142875" y="0"/>
                </a:lnTo>
                <a:lnTo>
                  <a:pt x="180975" y="0"/>
                </a:lnTo>
                <a:lnTo>
                  <a:pt x="180975" y="9525"/>
                </a:lnTo>
                <a:lnTo>
                  <a:pt x="190500" y="9525"/>
                </a:lnTo>
                <a:lnTo>
                  <a:pt x="190500" y="95250"/>
                </a:lnTo>
                <a:lnTo>
                  <a:pt x="180975" y="95250"/>
                </a:lnTo>
                <a:lnTo>
                  <a:pt x="180975" y="123825"/>
                </a:lnTo>
                <a:lnTo>
                  <a:pt x="171450" y="123825"/>
                </a:lnTo>
                <a:lnTo>
                  <a:pt x="171450" y="133350"/>
                </a:lnTo>
                <a:lnTo>
                  <a:pt x="161925" y="133350"/>
                </a:lnTo>
                <a:lnTo>
                  <a:pt x="161925" y="152400"/>
                </a:lnTo>
                <a:lnTo>
                  <a:pt x="152400" y="152400"/>
                </a:lnTo>
                <a:lnTo>
                  <a:pt x="152400" y="161925"/>
                </a:lnTo>
                <a:lnTo>
                  <a:pt x="142875" y="161925"/>
                </a:lnTo>
                <a:lnTo>
                  <a:pt x="142875" y="171450"/>
                </a:lnTo>
                <a:lnTo>
                  <a:pt x="123825" y="171450"/>
                </a:lnTo>
                <a:lnTo>
                  <a:pt x="123825" y="180975"/>
                </a:lnTo>
                <a:lnTo>
                  <a:pt x="104775" y="180975"/>
                </a:lnTo>
                <a:lnTo>
                  <a:pt x="104775" y="190500"/>
                </a:lnTo>
                <a:lnTo>
                  <a:pt x="76200" y="190500"/>
                </a:lnTo>
                <a:lnTo>
                  <a:pt x="76200" y="200025"/>
                </a:lnTo>
                <a:lnTo>
                  <a:pt x="38100" y="200025"/>
                </a:lnTo>
                <a:lnTo>
                  <a:pt x="38100" y="209550"/>
                </a:lnTo>
                <a:lnTo>
                  <a:pt x="9525" y="209550"/>
                </a:lnTo>
                <a:lnTo>
                  <a:pt x="9525" y="200025"/>
                </a:lnTo>
                <a:lnTo>
                  <a:pt x="0" y="200025"/>
                </a:lnTo>
                <a:lnTo>
                  <a:pt x="0" y="171450"/>
                </a:lnTo>
                <a:lnTo>
                  <a:pt x="38100" y="171450"/>
                </a:lnTo>
                <a:lnTo>
                  <a:pt x="38100" y="161925"/>
                </a:lnTo>
                <a:lnTo>
                  <a:pt x="76200" y="161925"/>
                </a:lnTo>
                <a:lnTo>
                  <a:pt x="76200" y="152400"/>
                </a:lnTo>
                <a:lnTo>
                  <a:pt x="95250" y="152400"/>
                </a:lnTo>
                <a:lnTo>
                  <a:pt x="95250" y="142875"/>
                </a:lnTo>
                <a:lnTo>
                  <a:pt x="114300" y="142875"/>
                </a:lnTo>
                <a:lnTo>
                  <a:pt x="114300" y="133350"/>
                </a:lnTo>
                <a:lnTo>
                  <a:pt x="123825" y="133350"/>
                </a:lnTo>
                <a:lnTo>
                  <a:pt x="123825" y="123825"/>
                </a:lnTo>
                <a:lnTo>
                  <a:pt x="133350" y="123825"/>
                </a:lnTo>
                <a:lnTo>
                  <a:pt x="133350" y="114300"/>
                </a:lnTo>
                <a:lnTo>
                  <a:pt x="142875" y="114300"/>
                </a:lnTo>
                <a:lnTo>
                  <a:pt x="142875" y="95250"/>
                </a:lnTo>
                <a:lnTo>
                  <a:pt x="152400" y="95250"/>
                </a:lnTo>
                <a:lnTo>
                  <a:pt x="152400" y="95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F8C962FA-0742-485F-A4D5-8FD0C576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2438400"/>
            <a:ext cx="161925" cy="314325"/>
          </a:xfrm>
          <a:custGeom xmlns:a="http://schemas.openxmlformats.org/drawingml/2006/main">
            <a:pathLst>
              <a:path w="161925" h="314325">
                <a:moveTo>
                  <a:pt x="0" y="0"/>
                </a:moveTo>
                <a:lnTo>
                  <a:pt x="38100" y="0"/>
                </a:lnTo>
                <a:lnTo>
                  <a:pt x="38100" y="257175"/>
                </a:lnTo>
                <a:lnTo>
                  <a:pt x="47625" y="257175"/>
                </a:lnTo>
                <a:lnTo>
                  <a:pt x="47625" y="266700"/>
                </a:lnTo>
                <a:lnTo>
                  <a:pt x="57150" y="266700"/>
                </a:lnTo>
                <a:lnTo>
                  <a:pt x="57150" y="276225"/>
                </a:lnTo>
                <a:lnTo>
                  <a:pt x="104775" y="276225"/>
                </a:lnTo>
                <a:lnTo>
                  <a:pt x="104775" y="266700"/>
                </a:lnTo>
                <a:lnTo>
                  <a:pt x="114300" y="266700"/>
                </a:lnTo>
                <a:lnTo>
                  <a:pt x="114300" y="257175"/>
                </a:lnTo>
                <a:lnTo>
                  <a:pt x="123825" y="257175"/>
                </a:lnTo>
                <a:lnTo>
                  <a:pt x="123825" y="190500"/>
                </a:lnTo>
                <a:lnTo>
                  <a:pt x="161925" y="190500"/>
                </a:lnTo>
                <a:lnTo>
                  <a:pt x="161925" y="266700"/>
                </a:lnTo>
                <a:lnTo>
                  <a:pt x="152400" y="266700"/>
                </a:lnTo>
                <a:lnTo>
                  <a:pt x="152400" y="285750"/>
                </a:lnTo>
                <a:lnTo>
                  <a:pt x="142875" y="285750"/>
                </a:lnTo>
                <a:lnTo>
                  <a:pt x="142875" y="304800"/>
                </a:lnTo>
                <a:lnTo>
                  <a:pt x="114300" y="304800"/>
                </a:lnTo>
                <a:lnTo>
                  <a:pt x="114300" y="314325"/>
                </a:lnTo>
                <a:lnTo>
                  <a:pt x="47625" y="314325"/>
                </a:lnTo>
                <a:lnTo>
                  <a:pt x="47625" y="304800"/>
                </a:lnTo>
                <a:lnTo>
                  <a:pt x="28575" y="304800"/>
                </a:lnTo>
                <a:lnTo>
                  <a:pt x="28575" y="295275"/>
                </a:lnTo>
                <a:lnTo>
                  <a:pt x="19050" y="295275"/>
                </a:lnTo>
                <a:lnTo>
                  <a:pt x="19050" y="285750"/>
                </a:lnTo>
                <a:lnTo>
                  <a:pt x="9525" y="285750"/>
                </a:lnTo>
                <a:lnTo>
                  <a:pt x="95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2BB6B55D-F084-419A-A5BE-DF0D085F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0" y="2619375"/>
            <a:ext cx="180975" cy="228600"/>
          </a:xfrm>
          <a:custGeom xmlns:a="http://schemas.openxmlformats.org/drawingml/2006/main">
            <a:pathLst>
              <a:path w="180975" h="228600">
                <a:moveTo>
                  <a:pt x="47625" y="38100"/>
                </a:moveTo>
                <a:lnTo>
                  <a:pt x="57150" y="38100"/>
                </a:lnTo>
                <a:lnTo>
                  <a:pt x="57150" y="28575"/>
                </a:lnTo>
                <a:lnTo>
                  <a:pt x="66675" y="28575"/>
                </a:lnTo>
                <a:lnTo>
                  <a:pt x="66675" y="19050"/>
                </a:lnTo>
                <a:lnTo>
                  <a:pt x="76200" y="19050"/>
                </a:lnTo>
                <a:lnTo>
                  <a:pt x="76200" y="9525"/>
                </a:lnTo>
                <a:lnTo>
                  <a:pt x="104775" y="9525"/>
                </a:lnTo>
                <a:lnTo>
                  <a:pt x="104775" y="0"/>
                </a:lnTo>
                <a:lnTo>
                  <a:pt x="114300" y="0"/>
                </a:lnTo>
                <a:lnTo>
                  <a:pt x="114300" y="9525"/>
                </a:lnTo>
                <a:lnTo>
                  <a:pt x="142875" y="9525"/>
                </a:lnTo>
                <a:lnTo>
                  <a:pt x="142875" y="19050"/>
                </a:lnTo>
                <a:lnTo>
                  <a:pt x="152400" y="19050"/>
                </a:lnTo>
                <a:lnTo>
                  <a:pt x="152400" y="28575"/>
                </a:lnTo>
                <a:lnTo>
                  <a:pt x="161925" y="28575"/>
                </a:lnTo>
                <a:lnTo>
                  <a:pt x="161925" y="38100"/>
                </a:lnTo>
                <a:lnTo>
                  <a:pt x="171450" y="38100"/>
                </a:lnTo>
                <a:lnTo>
                  <a:pt x="171450" y="85725"/>
                </a:lnTo>
                <a:lnTo>
                  <a:pt x="180975" y="85725"/>
                </a:lnTo>
                <a:lnTo>
                  <a:pt x="180975" y="104775"/>
                </a:lnTo>
                <a:lnTo>
                  <a:pt x="171450" y="104775"/>
                </a:lnTo>
                <a:lnTo>
                  <a:pt x="171450" y="152400"/>
                </a:lnTo>
                <a:lnTo>
                  <a:pt x="161925" y="152400"/>
                </a:lnTo>
                <a:lnTo>
                  <a:pt x="161925" y="171450"/>
                </a:lnTo>
                <a:lnTo>
                  <a:pt x="152400" y="171450"/>
                </a:lnTo>
                <a:lnTo>
                  <a:pt x="152400" y="180975"/>
                </a:lnTo>
                <a:lnTo>
                  <a:pt x="142875" y="180975"/>
                </a:lnTo>
                <a:lnTo>
                  <a:pt x="142875" y="190500"/>
                </a:lnTo>
                <a:lnTo>
                  <a:pt x="133350" y="190500"/>
                </a:lnTo>
                <a:lnTo>
                  <a:pt x="133350" y="200025"/>
                </a:lnTo>
                <a:lnTo>
                  <a:pt x="123825" y="200025"/>
                </a:lnTo>
                <a:lnTo>
                  <a:pt x="123825" y="209550"/>
                </a:lnTo>
                <a:lnTo>
                  <a:pt x="104775" y="209550"/>
                </a:lnTo>
                <a:lnTo>
                  <a:pt x="104775" y="219075"/>
                </a:lnTo>
                <a:lnTo>
                  <a:pt x="76200" y="219075"/>
                </a:lnTo>
                <a:lnTo>
                  <a:pt x="76200" y="228600"/>
                </a:lnTo>
                <a:lnTo>
                  <a:pt x="0" y="228600"/>
                </a:lnTo>
                <a:lnTo>
                  <a:pt x="0" y="190500"/>
                </a:lnTo>
                <a:lnTo>
                  <a:pt x="76200" y="190500"/>
                </a:lnTo>
                <a:lnTo>
                  <a:pt x="76200" y="180975"/>
                </a:lnTo>
                <a:lnTo>
                  <a:pt x="95250" y="180975"/>
                </a:lnTo>
                <a:lnTo>
                  <a:pt x="95250" y="171450"/>
                </a:lnTo>
                <a:lnTo>
                  <a:pt x="104775" y="171450"/>
                </a:lnTo>
                <a:lnTo>
                  <a:pt x="104775" y="161925"/>
                </a:lnTo>
                <a:lnTo>
                  <a:pt x="123825" y="161925"/>
                </a:lnTo>
                <a:lnTo>
                  <a:pt x="123825" y="142875"/>
                </a:lnTo>
                <a:lnTo>
                  <a:pt x="133350" y="142875"/>
                </a:lnTo>
                <a:lnTo>
                  <a:pt x="133350" y="133350"/>
                </a:lnTo>
                <a:lnTo>
                  <a:pt x="104775" y="133350"/>
                </a:lnTo>
                <a:lnTo>
                  <a:pt x="104775" y="123825"/>
                </a:lnTo>
                <a:lnTo>
                  <a:pt x="76200" y="123825"/>
                </a:lnTo>
                <a:lnTo>
                  <a:pt x="76200" y="114300"/>
                </a:lnTo>
                <a:lnTo>
                  <a:pt x="57150" y="114300"/>
                </a:lnTo>
                <a:lnTo>
                  <a:pt x="57150" y="95250"/>
                </a:lnTo>
                <a:lnTo>
                  <a:pt x="47625" y="95250"/>
                </a:lnTo>
                <a:lnTo>
                  <a:pt x="47625" y="38100"/>
                </a:lnTo>
                <a:close/>
                <a:moveTo>
                  <a:pt x="142875" y="76200"/>
                </a:moveTo>
                <a:lnTo>
                  <a:pt x="133350" y="76200"/>
                </a:lnTo>
                <a:lnTo>
                  <a:pt x="133350" y="57150"/>
                </a:lnTo>
                <a:lnTo>
                  <a:pt x="123825" y="57150"/>
                </a:lnTo>
                <a:lnTo>
                  <a:pt x="123825" y="47625"/>
                </a:lnTo>
                <a:lnTo>
                  <a:pt x="95250" y="47625"/>
                </a:lnTo>
                <a:lnTo>
                  <a:pt x="95250" y="57150"/>
                </a:lnTo>
                <a:lnTo>
                  <a:pt x="85725" y="57150"/>
                </a:lnTo>
                <a:lnTo>
                  <a:pt x="85725" y="85725"/>
                </a:lnTo>
                <a:lnTo>
                  <a:pt x="104775" y="85725"/>
                </a:lnTo>
                <a:lnTo>
                  <a:pt x="104775" y="95250"/>
                </a:lnTo>
                <a:lnTo>
                  <a:pt x="133350" y="95250"/>
                </a:lnTo>
                <a:lnTo>
                  <a:pt x="133350" y="85725"/>
                </a:lnTo>
                <a:lnTo>
                  <a:pt x="142875" y="85725"/>
                </a:lnTo>
                <a:lnTo>
                  <a:pt x="142875" y="762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43078139-3926-4DC3-BE8E-06FD2DDC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9050" y="1962150"/>
            <a:ext cx="38100" cy="304800"/>
          </a:xfrm>
          <a:custGeom xmlns:a="http://schemas.openxmlformats.org/drawingml/2006/main"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7DD229AE-268B-4358-A3D6-4A0BADF8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3825" y="2057400"/>
            <a:ext cx="47625" cy="47625"/>
          </a:xfrm>
          <a:custGeom xmlns:a="http://schemas.openxmlformats.org/drawingml/2006/main">
            <a:pathLst>
              <a:path w="47625" h="47625">
                <a:moveTo>
                  <a:pt x="19050" y="47625"/>
                </a:moveTo>
                <a:lnTo>
                  <a:pt x="19050" y="38100"/>
                </a:lnTo>
                <a:lnTo>
                  <a:pt x="0" y="3810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28575"/>
                </a:lnTo>
                <a:lnTo>
                  <a:pt x="38100" y="28575"/>
                </a:lnTo>
                <a:lnTo>
                  <a:pt x="38100" y="38100"/>
                </a:lnTo>
                <a:lnTo>
                  <a:pt x="28575" y="38100"/>
                </a:lnTo>
                <a:lnTo>
                  <a:pt x="28575" y="47625"/>
                </a:lnTo>
                <a:lnTo>
                  <a:pt x="190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341EBF38-9C46-41DA-A610-AA67C4B6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3825" y="2228850"/>
            <a:ext cx="47625" cy="47625"/>
          </a:xfrm>
          <a:custGeom xmlns:a="http://schemas.openxmlformats.org/drawingml/2006/main">
            <a:pathLst>
              <a:path w="47625" h="47625">
                <a:moveTo>
                  <a:pt x="19050" y="47625"/>
                </a:moveTo>
                <a:lnTo>
                  <a:pt x="19050" y="38100"/>
                </a:lnTo>
                <a:lnTo>
                  <a:pt x="0" y="3810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28575"/>
                </a:lnTo>
                <a:lnTo>
                  <a:pt x="38100" y="28575"/>
                </a:lnTo>
                <a:lnTo>
                  <a:pt x="38100" y="38100"/>
                </a:lnTo>
                <a:lnTo>
                  <a:pt x="28575" y="38100"/>
                </a:lnTo>
                <a:lnTo>
                  <a:pt x="28575" y="47625"/>
                </a:lnTo>
                <a:lnTo>
                  <a:pt x="190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B98A2CF1-3FF3-4C75-B6FF-ED8DDDF6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1425" y="2438400"/>
            <a:ext cx="28575" cy="314325"/>
          </a:xfrm>
          <a:custGeom xmlns:a="http://schemas.openxmlformats.org/drawingml/2006/main">
            <a:pathLst>
              <a:path w="28575" h="314325">
                <a:moveTo>
                  <a:pt x="0" y="0"/>
                </a:moveTo>
                <a:lnTo>
                  <a:pt x="28575" y="0"/>
                </a:lnTo>
                <a:lnTo>
                  <a:pt x="28575" y="314325"/>
                </a:lnTo>
                <a:lnTo>
                  <a:pt x="0" y="3143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9DB43F0A-B619-480A-AA3C-FE8E5969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2552700"/>
            <a:ext cx="38100" cy="28575"/>
          </a:xfrm>
          <a:custGeom xmlns:a="http://schemas.openxmlformats.org/drawingml/2006/main">
            <a:pathLst>
              <a:path w="38100" h="28575">
                <a:moveTo>
                  <a:pt x="38100" y="0"/>
                </a:moveTo>
                <a:lnTo>
                  <a:pt x="38100" y="28575"/>
                </a:lnTo>
                <a:lnTo>
                  <a:pt x="0" y="28575"/>
                </a:lnTo>
                <a:lnTo>
                  <a:pt x="0" y="0"/>
                </a:lnTo>
                <a:lnTo>
                  <a:pt x="3810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Native source glyph Arabic">
            <a:extLst xmlns:a="http://schemas.openxmlformats.org/drawingml/2006/main">
              <a:ext uri="{FF2B5EF4-FFF2-40B4-BE49-F238E27FC236}">
                <a16:creationId xmlns:a16="http://schemas.microsoft.com/office/drawing/2014/main" id="{970C9EF9-3AA1-4336-86AB-E31178C6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8575" y="2619375"/>
            <a:ext cx="180975" cy="228600"/>
          </a:xfrm>
          <a:custGeom xmlns:a="http://schemas.openxmlformats.org/drawingml/2006/main">
            <a:pathLst>
              <a:path w="180975" h="228600">
                <a:moveTo>
                  <a:pt x="47625" y="38100"/>
                </a:moveTo>
                <a:lnTo>
                  <a:pt x="57150" y="38100"/>
                </a:lnTo>
                <a:lnTo>
                  <a:pt x="57150" y="28575"/>
                </a:lnTo>
                <a:lnTo>
                  <a:pt x="66675" y="28575"/>
                </a:lnTo>
                <a:lnTo>
                  <a:pt x="66675" y="19050"/>
                </a:lnTo>
                <a:lnTo>
                  <a:pt x="76200" y="19050"/>
                </a:lnTo>
                <a:lnTo>
                  <a:pt x="76200" y="9525"/>
                </a:lnTo>
                <a:lnTo>
                  <a:pt x="104775" y="9525"/>
                </a:lnTo>
                <a:lnTo>
                  <a:pt x="104775" y="0"/>
                </a:lnTo>
                <a:lnTo>
                  <a:pt x="114300" y="0"/>
                </a:lnTo>
                <a:lnTo>
                  <a:pt x="114300" y="9525"/>
                </a:lnTo>
                <a:lnTo>
                  <a:pt x="142875" y="9525"/>
                </a:lnTo>
                <a:lnTo>
                  <a:pt x="142875" y="19050"/>
                </a:lnTo>
                <a:lnTo>
                  <a:pt x="152400" y="19050"/>
                </a:lnTo>
                <a:lnTo>
                  <a:pt x="152400" y="28575"/>
                </a:lnTo>
                <a:lnTo>
                  <a:pt x="161925" y="28575"/>
                </a:lnTo>
                <a:lnTo>
                  <a:pt x="161925" y="38100"/>
                </a:lnTo>
                <a:lnTo>
                  <a:pt x="171450" y="38100"/>
                </a:lnTo>
                <a:lnTo>
                  <a:pt x="171450" y="85725"/>
                </a:lnTo>
                <a:lnTo>
                  <a:pt x="180975" y="85725"/>
                </a:lnTo>
                <a:lnTo>
                  <a:pt x="180975" y="114300"/>
                </a:lnTo>
                <a:lnTo>
                  <a:pt x="171450" y="114300"/>
                </a:lnTo>
                <a:lnTo>
                  <a:pt x="171450" y="152400"/>
                </a:lnTo>
                <a:lnTo>
                  <a:pt x="161925" y="152400"/>
                </a:lnTo>
                <a:lnTo>
                  <a:pt x="161925" y="171450"/>
                </a:lnTo>
                <a:lnTo>
                  <a:pt x="152400" y="171450"/>
                </a:lnTo>
                <a:lnTo>
                  <a:pt x="152400" y="180975"/>
                </a:lnTo>
                <a:lnTo>
                  <a:pt x="142875" y="180975"/>
                </a:lnTo>
                <a:lnTo>
                  <a:pt x="142875" y="190500"/>
                </a:lnTo>
                <a:lnTo>
                  <a:pt x="133350" y="190500"/>
                </a:lnTo>
                <a:lnTo>
                  <a:pt x="133350" y="200025"/>
                </a:lnTo>
                <a:lnTo>
                  <a:pt x="123825" y="200025"/>
                </a:lnTo>
                <a:lnTo>
                  <a:pt x="123825" y="209550"/>
                </a:lnTo>
                <a:lnTo>
                  <a:pt x="104775" y="209550"/>
                </a:lnTo>
                <a:lnTo>
                  <a:pt x="104775" y="219075"/>
                </a:lnTo>
                <a:lnTo>
                  <a:pt x="76200" y="219075"/>
                </a:lnTo>
                <a:lnTo>
                  <a:pt x="76200" y="228600"/>
                </a:lnTo>
                <a:lnTo>
                  <a:pt x="0" y="228600"/>
                </a:lnTo>
                <a:lnTo>
                  <a:pt x="0" y="190500"/>
                </a:lnTo>
                <a:lnTo>
                  <a:pt x="76200" y="190500"/>
                </a:lnTo>
                <a:lnTo>
                  <a:pt x="76200" y="180975"/>
                </a:lnTo>
                <a:lnTo>
                  <a:pt x="95250" y="180975"/>
                </a:lnTo>
                <a:lnTo>
                  <a:pt x="95250" y="171450"/>
                </a:lnTo>
                <a:lnTo>
                  <a:pt x="104775" y="171450"/>
                </a:lnTo>
                <a:lnTo>
                  <a:pt x="104775" y="161925"/>
                </a:lnTo>
                <a:lnTo>
                  <a:pt x="123825" y="161925"/>
                </a:lnTo>
                <a:lnTo>
                  <a:pt x="123825" y="142875"/>
                </a:lnTo>
                <a:lnTo>
                  <a:pt x="133350" y="142875"/>
                </a:lnTo>
                <a:lnTo>
                  <a:pt x="133350" y="133350"/>
                </a:lnTo>
                <a:lnTo>
                  <a:pt x="104775" y="133350"/>
                </a:lnTo>
                <a:lnTo>
                  <a:pt x="104775" y="123825"/>
                </a:lnTo>
                <a:lnTo>
                  <a:pt x="76200" y="123825"/>
                </a:lnTo>
                <a:lnTo>
                  <a:pt x="76200" y="114300"/>
                </a:lnTo>
                <a:lnTo>
                  <a:pt x="66675" y="114300"/>
                </a:lnTo>
                <a:lnTo>
                  <a:pt x="66675" y="104775"/>
                </a:lnTo>
                <a:lnTo>
                  <a:pt x="57150" y="104775"/>
                </a:lnTo>
                <a:lnTo>
                  <a:pt x="57150" y="95250"/>
                </a:lnTo>
                <a:lnTo>
                  <a:pt x="47625" y="95250"/>
                </a:lnTo>
                <a:lnTo>
                  <a:pt x="47625" y="38100"/>
                </a:lnTo>
                <a:close/>
                <a:moveTo>
                  <a:pt x="142875" y="76200"/>
                </a:moveTo>
                <a:lnTo>
                  <a:pt x="133350" y="76200"/>
                </a:lnTo>
                <a:lnTo>
                  <a:pt x="133350" y="57150"/>
                </a:lnTo>
                <a:lnTo>
                  <a:pt x="123825" y="57150"/>
                </a:lnTo>
                <a:lnTo>
                  <a:pt x="123825" y="47625"/>
                </a:lnTo>
                <a:lnTo>
                  <a:pt x="95250" y="47625"/>
                </a:lnTo>
                <a:lnTo>
                  <a:pt x="95250" y="57150"/>
                </a:lnTo>
                <a:lnTo>
                  <a:pt x="85725" y="57150"/>
                </a:lnTo>
                <a:lnTo>
                  <a:pt x="85725" y="76200"/>
                </a:lnTo>
                <a:lnTo>
                  <a:pt x="95250" y="76200"/>
                </a:lnTo>
                <a:lnTo>
                  <a:pt x="95250" y="85725"/>
                </a:lnTo>
                <a:lnTo>
                  <a:pt x="104775" y="85725"/>
                </a:lnTo>
                <a:lnTo>
                  <a:pt x="104775" y="95250"/>
                </a:lnTo>
                <a:lnTo>
                  <a:pt x="142875" y="95250"/>
                </a:lnTo>
                <a:lnTo>
                  <a:pt x="142875" y="762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F5020358-6241-4CE9-8E73-F0001D2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1706225"/>
            <a:ext cx="228600" cy="371475"/>
          </a:xfrm>
          <a:custGeom xmlns:a="http://schemas.openxmlformats.org/drawingml/2006/main">
            <a:pathLst>
              <a:path w="228600" h="371475">
                <a:moveTo>
                  <a:pt x="38100" y="28575"/>
                </a:moveTo>
                <a:lnTo>
                  <a:pt x="47625" y="28575"/>
                </a:lnTo>
                <a:lnTo>
                  <a:pt x="47625" y="19050"/>
                </a:lnTo>
                <a:lnTo>
                  <a:pt x="57150" y="19050"/>
                </a:lnTo>
                <a:lnTo>
                  <a:pt x="57150" y="9525"/>
                </a:lnTo>
                <a:lnTo>
                  <a:pt x="85725" y="9525"/>
                </a:lnTo>
                <a:lnTo>
                  <a:pt x="85725" y="0"/>
                </a:lnTo>
                <a:lnTo>
                  <a:pt x="104775" y="0"/>
                </a:lnTo>
                <a:lnTo>
                  <a:pt x="104775" y="9525"/>
                </a:lnTo>
                <a:lnTo>
                  <a:pt x="133350" y="9525"/>
                </a:lnTo>
                <a:lnTo>
                  <a:pt x="133350" y="19050"/>
                </a:lnTo>
                <a:lnTo>
                  <a:pt x="142875" y="19050"/>
                </a:lnTo>
                <a:lnTo>
                  <a:pt x="142875" y="28575"/>
                </a:lnTo>
                <a:lnTo>
                  <a:pt x="152400" y="28575"/>
                </a:lnTo>
                <a:lnTo>
                  <a:pt x="152400" y="38100"/>
                </a:lnTo>
                <a:lnTo>
                  <a:pt x="161925" y="38100"/>
                </a:lnTo>
                <a:lnTo>
                  <a:pt x="161925" y="57150"/>
                </a:lnTo>
                <a:lnTo>
                  <a:pt x="171450" y="57150"/>
                </a:lnTo>
                <a:lnTo>
                  <a:pt x="171450" y="76200"/>
                </a:lnTo>
                <a:lnTo>
                  <a:pt x="180975" y="76200"/>
                </a:lnTo>
                <a:lnTo>
                  <a:pt x="180975" y="104775"/>
                </a:lnTo>
                <a:lnTo>
                  <a:pt x="190500" y="104775"/>
                </a:lnTo>
                <a:lnTo>
                  <a:pt x="190500" y="114300"/>
                </a:lnTo>
                <a:lnTo>
                  <a:pt x="228600" y="114300"/>
                </a:lnTo>
                <a:lnTo>
                  <a:pt x="228600" y="133350"/>
                </a:lnTo>
                <a:lnTo>
                  <a:pt x="190500" y="133350"/>
                </a:lnTo>
                <a:lnTo>
                  <a:pt x="190500" y="142875"/>
                </a:lnTo>
                <a:lnTo>
                  <a:pt x="180975" y="142875"/>
                </a:lnTo>
                <a:lnTo>
                  <a:pt x="180975" y="371475"/>
                </a:lnTo>
                <a:lnTo>
                  <a:pt x="161925" y="371475"/>
                </a:lnTo>
                <a:lnTo>
                  <a:pt x="161925" y="142875"/>
                </a:lnTo>
                <a:lnTo>
                  <a:pt x="152400" y="142875"/>
                </a:lnTo>
                <a:lnTo>
                  <a:pt x="152400" y="133350"/>
                </a:lnTo>
                <a:lnTo>
                  <a:pt x="123825" y="133350"/>
                </a:lnTo>
                <a:lnTo>
                  <a:pt x="123825" y="142875"/>
                </a:lnTo>
                <a:lnTo>
                  <a:pt x="114300" y="142875"/>
                </a:lnTo>
                <a:lnTo>
                  <a:pt x="114300" y="133350"/>
                </a:lnTo>
                <a:lnTo>
                  <a:pt x="85725" y="133350"/>
                </a:lnTo>
                <a:lnTo>
                  <a:pt x="85725" y="371475"/>
                </a:lnTo>
                <a:lnTo>
                  <a:pt x="57150" y="371475"/>
                </a:lnTo>
                <a:lnTo>
                  <a:pt x="57150" y="142875"/>
                </a:lnTo>
                <a:lnTo>
                  <a:pt x="47625" y="142875"/>
                </a:lnTo>
                <a:lnTo>
                  <a:pt x="47625" y="133350"/>
                </a:lnTo>
                <a:lnTo>
                  <a:pt x="0" y="133350"/>
                </a:lnTo>
                <a:lnTo>
                  <a:pt x="0" y="114300"/>
                </a:lnTo>
                <a:lnTo>
                  <a:pt x="57150" y="114300"/>
                </a:lnTo>
                <a:lnTo>
                  <a:pt x="57150" y="104775"/>
                </a:lnTo>
                <a:lnTo>
                  <a:pt x="47625" y="104775"/>
                </a:lnTo>
                <a:lnTo>
                  <a:pt x="47625" y="95250"/>
                </a:lnTo>
                <a:lnTo>
                  <a:pt x="38100" y="95250"/>
                </a:lnTo>
                <a:lnTo>
                  <a:pt x="38100" y="66675"/>
                </a:lnTo>
                <a:lnTo>
                  <a:pt x="28575" y="66675"/>
                </a:lnTo>
                <a:lnTo>
                  <a:pt x="28575" y="57150"/>
                </a:lnTo>
                <a:lnTo>
                  <a:pt x="38100" y="57150"/>
                </a:lnTo>
                <a:lnTo>
                  <a:pt x="38100" y="28575"/>
                </a:lnTo>
                <a:close/>
                <a:moveTo>
                  <a:pt x="66675" y="57150"/>
                </a:moveTo>
                <a:lnTo>
                  <a:pt x="57150" y="57150"/>
                </a:lnTo>
                <a:lnTo>
                  <a:pt x="57150" y="66675"/>
                </a:lnTo>
                <a:lnTo>
                  <a:pt x="66675" y="66675"/>
                </a:lnTo>
                <a:lnTo>
                  <a:pt x="66675" y="95250"/>
                </a:lnTo>
                <a:lnTo>
                  <a:pt x="76200" y="95250"/>
                </a:lnTo>
                <a:lnTo>
                  <a:pt x="76200" y="114300"/>
                </a:lnTo>
                <a:lnTo>
                  <a:pt x="152400" y="114300"/>
                </a:lnTo>
                <a:lnTo>
                  <a:pt x="152400" y="76200"/>
                </a:lnTo>
                <a:lnTo>
                  <a:pt x="142875" y="76200"/>
                </a:lnTo>
                <a:lnTo>
                  <a:pt x="142875" y="57150"/>
                </a:lnTo>
                <a:lnTo>
                  <a:pt x="133350" y="57150"/>
                </a:lnTo>
                <a:lnTo>
                  <a:pt x="133350" y="47625"/>
                </a:lnTo>
                <a:lnTo>
                  <a:pt x="123825" y="47625"/>
                </a:lnTo>
                <a:lnTo>
                  <a:pt x="123825" y="38100"/>
                </a:lnTo>
                <a:lnTo>
                  <a:pt x="114300" y="38100"/>
                </a:lnTo>
                <a:lnTo>
                  <a:pt x="114300" y="28575"/>
                </a:lnTo>
                <a:lnTo>
                  <a:pt x="76200" y="28575"/>
                </a:lnTo>
                <a:lnTo>
                  <a:pt x="76200" y="38100"/>
                </a:lnTo>
                <a:lnTo>
                  <a:pt x="66675" y="38100"/>
                </a:lnTo>
                <a:lnTo>
                  <a:pt x="66675" y="571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AA9DA114-FFD3-4940-9B73-E58C4317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81100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9525" y="47625"/>
                </a:moveTo>
                <a:lnTo>
                  <a:pt x="19050" y="47625"/>
                </a:lnTo>
                <a:lnTo>
                  <a:pt x="19050" y="28575"/>
                </a:lnTo>
                <a:lnTo>
                  <a:pt x="28575" y="28575"/>
                </a:lnTo>
                <a:lnTo>
                  <a:pt x="28575" y="19050"/>
                </a:lnTo>
                <a:lnTo>
                  <a:pt x="38100" y="19050"/>
                </a:lnTo>
                <a:lnTo>
                  <a:pt x="38100" y="9525"/>
                </a:lnTo>
                <a:lnTo>
                  <a:pt x="66675" y="9525"/>
                </a:lnTo>
                <a:lnTo>
                  <a:pt x="66675" y="0"/>
                </a:lnTo>
                <a:lnTo>
                  <a:pt x="76200" y="0"/>
                </a:lnTo>
                <a:lnTo>
                  <a:pt x="76200" y="9525"/>
                </a:lnTo>
                <a:lnTo>
                  <a:pt x="104775" y="9525"/>
                </a:lnTo>
                <a:lnTo>
                  <a:pt x="104775" y="19050"/>
                </a:lnTo>
                <a:lnTo>
                  <a:pt x="114300" y="19050"/>
                </a:lnTo>
                <a:lnTo>
                  <a:pt x="114300" y="28575"/>
                </a:lnTo>
                <a:lnTo>
                  <a:pt x="123825" y="28575"/>
                </a:lnTo>
                <a:lnTo>
                  <a:pt x="123825" y="47625"/>
                </a:lnTo>
                <a:lnTo>
                  <a:pt x="133350" y="47625"/>
                </a:lnTo>
                <a:lnTo>
                  <a:pt x="133350" y="85725"/>
                </a:lnTo>
                <a:lnTo>
                  <a:pt x="142875" y="85725"/>
                </a:lnTo>
                <a:lnTo>
                  <a:pt x="142875" y="95250"/>
                </a:lnTo>
                <a:lnTo>
                  <a:pt x="133350" y="95250"/>
                </a:lnTo>
                <a:lnTo>
                  <a:pt x="133350" y="142875"/>
                </a:lnTo>
                <a:lnTo>
                  <a:pt x="123825" y="142875"/>
                </a:lnTo>
                <a:lnTo>
                  <a:pt x="123825" y="152400"/>
                </a:lnTo>
                <a:lnTo>
                  <a:pt x="114300" y="152400"/>
                </a:lnTo>
                <a:lnTo>
                  <a:pt x="114300" y="161925"/>
                </a:lnTo>
                <a:lnTo>
                  <a:pt x="104775" y="161925"/>
                </a:lnTo>
                <a:lnTo>
                  <a:pt x="104775" y="171450"/>
                </a:lnTo>
                <a:lnTo>
                  <a:pt x="95250" y="171450"/>
                </a:lnTo>
                <a:lnTo>
                  <a:pt x="95250" y="180975"/>
                </a:lnTo>
                <a:lnTo>
                  <a:pt x="76200" y="180975"/>
                </a:lnTo>
                <a:lnTo>
                  <a:pt x="76200" y="190500"/>
                </a:lnTo>
                <a:lnTo>
                  <a:pt x="66675" y="190500"/>
                </a:lnTo>
                <a:lnTo>
                  <a:pt x="66675" y="200025"/>
                </a:lnTo>
                <a:lnTo>
                  <a:pt x="76200" y="200025"/>
                </a:lnTo>
                <a:lnTo>
                  <a:pt x="76200" y="209550"/>
                </a:lnTo>
                <a:lnTo>
                  <a:pt x="85725" y="209550"/>
                </a:lnTo>
                <a:lnTo>
                  <a:pt x="85725" y="219075"/>
                </a:lnTo>
                <a:lnTo>
                  <a:pt x="104775" y="219075"/>
                </a:lnTo>
                <a:lnTo>
                  <a:pt x="104775" y="228600"/>
                </a:lnTo>
                <a:lnTo>
                  <a:pt x="114300" y="228600"/>
                </a:lnTo>
                <a:lnTo>
                  <a:pt x="114300" y="238125"/>
                </a:lnTo>
                <a:lnTo>
                  <a:pt x="123825" y="238125"/>
                </a:lnTo>
                <a:lnTo>
                  <a:pt x="123825" y="247650"/>
                </a:lnTo>
                <a:lnTo>
                  <a:pt x="133350" y="247650"/>
                </a:lnTo>
                <a:lnTo>
                  <a:pt x="133350" y="257175"/>
                </a:lnTo>
                <a:lnTo>
                  <a:pt x="123825" y="257175"/>
                </a:lnTo>
                <a:lnTo>
                  <a:pt x="123825" y="266700"/>
                </a:lnTo>
                <a:lnTo>
                  <a:pt x="104775" y="266700"/>
                </a:lnTo>
                <a:lnTo>
                  <a:pt x="104775" y="257175"/>
                </a:lnTo>
                <a:lnTo>
                  <a:pt x="95250" y="257175"/>
                </a:lnTo>
                <a:lnTo>
                  <a:pt x="95250" y="247650"/>
                </a:lnTo>
                <a:lnTo>
                  <a:pt x="85725" y="247650"/>
                </a:lnTo>
                <a:lnTo>
                  <a:pt x="85725" y="238125"/>
                </a:lnTo>
                <a:lnTo>
                  <a:pt x="66675" y="238125"/>
                </a:lnTo>
                <a:lnTo>
                  <a:pt x="66675" y="228600"/>
                </a:lnTo>
                <a:lnTo>
                  <a:pt x="57150" y="228600"/>
                </a:lnTo>
                <a:lnTo>
                  <a:pt x="57150" y="219075"/>
                </a:lnTo>
                <a:lnTo>
                  <a:pt x="47625" y="219075"/>
                </a:lnTo>
                <a:lnTo>
                  <a:pt x="47625" y="209550"/>
                </a:lnTo>
                <a:lnTo>
                  <a:pt x="38100" y="209550"/>
                </a:lnTo>
                <a:lnTo>
                  <a:pt x="38100" y="200025"/>
                </a:lnTo>
                <a:lnTo>
                  <a:pt x="28575" y="200025"/>
                </a:lnTo>
                <a:lnTo>
                  <a:pt x="28575" y="190500"/>
                </a:lnTo>
                <a:lnTo>
                  <a:pt x="19050" y="190500"/>
                </a:lnTo>
                <a:lnTo>
                  <a:pt x="19050" y="180975"/>
                </a:lnTo>
                <a:lnTo>
                  <a:pt x="0" y="180975"/>
                </a:lnTo>
                <a:lnTo>
                  <a:pt x="0" y="161925"/>
                </a:lnTo>
                <a:lnTo>
                  <a:pt x="9525" y="161925"/>
                </a:lnTo>
                <a:lnTo>
                  <a:pt x="9525" y="152400"/>
                </a:lnTo>
                <a:lnTo>
                  <a:pt x="19050" y="152400"/>
                </a:lnTo>
                <a:lnTo>
                  <a:pt x="19050" y="161925"/>
                </a:lnTo>
                <a:lnTo>
                  <a:pt x="38100" y="161925"/>
                </a:lnTo>
                <a:lnTo>
                  <a:pt x="38100" y="171450"/>
                </a:lnTo>
                <a:lnTo>
                  <a:pt x="57150" y="171450"/>
                </a:lnTo>
                <a:lnTo>
                  <a:pt x="57150" y="161925"/>
                </a:lnTo>
                <a:lnTo>
                  <a:pt x="76200" y="161925"/>
                </a:lnTo>
                <a:lnTo>
                  <a:pt x="76200" y="152400"/>
                </a:lnTo>
                <a:lnTo>
                  <a:pt x="85725" y="152400"/>
                </a:lnTo>
                <a:lnTo>
                  <a:pt x="85725" y="142875"/>
                </a:lnTo>
                <a:lnTo>
                  <a:pt x="95250" y="142875"/>
                </a:lnTo>
                <a:lnTo>
                  <a:pt x="95250" y="133350"/>
                </a:lnTo>
                <a:lnTo>
                  <a:pt x="104775" y="133350"/>
                </a:lnTo>
                <a:lnTo>
                  <a:pt x="104775" y="104775"/>
                </a:lnTo>
                <a:lnTo>
                  <a:pt x="95250" y="104775"/>
                </a:lnTo>
                <a:lnTo>
                  <a:pt x="95250" y="114300"/>
                </a:lnTo>
                <a:lnTo>
                  <a:pt x="38100" y="114300"/>
                </a:lnTo>
                <a:lnTo>
                  <a:pt x="38100" y="104775"/>
                </a:lnTo>
                <a:lnTo>
                  <a:pt x="28575" y="104775"/>
                </a:lnTo>
                <a:lnTo>
                  <a:pt x="28575" y="95250"/>
                </a:lnTo>
                <a:lnTo>
                  <a:pt x="19050" y="95250"/>
                </a:lnTo>
                <a:lnTo>
                  <a:pt x="19050" y="76200"/>
                </a:lnTo>
                <a:lnTo>
                  <a:pt x="9525" y="76200"/>
                </a:lnTo>
                <a:lnTo>
                  <a:pt x="9525" y="47625"/>
                </a:lnTo>
                <a:close/>
                <a:moveTo>
                  <a:pt x="95250" y="38100"/>
                </a:moveTo>
                <a:lnTo>
                  <a:pt x="76200" y="38100"/>
                </a:lnTo>
                <a:lnTo>
                  <a:pt x="76200" y="28575"/>
                </a:lnTo>
                <a:lnTo>
                  <a:pt x="57150" y="28575"/>
                </a:lnTo>
                <a:lnTo>
                  <a:pt x="57150" y="38100"/>
                </a:lnTo>
                <a:lnTo>
                  <a:pt x="47625" y="38100"/>
                </a:lnTo>
                <a:lnTo>
                  <a:pt x="47625" y="47625"/>
                </a:lnTo>
                <a:lnTo>
                  <a:pt x="38100" y="47625"/>
                </a:lnTo>
                <a:lnTo>
                  <a:pt x="38100" y="76200"/>
                </a:lnTo>
                <a:lnTo>
                  <a:pt x="47625" y="76200"/>
                </a:lnTo>
                <a:lnTo>
                  <a:pt x="47625" y="85725"/>
                </a:lnTo>
                <a:lnTo>
                  <a:pt x="95250" y="85725"/>
                </a:lnTo>
                <a:lnTo>
                  <a:pt x="95250" y="76200"/>
                </a:lnTo>
                <a:lnTo>
                  <a:pt x="104775" y="76200"/>
                </a:lnTo>
                <a:lnTo>
                  <a:pt x="104775" y="57150"/>
                </a:lnTo>
                <a:lnTo>
                  <a:pt x="95250" y="57150"/>
                </a:lnTo>
                <a:lnTo>
                  <a:pt x="95250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4A920EB2-E223-457E-9463-B4B217F5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1801475"/>
            <a:ext cx="38100" cy="200025"/>
          </a:xfrm>
          <a:custGeom xmlns:a="http://schemas.openxmlformats.org/drawingml/2006/main">
            <a:pathLst>
              <a:path w="38100" h="200025">
                <a:moveTo>
                  <a:pt x="0" y="0"/>
                </a:moveTo>
                <a:lnTo>
                  <a:pt x="38100" y="0"/>
                </a:lnTo>
                <a:lnTo>
                  <a:pt x="3810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873D2E14-E0F6-462C-B05B-88047378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1820525"/>
            <a:ext cx="800100" cy="361950"/>
          </a:xfrm>
          <a:custGeom xmlns:a="http://schemas.openxmlformats.org/drawingml/2006/main">
            <a:pathLst>
              <a:path w="800100" h="361950">
                <a:moveTo>
                  <a:pt x="238125" y="19050"/>
                </a:moveTo>
                <a:lnTo>
                  <a:pt x="209550" y="19050"/>
                </a:lnTo>
                <a:lnTo>
                  <a:pt x="209550" y="247650"/>
                </a:lnTo>
                <a:lnTo>
                  <a:pt x="228600" y="247650"/>
                </a:lnTo>
                <a:lnTo>
                  <a:pt x="228600" y="257175"/>
                </a:lnTo>
                <a:lnTo>
                  <a:pt x="238125" y="257175"/>
                </a:lnTo>
                <a:lnTo>
                  <a:pt x="238125" y="276225"/>
                </a:lnTo>
                <a:lnTo>
                  <a:pt x="247650" y="276225"/>
                </a:lnTo>
                <a:lnTo>
                  <a:pt x="247650" y="323850"/>
                </a:lnTo>
                <a:lnTo>
                  <a:pt x="238125" y="323850"/>
                </a:lnTo>
                <a:lnTo>
                  <a:pt x="238125" y="333375"/>
                </a:lnTo>
                <a:lnTo>
                  <a:pt x="228600" y="333375"/>
                </a:lnTo>
                <a:lnTo>
                  <a:pt x="228600" y="342900"/>
                </a:lnTo>
                <a:lnTo>
                  <a:pt x="219075" y="342900"/>
                </a:lnTo>
                <a:lnTo>
                  <a:pt x="219075" y="352425"/>
                </a:lnTo>
                <a:lnTo>
                  <a:pt x="200025" y="352425"/>
                </a:lnTo>
                <a:lnTo>
                  <a:pt x="200025" y="361950"/>
                </a:lnTo>
                <a:lnTo>
                  <a:pt x="123825" y="361950"/>
                </a:lnTo>
                <a:lnTo>
                  <a:pt x="123825" y="352425"/>
                </a:lnTo>
                <a:lnTo>
                  <a:pt x="104775" y="352425"/>
                </a:lnTo>
                <a:lnTo>
                  <a:pt x="104775" y="342900"/>
                </a:lnTo>
                <a:lnTo>
                  <a:pt x="85725" y="342900"/>
                </a:lnTo>
                <a:lnTo>
                  <a:pt x="85725" y="333375"/>
                </a:lnTo>
                <a:lnTo>
                  <a:pt x="66675" y="333375"/>
                </a:lnTo>
                <a:lnTo>
                  <a:pt x="66675" y="323850"/>
                </a:lnTo>
                <a:lnTo>
                  <a:pt x="57150" y="323850"/>
                </a:lnTo>
                <a:lnTo>
                  <a:pt x="57150" y="314325"/>
                </a:lnTo>
                <a:lnTo>
                  <a:pt x="47625" y="314325"/>
                </a:lnTo>
                <a:lnTo>
                  <a:pt x="47625" y="304800"/>
                </a:lnTo>
                <a:lnTo>
                  <a:pt x="57150" y="304800"/>
                </a:lnTo>
                <a:lnTo>
                  <a:pt x="57150" y="295275"/>
                </a:lnTo>
                <a:lnTo>
                  <a:pt x="85725" y="295275"/>
                </a:lnTo>
                <a:lnTo>
                  <a:pt x="85725" y="304800"/>
                </a:lnTo>
                <a:lnTo>
                  <a:pt x="95250" y="304800"/>
                </a:lnTo>
                <a:lnTo>
                  <a:pt x="95250" y="314325"/>
                </a:lnTo>
                <a:lnTo>
                  <a:pt x="114300" y="314325"/>
                </a:lnTo>
                <a:lnTo>
                  <a:pt x="114300" y="323850"/>
                </a:lnTo>
                <a:lnTo>
                  <a:pt x="133350" y="323850"/>
                </a:lnTo>
                <a:lnTo>
                  <a:pt x="133350" y="333375"/>
                </a:lnTo>
                <a:lnTo>
                  <a:pt x="200025" y="333375"/>
                </a:lnTo>
                <a:lnTo>
                  <a:pt x="200025" y="323850"/>
                </a:lnTo>
                <a:lnTo>
                  <a:pt x="209550" y="323850"/>
                </a:lnTo>
                <a:lnTo>
                  <a:pt x="209550" y="314325"/>
                </a:lnTo>
                <a:lnTo>
                  <a:pt x="219075" y="314325"/>
                </a:lnTo>
                <a:lnTo>
                  <a:pt x="219075" y="276225"/>
                </a:lnTo>
                <a:lnTo>
                  <a:pt x="200025" y="276225"/>
                </a:lnTo>
                <a:lnTo>
                  <a:pt x="200025" y="266700"/>
                </a:lnTo>
                <a:lnTo>
                  <a:pt x="180975" y="266700"/>
                </a:lnTo>
                <a:lnTo>
                  <a:pt x="180975" y="276225"/>
                </a:lnTo>
                <a:lnTo>
                  <a:pt x="161925" y="276225"/>
                </a:lnTo>
                <a:lnTo>
                  <a:pt x="161925" y="285750"/>
                </a:lnTo>
                <a:lnTo>
                  <a:pt x="142875" y="285750"/>
                </a:lnTo>
                <a:lnTo>
                  <a:pt x="142875" y="276225"/>
                </a:lnTo>
                <a:lnTo>
                  <a:pt x="133350" y="276225"/>
                </a:lnTo>
                <a:lnTo>
                  <a:pt x="133350" y="266700"/>
                </a:lnTo>
                <a:lnTo>
                  <a:pt x="142875" y="266700"/>
                </a:lnTo>
                <a:lnTo>
                  <a:pt x="142875" y="257175"/>
                </a:lnTo>
                <a:lnTo>
                  <a:pt x="152400" y="257175"/>
                </a:lnTo>
                <a:lnTo>
                  <a:pt x="152400" y="247650"/>
                </a:lnTo>
                <a:lnTo>
                  <a:pt x="171450" y="247650"/>
                </a:lnTo>
                <a:lnTo>
                  <a:pt x="171450" y="238125"/>
                </a:lnTo>
                <a:lnTo>
                  <a:pt x="180975" y="238125"/>
                </a:lnTo>
                <a:lnTo>
                  <a:pt x="180975" y="95250"/>
                </a:lnTo>
                <a:lnTo>
                  <a:pt x="66675" y="95250"/>
                </a:lnTo>
                <a:lnTo>
                  <a:pt x="66675" y="104775"/>
                </a:lnTo>
                <a:lnTo>
                  <a:pt x="57150" y="104775"/>
                </a:lnTo>
                <a:lnTo>
                  <a:pt x="57150" y="114300"/>
                </a:lnTo>
                <a:lnTo>
                  <a:pt x="47625" y="114300"/>
                </a:lnTo>
                <a:lnTo>
                  <a:pt x="47625" y="142875"/>
                </a:lnTo>
                <a:lnTo>
                  <a:pt x="57150" y="142875"/>
                </a:lnTo>
                <a:lnTo>
                  <a:pt x="57150" y="171450"/>
                </a:lnTo>
                <a:lnTo>
                  <a:pt x="66675" y="171450"/>
                </a:lnTo>
                <a:lnTo>
                  <a:pt x="66675" y="190500"/>
                </a:lnTo>
                <a:lnTo>
                  <a:pt x="76200" y="190500"/>
                </a:lnTo>
                <a:lnTo>
                  <a:pt x="76200" y="200025"/>
                </a:lnTo>
                <a:lnTo>
                  <a:pt x="85725" y="200025"/>
                </a:lnTo>
                <a:lnTo>
                  <a:pt x="85725" y="209550"/>
                </a:lnTo>
                <a:lnTo>
                  <a:pt x="95250" y="209550"/>
                </a:lnTo>
                <a:lnTo>
                  <a:pt x="95250" y="219075"/>
                </a:lnTo>
                <a:lnTo>
                  <a:pt x="104775" y="219075"/>
                </a:lnTo>
                <a:lnTo>
                  <a:pt x="104775" y="228600"/>
                </a:lnTo>
                <a:lnTo>
                  <a:pt x="114300" y="228600"/>
                </a:lnTo>
                <a:lnTo>
                  <a:pt x="114300" y="247650"/>
                </a:lnTo>
                <a:lnTo>
                  <a:pt x="104775" y="247650"/>
                </a:lnTo>
                <a:lnTo>
                  <a:pt x="104775" y="257175"/>
                </a:lnTo>
                <a:lnTo>
                  <a:pt x="95250" y="257175"/>
                </a:lnTo>
                <a:lnTo>
                  <a:pt x="95250" y="247650"/>
                </a:lnTo>
                <a:lnTo>
                  <a:pt x="85725" y="247650"/>
                </a:lnTo>
                <a:lnTo>
                  <a:pt x="85725" y="238125"/>
                </a:lnTo>
                <a:lnTo>
                  <a:pt x="76200" y="238125"/>
                </a:lnTo>
                <a:lnTo>
                  <a:pt x="76200" y="228600"/>
                </a:lnTo>
                <a:lnTo>
                  <a:pt x="66675" y="228600"/>
                </a:lnTo>
                <a:lnTo>
                  <a:pt x="66675" y="219075"/>
                </a:lnTo>
                <a:lnTo>
                  <a:pt x="57150" y="219075"/>
                </a:lnTo>
                <a:lnTo>
                  <a:pt x="57150" y="209550"/>
                </a:lnTo>
                <a:lnTo>
                  <a:pt x="47625" y="209550"/>
                </a:lnTo>
                <a:lnTo>
                  <a:pt x="47625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28575" y="171450"/>
                </a:lnTo>
                <a:lnTo>
                  <a:pt x="28575" y="142875"/>
                </a:lnTo>
                <a:lnTo>
                  <a:pt x="19050" y="142875"/>
                </a:lnTo>
                <a:lnTo>
                  <a:pt x="19050" y="123825"/>
                </a:lnTo>
                <a:lnTo>
                  <a:pt x="28575" y="123825"/>
                </a:lnTo>
                <a:lnTo>
                  <a:pt x="28575" y="95250"/>
                </a:lnTo>
                <a:lnTo>
                  <a:pt x="38100" y="95250"/>
                </a:lnTo>
                <a:lnTo>
                  <a:pt x="38100" y="85725"/>
                </a:lnTo>
                <a:lnTo>
                  <a:pt x="47625" y="85725"/>
                </a:lnTo>
                <a:lnTo>
                  <a:pt x="47625" y="76200"/>
                </a:lnTo>
                <a:lnTo>
                  <a:pt x="57150" y="76200"/>
                </a:lnTo>
                <a:lnTo>
                  <a:pt x="57150" y="66675"/>
                </a:lnTo>
                <a:lnTo>
                  <a:pt x="180975" y="66675"/>
                </a:lnTo>
                <a:lnTo>
                  <a:pt x="180975" y="28575"/>
                </a:lnTo>
                <a:lnTo>
                  <a:pt x="171450" y="28575"/>
                </a:lnTo>
                <a:lnTo>
                  <a:pt x="171450" y="19050"/>
                </a:lnTo>
                <a:lnTo>
                  <a:pt x="0" y="19050"/>
                </a:lnTo>
                <a:lnTo>
                  <a:pt x="0" y="0"/>
                </a:lnTo>
                <a:lnTo>
                  <a:pt x="800100" y="0"/>
                </a:lnTo>
                <a:lnTo>
                  <a:pt x="800100" y="19050"/>
                </a:lnTo>
                <a:lnTo>
                  <a:pt x="762000" y="19050"/>
                </a:lnTo>
                <a:lnTo>
                  <a:pt x="762000" y="257175"/>
                </a:lnTo>
                <a:lnTo>
                  <a:pt x="733425" y="257175"/>
                </a:lnTo>
                <a:lnTo>
                  <a:pt x="733425" y="28575"/>
                </a:lnTo>
                <a:lnTo>
                  <a:pt x="723900" y="28575"/>
                </a:lnTo>
                <a:lnTo>
                  <a:pt x="723900" y="19050"/>
                </a:lnTo>
                <a:lnTo>
                  <a:pt x="695325" y="19050"/>
                </a:lnTo>
                <a:lnTo>
                  <a:pt x="695325" y="28575"/>
                </a:lnTo>
                <a:lnTo>
                  <a:pt x="685800" y="28575"/>
                </a:lnTo>
                <a:lnTo>
                  <a:pt x="685800" y="19050"/>
                </a:lnTo>
                <a:lnTo>
                  <a:pt x="657225" y="19050"/>
                </a:lnTo>
                <a:lnTo>
                  <a:pt x="657225" y="257175"/>
                </a:lnTo>
                <a:lnTo>
                  <a:pt x="628650" y="257175"/>
                </a:lnTo>
                <a:lnTo>
                  <a:pt x="628650" y="180975"/>
                </a:lnTo>
                <a:lnTo>
                  <a:pt x="619125" y="180975"/>
                </a:lnTo>
                <a:lnTo>
                  <a:pt x="619125" y="190500"/>
                </a:lnTo>
                <a:lnTo>
                  <a:pt x="609600" y="190500"/>
                </a:lnTo>
                <a:lnTo>
                  <a:pt x="609600" y="200025"/>
                </a:lnTo>
                <a:lnTo>
                  <a:pt x="590550" y="200025"/>
                </a:lnTo>
                <a:lnTo>
                  <a:pt x="590550" y="209550"/>
                </a:lnTo>
                <a:lnTo>
                  <a:pt x="533400" y="209550"/>
                </a:lnTo>
                <a:lnTo>
                  <a:pt x="533400" y="200025"/>
                </a:lnTo>
                <a:lnTo>
                  <a:pt x="514350" y="200025"/>
                </a:lnTo>
                <a:lnTo>
                  <a:pt x="514350" y="190500"/>
                </a:lnTo>
                <a:lnTo>
                  <a:pt x="495300" y="190500"/>
                </a:lnTo>
                <a:lnTo>
                  <a:pt x="495300" y="180975"/>
                </a:lnTo>
                <a:lnTo>
                  <a:pt x="485775" y="180975"/>
                </a:lnTo>
                <a:lnTo>
                  <a:pt x="485775" y="161925"/>
                </a:lnTo>
                <a:lnTo>
                  <a:pt x="476250" y="161925"/>
                </a:lnTo>
                <a:lnTo>
                  <a:pt x="476250" y="152400"/>
                </a:lnTo>
                <a:lnTo>
                  <a:pt x="466725" y="152400"/>
                </a:lnTo>
                <a:lnTo>
                  <a:pt x="466725" y="161925"/>
                </a:lnTo>
                <a:lnTo>
                  <a:pt x="419100" y="161925"/>
                </a:lnTo>
                <a:lnTo>
                  <a:pt x="419100" y="180975"/>
                </a:lnTo>
                <a:lnTo>
                  <a:pt x="409575" y="180975"/>
                </a:lnTo>
                <a:lnTo>
                  <a:pt x="409575" y="200025"/>
                </a:lnTo>
                <a:lnTo>
                  <a:pt x="400050" y="200025"/>
                </a:lnTo>
                <a:lnTo>
                  <a:pt x="400050" y="209550"/>
                </a:lnTo>
                <a:lnTo>
                  <a:pt x="390525" y="209550"/>
                </a:lnTo>
                <a:lnTo>
                  <a:pt x="390525" y="219075"/>
                </a:lnTo>
                <a:lnTo>
                  <a:pt x="371475" y="219075"/>
                </a:lnTo>
                <a:lnTo>
                  <a:pt x="371475" y="228600"/>
                </a:lnTo>
                <a:lnTo>
                  <a:pt x="361950" y="228600"/>
                </a:lnTo>
                <a:lnTo>
                  <a:pt x="361950" y="238125"/>
                </a:lnTo>
                <a:lnTo>
                  <a:pt x="371475" y="238125"/>
                </a:lnTo>
                <a:lnTo>
                  <a:pt x="371475" y="247650"/>
                </a:lnTo>
                <a:lnTo>
                  <a:pt x="390525" y="247650"/>
                </a:lnTo>
                <a:lnTo>
                  <a:pt x="390525" y="276225"/>
                </a:lnTo>
                <a:lnTo>
                  <a:pt x="371475" y="276225"/>
                </a:lnTo>
                <a:lnTo>
                  <a:pt x="371475" y="266700"/>
                </a:lnTo>
                <a:lnTo>
                  <a:pt x="352425" y="266700"/>
                </a:lnTo>
                <a:lnTo>
                  <a:pt x="352425" y="257175"/>
                </a:lnTo>
                <a:lnTo>
                  <a:pt x="342900" y="257175"/>
                </a:lnTo>
                <a:lnTo>
                  <a:pt x="342900" y="247650"/>
                </a:lnTo>
                <a:lnTo>
                  <a:pt x="323850" y="247650"/>
                </a:lnTo>
                <a:lnTo>
                  <a:pt x="323850" y="238125"/>
                </a:lnTo>
                <a:lnTo>
                  <a:pt x="285750" y="238125"/>
                </a:lnTo>
                <a:lnTo>
                  <a:pt x="285750" y="228600"/>
                </a:lnTo>
                <a:lnTo>
                  <a:pt x="266700" y="228600"/>
                </a:lnTo>
                <a:lnTo>
                  <a:pt x="266700" y="219075"/>
                </a:lnTo>
                <a:lnTo>
                  <a:pt x="257175" y="219075"/>
                </a:lnTo>
                <a:lnTo>
                  <a:pt x="257175" y="200025"/>
                </a:lnTo>
                <a:lnTo>
                  <a:pt x="266700" y="200025"/>
                </a:lnTo>
                <a:lnTo>
                  <a:pt x="266700" y="190500"/>
                </a:lnTo>
                <a:lnTo>
                  <a:pt x="314325" y="190500"/>
                </a:lnTo>
                <a:lnTo>
                  <a:pt x="314325" y="200025"/>
                </a:lnTo>
                <a:lnTo>
                  <a:pt x="323850" y="200025"/>
                </a:lnTo>
                <a:lnTo>
                  <a:pt x="323850" y="209550"/>
                </a:lnTo>
                <a:lnTo>
                  <a:pt x="361950" y="209550"/>
                </a:lnTo>
                <a:lnTo>
                  <a:pt x="361950" y="200025"/>
                </a:lnTo>
                <a:lnTo>
                  <a:pt x="371475" y="200025"/>
                </a:lnTo>
                <a:lnTo>
                  <a:pt x="371475" y="190500"/>
                </a:lnTo>
                <a:lnTo>
                  <a:pt x="381000" y="190500"/>
                </a:lnTo>
                <a:lnTo>
                  <a:pt x="381000" y="180975"/>
                </a:lnTo>
                <a:lnTo>
                  <a:pt x="390525" y="180975"/>
                </a:lnTo>
                <a:lnTo>
                  <a:pt x="390525" y="152400"/>
                </a:lnTo>
                <a:lnTo>
                  <a:pt x="342900" y="152400"/>
                </a:lnTo>
                <a:lnTo>
                  <a:pt x="342900" y="161925"/>
                </a:lnTo>
                <a:lnTo>
                  <a:pt x="314325" y="161925"/>
                </a:lnTo>
                <a:lnTo>
                  <a:pt x="314325" y="152400"/>
                </a:lnTo>
                <a:lnTo>
                  <a:pt x="295275" y="152400"/>
                </a:lnTo>
                <a:lnTo>
                  <a:pt x="295275" y="142875"/>
                </a:lnTo>
                <a:lnTo>
                  <a:pt x="285750" y="142875"/>
                </a:lnTo>
                <a:lnTo>
                  <a:pt x="285750" y="123825"/>
                </a:lnTo>
                <a:lnTo>
                  <a:pt x="276225" y="123825"/>
                </a:lnTo>
                <a:lnTo>
                  <a:pt x="276225" y="114300"/>
                </a:lnTo>
                <a:lnTo>
                  <a:pt x="266700" y="114300"/>
                </a:lnTo>
                <a:lnTo>
                  <a:pt x="266700" y="76200"/>
                </a:lnTo>
                <a:lnTo>
                  <a:pt x="276225" y="76200"/>
                </a:lnTo>
                <a:lnTo>
                  <a:pt x="276225" y="66675"/>
                </a:lnTo>
                <a:lnTo>
                  <a:pt x="361950" y="66675"/>
                </a:lnTo>
                <a:lnTo>
                  <a:pt x="361950" y="57150"/>
                </a:lnTo>
                <a:lnTo>
                  <a:pt x="371475" y="57150"/>
                </a:lnTo>
                <a:lnTo>
                  <a:pt x="371475" y="28575"/>
                </a:lnTo>
                <a:lnTo>
                  <a:pt x="361950" y="28575"/>
                </a:lnTo>
                <a:lnTo>
                  <a:pt x="361950" y="19050"/>
                </a:lnTo>
                <a:lnTo>
                  <a:pt x="247650" y="19050"/>
                </a:lnTo>
                <a:lnTo>
                  <a:pt x="247650" y="28575"/>
                </a:lnTo>
                <a:lnTo>
                  <a:pt x="238125" y="28575"/>
                </a:lnTo>
                <a:lnTo>
                  <a:pt x="238125" y="19050"/>
                </a:lnTo>
                <a:close/>
                <a:moveTo>
                  <a:pt x="457200" y="28575"/>
                </a:moveTo>
                <a:lnTo>
                  <a:pt x="457200" y="19050"/>
                </a:lnTo>
                <a:lnTo>
                  <a:pt x="400050" y="19050"/>
                </a:lnTo>
                <a:lnTo>
                  <a:pt x="400050" y="28575"/>
                </a:lnTo>
                <a:lnTo>
                  <a:pt x="390525" y="28575"/>
                </a:lnTo>
                <a:lnTo>
                  <a:pt x="390525" y="85725"/>
                </a:lnTo>
                <a:lnTo>
                  <a:pt x="295275" y="85725"/>
                </a:lnTo>
                <a:lnTo>
                  <a:pt x="295275" y="114300"/>
                </a:lnTo>
                <a:lnTo>
                  <a:pt x="304800" y="114300"/>
                </a:lnTo>
                <a:lnTo>
                  <a:pt x="304800" y="123825"/>
                </a:lnTo>
                <a:lnTo>
                  <a:pt x="314325" y="123825"/>
                </a:lnTo>
                <a:lnTo>
                  <a:pt x="314325" y="133350"/>
                </a:lnTo>
                <a:lnTo>
                  <a:pt x="352425" y="133350"/>
                </a:lnTo>
                <a:lnTo>
                  <a:pt x="352425" y="123825"/>
                </a:lnTo>
                <a:lnTo>
                  <a:pt x="400050" y="123825"/>
                </a:lnTo>
                <a:lnTo>
                  <a:pt x="400050" y="133350"/>
                </a:lnTo>
                <a:lnTo>
                  <a:pt x="466725" y="133350"/>
                </a:lnTo>
                <a:lnTo>
                  <a:pt x="466725" y="114300"/>
                </a:lnTo>
                <a:lnTo>
                  <a:pt x="504825" y="114300"/>
                </a:lnTo>
                <a:lnTo>
                  <a:pt x="504825" y="104775"/>
                </a:lnTo>
                <a:lnTo>
                  <a:pt x="514350" y="104775"/>
                </a:lnTo>
                <a:lnTo>
                  <a:pt x="514350" y="95250"/>
                </a:lnTo>
                <a:lnTo>
                  <a:pt x="523875" y="95250"/>
                </a:lnTo>
                <a:lnTo>
                  <a:pt x="523875" y="85725"/>
                </a:lnTo>
                <a:lnTo>
                  <a:pt x="533400" y="85725"/>
                </a:lnTo>
                <a:lnTo>
                  <a:pt x="533400" y="57150"/>
                </a:lnTo>
                <a:lnTo>
                  <a:pt x="523875" y="57150"/>
                </a:lnTo>
                <a:lnTo>
                  <a:pt x="523875" y="38100"/>
                </a:lnTo>
                <a:lnTo>
                  <a:pt x="514350" y="38100"/>
                </a:lnTo>
                <a:lnTo>
                  <a:pt x="514350" y="28575"/>
                </a:lnTo>
                <a:lnTo>
                  <a:pt x="504825" y="28575"/>
                </a:lnTo>
                <a:lnTo>
                  <a:pt x="504825" y="19050"/>
                </a:lnTo>
                <a:lnTo>
                  <a:pt x="466725" y="19050"/>
                </a:lnTo>
                <a:lnTo>
                  <a:pt x="466725" y="28575"/>
                </a:lnTo>
                <a:lnTo>
                  <a:pt x="457200" y="28575"/>
                </a:lnTo>
                <a:close/>
                <a:moveTo>
                  <a:pt x="628650" y="28575"/>
                </a:moveTo>
                <a:lnTo>
                  <a:pt x="619125" y="28575"/>
                </a:lnTo>
                <a:lnTo>
                  <a:pt x="619125" y="19050"/>
                </a:lnTo>
                <a:lnTo>
                  <a:pt x="542925" y="19050"/>
                </a:lnTo>
                <a:lnTo>
                  <a:pt x="542925" y="38100"/>
                </a:lnTo>
                <a:lnTo>
                  <a:pt x="552450" y="38100"/>
                </a:lnTo>
                <a:lnTo>
                  <a:pt x="552450" y="57150"/>
                </a:lnTo>
                <a:lnTo>
                  <a:pt x="561975" y="57150"/>
                </a:lnTo>
                <a:lnTo>
                  <a:pt x="561975" y="85725"/>
                </a:lnTo>
                <a:lnTo>
                  <a:pt x="552450" y="85725"/>
                </a:lnTo>
                <a:lnTo>
                  <a:pt x="552450" y="104775"/>
                </a:lnTo>
                <a:lnTo>
                  <a:pt x="542925" y="104775"/>
                </a:lnTo>
                <a:lnTo>
                  <a:pt x="542925" y="114300"/>
                </a:lnTo>
                <a:lnTo>
                  <a:pt x="533400" y="114300"/>
                </a:lnTo>
                <a:lnTo>
                  <a:pt x="533400" y="123825"/>
                </a:lnTo>
                <a:lnTo>
                  <a:pt x="523875" y="123825"/>
                </a:lnTo>
                <a:lnTo>
                  <a:pt x="523875" y="133350"/>
                </a:lnTo>
                <a:lnTo>
                  <a:pt x="504825" y="133350"/>
                </a:lnTo>
                <a:lnTo>
                  <a:pt x="504825" y="161925"/>
                </a:lnTo>
                <a:lnTo>
                  <a:pt x="514350" y="161925"/>
                </a:lnTo>
                <a:lnTo>
                  <a:pt x="514350" y="171450"/>
                </a:lnTo>
                <a:lnTo>
                  <a:pt x="533400" y="171450"/>
                </a:lnTo>
                <a:lnTo>
                  <a:pt x="533400" y="180975"/>
                </a:lnTo>
                <a:lnTo>
                  <a:pt x="590550" y="180975"/>
                </a:lnTo>
                <a:lnTo>
                  <a:pt x="590550" y="171450"/>
                </a:lnTo>
                <a:lnTo>
                  <a:pt x="600075" y="171450"/>
                </a:lnTo>
                <a:lnTo>
                  <a:pt x="600075" y="161925"/>
                </a:lnTo>
                <a:lnTo>
                  <a:pt x="609600" y="161925"/>
                </a:lnTo>
                <a:lnTo>
                  <a:pt x="609600" y="152400"/>
                </a:lnTo>
                <a:lnTo>
                  <a:pt x="619125" y="152400"/>
                </a:lnTo>
                <a:lnTo>
                  <a:pt x="619125" y="142875"/>
                </a:lnTo>
                <a:lnTo>
                  <a:pt x="628650" y="142875"/>
                </a:lnTo>
                <a:lnTo>
                  <a:pt x="628650" y="285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41057FC9-9904-499C-A300-15EF74E9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039600"/>
            <a:ext cx="38100" cy="47625"/>
          </a:xfrm>
          <a:custGeom xmlns:a="http://schemas.openxmlformats.org/drawingml/2006/main">
            <a:pathLst>
              <a:path w="38100" h="47625">
                <a:moveTo>
                  <a:pt x="28575" y="47625"/>
                </a:moveTo>
                <a:lnTo>
                  <a:pt x="9525" y="47625"/>
                </a:lnTo>
                <a:lnTo>
                  <a:pt x="9525" y="38100"/>
                </a:lnTo>
                <a:lnTo>
                  <a:pt x="0" y="3810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38100"/>
                </a:lnTo>
                <a:lnTo>
                  <a:pt x="28575" y="38100"/>
                </a:lnTo>
                <a:lnTo>
                  <a:pt x="28575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6ECEA502-2A51-422F-A0C2-2B953EB3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1715750"/>
            <a:ext cx="152400" cy="66675"/>
          </a:xfrm>
          <a:custGeom xmlns:a="http://schemas.openxmlformats.org/drawingml/2006/main">
            <a:pathLst>
              <a:path w="152400" h="66675">
                <a:moveTo>
                  <a:pt x="28575" y="47625"/>
                </a:moveTo>
                <a:lnTo>
                  <a:pt x="19050" y="47625"/>
                </a:lnTo>
                <a:lnTo>
                  <a:pt x="19050" y="38100"/>
                </a:lnTo>
                <a:lnTo>
                  <a:pt x="9525" y="38100"/>
                </a:lnTo>
                <a:lnTo>
                  <a:pt x="9525" y="19050"/>
                </a:lnTo>
                <a:lnTo>
                  <a:pt x="0" y="19050"/>
                </a:lnTo>
                <a:lnTo>
                  <a:pt x="0" y="0"/>
                </a:lnTo>
                <a:lnTo>
                  <a:pt x="28575" y="0"/>
                </a:lnTo>
                <a:lnTo>
                  <a:pt x="28575" y="19050"/>
                </a:lnTo>
                <a:lnTo>
                  <a:pt x="38100" y="19050"/>
                </a:lnTo>
                <a:lnTo>
                  <a:pt x="38100" y="28575"/>
                </a:lnTo>
                <a:lnTo>
                  <a:pt x="47625" y="28575"/>
                </a:lnTo>
                <a:lnTo>
                  <a:pt x="47625" y="38100"/>
                </a:lnTo>
                <a:lnTo>
                  <a:pt x="57150" y="38100"/>
                </a:lnTo>
                <a:lnTo>
                  <a:pt x="57150" y="47625"/>
                </a:lnTo>
                <a:lnTo>
                  <a:pt x="95250" y="47625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28575"/>
                </a:lnTo>
                <a:lnTo>
                  <a:pt x="123825" y="28575"/>
                </a:lnTo>
                <a:lnTo>
                  <a:pt x="123825" y="9525"/>
                </a:lnTo>
                <a:lnTo>
                  <a:pt x="133350" y="9525"/>
                </a:lnTo>
                <a:lnTo>
                  <a:pt x="133350" y="0"/>
                </a:lnTo>
                <a:lnTo>
                  <a:pt x="152400" y="0"/>
                </a:lnTo>
                <a:lnTo>
                  <a:pt x="152400" y="28575"/>
                </a:lnTo>
                <a:lnTo>
                  <a:pt x="142875" y="28575"/>
                </a:lnTo>
                <a:lnTo>
                  <a:pt x="142875" y="38100"/>
                </a:lnTo>
                <a:lnTo>
                  <a:pt x="133350" y="38100"/>
                </a:lnTo>
                <a:lnTo>
                  <a:pt x="133350" y="47625"/>
                </a:lnTo>
                <a:lnTo>
                  <a:pt x="123825" y="47625"/>
                </a:lnTo>
                <a:lnTo>
                  <a:pt x="123825" y="57150"/>
                </a:lnTo>
                <a:lnTo>
                  <a:pt x="114300" y="57150"/>
                </a:lnTo>
                <a:lnTo>
                  <a:pt x="114300" y="66675"/>
                </a:lnTo>
                <a:lnTo>
                  <a:pt x="47625" y="66675"/>
                </a:lnTo>
                <a:lnTo>
                  <a:pt x="47625" y="57150"/>
                </a:lnTo>
                <a:lnTo>
                  <a:pt x="28575" y="57150"/>
                </a:lnTo>
                <a:lnTo>
                  <a:pt x="28575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F85EB7A3-47F2-4ABD-B272-50AFB932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1687175"/>
            <a:ext cx="1228725" cy="390525"/>
          </a:xfrm>
          <a:custGeom xmlns:a="http://schemas.openxmlformats.org/drawingml/2006/main">
            <a:pathLst>
              <a:path w="1228725" h="390525">
                <a:moveTo>
                  <a:pt x="266700" y="152400"/>
                </a:moveTo>
                <a:lnTo>
                  <a:pt x="238125" y="152400"/>
                </a:lnTo>
                <a:lnTo>
                  <a:pt x="238125" y="161925"/>
                </a:lnTo>
                <a:lnTo>
                  <a:pt x="228600" y="161925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228600"/>
                </a:lnTo>
                <a:lnTo>
                  <a:pt x="180975" y="228600"/>
                </a:lnTo>
                <a:lnTo>
                  <a:pt x="180975" y="238125"/>
                </a:lnTo>
                <a:lnTo>
                  <a:pt x="76200" y="238125"/>
                </a:lnTo>
                <a:lnTo>
                  <a:pt x="76200" y="247650"/>
                </a:lnTo>
                <a:lnTo>
                  <a:pt x="66675" y="247650"/>
                </a:lnTo>
                <a:lnTo>
                  <a:pt x="66675" y="257175"/>
                </a:lnTo>
                <a:lnTo>
                  <a:pt x="57150" y="257175"/>
                </a:lnTo>
                <a:lnTo>
                  <a:pt x="57150" y="314325"/>
                </a:lnTo>
                <a:lnTo>
                  <a:pt x="66675" y="314325"/>
                </a:lnTo>
                <a:lnTo>
                  <a:pt x="66675" y="333375"/>
                </a:lnTo>
                <a:lnTo>
                  <a:pt x="76200" y="333375"/>
                </a:lnTo>
                <a:lnTo>
                  <a:pt x="76200" y="342900"/>
                </a:lnTo>
                <a:lnTo>
                  <a:pt x="85725" y="342900"/>
                </a:lnTo>
                <a:lnTo>
                  <a:pt x="85725" y="352425"/>
                </a:lnTo>
                <a:lnTo>
                  <a:pt x="104775" y="352425"/>
                </a:lnTo>
                <a:lnTo>
                  <a:pt x="104775" y="361950"/>
                </a:lnTo>
                <a:lnTo>
                  <a:pt x="171450" y="361950"/>
                </a:lnTo>
                <a:lnTo>
                  <a:pt x="171450" y="352425"/>
                </a:lnTo>
                <a:lnTo>
                  <a:pt x="190500" y="352425"/>
                </a:lnTo>
                <a:lnTo>
                  <a:pt x="190500" y="333375"/>
                </a:lnTo>
                <a:lnTo>
                  <a:pt x="200025" y="333375"/>
                </a:lnTo>
                <a:lnTo>
                  <a:pt x="200025" y="323850"/>
                </a:lnTo>
                <a:lnTo>
                  <a:pt x="209550" y="323850"/>
                </a:lnTo>
                <a:lnTo>
                  <a:pt x="209550" y="333375"/>
                </a:lnTo>
                <a:lnTo>
                  <a:pt x="219075" y="333375"/>
                </a:lnTo>
                <a:lnTo>
                  <a:pt x="219075" y="342900"/>
                </a:lnTo>
                <a:lnTo>
                  <a:pt x="228600" y="342900"/>
                </a:lnTo>
                <a:lnTo>
                  <a:pt x="228600" y="352425"/>
                </a:lnTo>
                <a:lnTo>
                  <a:pt x="219075" y="352425"/>
                </a:lnTo>
                <a:lnTo>
                  <a:pt x="219075" y="361950"/>
                </a:lnTo>
                <a:lnTo>
                  <a:pt x="209550" y="361950"/>
                </a:lnTo>
                <a:lnTo>
                  <a:pt x="209550" y="371475"/>
                </a:lnTo>
                <a:lnTo>
                  <a:pt x="200025" y="371475"/>
                </a:lnTo>
                <a:lnTo>
                  <a:pt x="200025" y="381000"/>
                </a:lnTo>
                <a:lnTo>
                  <a:pt x="180975" y="381000"/>
                </a:lnTo>
                <a:lnTo>
                  <a:pt x="180975" y="390525"/>
                </a:lnTo>
                <a:lnTo>
                  <a:pt x="95250" y="390525"/>
                </a:lnTo>
                <a:lnTo>
                  <a:pt x="95250" y="381000"/>
                </a:lnTo>
                <a:lnTo>
                  <a:pt x="76200" y="381000"/>
                </a:lnTo>
                <a:lnTo>
                  <a:pt x="76200" y="371475"/>
                </a:lnTo>
                <a:lnTo>
                  <a:pt x="66675" y="371475"/>
                </a:lnTo>
                <a:lnTo>
                  <a:pt x="66675" y="361950"/>
                </a:lnTo>
                <a:lnTo>
                  <a:pt x="57150" y="361950"/>
                </a:lnTo>
                <a:lnTo>
                  <a:pt x="57150" y="352425"/>
                </a:lnTo>
                <a:lnTo>
                  <a:pt x="47625" y="352425"/>
                </a:lnTo>
                <a:lnTo>
                  <a:pt x="47625" y="342900"/>
                </a:lnTo>
                <a:lnTo>
                  <a:pt x="38100" y="342900"/>
                </a:lnTo>
                <a:lnTo>
                  <a:pt x="38100" y="314325"/>
                </a:lnTo>
                <a:lnTo>
                  <a:pt x="28575" y="314325"/>
                </a:lnTo>
                <a:lnTo>
                  <a:pt x="28575" y="247650"/>
                </a:lnTo>
                <a:lnTo>
                  <a:pt x="38100" y="247650"/>
                </a:lnTo>
                <a:lnTo>
                  <a:pt x="38100" y="238125"/>
                </a:lnTo>
                <a:lnTo>
                  <a:pt x="47625" y="238125"/>
                </a:lnTo>
                <a:lnTo>
                  <a:pt x="47625" y="219075"/>
                </a:lnTo>
                <a:lnTo>
                  <a:pt x="66675" y="219075"/>
                </a:lnTo>
                <a:lnTo>
                  <a:pt x="66675" y="209550"/>
                </a:lnTo>
                <a:lnTo>
                  <a:pt x="161925" y="209550"/>
                </a:lnTo>
                <a:lnTo>
                  <a:pt x="161925" y="161925"/>
                </a:lnTo>
                <a:lnTo>
                  <a:pt x="152400" y="161925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133350"/>
                </a:lnTo>
                <a:lnTo>
                  <a:pt x="476250" y="133350"/>
                </a:lnTo>
                <a:lnTo>
                  <a:pt x="476250" y="123825"/>
                </a:lnTo>
                <a:lnTo>
                  <a:pt x="466725" y="123825"/>
                </a:lnTo>
                <a:lnTo>
                  <a:pt x="466725" y="114300"/>
                </a:lnTo>
                <a:lnTo>
                  <a:pt x="457200" y="114300"/>
                </a:lnTo>
                <a:lnTo>
                  <a:pt x="457200" y="104775"/>
                </a:lnTo>
                <a:lnTo>
                  <a:pt x="447675" y="104775"/>
                </a:lnTo>
                <a:lnTo>
                  <a:pt x="447675" y="95250"/>
                </a:lnTo>
                <a:lnTo>
                  <a:pt x="438150" y="95250"/>
                </a:lnTo>
                <a:lnTo>
                  <a:pt x="438150" y="76200"/>
                </a:lnTo>
                <a:lnTo>
                  <a:pt x="428625" y="76200"/>
                </a:lnTo>
                <a:lnTo>
                  <a:pt x="428625" y="66675"/>
                </a:lnTo>
                <a:lnTo>
                  <a:pt x="419100" y="66675"/>
                </a:lnTo>
                <a:lnTo>
                  <a:pt x="419100" y="57150"/>
                </a:lnTo>
                <a:lnTo>
                  <a:pt x="409575" y="57150"/>
                </a:lnTo>
                <a:lnTo>
                  <a:pt x="409575" y="47625"/>
                </a:lnTo>
                <a:lnTo>
                  <a:pt x="400050" y="47625"/>
                </a:lnTo>
                <a:lnTo>
                  <a:pt x="400050" y="38100"/>
                </a:lnTo>
                <a:lnTo>
                  <a:pt x="390525" y="38100"/>
                </a:lnTo>
                <a:lnTo>
                  <a:pt x="390525" y="19050"/>
                </a:lnTo>
                <a:lnTo>
                  <a:pt x="381000" y="19050"/>
                </a:lnTo>
                <a:lnTo>
                  <a:pt x="381000" y="9525"/>
                </a:lnTo>
                <a:lnTo>
                  <a:pt x="390525" y="9525"/>
                </a:lnTo>
                <a:lnTo>
                  <a:pt x="390525" y="0"/>
                </a:ln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19050"/>
                </a:lnTo>
                <a:lnTo>
                  <a:pt x="419100" y="19050"/>
                </a:lnTo>
                <a:lnTo>
                  <a:pt x="419100" y="28575"/>
                </a:lnTo>
                <a:lnTo>
                  <a:pt x="428625" y="28575"/>
                </a:lnTo>
                <a:lnTo>
                  <a:pt x="428625" y="38100"/>
                </a:lnTo>
                <a:lnTo>
                  <a:pt x="438150" y="38100"/>
                </a:lnTo>
                <a:lnTo>
                  <a:pt x="438150" y="57150"/>
                </a:lnTo>
                <a:lnTo>
                  <a:pt x="447675" y="57150"/>
                </a:lnTo>
                <a:lnTo>
                  <a:pt x="447675" y="66675"/>
                </a:lnTo>
                <a:lnTo>
                  <a:pt x="457200" y="66675"/>
                </a:lnTo>
                <a:lnTo>
                  <a:pt x="457200" y="76200"/>
                </a:lnTo>
                <a:lnTo>
                  <a:pt x="466725" y="76200"/>
                </a:lnTo>
                <a:lnTo>
                  <a:pt x="466725" y="85725"/>
                </a:lnTo>
                <a:lnTo>
                  <a:pt x="476250" y="85725"/>
                </a:lnTo>
                <a:lnTo>
                  <a:pt x="476250" y="104775"/>
                </a:lnTo>
                <a:lnTo>
                  <a:pt x="485775" y="104775"/>
                </a:lnTo>
                <a:lnTo>
                  <a:pt x="485775" y="114300"/>
                </a:lnTo>
                <a:lnTo>
                  <a:pt x="495300" y="114300"/>
                </a:lnTo>
                <a:lnTo>
                  <a:pt x="495300" y="123825"/>
                </a:lnTo>
                <a:lnTo>
                  <a:pt x="504825" y="123825"/>
                </a:lnTo>
                <a:lnTo>
                  <a:pt x="504825" y="133350"/>
                </a:lnTo>
                <a:lnTo>
                  <a:pt x="1228725" y="133350"/>
                </a:lnTo>
                <a:lnTo>
                  <a:pt x="1228725" y="152400"/>
                </a:lnTo>
                <a:lnTo>
                  <a:pt x="1190625" y="152400"/>
                </a:lnTo>
                <a:lnTo>
                  <a:pt x="1190625" y="161925"/>
                </a:lnTo>
                <a:lnTo>
                  <a:pt x="1181100" y="161925"/>
                </a:lnTo>
                <a:lnTo>
                  <a:pt x="1181100" y="390525"/>
                </a:lnTo>
                <a:lnTo>
                  <a:pt x="1162050" y="390525"/>
                </a:lnTo>
                <a:lnTo>
                  <a:pt x="1162050" y="161925"/>
                </a:lnTo>
                <a:lnTo>
                  <a:pt x="1152525" y="161925"/>
                </a:lnTo>
                <a:lnTo>
                  <a:pt x="1152525" y="152400"/>
                </a:lnTo>
                <a:lnTo>
                  <a:pt x="1123950" y="152400"/>
                </a:lnTo>
                <a:lnTo>
                  <a:pt x="1123950" y="161925"/>
                </a:lnTo>
                <a:lnTo>
                  <a:pt x="1114425" y="161925"/>
                </a:lnTo>
                <a:lnTo>
                  <a:pt x="1114425" y="152400"/>
                </a:lnTo>
                <a:lnTo>
                  <a:pt x="1085850" y="152400"/>
                </a:lnTo>
                <a:lnTo>
                  <a:pt x="1085850" y="161925"/>
                </a:lnTo>
                <a:lnTo>
                  <a:pt x="1076325" y="161925"/>
                </a:lnTo>
                <a:lnTo>
                  <a:pt x="1076325" y="390525"/>
                </a:lnTo>
                <a:lnTo>
                  <a:pt x="1047750" y="390525"/>
                </a:lnTo>
                <a:lnTo>
                  <a:pt x="1047750" y="238125"/>
                </a:lnTo>
                <a:lnTo>
                  <a:pt x="1028700" y="238125"/>
                </a:lnTo>
                <a:lnTo>
                  <a:pt x="1028700" y="247650"/>
                </a:lnTo>
                <a:lnTo>
                  <a:pt x="1019175" y="247650"/>
                </a:lnTo>
                <a:lnTo>
                  <a:pt x="1019175" y="257175"/>
                </a:lnTo>
                <a:lnTo>
                  <a:pt x="1009650" y="257175"/>
                </a:lnTo>
                <a:lnTo>
                  <a:pt x="1009650" y="266700"/>
                </a:lnTo>
                <a:lnTo>
                  <a:pt x="1000125" y="266700"/>
                </a:lnTo>
                <a:lnTo>
                  <a:pt x="1000125" y="276225"/>
                </a:lnTo>
                <a:lnTo>
                  <a:pt x="990600" y="276225"/>
                </a:lnTo>
                <a:lnTo>
                  <a:pt x="990600" y="304800"/>
                </a:lnTo>
                <a:lnTo>
                  <a:pt x="962025" y="304800"/>
                </a:lnTo>
                <a:lnTo>
                  <a:pt x="962025" y="276225"/>
                </a:lnTo>
                <a:lnTo>
                  <a:pt x="971550" y="276225"/>
                </a:lnTo>
                <a:lnTo>
                  <a:pt x="971550" y="257175"/>
                </a:lnTo>
                <a:lnTo>
                  <a:pt x="962025" y="257175"/>
                </a:lnTo>
                <a:lnTo>
                  <a:pt x="962025" y="247650"/>
                </a:lnTo>
                <a:lnTo>
                  <a:pt x="952500" y="247650"/>
                </a:lnTo>
                <a:lnTo>
                  <a:pt x="952500" y="238125"/>
                </a:lnTo>
                <a:lnTo>
                  <a:pt x="904875" y="238125"/>
                </a:lnTo>
                <a:lnTo>
                  <a:pt x="904875" y="247650"/>
                </a:lnTo>
                <a:lnTo>
                  <a:pt x="885825" y="247650"/>
                </a:lnTo>
                <a:lnTo>
                  <a:pt x="885825" y="266700"/>
                </a:lnTo>
                <a:lnTo>
                  <a:pt x="876300" y="266700"/>
                </a:lnTo>
                <a:lnTo>
                  <a:pt x="876300" y="304800"/>
                </a:lnTo>
                <a:lnTo>
                  <a:pt x="885825" y="304800"/>
                </a:lnTo>
                <a:lnTo>
                  <a:pt x="885825" y="323850"/>
                </a:lnTo>
                <a:lnTo>
                  <a:pt x="895350" y="323850"/>
                </a:lnTo>
                <a:lnTo>
                  <a:pt x="895350" y="333375"/>
                </a:lnTo>
                <a:lnTo>
                  <a:pt x="904875" y="333375"/>
                </a:lnTo>
                <a:lnTo>
                  <a:pt x="904875" y="342900"/>
                </a:lnTo>
                <a:lnTo>
                  <a:pt x="914400" y="342900"/>
                </a:lnTo>
                <a:lnTo>
                  <a:pt x="914400" y="352425"/>
                </a:lnTo>
                <a:lnTo>
                  <a:pt x="933450" y="352425"/>
                </a:lnTo>
                <a:lnTo>
                  <a:pt x="933450" y="361950"/>
                </a:lnTo>
                <a:lnTo>
                  <a:pt x="952500" y="361950"/>
                </a:lnTo>
                <a:lnTo>
                  <a:pt x="952500" y="371475"/>
                </a:lnTo>
                <a:lnTo>
                  <a:pt x="962025" y="371475"/>
                </a:lnTo>
                <a:lnTo>
                  <a:pt x="962025" y="381000"/>
                </a:lnTo>
                <a:lnTo>
                  <a:pt x="952500" y="381000"/>
                </a:lnTo>
                <a:lnTo>
                  <a:pt x="952500" y="390525"/>
                </a:lnTo>
                <a:lnTo>
                  <a:pt x="923925" y="390525"/>
                </a:lnTo>
                <a:lnTo>
                  <a:pt x="923925" y="381000"/>
                </a:lnTo>
                <a:lnTo>
                  <a:pt x="914400" y="381000"/>
                </a:lnTo>
                <a:lnTo>
                  <a:pt x="914400" y="371475"/>
                </a:lnTo>
                <a:lnTo>
                  <a:pt x="895350" y="371475"/>
                </a:lnTo>
                <a:lnTo>
                  <a:pt x="895350" y="361950"/>
                </a:lnTo>
                <a:lnTo>
                  <a:pt x="885825" y="361950"/>
                </a:lnTo>
                <a:lnTo>
                  <a:pt x="885825" y="352425"/>
                </a:lnTo>
                <a:lnTo>
                  <a:pt x="876300" y="352425"/>
                </a:lnTo>
                <a:lnTo>
                  <a:pt x="876300" y="342900"/>
                </a:lnTo>
                <a:lnTo>
                  <a:pt x="866775" y="342900"/>
                </a:lnTo>
                <a:lnTo>
                  <a:pt x="866775" y="333375"/>
                </a:lnTo>
                <a:lnTo>
                  <a:pt x="857250" y="333375"/>
                </a:lnTo>
                <a:lnTo>
                  <a:pt x="857250" y="314325"/>
                </a:lnTo>
                <a:lnTo>
                  <a:pt x="847725" y="314325"/>
                </a:lnTo>
                <a:lnTo>
                  <a:pt x="847725" y="257175"/>
                </a:lnTo>
                <a:lnTo>
                  <a:pt x="857250" y="257175"/>
                </a:lnTo>
                <a:lnTo>
                  <a:pt x="857250" y="238125"/>
                </a:lnTo>
                <a:lnTo>
                  <a:pt x="866775" y="238125"/>
                </a:lnTo>
                <a:lnTo>
                  <a:pt x="866775" y="228600"/>
                </a:lnTo>
                <a:lnTo>
                  <a:pt x="876300" y="228600"/>
                </a:lnTo>
                <a:lnTo>
                  <a:pt x="876300" y="219075"/>
                </a:lnTo>
                <a:lnTo>
                  <a:pt x="895350" y="219075"/>
                </a:lnTo>
                <a:lnTo>
                  <a:pt x="895350" y="209550"/>
                </a:lnTo>
                <a:lnTo>
                  <a:pt x="962025" y="209550"/>
                </a:lnTo>
                <a:lnTo>
                  <a:pt x="962025" y="219075"/>
                </a:lnTo>
                <a:lnTo>
                  <a:pt x="981075" y="219075"/>
                </a:lnTo>
                <a:lnTo>
                  <a:pt x="981075" y="228600"/>
                </a:lnTo>
                <a:lnTo>
                  <a:pt x="990600" y="228600"/>
                </a:lnTo>
                <a:lnTo>
                  <a:pt x="990600" y="238125"/>
                </a:lnTo>
                <a:lnTo>
                  <a:pt x="1000125" y="238125"/>
                </a:lnTo>
                <a:lnTo>
                  <a:pt x="1000125" y="228600"/>
                </a:lnTo>
                <a:lnTo>
                  <a:pt x="1009650" y="228600"/>
                </a:lnTo>
                <a:lnTo>
                  <a:pt x="1009650" y="219075"/>
                </a:lnTo>
                <a:lnTo>
                  <a:pt x="1019175" y="219075"/>
                </a:lnTo>
                <a:lnTo>
                  <a:pt x="1019175" y="209550"/>
                </a:lnTo>
                <a:lnTo>
                  <a:pt x="1047750" y="209550"/>
                </a:lnTo>
                <a:lnTo>
                  <a:pt x="1047750" y="152400"/>
                </a:lnTo>
                <a:lnTo>
                  <a:pt x="838200" y="152400"/>
                </a:lnTo>
                <a:lnTo>
                  <a:pt x="838200" y="161925"/>
                </a:lnTo>
                <a:lnTo>
                  <a:pt x="828675" y="161925"/>
                </a:lnTo>
                <a:lnTo>
                  <a:pt x="828675" y="152400"/>
                </a:lnTo>
                <a:lnTo>
                  <a:pt x="800100" y="152400"/>
                </a:lnTo>
                <a:lnTo>
                  <a:pt x="800100" y="390525"/>
                </a:lnTo>
                <a:lnTo>
                  <a:pt x="771525" y="390525"/>
                </a:lnTo>
                <a:lnTo>
                  <a:pt x="771525" y="238125"/>
                </a:lnTo>
                <a:lnTo>
                  <a:pt x="742950" y="238125"/>
                </a:lnTo>
                <a:lnTo>
                  <a:pt x="742950" y="247650"/>
                </a:lnTo>
                <a:lnTo>
                  <a:pt x="733425" y="247650"/>
                </a:lnTo>
                <a:lnTo>
                  <a:pt x="733425" y="257175"/>
                </a:lnTo>
                <a:lnTo>
                  <a:pt x="723900" y="257175"/>
                </a:lnTo>
                <a:lnTo>
                  <a:pt x="723900" y="266700"/>
                </a:lnTo>
                <a:lnTo>
                  <a:pt x="714375" y="266700"/>
                </a:lnTo>
                <a:lnTo>
                  <a:pt x="714375" y="285750"/>
                </a:lnTo>
                <a:lnTo>
                  <a:pt x="704850" y="285750"/>
                </a:lnTo>
                <a:lnTo>
                  <a:pt x="704850" y="304800"/>
                </a:lnTo>
                <a:lnTo>
                  <a:pt x="676275" y="304800"/>
                </a:lnTo>
                <a:lnTo>
                  <a:pt x="676275" y="276225"/>
                </a:lnTo>
                <a:lnTo>
                  <a:pt x="685800" y="276225"/>
                </a:lnTo>
                <a:lnTo>
                  <a:pt x="685800" y="257175"/>
                </a:lnTo>
                <a:lnTo>
                  <a:pt x="676275" y="257175"/>
                </a:lnTo>
                <a:lnTo>
                  <a:pt x="676275" y="247650"/>
                </a:lnTo>
                <a:lnTo>
                  <a:pt x="666750" y="247650"/>
                </a:lnTo>
                <a:lnTo>
                  <a:pt x="666750" y="238125"/>
                </a:lnTo>
                <a:lnTo>
                  <a:pt x="619125" y="238125"/>
                </a:lnTo>
                <a:lnTo>
                  <a:pt x="619125" y="247650"/>
                </a:lnTo>
                <a:lnTo>
                  <a:pt x="609600" y="247650"/>
                </a:lnTo>
                <a:lnTo>
                  <a:pt x="609600" y="257175"/>
                </a:lnTo>
                <a:lnTo>
                  <a:pt x="600075" y="257175"/>
                </a:lnTo>
                <a:lnTo>
                  <a:pt x="600075" y="266700"/>
                </a:lnTo>
                <a:lnTo>
                  <a:pt x="590550" y="266700"/>
                </a:lnTo>
                <a:lnTo>
                  <a:pt x="590550" y="304800"/>
                </a:lnTo>
                <a:lnTo>
                  <a:pt x="600075" y="304800"/>
                </a:lnTo>
                <a:lnTo>
                  <a:pt x="600075" y="323850"/>
                </a:lnTo>
                <a:lnTo>
                  <a:pt x="609600" y="323850"/>
                </a:lnTo>
                <a:lnTo>
                  <a:pt x="609600" y="333375"/>
                </a:lnTo>
                <a:lnTo>
                  <a:pt x="619125" y="333375"/>
                </a:lnTo>
                <a:lnTo>
                  <a:pt x="619125" y="342900"/>
                </a:lnTo>
                <a:lnTo>
                  <a:pt x="628650" y="342900"/>
                </a:lnTo>
                <a:lnTo>
                  <a:pt x="628650" y="352425"/>
                </a:lnTo>
                <a:lnTo>
                  <a:pt x="647700" y="352425"/>
                </a:lnTo>
                <a:lnTo>
                  <a:pt x="647700" y="361950"/>
                </a:lnTo>
                <a:lnTo>
                  <a:pt x="666750" y="361950"/>
                </a:lnTo>
                <a:lnTo>
                  <a:pt x="666750" y="371475"/>
                </a:lnTo>
                <a:lnTo>
                  <a:pt x="676275" y="371475"/>
                </a:lnTo>
                <a:lnTo>
                  <a:pt x="676275" y="390525"/>
                </a:lnTo>
                <a:lnTo>
                  <a:pt x="638175" y="390525"/>
                </a:lnTo>
                <a:lnTo>
                  <a:pt x="638175" y="381000"/>
                </a:lnTo>
                <a:lnTo>
                  <a:pt x="628650" y="381000"/>
                </a:lnTo>
                <a:lnTo>
                  <a:pt x="628650" y="371475"/>
                </a:lnTo>
                <a:lnTo>
                  <a:pt x="609600" y="371475"/>
                </a:lnTo>
                <a:lnTo>
                  <a:pt x="609600" y="361950"/>
                </a:lnTo>
                <a:lnTo>
                  <a:pt x="600075" y="361950"/>
                </a:lnTo>
                <a:lnTo>
                  <a:pt x="600075" y="352425"/>
                </a:lnTo>
                <a:lnTo>
                  <a:pt x="590550" y="352425"/>
                </a:lnTo>
                <a:lnTo>
                  <a:pt x="590550" y="342900"/>
                </a:lnTo>
                <a:lnTo>
                  <a:pt x="581025" y="342900"/>
                </a:lnTo>
                <a:lnTo>
                  <a:pt x="581025" y="333375"/>
                </a:lnTo>
                <a:lnTo>
                  <a:pt x="571500" y="333375"/>
                </a:lnTo>
                <a:lnTo>
                  <a:pt x="571500" y="304800"/>
                </a:lnTo>
                <a:lnTo>
                  <a:pt x="561975" y="304800"/>
                </a:lnTo>
                <a:lnTo>
                  <a:pt x="561975" y="266700"/>
                </a:lnTo>
                <a:lnTo>
                  <a:pt x="571500" y="266700"/>
                </a:lnTo>
                <a:lnTo>
                  <a:pt x="571500" y="247650"/>
                </a:lnTo>
                <a:lnTo>
                  <a:pt x="581025" y="247650"/>
                </a:lnTo>
                <a:lnTo>
                  <a:pt x="581025" y="238125"/>
                </a:lnTo>
                <a:lnTo>
                  <a:pt x="590550" y="238125"/>
                </a:lnTo>
                <a:lnTo>
                  <a:pt x="590550" y="228600"/>
                </a:lnTo>
                <a:lnTo>
                  <a:pt x="600075" y="228600"/>
                </a:lnTo>
                <a:lnTo>
                  <a:pt x="600075" y="219075"/>
                </a:lnTo>
                <a:lnTo>
                  <a:pt x="609600" y="219075"/>
                </a:lnTo>
                <a:lnTo>
                  <a:pt x="609600" y="209550"/>
                </a:lnTo>
                <a:lnTo>
                  <a:pt x="676275" y="209550"/>
                </a:lnTo>
                <a:lnTo>
                  <a:pt x="676275" y="219075"/>
                </a:lnTo>
                <a:lnTo>
                  <a:pt x="695325" y="219075"/>
                </a:lnTo>
                <a:lnTo>
                  <a:pt x="695325" y="228600"/>
                </a:lnTo>
                <a:lnTo>
                  <a:pt x="704850" y="228600"/>
                </a:lnTo>
                <a:lnTo>
                  <a:pt x="704850" y="238125"/>
                </a:lnTo>
                <a:lnTo>
                  <a:pt x="714375" y="238125"/>
                </a:lnTo>
                <a:lnTo>
                  <a:pt x="714375" y="228600"/>
                </a:lnTo>
                <a:lnTo>
                  <a:pt x="723900" y="228600"/>
                </a:lnTo>
                <a:lnTo>
                  <a:pt x="723900" y="219075"/>
                </a:lnTo>
                <a:lnTo>
                  <a:pt x="742950" y="219075"/>
                </a:lnTo>
                <a:lnTo>
                  <a:pt x="742950" y="209550"/>
                </a:lnTo>
                <a:lnTo>
                  <a:pt x="762000" y="209550"/>
                </a:lnTo>
                <a:lnTo>
                  <a:pt x="762000" y="200025"/>
                </a:lnTo>
                <a:lnTo>
                  <a:pt x="771525" y="200025"/>
                </a:lnTo>
                <a:lnTo>
                  <a:pt x="771525" y="161925"/>
                </a:lnTo>
                <a:lnTo>
                  <a:pt x="762000" y="161925"/>
                </a:lnTo>
                <a:lnTo>
                  <a:pt x="762000" y="152400"/>
                </a:lnTo>
                <a:lnTo>
                  <a:pt x="552450" y="152400"/>
                </a:lnTo>
                <a:lnTo>
                  <a:pt x="552450" y="161925"/>
                </a:lnTo>
                <a:lnTo>
                  <a:pt x="542925" y="161925"/>
                </a:lnTo>
                <a:lnTo>
                  <a:pt x="542925" y="152400"/>
                </a:lnTo>
                <a:lnTo>
                  <a:pt x="514350" y="152400"/>
                </a:lnTo>
                <a:lnTo>
                  <a:pt x="514350" y="390525"/>
                </a:lnTo>
                <a:lnTo>
                  <a:pt x="485775" y="390525"/>
                </a:lnTo>
                <a:lnTo>
                  <a:pt x="485775" y="314325"/>
                </a:lnTo>
                <a:lnTo>
                  <a:pt x="476250" y="314325"/>
                </a:lnTo>
                <a:lnTo>
                  <a:pt x="476250" y="323850"/>
                </a:lnTo>
                <a:lnTo>
                  <a:pt x="457200" y="323850"/>
                </a:lnTo>
                <a:lnTo>
                  <a:pt x="457200" y="333375"/>
                </a:lnTo>
                <a:lnTo>
                  <a:pt x="390525" y="333375"/>
                </a:lnTo>
                <a:lnTo>
                  <a:pt x="390525" y="323850"/>
                </a:lnTo>
                <a:lnTo>
                  <a:pt x="381000" y="323850"/>
                </a:lnTo>
                <a:lnTo>
                  <a:pt x="381000" y="314325"/>
                </a:lnTo>
                <a:lnTo>
                  <a:pt x="371475" y="314325"/>
                </a:lnTo>
                <a:lnTo>
                  <a:pt x="371475" y="304800"/>
                </a:lnTo>
                <a:lnTo>
                  <a:pt x="361950" y="304800"/>
                </a:lnTo>
                <a:lnTo>
                  <a:pt x="361950" y="295275"/>
                </a:lnTo>
                <a:lnTo>
                  <a:pt x="352425" y="295275"/>
                </a:lnTo>
                <a:lnTo>
                  <a:pt x="352425" y="238125"/>
                </a:lnTo>
                <a:lnTo>
                  <a:pt x="361950" y="238125"/>
                </a:lnTo>
                <a:lnTo>
                  <a:pt x="361950" y="219075"/>
                </a:lnTo>
                <a:lnTo>
                  <a:pt x="381000" y="219075"/>
                </a:lnTo>
                <a:lnTo>
                  <a:pt x="381000" y="209550"/>
                </a:lnTo>
                <a:lnTo>
                  <a:pt x="390525" y="209550"/>
                </a:lnTo>
                <a:lnTo>
                  <a:pt x="390525" y="200025"/>
                </a:lnTo>
                <a:lnTo>
                  <a:pt x="457200" y="200025"/>
                </a:lnTo>
                <a:lnTo>
                  <a:pt x="457200" y="219075"/>
                </a:lnTo>
                <a:lnTo>
                  <a:pt x="447675" y="219075"/>
                </a:lnTo>
                <a:lnTo>
                  <a:pt x="447675" y="228600"/>
                </a:lnTo>
                <a:lnTo>
                  <a:pt x="438150" y="228600"/>
                </a:lnTo>
                <a:lnTo>
                  <a:pt x="438150" y="219075"/>
                </a:lnTo>
                <a:lnTo>
                  <a:pt x="409575" y="219075"/>
                </a:lnTo>
                <a:lnTo>
                  <a:pt x="409575" y="228600"/>
                </a:lnTo>
                <a:lnTo>
                  <a:pt x="390525" y="228600"/>
                </a:lnTo>
                <a:lnTo>
                  <a:pt x="390525" y="238125"/>
                </a:lnTo>
                <a:lnTo>
                  <a:pt x="381000" y="238125"/>
                </a:lnTo>
                <a:lnTo>
                  <a:pt x="381000" y="285750"/>
                </a:lnTo>
                <a:lnTo>
                  <a:pt x="390525" y="285750"/>
                </a:lnTo>
                <a:lnTo>
                  <a:pt x="390525" y="295275"/>
                </a:lnTo>
                <a:lnTo>
                  <a:pt x="400050" y="295275"/>
                </a:lnTo>
                <a:lnTo>
                  <a:pt x="400050" y="304800"/>
                </a:lnTo>
                <a:lnTo>
                  <a:pt x="457200" y="304800"/>
                </a:lnTo>
                <a:lnTo>
                  <a:pt x="457200" y="295275"/>
                </a:lnTo>
                <a:lnTo>
                  <a:pt x="466725" y="295275"/>
                </a:lnTo>
                <a:lnTo>
                  <a:pt x="466725" y="285750"/>
                </a:lnTo>
                <a:lnTo>
                  <a:pt x="476250" y="285750"/>
                </a:lnTo>
                <a:lnTo>
                  <a:pt x="476250" y="276225"/>
                </a:lnTo>
                <a:lnTo>
                  <a:pt x="485775" y="276225"/>
                </a:lnTo>
                <a:lnTo>
                  <a:pt x="485775" y="161925"/>
                </a:lnTo>
                <a:lnTo>
                  <a:pt x="476250" y="161925"/>
                </a:lnTo>
                <a:lnTo>
                  <a:pt x="476250" y="152400"/>
                </a:lnTo>
                <a:lnTo>
                  <a:pt x="342900" y="152400"/>
                </a:lnTo>
                <a:lnTo>
                  <a:pt x="342900" y="161925"/>
                </a:lnTo>
                <a:lnTo>
                  <a:pt x="333375" y="161925"/>
                </a:lnTo>
                <a:lnTo>
                  <a:pt x="333375" y="152400"/>
                </a:lnTo>
                <a:lnTo>
                  <a:pt x="295275" y="152400"/>
                </a:lnTo>
                <a:lnTo>
                  <a:pt x="295275" y="390525"/>
                </a:lnTo>
                <a:lnTo>
                  <a:pt x="266700" y="390525"/>
                </a:lnTo>
                <a:lnTo>
                  <a:pt x="266700" y="1524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6997B0BC-6109-490D-94D1-C6D0D13C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1820525"/>
            <a:ext cx="609600" cy="257175"/>
          </a:xfrm>
          <a:custGeom xmlns:a="http://schemas.openxmlformats.org/drawingml/2006/main">
            <a:pathLst>
              <a:path w="609600" h="257175">
                <a:moveTo>
                  <a:pt x="152400" y="19050"/>
                </a:moveTo>
                <a:lnTo>
                  <a:pt x="0" y="19050"/>
                </a:lnTo>
                <a:lnTo>
                  <a:pt x="0" y="0"/>
                </a:lnTo>
                <a:lnTo>
                  <a:pt x="609600" y="0"/>
                </a:lnTo>
                <a:lnTo>
                  <a:pt x="609600" y="19050"/>
                </a:lnTo>
                <a:lnTo>
                  <a:pt x="571500" y="19050"/>
                </a:lnTo>
                <a:lnTo>
                  <a:pt x="571500" y="28575"/>
                </a:lnTo>
                <a:lnTo>
                  <a:pt x="561975" y="28575"/>
                </a:lnTo>
                <a:lnTo>
                  <a:pt x="561975" y="257175"/>
                </a:lnTo>
                <a:lnTo>
                  <a:pt x="533400" y="257175"/>
                </a:lnTo>
                <a:lnTo>
                  <a:pt x="533400" y="133350"/>
                </a:lnTo>
                <a:lnTo>
                  <a:pt x="419100" y="133350"/>
                </a:lnTo>
                <a:lnTo>
                  <a:pt x="419100" y="142875"/>
                </a:lnTo>
                <a:lnTo>
                  <a:pt x="400050" y="142875"/>
                </a:lnTo>
                <a:lnTo>
                  <a:pt x="400050" y="152400"/>
                </a:lnTo>
                <a:lnTo>
                  <a:pt x="409575" y="152400"/>
                </a:lnTo>
                <a:lnTo>
                  <a:pt x="409575" y="171450"/>
                </a:lnTo>
                <a:lnTo>
                  <a:pt x="419100" y="171450"/>
                </a:lnTo>
                <a:lnTo>
                  <a:pt x="419100" y="180975"/>
                </a:lnTo>
                <a:lnTo>
                  <a:pt x="428625" y="180975"/>
                </a:lnTo>
                <a:lnTo>
                  <a:pt x="428625" y="200025"/>
                </a:lnTo>
                <a:lnTo>
                  <a:pt x="438150" y="200025"/>
                </a:lnTo>
                <a:lnTo>
                  <a:pt x="438150" y="209550"/>
                </a:lnTo>
                <a:lnTo>
                  <a:pt x="447675" y="209550"/>
                </a:lnTo>
                <a:lnTo>
                  <a:pt x="447675" y="219075"/>
                </a:lnTo>
                <a:lnTo>
                  <a:pt x="457200" y="219075"/>
                </a:lnTo>
                <a:lnTo>
                  <a:pt x="457200" y="238125"/>
                </a:lnTo>
                <a:lnTo>
                  <a:pt x="466725" y="238125"/>
                </a:lnTo>
                <a:lnTo>
                  <a:pt x="466725" y="257175"/>
                </a:lnTo>
                <a:lnTo>
                  <a:pt x="438150" y="257175"/>
                </a:lnTo>
                <a:lnTo>
                  <a:pt x="438150" y="238125"/>
                </a:lnTo>
                <a:lnTo>
                  <a:pt x="428625" y="238125"/>
                </a:lnTo>
                <a:lnTo>
                  <a:pt x="428625" y="228600"/>
                </a:lnTo>
                <a:lnTo>
                  <a:pt x="419100" y="228600"/>
                </a:lnTo>
                <a:lnTo>
                  <a:pt x="419100" y="219075"/>
                </a:lnTo>
                <a:lnTo>
                  <a:pt x="409575" y="219075"/>
                </a:lnTo>
                <a:lnTo>
                  <a:pt x="409575" y="200025"/>
                </a:lnTo>
                <a:lnTo>
                  <a:pt x="400050" y="200025"/>
                </a:lnTo>
                <a:lnTo>
                  <a:pt x="400050" y="190500"/>
                </a:lnTo>
                <a:lnTo>
                  <a:pt x="390525" y="190500"/>
                </a:lnTo>
                <a:lnTo>
                  <a:pt x="390525" y="171450"/>
                </a:lnTo>
                <a:lnTo>
                  <a:pt x="381000" y="171450"/>
                </a:lnTo>
                <a:lnTo>
                  <a:pt x="381000" y="161925"/>
                </a:lnTo>
                <a:lnTo>
                  <a:pt x="371475" y="161925"/>
                </a:lnTo>
                <a:lnTo>
                  <a:pt x="371475" y="142875"/>
                </a:lnTo>
                <a:lnTo>
                  <a:pt x="361950" y="142875"/>
                </a:lnTo>
                <a:lnTo>
                  <a:pt x="361950" y="133350"/>
                </a:lnTo>
                <a:lnTo>
                  <a:pt x="352425" y="133350"/>
                </a:lnTo>
                <a:lnTo>
                  <a:pt x="352425" y="123825"/>
                </a:lnTo>
                <a:lnTo>
                  <a:pt x="342900" y="123825"/>
                </a:lnTo>
                <a:lnTo>
                  <a:pt x="342900" y="104775"/>
                </a:lnTo>
                <a:lnTo>
                  <a:pt x="333375" y="104775"/>
                </a:lnTo>
                <a:lnTo>
                  <a:pt x="333375" y="85725"/>
                </a:lnTo>
                <a:lnTo>
                  <a:pt x="361950" y="85725"/>
                </a:lnTo>
                <a:lnTo>
                  <a:pt x="361950" y="104775"/>
                </a:lnTo>
                <a:lnTo>
                  <a:pt x="381000" y="104775"/>
                </a:lnTo>
                <a:lnTo>
                  <a:pt x="381000" y="114300"/>
                </a:lnTo>
                <a:lnTo>
                  <a:pt x="409575" y="114300"/>
                </a:lnTo>
                <a:lnTo>
                  <a:pt x="409575" y="104775"/>
                </a:lnTo>
                <a:lnTo>
                  <a:pt x="419100" y="104775"/>
                </a:lnTo>
                <a:lnTo>
                  <a:pt x="419100" y="19050"/>
                </a:lnTo>
                <a:lnTo>
                  <a:pt x="333375" y="19050"/>
                </a:lnTo>
                <a:lnTo>
                  <a:pt x="333375" y="28575"/>
                </a:lnTo>
                <a:lnTo>
                  <a:pt x="323850" y="28575"/>
                </a:lnTo>
                <a:lnTo>
                  <a:pt x="323850" y="19050"/>
                </a:lnTo>
                <a:lnTo>
                  <a:pt x="285750" y="19050"/>
                </a:lnTo>
                <a:lnTo>
                  <a:pt x="285750" y="257175"/>
                </a:lnTo>
                <a:lnTo>
                  <a:pt x="257175" y="257175"/>
                </a:lnTo>
                <a:lnTo>
                  <a:pt x="257175" y="19050"/>
                </a:lnTo>
                <a:lnTo>
                  <a:pt x="228600" y="19050"/>
                </a:lnTo>
                <a:lnTo>
                  <a:pt x="228600" y="28575"/>
                </a:lnTo>
                <a:lnTo>
                  <a:pt x="219075" y="28575"/>
                </a:lnTo>
                <a:lnTo>
                  <a:pt x="219075" y="19050"/>
                </a:lnTo>
                <a:lnTo>
                  <a:pt x="190500" y="19050"/>
                </a:lnTo>
                <a:lnTo>
                  <a:pt x="190500" y="28575"/>
                </a:lnTo>
                <a:lnTo>
                  <a:pt x="180975" y="28575"/>
                </a:lnTo>
                <a:lnTo>
                  <a:pt x="180975" y="257175"/>
                </a:lnTo>
                <a:lnTo>
                  <a:pt x="152400" y="257175"/>
                </a:lnTo>
                <a:lnTo>
                  <a:pt x="152400" y="180975"/>
                </a:lnTo>
                <a:lnTo>
                  <a:pt x="142875" y="180975"/>
                </a:lnTo>
                <a:lnTo>
                  <a:pt x="142875" y="190500"/>
                </a:lnTo>
                <a:lnTo>
                  <a:pt x="133350" y="190500"/>
                </a:lnTo>
                <a:lnTo>
                  <a:pt x="133350" y="200025"/>
                </a:lnTo>
                <a:lnTo>
                  <a:pt x="66675" y="200025"/>
                </a:lnTo>
                <a:lnTo>
                  <a:pt x="66675" y="190500"/>
                </a:lnTo>
                <a:lnTo>
                  <a:pt x="47625" y="190500"/>
                </a:lnTo>
                <a:lnTo>
                  <a:pt x="47625" y="180975"/>
                </a:lnTo>
                <a:lnTo>
                  <a:pt x="38100" y="180975"/>
                </a:lnTo>
                <a:lnTo>
                  <a:pt x="38100" y="171450"/>
                </a:lnTo>
                <a:lnTo>
                  <a:pt x="28575" y="171450"/>
                </a:lnTo>
                <a:lnTo>
                  <a:pt x="28575" y="142875"/>
                </a:lnTo>
                <a:lnTo>
                  <a:pt x="19050" y="142875"/>
                </a:lnTo>
                <a:lnTo>
                  <a:pt x="19050" y="123825"/>
                </a:lnTo>
                <a:lnTo>
                  <a:pt x="28575" y="123825"/>
                </a:lnTo>
                <a:lnTo>
                  <a:pt x="28575" y="95250"/>
                </a:lnTo>
                <a:lnTo>
                  <a:pt x="38100" y="95250"/>
                </a:lnTo>
                <a:lnTo>
                  <a:pt x="38100" y="85725"/>
                </a:lnTo>
                <a:lnTo>
                  <a:pt x="47625" y="85725"/>
                </a:lnTo>
                <a:lnTo>
                  <a:pt x="47625" y="76200"/>
                </a:lnTo>
                <a:lnTo>
                  <a:pt x="66675" y="76200"/>
                </a:lnTo>
                <a:lnTo>
                  <a:pt x="66675" y="66675"/>
                </a:lnTo>
                <a:lnTo>
                  <a:pt x="133350" y="66675"/>
                </a:lnTo>
                <a:lnTo>
                  <a:pt x="133350" y="85725"/>
                </a:lnTo>
                <a:lnTo>
                  <a:pt x="123825" y="85725"/>
                </a:lnTo>
                <a:lnTo>
                  <a:pt x="123825" y="95250"/>
                </a:lnTo>
                <a:lnTo>
                  <a:pt x="114300" y="95250"/>
                </a:lnTo>
                <a:lnTo>
                  <a:pt x="114300" y="85725"/>
                </a:lnTo>
                <a:lnTo>
                  <a:pt x="85725" y="85725"/>
                </a:lnTo>
                <a:lnTo>
                  <a:pt x="85725" y="95250"/>
                </a:lnTo>
                <a:lnTo>
                  <a:pt x="66675" y="95250"/>
                </a:lnTo>
                <a:lnTo>
                  <a:pt x="66675" y="104775"/>
                </a:lnTo>
                <a:lnTo>
                  <a:pt x="57150" y="104775"/>
                </a:lnTo>
                <a:lnTo>
                  <a:pt x="57150" y="123825"/>
                </a:lnTo>
                <a:lnTo>
                  <a:pt x="47625" y="123825"/>
                </a:lnTo>
                <a:lnTo>
                  <a:pt x="47625" y="142875"/>
                </a:lnTo>
                <a:lnTo>
                  <a:pt x="57150" y="142875"/>
                </a:lnTo>
                <a:lnTo>
                  <a:pt x="57150" y="161925"/>
                </a:lnTo>
                <a:lnTo>
                  <a:pt x="66675" y="161925"/>
                </a:lnTo>
                <a:lnTo>
                  <a:pt x="66675" y="171450"/>
                </a:lnTo>
                <a:lnTo>
                  <a:pt x="123825" y="171450"/>
                </a:lnTo>
                <a:lnTo>
                  <a:pt x="123825" y="161925"/>
                </a:lnTo>
                <a:lnTo>
                  <a:pt x="142875" y="161925"/>
                </a:lnTo>
                <a:lnTo>
                  <a:pt x="142875" y="152400"/>
                </a:lnTo>
                <a:lnTo>
                  <a:pt x="152400" y="152400"/>
                </a:lnTo>
                <a:lnTo>
                  <a:pt x="152400" y="19050"/>
                </a:lnTo>
                <a:close/>
                <a:moveTo>
                  <a:pt x="533400" y="19050"/>
                </a:moveTo>
                <a:lnTo>
                  <a:pt x="447675" y="19050"/>
                </a:lnTo>
                <a:lnTo>
                  <a:pt x="447675" y="104775"/>
                </a:lnTo>
                <a:lnTo>
                  <a:pt x="533400" y="104775"/>
                </a:lnTo>
                <a:lnTo>
                  <a:pt x="533400" y="190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235546BE-7910-4695-AC23-F91D5CC9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1687175"/>
            <a:ext cx="590550" cy="390525"/>
          </a:xfrm>
          <a:custGeom xmlns:a="http://schemas.openxmlformats.org/drawingml/2006/main">
            <a:pathLst>
              <a:path w="590550" h="390525">
                <a:moveTo>
                  <a:pt x="104775" y="47625"/>
                </a:moveTo>
                <a:lnTo>
                  <a:pt x="95250" y="47625"/>
                </a:lnTo>
                <a:lnTo>
                  <a:pt x="95250" y="38100"/>
                </a:lnTo>
                <a:lnTo>
                  <a:pt x="85725" y="38100"/>
                </a:lnTo>
                <a:lnTo>
                  <a:pt x="85725" y="28575"/>
                </a:lnTo>
                <a:lnTo>
                  <a:pt x="76200" y="28575"/>
                </a:lnTo>
                <a:lnTo>
                  <a:pt x="76200" y="9525"/>
                </a:lnTo>
                <a:lnTo>
                  <a:pt x="85725" y="9525"/>
                </a:lnTo>
                <a:lnTo>
                  <a:pt x="85725" y="0"/>
                </a:lnTo>
                <a:lnTo>
                  <a:pt x="95250" y="0"/>
                </a:lnTo>
                <a:lnTo>
                  <a:pt x="95250" y="9525"/>
                </a:lnTo>
                <a:lnTo>
                  <a:pt x="104775" y="9525"/>
                </a:lnTo>
                <a:lnTo>
                  <a:pt x="104775" y="19050"/>
                </a:lnTo>
                <a:lnTo>
                  <a:pt x="114300" y="19050"/>
                </a:lnTo>
                <a:lnTo>
                  <a:pt x="114300" y="38100"/>
                </a:lnTo>
                <a:lnTo>
                  <a:pt x="123825" y="38100"/>
                </a:lnTo>
                <a:lnTo>
                  <a:pt x="123825" y="47625"/>
                </a:lnTo>
                <a:lnTo>
                  <a:pt x="133350" y="47625"/>
                </a:lnTo>
                <a:lnTo>
                  <a:pt x="133350" y="57150"/>
                </a:lnTo>
                <a:lnTo>
                  <a:pt x="142875" y="57150"/>
                </a:lnTo>
                <a:lnTo>
                  <a:pt x="142875" y="66675"/>
                </a:lnTo>
                <a:lnTo>
                  <a:pt x="152400" y="66675"/>
                </a:lnTo>
                <a:lnTo>
                  <a:pt x="152400" y="85725"/>
                </a:lnTo>
                <a:lnTo>
                  <a:pt x="161925" y="85725"/>
                </a:lnTo>
                <a:lnTo>
                  <a:pt x="161925" y="95250"/>
                </a:lnTo>
                <a:lnTo>
                  <a:pt x="171450" y="95250"/>
                </a:lnTo>
                <a:lnTo>
                  <a:pt x="171450" y="104775"/>
                </a:lnTo>
                <a:lnTo>
                  <a:pt x="180975" y="104775"/>
                </a:lnTo>
                <a:lnTo>
                  <a:pt x="180975" y="114300"/>
                </a:lnTo>
                <a:lnTo>
                  <a:pt x="190500" y="114300"/>
                </a:lnTo>
                <a:lnTo>
                  <a:pt x="190500" y="133350"/>
                </a:lnTo>
                <a:lnTo>
                  <a:pt x="514350" y="133350"/>
                </a:lnTo>
                <a:lnTo>
                  <a:pt x="514350" y="123825"/>
                </a:lnTo>
                <a:lnTo>
                  <a:pt x="504825" y="123825"/>
                </a:lnTo>
                <a:lnTo>
                  <a:pt x="504825" y="114300"/>
                </a:lnTo>
                <a:lnTo>
                  <a:pt x="495300" y="114300"/>
                </a:lnTo>
                <a:lnTo>
                  <a:pt x="495300" y="104775"/>
                </a:lnTo>
                <a:lnTo>
                  <a:pt x="485775" y="104775"/>
                </a:lnTo>
                <a:lnTo>
                  <a:pt x="485775" y="95250"/>
                </a:lnTo>
                <a:lnTo>
                  <a:pt x="476250" y="95250"/>
                </a:lnTo>
                <a:lnTo>
                  <a:pt x="476250" y="76200"/>
                </a:lnTo>
                <a:lnTo>
                  <a:pt x="466725" y="76200"/>
                </a:lnTo>
                <a:lnTo>
                  <a:pt x="466725" y="66675"/>
                </a:lnTo>
                <a:lnTo>
                  <a:pt x="457200" y="66675"/>
                </a:lnTo>
                <a:lnTo>
                  <a:pt x="457200" y="57150"/>
                </a:lnTo>
                <a:lnTo>
                  <a:pt x="447675" y="57150"/>
                </a:lnTo>
                <a:lnTo>
                  <a:pt x="447675" y="47625"/>
                </a:lnTo>
                <a:lnTo>
                  <a:pt x="438150" y="47625"/>
                </a:lnTo>
                <a:lnTo>
                  <a:pt x="438150" y="38100"/>
                </a:lnTo>
                <a:lnTo>
                  <a:pt x="428625" y="38100"/>
                </a:lnTo>
                <a:lnTo>
                  <a:pt x="428625" y="9525"/>
                </a:lnTo>
                <a:lnTo>
                  <a:pt x="447675" y="9525"/>
                </a:lnTo>
                <a:lnTo>
                  <a:pt x="447675" y="19050"/>
                </a:lnTo>
                <a:lnTo>
                  <a:pt x="457200" y="19050"/>
                </a:lnTo>
                <a:lnTo>
                  <a:pt x="457200" y="28575"/>
                </a:lnTo>
                <a:lnTo>
                  <a:pt x="466725" y="28575"/>
                </a:lnTo>
                <a:lnTo>
                  <a:pt x="466725" y="38100"/>
                </a:lnTo>
                <a:lnTo>
                  <a:pt x="476250" y="38100"/>
                </a:lnTo>
                <a:lnTo>
                  <a:pt x="476250" y="57150"/>
                </a:lnTo>
                <a:lnTo>
                  <a:pt x="485775" y="57150"/>
                </a:lnTo>
                <a:lnTo>
                  <a:pt x="485775" y="66675"/>
                </a:lnTo>
                <a:lnTo>
                  <a:pt x="495300" y="66675"/>
                </a:lnTo>
                <a:lnTo>
                  <a:pt x="495300" y="76200"/>
                </a:lnTo>
                <a:lnTo>
                  <a:pt x="504825" y="76200"/>
                </a:lnTo>
                <a:lnTo>
                  <a:pt x="504825" y="85725"/>
                </a:lnTo>
                <a:lnTo>
                  <a:pt x="514350" y="85725"/>
                </a:lnTo>
                <a:lnTo>
                  <a:pt x="514350" y="104775"/>
                </a:lnTo>
                <a:lnTo>
                  <a:pt x="523875" y="104775"/>
                </a:lnTo>
                <a:lnTo>
                  <a:pt x="523875" y="114300"/>
                </a:lnTo>
                <a:lnTo>
                  <a:pt x="533400" y="114300"/>
                </a:lnTo>
                <a:lnTo>
                  <a:pt x="533400" y="123825"/>
                </a:lnTo>
                <a:lnTo>
                  <a:pt x="542925" y="123825"/>
                </a:lnTo>
                <a:lnTo>
                  <a:pt x="542925" y="133350"/>
                </a:lnTo>
                <a:lnTo>
                  <a:pt x="590550" y="133350"/>
                </a:lnTo>
                <a:lnTo>
                  <a:pt x="590550" y="152400"/>
                </a:lnTo>
                <a:lnTo>
                  <a:pt x="552450" y="152400"/>
                </a:lnTo>
                <a:lnTo>
                  <a:pt x="552450" y="161925"/>
                </a:lnTo>
                <a:lnTo>
                  <a:pt x="542925" y="161925"/>
                </a:lnTo>
                <a:lnTo>
                  <a:pt x="542925" y="390525"/>
                </a:lnTo>
                <a:lnTo>
                  <a:pt x="514350" y="390525"/>
                </a:lnTo>
                <a:lnTo>
                  <a:pt x="514350" y="152400"/>
                </a:lnTo>
                <a:lnTo>
                  <a:pt x="485775" y="152400"/>
                </a:lnTo>
                <a:lnTo>
                  <a:pt x="485775" y="161925"/>
                </a:lnTo>
                <a:lnTo>
                  <a:pt x="476250" y="161925"/>
                </a:lnTo>
                <a:lnTo>
                  <a:pt x="476250" y="152400"/>
                </a:lnTo>
                <a:lnTo>
                  <a:pt x="447675" y="152400"/>
                </a:lnTo>
                <a:lnTo>
                  <a:pt x="447675" y="161925"/>
                </a:lnTo>
                <a:lnTo>
                  <a:pt x="438150" y="161925"/>
                </a:lnTo>
                <a:lnTo>
                  <a:pt x="438150" y="390525"/>
                </a:lnTo>
                <a:lnTo>
                  <a:pt x="409575" y="390525"/>
                </a:lnTo>
                <a:lnTo>
                  <a:pt x="409575" y="228600"/>
                </a:lnTo>
                <a:lnTo>
                  <a:pt x="304800" y="228600"/>
                </a:lnTo>
                <a:lnTo>
                  <a:pt x="304800" y="238125"/>
                </a:lnTo>
                <a:lnTo>
                  <a:pt x="285750" y="238125"/>
                </a:lnTo>
                <a:lnTo>
                  <a:pt x="285750" y="295275"/>
                </a:lnTo>
                <a:lnTo>
                  <a:pt x="295275" y="295275"/>
                </a:lnTo>
                <a:lnTo>
                  <a:pt x="295275" y="314325"/>
                </a:lnTo>
                <a:lnTo>
                  <a:pt x="304800" y="314325"/>
                </a:lnTo>
                <a:lnTo>
                  <a:pt x="304800" y="323850"/>
                </a:lnTo>
                <a:lnTo>
                  <a:pt x="314325" y="323850"/>
                </a:lnTo>
                <a:lnTo>
                  <a:pt x="314325" y="342900"/>
                </a:lnTo>
                <a:lnTo>
                  <a:pt x="323850" y="342900"/>
                </a:lnTo>
                <a:lnTo>
                  <a:pt x="323850" y="352425"/>
                </a:lnTo>
                <a:lnTo>
                  <a:pt x="333375" y="352425"/>
                </a:lnTo>
                <a:lnTo>
                  <a:pt x="333375" y="361950"/>
                </a:lnTo>
                <a:lnTo>
                  <a:pt x="342900" y="361950"/>
                </a:lnTo>
                <a:lnTo>
                  <a:pt x="342900" y="371475"/>
                </a:lnTo>
                <a:lnTo>
                  <a:pt x="352425" y="371475"/>
                </a:lnTo>
                <a:lnTo>
                  <a:pt x="352425" y="381000"/>
                </a:lnTo>
                <a:lnTo>
                  <a:pt x="342900" y="381000"/>
                </a:lnTo>
                <a:lnTo>
                  <a:pt x="342900" y="390525"/>
                </a:lnTo>
                <a:lnTo>
                  <a:pt x="323850" y="390525"/>
                </a:lnTo>
                <a:lnTo>
                  <a:pt x="323850" y="381000"/>
                </a:lnTo>
                <a:lnTo>
                  <a:pt x="314325" y="381000"/>
                </a:lnTo>
                <a:lnTo>
                  <a:pt x="314325" y="371475"/>
                </a:lnTo>
                <a:lnTo>
                  <a:pt x="304800" y="371475"/>
                </a:lnTo>
                <a:lnTo>
                  <a:pt x="304800" y="361950"/>
                </a:lnTo>
                <a:lnTo>
                  <a:pt x="295275" y="361950"/>
                </a:lnTo>
                <a:lnTo>
                  <a:pt x="295275" y="342900"/>
                </a:lnTo>
                <a:lnTo>
                  <a:pt x="285750" y="342900"/>
                </a:lnTo>
                <a:lnTo>
                  <a:pt x="285750" y="333375"/>
                </a:lnTo>
                <a:lnTo>
                  <a:pt x="276225" y="333375"/>
                </a:lnTo>
                <a:lnTo>
                  <a:pt x="276225" y="314325"/>
                </a:lnTo>
                <a:lnTo>
                  <a:pt x="266700" y="314325"/>
                </a:lnTo>
                <a:lnTo>
                  <a:pt x="266700" y="295275"/>
                </a:lnTo>
                <a:lnTo>
                  <a:pt x="257175" y="295275"/>
                </a:lnTo>
                <a:lnTo>
                  <a:pt x="257175" y="238125"/>
                </a:lnTo>
                <a:lnTo>
                  <a:pt x="266700" y="238125"/>
                </a:lnTo>
                <a:lnTo>
                  <a:pt x="266700" y="219075"/>
                </a:lnTo>
                <a:lnTo>
                  <a:pt x="276225" y="219075"/>
                </a:lnTo>
                <a:lnTo>
                  <a:pt x="276225" y="209550"/>
                </a:lnTo>
                <a:lnTo>
                  <a:pt x="295275" y="209550"/>
                </a:lnTo>
                <a:lnTo>
                  <a:pt x="295275" y="200025"/>
                </a:lnTo>
                <a:lnTo>
                  <a:pt x="409575" y="200025"/>
                </a:lnTo>
                <a:lnTo>
                  <a:pt x="409575" y="152400"/>
                </a:lnTo>
                <a:lnTo>
                  <a:pt x="247650" y="152400"/>
                </a:lnTo>
                <a:lnTo>
                  <a:pt x="247650" y="161925"/>
                </a:lnTo>
                <a:lnTo>
                  <a:pt x="238125" y="161925"/>
                </a:lnTo>
                <a:lnTo>
                  <a:pt x="238125" y="152400"/>
                </a:lnTo>
                <a:lnTo>
                  <a:pt x="209550" y="152400"/>
                </a:lnTo>
                <a:lnTo>
                  <a:pt x="209550" y="161925"/>
                </a:lnTo>
                <a:lnTo>
                  <a:pt x="200025" y="161925"/>
                </a:lnTo>
                <a:lnTo>
                  <a:pt x="200025" y="390525"/>
                </a:lnTo>
                <a:lnTo>
                  <a:pt x="171450" y="390525"/>
                </a:lnTo>
                <a:lnTo>
                  <a:pt x="171450" y="323850"/>
                </a:lnTo>
                <a:lnTo>
                  <a:pt x="152400" y="323850"/>
                </a:lnTo>
                <a:lnTo>
                  <a:pt x="152400" y="333375"/>
                </a:lnTo>
                <a:lnTo>
                  <a:pt x="133350" y="333375"/>
                </a:lnTo>
                <a:lnTo>
                  <a:pt x="133350" y="342900"/>
                </a:lnTo>
                <a:lnTo>
                  <a:pt x="76200" y="342900"/>
                </a:lnTo>
                <a:lnTo>
                  <a:pt x="76200" y="333375"/>
                </a:lnTo>
                <a:lnTo>
                  <a:pt x="57150" y="333375"/>
                </a:lnTo>
                <a:lnTo>
                  <a:pt x="57150" y="323850"/>
                </a:lnTo>
                <a:lnTo>
                  <a:pt x="47625" y="323850"/>
                </a:lnTo>
                <a:lnTo>
                  <a:pt x="47625" y="314325"/>
                </a:lnTo>
                <a:lnTo>
                  <a:pt x="38100" y="314325"/>
                </a:lnTo>
                <a:lnTo>
                  <a:pt x="38100" y="304800"/>
                </a:lnTo>
                <a:lnTo>
                  <a:pt x="28575" y="304800"/>
                </a:lnTo>
                <a:lnTo>
                  <a:pt x="28575" y="285750"/>
                </a:lnTo>
                <a:lnTo>
                  <a:pt x="19050" y="285750"/>
                </a:lnTo>
                <a:lnTo>
                  <a:pt x="19050" y="247650"/>
                </a:lnTo>
                <a:lnTo>
                  <a:pt x="47625" y="247650"/>
                </a:lnTo>
                <a:lnTo>
                  <a:pt x="47625" y="238125"/>
                </a:lnTo>
                <a:lnTo>
                  <a:pt x="66675" y="238125"/>
                </a:lnTo>
                <a:lnTo>
                  <a:pt x="66675" y="228600"/>
                </a:lnTo>
                <a:lnTo>
                  <a:pt x="76200" y="228600"/>
                </a:lnTo>
                <a:lnTo>
                  <a:pt x="76200" y="180975"/>
                </a:lnTo>
                <a:lnTo>
                  <a:pt x="66675" y="180975"/>
                </a:lnTo>
                <a:lnTo>
                  <a:pt x="66675" y="161925"/>
                </a:lnTo>
                <a:lnTo>
                  <a:pt x="57150" y="161925"/>
                </a:lnTo>
                <a:lnTo>
                  <a:pt x="57150" y="152400"/>
                </a:lnTo>
                <a:lnTo>
                  <a:pt x="0" y="152400"/>
                </a:lnTo>
                <a:lnTo>
                  <a:pt x="0" y="133350"/>
                </a:lnTo>
                <a:lnTo>
                  <a:pt x="161925" y="133350"/>
                </a:lnTo>
                <a:lnTo>
                  <a:pt x="161925" y="114300"/>
                </a:lnTo>
                <a:lnTo>
                  <a:pt x="152400" y="114300"/>
                </a:lnTo>
                <a:lnTo>
                  <a:pt x="152400" y="104775"/>
                </a:lnTo>
                <a:lnTo>
                  <a:pt x="142875" y="104775"/>
                </a:lnTo>
                <a:lnTo>
                  <a:pt x="142875" y="95250"/>
                </a:lnTo>
                <a:lnTo>
                  <a:pt x="133350" y="95250"/>
                </a:lnTo>
                <a:lnTo>
                  <a:pt x="133350" y="85725"/>
                </a:lnTo>
                <a:lnTo>
                  <a:pt x="123825" y="85725"/>
                </a:lnTo>
                <a:lnTo>
                  <a:pt x="123825" y="76200"/>
                </a:lnTo>
                <a:lnTo>
                  <a:pt x="114300" y="76200"/>
                </a:lnTo>
                <a:lnTo>
                  <a:pt x="114300" y="57150"/>
                </a:lnTo>
                <a:lnTo>
                  <a:pt x="104775" y="57150"/>
                </a:lnTo>
                <a:lnTo>
                  <a:pt x="104775" y="47625"/>
                </a:lnTo>
                <a:close/>
                <a:moveTo>
                  <a:pt x="95250" y="238125"/>
                </a:moveTo>
                <a:lnTo>
                  <a:pt x="95250" y="247650"/>
                </a:lnTo>
                <a:lnTo>
                  <a:pt x="85725" y="247650"/>
                </a:lnTo>
                <a:lnTo>
                  <a:pt x="85725" y="257175"/>
                </a:lnTo>
                <a:lnTo>
                  <a:pt x="66675" y="257175"/>
                </a:lnTo>
                <a:lnTo>
                  <a:pt x="66675" y="266700"/>
                </a:lnTo>
                <a:lnTo>
                  <a:pt x="47625" y="266700"/>
                </a:lnTo>
                <a:lnTo>
                  <a:pt x="47625" y="285750"/>
                </a:lnTo>
                <a:lnTo>
                  <a:pt x="57150" y="285750"/>
                </a:lnTo>
                <a:lnTo>
                  <a:pt x="57150" y="295275"/>
                </a:lnTo>
                <a:lnTo>
                  <a:pt x="66675" y="295275"/>
                </a:lnTo>
                <a:lnTo>
                  <a:pt x="66675" y="304800"/>
                </a:lnTo>
                <a:lnTo>
                  <a:pt x="76200" y="304800"/>
                </a:lnTo>
                <a:lnTo>
                  <a:pt x="76200" y="314325"/>
                </a:lnTo>
                <a:lnTo>
                  <a:pt x="133350" y="314325"/>
                </a:lnTo>
                <a:lnTo>
                  <a:pt x="133350" y="304800"/>
                </a:lnTo>
                <a:lnTo>
                  <a:pt x="152400" y="304800"/>
                </a:lnTo>
                <a:lnTo>
                  <a:pt x="152400" y="295275"/>
                </a:lnTo>
                <a:lnTo>
                  <a:pt x="161925" y="295275"/>
                </a:lnTo>
                <a:lnTo>
                  <a:pt x="161925" y="285750"/>
                </a:lnTo>
                <a:lnTo>
                  <a:pt x="171450" y="285750"/>
                </a:lnTo>
                <a:lnTo>
                  <a:pt x="171450" y="152400"/>
                </a:lnTo>
                <a:lnTo>
                  <a:pt x="95250" y="152400"/>
                </a:lnTo>
                <a:lnTo>
                  <a:pt x="95250" y="171450"/>
                </a:lnTo>
                <a:lnTo>
                  <a:pt x="104775" y="171450"/>
                </a:lnTo>
                <a:lnTo>
                  <a:pt x="104775" y="238125"/>
                </a:lnTo>
                <a:lnTo>
                  <a:pt x="95250" y="2381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DB8819BD-9F04-4F98-92BA-55EA4751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687175"/>
            <a:ext cx="609600" cy="409575"/>
          </a:xfrm>
          <a:custGeom xmlns:a="http://schemas.openxmlformats.org/drawingml/2006/main">
            <a:pathLst>
              <a:path w="609600" h="409575">
                <a:moveTo>
                  <a:pt x="47625" y="171450"/>
                </a:moveTo>
                <a:lnTo>
                  <a:pt x="47625" y="180975"/>
                </a:lnTo>
                <a:lnTo>
                  <a:pt x="38100" y="180975"/>
                </a:lnTo>
                <a:lnTo>
                  <a:pt x="38100" y="190500"/>
                </a:lnTo>
                <a:lnTo>
                  <a:pt x="28575" y="190500"/>
                </a:lnTo>
                <a:lnTo>
                  <a:pt x="28575" y="180975"/>
                </a:lnTo>
                <a:lnTo>
                  <a:pt x="19050" y="180975"/>
                </a:lnTo>
                <a:lnTo>
                  <a:pt x="19050" y="161925"/>
                </a:lnTo>
                <a:lnTo>
                  <a:pt x="28575" y="161925"/>
                </a:lnTo>
                <a:lnTo>
                  <a:pt x="28575" y="152400"/>
                </a:lnTo>
                <a:lnTo>
                  <a:pt x="38100" y="152400"/>
                </a:lnTo>
                <a:lnTo>
                  <a:pt x="38100" y="142875"/>
                </a:lnTo>
                <a:lnTo>
                  <a:pt x="57150" y="142875"/>
                </a:lnTo>
                <a:lnTo>
                  <a:pt x="57150" y="133350"/>
                </a:lnTo>
                <a:lnTo>
                  <a:pt x="123825" y="133350"/>
                </a:lnTo>
                <a:lnTo>
                  <a:pt x="123825" y="142875"/>
                </a:lnTo>
                <a:lnTo>
                  <a:pt x="133350" y="142875"/>
                </a:lnTo>
                <a:lnTo>
                  <a:pt x="133350" y="152400"/>
                </a:lnTo>
                <a:lnTo>
                  <a:pt x="142875" y="152400"/>
                </a:lnTo>
                <a:lnTo>
                  <a:pt x="142875" y="161925"/>
                </a:lnTo>
                <a:lnTo>
                  <a:pt x="152400" y="161925"/>
                </a:lnTo>
                <a:lnTo>
                  <a:pt x="152400" y="219075"/>
                </a:lnTo>
                <a:lnTo>
                  <a:pt x="142875" y="219075"/>
                </a:lnTo>
                <a:lnTo>
                  <a:pt x="142875" y="228600"/>
                </a:lnTo>
                <a:lnTo>
                  <a:pt x="133350" y="228600"/>
                </a:lnTo>
                <a:lnTo>
                  <a:pt x="133350" y="238125"/>
                </a:lnTo>
                <a:lnTo>
                  <a:pt x="142875" y="238125"/>
                </a:lnTo>
                <a:lnTo>
                  <a:pt x="142875" y="247650"/>
                </a:lnTo>
                <a:lnTo>
                  <a:pt x="152400" y="247650"/>
                </a:lnTo>
                <a:lnTo>
                  <a:pt x="152400" y="257175"/>
                </a:lnTo>
                <a:lnTo>
                  <a:pt x="219075" y="257175"/>
                </a:lnTo>
                <a:lnTo>
                  <a:pt x="219075" y="152400"/>
                </a:lnTo>
                <a:lnTo>
                  <a:pt x="171450" y="152400"/>
                </a:lnTo>
                <a:lnTo>
                  <a:pt x="171450" y="133350"/>
                </a:lnTo>
                <a:lnTo>
                  <a:pt x="523875" y="133350"/>
                </a:lnTo>
                <a:lnTo>
                  <a:pt x="523875" y="114300"/>
                </a:lnTo>
                <a:lnTo>
                  <a:pt x="514350" y="114300"/>
                </a:lnTo>
                <a:lnTo>
                  <a:pt x="514350" y="104775"/>
                </a:lnTo>
                <a:lnTo>
                  <a:pt x="504825" y="104775"/>
                </a:lnTo>
                <a:lnTo>
                  <a:pt x="504825" y="95250"/>
                </a:lnTo>
                <a:lnTo>
                  <a:pt x="495300" y="95250"/>
                </a:lnTo>
                <a:lnTo>
                  <a:pt x="495300" y="76200"/>
                </a:lnTo>
                <a:lnTo>
                  <a:pt x="485775" y="76200"/>
                </a:lnTo>
                <a:lnTo>
                  <a:pt x="485775" y="66675"/>
                </a:lnTo>
                <a:lnTo>
                  <a:pt x="476250" y="66675"/>
                </a:lnTo>
                <a:lnTo>
                  <a:pt x="476250" y="57150"/>
                </a:lnTo>
                <a:lnTo>
                  <a:pt x="466725" y="57150"/>
                </a:lnTo>
                <a:lnTo>
                  <a:pt x="466725" y="47625"/>
                </a:lnTo>
                <a:lnTo>
                  <a:pt x="457200" y="47625"/>
                </a:lnTo>
                <a:lnTo>
                  <a:pt x="457200" y="38100"/>
                </a:lnTo>
                <a:lnTo>
                  <a:pt x="447675" y="38100"/>
                </a:lnTo>
                <a:lnTo>
                  <a:pt x="447675" y="28575"/>
                </a:lnTo>
                <a:lnTo>
                  <a:pt x="438150" y="28575"/>
                </a:lnTo>
                <a:lnTo>
                  <a:pt x="438150" y="9525"/>
                </a:lnTo>
                <a:lnTo>
                  <a:pt x="447675" y="9525"/>
                </a:lnTo>
                <a:lnTo>
                  <a:pt x="447675" y="0"/>
                </a:ln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19050"/>
                </a:lnTo>
                <a:lnTo>
                  <a:pt x="476250" y="19050"/>
                </a:lnTo>
                <a:lnTo>
                  <a:pt x="476250" y="28575"/>
                </a:lnTo>
                <a:lnTo>
                  <a:pt x="485775" y="28575"/>
                </a:lnTo>
                <a:lnTo>
                  <a:pt x="485775" y="47625"/>
                </a:lnTo>
                <a:lnTo>
                  <a:pt x="495300" y="47625"/>
                </a:lnTo>
                <a:lnTo>
                  <a:pt x="495300" y="57150"/>
                </a:lnTo>
                <a:lnTo>
                  <a:pt x="504825" y="57150"/>
                </a:lnTo>
                <a:lnTo>
                  <a:pt x="504825" y="66675"/>
                </a:lnTo>
                <a:lnTo>
                  <a:pt x="514350" y="66675"/>
                </a:lnTo>
                <a:lnTo>
                  <a:pt x="514350" y="76200"/>
                </a:lnTo>
                <a:lnTo>
                  <a:pt x="523875" y="76200"/>
                </a:lnTo>
                <a:lnTo>
                  <a:pt x="523875" y="85725"/>
                </a:lnTo>
                <a:lnTo>
                  <a:pt x="533400" y="85725"/>
                </a:lnTo>
                <a:lnTo>
                  <a:pt x="533400" y="104775"/>
                </a:lnTo>
                <a:lnTo>
                  <a:pt x="542925" y="104775"/>
                </a:lnTo>
                <a:lnTo>
                  <a:pt x="542925" y="114300"/>
                </a:lnTo>
                <a:lnTo>
                  <a:pt x="552450" y="114300"/>
                </a:lnTo>
                <a:lnTo>
                  <a:pt x="552450" y="123825"/>
                </a:lnTo>
                <a:lnTo>
                  <a:pt x="561975" y="123825"/>
                </a:lnTo>
                <a:lnTo>
                  <a:pt x="561975" y="133350"/>
                </a:lnTo>
                <a:lnTo>
                  <a:pt x="609600" y="133350"/>
                </a:lnTo>
                <a:lnTo>
                  <a:pt x="609600" y="152400"/>
                </a:lnTo>
                <a:lnTo>
                  <a:pt x="571500" y="152400"/>
                </a:lnTo>
                <a:lnTo>
                  <a:pt x="571500" y="161925"/>
                </a:lnTo>
                <a:lnTo>
                  <a:pt x="561975" y="161925"/>
                </a:lnTo>
                <a:lnTo>
                  <a:pt x="561975" y="219075"/>
                </a:lnTo>
                <a:lnTo>
                  <a:pt x="447675" y="219075"/>
                </a:lnTo>
                <a:lnTo>
                  <a:pt x="447675" y="238125"/>
                </a:lnTo>
                <a:lnTo>
                  <a:pt x="457200" y="238125"/>
                </a:lnTo>
                <a:lnTo>
                  <a:pt x="457200" y="247650"/>
                </a:lnTo>
                <a:lnTo>
                  <a:pt x="466725" y="247650"/>
                </a:lnTo>
                <a:lnTo>
                  <a:pt x="466725" y="257175"/>
                </a:lnTo>
                <a:lnTo>
                  <a:pt x="542925" y="257175"/>
                </a:lnTo>
                <a:lnTo>
                  <a:pt x="542925" y="266700"/>
                </a:lnTo>
                <a:lnTo>
                  <a:pt x="561975" y="266700"/>
                </a:lnTo>
                <a:lnTo>
                  <a:pt x="561975" y="276225"/>
                </a:lnTo>
                <a:lnTo>
                  <a:pt x="571500" y="276225"/>
                </a:lnTo>
                <a:lnTo>
                  <a:pt x="571500" y="285750"/>
                </a:lnTo>
                <a:lnTo>
                  <a:pt x="581025" y="285750"/>
                </a:lnTo>
                <a:lnTo>
                  <a:pt x="581025" y="342900"/>
                </a:lnTo>
                <a:lnTo>
                  <a:pt x="571500" y="342900"/>
                </a:lnTo>
                <a:lnTo>
                  <a:pt x="571500" y="352425"/>
                </a:lnTo>
                <a:lnTo>
                  <a:pt x="552450" y="352425"/>
                </a:lnTo>
                <a:lnTo>
                  <a:pt x="552450" y="342900"/>
                </a:lnTo>
                <a:lnTo>
                  <a:pt x="542925" y="342900"/>
                </a:lnTo>
                <a:lnTo>
                  <a:pt x="542925" y="333375"/>
                </a:lnTo>
                <a:lnTo>
                  <a:pt x="552450" y="333375"/>
                </a:lnTo>
                <a:lnTo>
                  <a:pt x="552450" y="295275"/>
                </a:lnTo>
                <a:lnTo>
                  <a:pt x="542925" y="295275"/>
                </a:lnTo>
                <a:lnTo>
                  <a:pt x="542925" y="285750"/>
                </a:lnTo>
                <a:lnTo>
                  <a:pt x="476250" y="285750"/>
                </a:lnTo>
                <a:lnTo>
                  <a:pt x="476250" y="295275"/>
                </a:lnTo>
                <a:lnTo>
                  <a:pt x="457200" y="295275"/>
                </a:lnTo>
                <a:lnTo>
                  <a:pt x="457200" y="304800"/>
                </a:lnTo>
                <a:lnTo>
                  <a:pt x="447675" y="304800"/>
                </a:lnTo>
                <a:lnTo>
                  <a:pt x="447675" y="342900"/>
                </a:lnTo>
                <a:lnTo>
                  <a:pt x="457200" y="342900"/>
                </a:lnTo>
                <a:lnTo>
                  <a:pt x="457200" y="352425"/>
                </a:lnTo>
                <a:lnTo>
                  <a:pt x="466725" y="352425"/>
                </a:lnTo>
                <a:lnTo>
                  <a:pt x="466725" y="361950"/>
                </a:lnTo>
                <a:lnTo>
                  <a:pt x="476250" y="361950"/>
                </a:lnTo>
                <a:lnTo>
                  <a:pt x="476250" y="371475"/>
                </a:lnTo>
                <a:lnTo>
                  <a:pt x="504825" y="371475"/>
                </a:lnTo>
                <a:lnTo>
                  <a:pt x="504825" y="381000"/>
                </a:lnTo>
                <a:lnTo>
                  <a:pt x="561975" y="381000"/>
                </a:lnTo>
                <a:lnTo>
                  <a:pt x="561975" y="400050"/>
                </a:lnTo>
                <a:lnTo>
                  <a:pt x="552450" y="400050"/>
                </a:lnTo>
                <a:lnTo>
                  <a:pt x="552450" y="409575"/>
                </a:lnTo>
                <a:lnTo>
                  <a:pt x="514350" y="409575"/>
                </a:lnTo>
                <a:lnTo>
                  <a:pt x="514350" y="400050"/>
                </a:lnTo>
                <a:lnTo>
                  <a:pt x="485775" y="400050"/>
                </a:lnTo>
                <a:lnTo>
                  <a:pt x="485775" y="390525"/>
                </a:lnTo>
                <a:lnTo>
                  <a:pt x="457200" y="390525"/>
                </a:lnTo>
                <a:lnTo>
                  <a:pt x="457200" y="381000"/>
                </a:lnTo>
                <a:lnTo>
                  <a:pt x="447675" y="381000"/>
                </a:lnTo>
                <a:lnTo>
                  <a:pt x="447675" y="371475"/>
                </a:lnTo>
                <a:lnTo>
                  <a:pt x="438150" y="371475"/>
                </a:lnTo>
                <a:lnTo>
                  <a:pt x="438150" y="361950"/>
                </a:lnTo>
                <a:lnTo>
                  <a:pt x="428625" y="361950"/>
                </a:lnTo>
                <a:lnTo>
                  <a:pt x="428625" y="352425"/>
                </a:lnTo>
                <a:lnTo>
                  <a:pt x="419100" y="352425"/>
                </a:lnTo>
                <a:lnTo>
                  <a:pt x="419100" y="304800"/>
                </a:lnTo>
                <a:lnTo>
                  <a:pt x="428625" y="304800"/>
                </a:lnTo>
                <a:lnTo>
                  <a:pt x="428625" y="285750"/>
                </a:lnTo>
                <a:lnTo>
                  <a:pt x="438150" y="285750"/>
                </a:lnTo>
                <a:lnTo>
                  <a:pt x="438150" y="257175"/>
                </a:lnTo>
                <a:lnTo>
                  <a:pt x="428625" y="257175"/>
                </a:lnTo>
                <a:lnTo>
                  <a:pt x="428625" y="247650"/>
                </a:lnTo>
                <a:lnTo>
                  <a:pt x="419100" y="247650"/>
                </a:lnTo>
                <a:lnTo>
                  <a:pt x="419100" y="209550"/>
                </a:lnTo>
                <a:lnTo>
                  <a:pt x="428625" y="209550"/>
                </a:lnTo>
                <a:lnTo>
                  <a:pt x="428625" y="200025"/>
                </a:lnTo>
                <a:lnTo>
                  <a:pt x="438150" y="200025"/>
                </a:lnTo>
                <a:lnTo>
                  <a:pt x="438150" y="190500"/>
                </a:lnTo>
                <a:lnTo>
                  <a:pt x="533400" y="190500"/>
                </a:lnTo>
                <a:lnTo>
                  <a:pt x="533400" y="180975"/>
                </a:lnTo>
                <a:lnTo>
                  <a:pt x="542925" y="180975"/>
                </a:lnTo>
                <a:lnTo>
                  <a:pt x="542925" y="161925"/>
                </a:lnTo>
                <a:lnTo>
                  <a:pt x="533400" y="161925"/>
                </a:lnTo>
                <a:lnTo>
                  <a:pt x="533400" y="152400"/>
                </a:lnTo>
                <a:lnTo>
                  <a:pt x="400050" y="152400"/>
                </a:lnTo>
                <a:lnTo>
                  <a:pt x="400050" y="161925"/>
                </a:lnTo>
                <a:lnTo>
                  <a:pt x="390525" y="161925"/>
                </a:lnTo>
                <a:lnTo>
                  <a:pt x="390525" y="152400"/>
                </a:lnTo>
                <a:lnTo>
                  <a:pt x="361950" y="152400"/>
                </a:lnTo>
                <a:lnTo>
                  <a:pt x="361950" y="390525"/>
                </a:lnTo>
                <a:lnTo>
                  <a:pt x="333375" y="390525"/>
                </a:lnTo>
                <a:lnTo>
                  <a:pt x="333375" y="161925"/>
                </a:lnTo>
                <a:lnTo>
                  <a:pt x="323850" y="161925"/>
                </a:lnTo>
                <a:lnTo>
                  <a:pt x="323850" y="152400"/>
                </a:lnTo>
                <a:lnTo>
                  <a:pt x="257175" y="152400"/>
                </a:lnTo>
                <a:lnTo>
                  <a:pt x="257175" y="161925"/>
                </a:lnTo>
                <a:lnTo>
                  <a:pt x="247650" y="161925"/>
                </a:lnTo>
                <a:lnTo>
                  <a:pt x="247650" y="390525"/>
                </a:lnTo>
                <a:lnTo>
                  <a:pt x="219075" y="390525"/>
                </a:lnTo>
                <a:lnTo>
                  <a:pt x="219075" y="285750"/>
                </a:lnTo>
                <a:lnTo>
                  <a:pt x="171450" y="285750"/>
                </a:lnTo>
                <a:lnTo>
                  <a:pt x="171450" y="342900"/>
                </a:lnTo>
                <a:lnTo>
                  <a:pt x="161925" y="342900"/>
                </a:lnTo>
                <a:lnTo>
                  <a:pt x="161925" y="352425"/>
                </a:lnTo>
                <a:lnTo>
                  <a:pt x="152400" y="352425"/>
                </a:lnTo>
                <a:lnTo>
                  <a:pt x="152400" y="361950"/>
                </a:lnTo>
                <a:lnTo>
                  <a:pt x="142875" y="361950"/>
                </a:lnTo>
                <a:lnTo>
                  <a:pt x="142875" y="371475"/>
                </a:lnTo>
                <a:lnTo>
                  <a:pt x="76200" y="371475"/>
                </a:lnTo>
                <a:lnTo>
                  <a:pt x="76200" y="361950"/>
                </a:lnTo>
                <a:lnTo>
                  <a:pt x="57150" y="361950"/>
                </a:lnTo>
                <a:lnTo>
                  <a:pt x="57150" y="352425"/>
                </a:lnTo>
                <a:lnTo>
                  <a:pt x="47625" y="352425"/>
                </a:lnTo>
                <a:lnTo>
                  <a:pt x="47625" y="342900"/>
                </a:lnTo>
                <a:lnTo>
                  <a:pt x="38100" y="342900"/>
                </a:lnTo>
                <a:lnTo>
                  <a:pt x="38100" y="333375"/>
                </a:lnTo>
                <a:lnTo>
                  <a:pt x="28575" y="333375"/>
                </a:lnTo>
                <a:lnTo>
                  <a:pt x="28575" y="323850"/>
                </a:lnTo>
                <a:lnTo>
                  <a:pt x="19050" y="323850"/>
                </a:lnTo>
                <a:lnTo>
                  <a:pt x="19050" y="304800"/>
                </a:lnTo>
                <a:lnTo>
                  <a:pt x="9525" y="304800"/>
                </a:lnTo>
                <a:lnTo>
                  <a:pt x="9525" y="295275"/>
                </a:lnTo>
                <a:lnTo>
                  <a:pt x="0" y="295275"/>
                </a:lnTo>
                <a:lnTo>
                  <a:pt x="0" y="266700"/>
                </a:lnTo>
                <a:lnTo>
                  <a:pt x="19050" y="266700"/>
                </a:lnTo>
                <a:lnTo>
                  <a:pt x="19050" y="276225"/>
                </a:lnTo>
                <a:lnTo>
                  <a:pt x="28575" y="276225"/>
                </a:lnTo>
                <a:lnTo>
                  <a:pt x="28575" y="295275"/>
                </a:lnTo>
                <a:lnTo>
                  <a:pt x="38100" y="295275"/>
                </a:lnTo>
                <a:lnTo>
                  <a:pt x="38100" y="304800"/>
                </a:lnTo>
                <a:lnTo>
                  <a:pt x="47625" y="304800"/>
                </a:lnTo>
                <a:lnTo>
                  <a:pt x="47625" y="314325"/>
                </a:lnTo>
                <a:lnTo>
                  <a:pt x="57150" y="314325"/>
                </a:lnTo>
                <a:lnTo>
                  <a:pt x="57150" y="323850"/>
                </a:lnTo>
                <a:lnTo>
                  <a:pt x="66675" y="323850"/>
                </a:lnTo>
                <a:lnTo>
                  <a:pt x="66675" y="333375"/>
                </a:lnTo>
                <a:lnTo>
                  <a:pt x="76200" y="333375"/>
                </a:lnTo>
                <a:lnTo>
                  <a:pt x="76200" y="342900"/>
                </a:lnTo>
                <a:lnTo>
                  <a:pt x="104775" y="342900"/>
                </a:lnTo>
                <a:lnTo>
                  <a:pt x="104775" y="352425"/>
                </a:lnTo>
                <a:lnTo>
                  <a:pt x="114300" y="352425"/>
                </a:lnTo>
                <a:lnTo>
                  <a:pt x="114300" y="342900"/>
                </a:lnTo>
                <a:lnTo>
                  <a:pt x="133350" y="342900"/>
                </a:lnTo>
                <a:lnTo>
                  <a:pt x="133350" y="333375"/>
                </a:lnTo>
                <a:lnTo>
                  <a:pt x="142875" y="333375"/>
                </a:lnTo>
                <a:lnTo>
                  <a:pt x="142875" y="276225"/>
                </a:lnTo>
                <a:lnTo>
                  <a:pt x="133350" y="276225"/>
                </a:lnTo>
                <a:lnTo>
                  <a:pt x="133350" y="266700"/>
                </a:lnTo>
                <a:lnTo>
                  <a:pt x="114300" y="266700"/>
                </a:lnTo>
                <a:lnTo>
                  <a:pt x="114300" y="257175"/>
                </a:lnTo>
                <a:lnTo>
                  <a:pt x="76200" y="257175"/>
                </a:lnTo>
                <a:lnTo>
                  <a:pt x="76200" y="247650"/>
                </a:lnTo>
                <a:lnTo>
                  <a:pt x="66675" y="247650"/>
                </a:lnTo>
                <a:lnTo>
                  <a:pt x="66675" y="238125"/>
                </a:lnTo>
                <a:lnTo>
                  <a:pt x="85725" y="238125"/>
                </a:lnTo>
                <a:lnTo>
                  <a:pt x="85725" y="228600"/>
                </a:lnTo>
                <a:lnTo>
                  <a:pt x="104775" y="228600"/>
                </a:lnTo>
                <a:lnTo>
                  <a:pt x="104775" y="219075"/>
                </a:lnTo>
                <a:lnTo>
                  <a:pt x="114300" y="219075"/>
                </a:lnTo>
                <a:lnTo>
                  <a:pt x="114300" y="209550"/>
                </a:lnTo>
                <a:lnTo>
                  <a:pt x="123825" y="209550"/>
                </a:lnTo>
                <a:lnTo>
                  <a:pt x="123825" y="171450"/>
                </a:lnTo>
                <a:lnTo>
                  <a:pt x="114300" y="171450"/>
                </a:lnTo>
                <a:lnTo>
                  <a:pt x="114300" y="161925"/>
                </a:lnTo>
                <a:lnTo>
                  <a:pt x="95250" y="161925"/>
                </a:lnTo>
                <a:lnTo>
                  <a:pt x="95250" y="152400"/>
                </a:lnTo>
                <a:lnTo>
                  <a:pt x="85725" y="152400"/>
                </a:lnTo>
                <a:lnTo>
                  <a:pt x="85725" y="161925"/>
                </a:lnTo>
                <a:lnTo>
                  <a:pt x="66675" y="161925"/>
                </a:lnTo>
                <a:lnTo>
                  <a:pt x="66675" y="171450"/>
                </a:lnTo>
                <a:lnTo>
                  <a:pt x="47625" y="1714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15D93FEB-E278-4C82-A6B4-CD51D42D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1801475"/>
            <a:ext cx="38100" cy="200025"/>
          </a:xfrm>
          <a:custGeom xmlns:a="http://schemas.openxmlformats.org/drawingml/2006/main">
            <a:pathLst>
              <a:path w="38100" h="200025">
                <a:moveTo>
                  <a:pt x="0" y="0"/>
                </a:moveTo>
                <a:lnTo>
                  <a:pt x="38100" y="0"/>
                </a:lnTo>
                <a:lnTo>
                  <a:pt x="38100" y="190500"/>
                </a:lnTo>
                <a:lnTo>
                  <a:pt x="28575" y="190500"/>
                </a:lnTo>
                <a:lnTo>
                  <a:pt x="285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FAEEB53C-CDBD-4502-A477-AF271510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1801475"/>
            <a:ext cx="47625" cy="200025"/>
          </a:xfrm>
          <a:custGeom xmlns:a="http://schemas.openxmlformats.org/drawingml/2006/main">
            <a:pathLst>
              <a:path w="47625" h="200025">
                <a:moveTo>
                  <a:pt x="9525" y="19050"/>
                </a:moveTo>
                <a:lnTo>
                  <a:pt x="0" y="19050"/>
                </a:lnTo>
                <a:lnTo>
                  <a:pt x="0" y="0"/>
                </a:lnTo>
                <a:lnTo>
                  <a:pt x="47625" y="0"/>
                </a:lnTo>
                <a:lnTo>
                  <a:pt x="47625" y="95250"/>
                </a:lnTo>
                <a:lnTo>
                  <a:pt x="38100" y="95250"/>
                </a:lnTo>
                <a:lnTo>
                  <a:pt x="38100" y="200025"/>
                </a:lnTo>
                <a:lnTo>
                  <a:pt x="9525" y="200025"/>
                </a:lnTo>
                <a:lnTo>
                  <a:pt x="9525" y="190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4D83DF88-C13F-4B0F-AE1B-7B20D56C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039600"/>
            <a:ext cx="38100" cy="47625"/>
          </a:xfrm>
          <a:custGeom xmlns:a="http://schemas.openxmlformats.org/drawingml/2006/main">
            <a:pathLst>
              <a:path w="38100" h="47625">
                <a:moveTo>
                  <a:pt x="9525" y="38100"/>
                </a:moveTo>
                <a:lnTo>
                  <a:pt x="0" y="3810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lnTo>
                  <a:pt x="28575" y="0"/>
                </a:lnTo>
                <a:lnTo>
                  <a:pt x="28575" y="9525"/>
                </a:lnTo>
                <a:lnTo>
                  <a:pt x="38100" y="9525"/>
                </a:lnTo>
                <a:lnTo>
                  <a:pt x="38100" y="38100"/>
                </a:lnTo>
                <a:lnTo>
                  <a:pt x="28575" y="38100"/>
                </a:lnTo>
                <a:lnTo>
                  <a:pt x="28575" y="47625"/>
                </a:lnTo>
                <a:lnTo>
                  <a:pt x="9525" y="47625"/>
                </a:lnTo>
                <a:lnTo>
                  <a:pt x="9525" y="381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Native source glyph Marathi">
            <a:extLst xmlns:a="http://schemas.openxmlformats.org/drawingml/2006/main">
              <a:ext uri="{FF2B5EF4-FFF2-40B4-BE49-F238E27FC236}">
                <a16:creationId xmlns:a16="http://schemas.microsoft.com/office/drawing/2014/main" id="{270B0A07-C7F9-4CDB-814E-68C0DA53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2039600"/>
            <a:ext cx="47625" cy="47625"/>
          </a:xfrm>
          <a:custGeom xmlns:a="http://schemas.openxmlformats.org/drawingml/2006/main">
            <a:pathLst>
              <a:path w="47625" h="47625">
                <a:moveTo>
                  <a:pt x="19050" y="47625"/>
                </a:moveTo>
                <a:lnTo>
                  <a:pt x="19050" y="38100"/>
                </a:lnTo>
                <a:lnTo>
                  <a:pt x="9525" y="38100"/>
                </a:lnTo>
                <a:lnTo>
                  <a:pt x="9525" y="28575"/>
                </a:lnTo>
                <a:lnTo>
                  <a:pt x="0" y="28575"/>
                </a:lnTo>
                <a:lnTo>
                  <a:pt x="0" y="19050"/>
                </a:lnTo>
                <a:lnTo>
                  <a:pt x="9525" y="19050"/>
                </a:lnTo>
                <a:lnTo>
                  <a:pt x="9525" y="0"/>
                </a:ln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38100"/>
                </a:lnTo>
                <a:lnTo>
                  <a:pt x="28575" y="38100"/>
                </a:lnTo>
                <a:lnTo>
                  <a:pt x="28575" y="47625"/>
                </a:lnTo>
                <a:lnTo>
                  <a:pt x="190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AI096-176">
            <a:extLst xmlns:a="http://schemas.openxmlformats.org/drawingml/2006/main">
              <a:ext uri="{FF2B5EF4-FFF2-40B4-BE49-F238E27FC236}">
                <a16:creationId xmlns:a16="http://schemas.microsoft.com/office/drawing/2014/main" id="{12A0D739-A0A9-4EB5-A9B8-522FF54B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4335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064"/>
          </a:solidFill>
          <a:ln xmlns:a="http://schemas.openxmlformats.org/drawingml/2006/main" w="17145">
            <a:solidFill>
              <a:srgbClr val="FF6064"/>
            </a:solidFill>
          </a:ln>
        </p:spPr>
      </p:sp>
      <p:sp>
        <p:nvSpPr>
          <p:cNvPr id="177" name="AI096-177">
            <a:extLst xmlns:a="http://schemas.openxmlformats.org/drawingml/2006/main">
              <a:ext uri="{FF2B5EF4-FFF2-40B4-BE49-F238E27FC236}">
                <a16:creationId xmlns:a16="http://schemas.microsoft.com/office/drawing/2014/main" id="{101F547B-B16A-4A54-9B4D-296F5445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52900"/>
            <a:ext cx="19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064"/>
          </a:solidFill>
          <a:ln xmlns:a="http://schemas.openxmlformats.org/drawingml/2006/main" w="17145">
            <a:solidFill>
              <a:srgbClr val="FF6064"/>
            </a:solidFill>
          </a:ln>
        </p:spPr>
      </p:sp>
      <p:sp>
        <p:nvSpPr>
          <p:cNvPr id="178" name="AI096-178">
            <a:extLst xmlns:a="http://schemas.openxmlformats.org/drawingml/2006/main">
              <a:ext uri="{FF2B5EF4-FFF2-40B4-BE49-F238E27FC236}">
                <a16:creationId xmlns:a16="http://schemas.microsoft.com/office/drawing/2014/main" id="{D71FD766-1BB5-4CB5-A8EB-1F6D72D8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81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064"/>
          </a:solidFill>
          <a:ln xmlns:a="http://schemas.openxmlformats.org/drawingml/2006/main" w="17145">
            <a:solidFill>
              <a:srgbClr val="FF6064"/>
            </a:solidFill>
          </a:ln>
        </p:spPr>
      </p:sp>
      <p:sp>
        <p:nvSpPr>
          <p:cNvPr id="179" name="AI096-179">
            <a:extLst xmlns:a="http://schemas.openxmlformats.org/drawingml/2006/main">
              <a:ext uri="{FF2B5EF4-FFF2-40B4-BE49-F238E27FC236}">
                <a16:creationId xmlns:a16="http://schemas.microsoft.com/office/drawing/2014/main" id="{438B8463-58CD-4BC8-83E1-EA19F080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:Intensity</a:t>
            </a:r>
          </a:p>
        </p:txBody>
      </p:sp>
      <p:sp>
        <p:nvSpPr>
          <p:cNvPr id="180" name="AI096-180">
            <a:extLst xmlns:a="http://schemas.openxmlformats.org/drawingml/2006/main">
              <a:ext uri="{FF2B5EF4-FFF2-40B4-BE49-F238E27FC236}">
                <a16:creationId xmlns:a16="http://schemas.microsoft.com/office/drawing/2014/main" id="{369243CD-5075-4259-B54E-2B142CF9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1435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EFF"/>
          </a:solidFill>
          <a:ln xmlns:a="http://schemas.openxmlformats.org/drawingml/2006/main" w="17145">
            <a:solidFill>
              <a:srgbClr val="4E8EFF"/>
            </a:solidFill>
          </a:ln>
        </p:spPr>
      </p:sp>
      <p:sp>
        <p:nvSpPr>
          <p:cNvPr id="181" name="AI096-181">
            <a:extLst xmlns:a="http://schemas.openxmlformats.org/drawingml/2006/main">
              <a:ext uri="{FF2B5EF4-FFF2-40B4-BE49-F238E27FC236}">
                <a16:creationId xmlns:a16="http://schemas.microsoft.com/office/drawing/2014/main" id="{E0658662-BDF8-4F9E-AD48-1864F1F5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4914900"/>
            <a:ext cx="19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EFF"/>
          </a:solidFill>
          <a:ln xmlns:a="http://schemas.openxmlformats.org/drawingml/2006/main" w="17145">
            <a:solidFill>
              <a:srgbClr val="4E8EFF"/>
            </a:solidFill>
          </a:ln>
        </p:spPr>
      </p:sp>
      <p:sp>
        <p:nvSpPr>
          <p:cNvPr id="182" name="AI096-182">
            <a:extLst xmlns:a="http://schemas.openxmlformats.org/drawingml/2006/main">
              <a:ext uri="{FF2B5EF4-FFF2-40B4-BE49-F238E27FC236}">
                <a16:creationId xmlns:a16="http://schemas.microsoft.com/office/drawing/2014/main" id="{4F471EEF-91F6-40C0-BCBA-07F027CB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4705350"/>
            <a:ext cx="19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E8EFF"/>
            </a:solidFill>
          </a:ln>
        </p:spPr>
      </p:sp>
      <p:sp>
        <p:nvSpPr>
          <p:cNvPr id="183" name="AI096-183">
            <a:extLst xmlns:a="http://schemas.openxmlformats.org/drawingml/2006/main">
              <a:ext uri="{FF2B5EF4-FFF2-40B4-BE49-F238E27FC236}">
                <a16:creationId xmlns:a16="http://schemas.microsoft.com/office/drawing/2014/main" id="{DE3716CB-74E5-4716-81BF-6952F3EA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8387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Intensity:</a:t>
            </a:r>
          </a:p>
        </p:txBody>
      </p:sp>
      <p:sp>
        <p:nvSpPr>
          <p:cNvPr id="184" name="AI096-184">
            <a:extLst xmlns:a="http://schemas.openxmlformats.org/drawingml/2006/main">
              <a:ext uri="{FF2B5EF4-FFF2-40B4-BE49-F238E27FC236}">
                <a16:creationId xmlns:a16="http://schemas.microsoft.com/office/drawing/2014/main" id="{409F8942-1A37-4E2E-A6EF-D8F6EF42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851535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7D98F"/>
            </a:solidFill>
          </a:ln>
        </p:spPr>
      </p:sp>
      <p:sp>
        <p:nvSpPr>
          <p:cNvPr id="185" name="AI096-185">
            <a:extLst xmlns:a="http://schemas.openxmlformats.org/drawingml/2006/main">
              <a:ext uri="{FF2B5EF4-FFF2-40B4-BE49-F238E27FC236}">
                <a16:creationId xmlns:a16="http://schemas.microsoft.com/office/drawing/2014/main" id="{38C250E5-F4FC-4B13-8BAD-95B5487E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724900"/>
            <a:ext cx="19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98F"/>
          </a:solidFill>
          <a:ln xmlns:a="http://schemas.openxmlformats.org/drawingml/2006/main" w="17145">
            <a:solidFill>
              <a:srgbClr val="37D98F"/>
            </a:solidFill>
          </a:ln>
        </p:spPr>
      </p:sp>
      <p:sp>
        <p:nvSpPr>
          <p:cNvPr id="186" name="AI096-186">
            <a:extLst xmlns:a="http://schemas.openxmlformats.org/drawingml/2006/main">
              <a:ext uri="{FF2B5EF4-FFF2-40B4-BE49-F238E27FC236}">
                <a16:creationId xmlns:a16="http://schemas.microsoft.com/office/drawing/2014/main" id="{9F8EF585-3281-4CAD-8B39-CA161A68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8953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98F"/>
          </a:solidFill>
          <a:ln xmlns:a="http://schemas.openxmlformats.org/drawingml/2006/main" w="17145">
            <a:solidFill>
              <a:srgbClr val="37D98F"/>
            </a:solidFill>
          </a:ln>
        </p:spPr>
      </p:sp>
      <p:sp>
        <p:nvSpPr>
          <p:cNvPr id="187" name="AI096-187">
            <a:extLst xmlns:a="http://schemas.openxmlformats.org/drawingml/2006/main">
              <a:ext uri="{FF2B5EF4-FFF2-40B4-BE49-F238E27FC236}">
                <a16:creationId xmlns:a16="http://schemas.microsoft.com/office/drawing/2014/main" id="{7223AB4C-AFF3-4F16-A478-BEC4A09B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1535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9436"/>
            </a:solidFill>
          </a:ln>
        </p:spPr>
      </p:sp>
      <p:sp>
        <p:nvSpPr>
          <p:cNvPr id="188" name="AI096-188">
            <a:extLst xmlns:a="http://schemas.openxmlformats.org/drawingml/2006/main">
              <a:ext uri="{FF2B5EF4-FFF2-40B4-BE49-F238E27FC236}">
                <a16:creationId xmlns:a16="http://schemas.microsoft.com/office/drawing/2014/main" id="{9D4C5396-2231-44C5-BBF6-3C0BD9B6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724900"/>
            <a:ext cx="19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436"/>
          </a:solidFill>
          <a:ln xmlns:a="http://schemas.openxmlformats.org/drawingml/2006/main" w="17145">
            <a:solidFill>
              <a:srgbClr val="FF9436"/>
            </a:solidFill>
          </a:ln>
        </p:spPr>
      </p:sp>
      <p:sp>
        <p:nvSpPr>
          <p:cNvPr id="189" name="AI096-189">
            <a:extLst xmlns:a="http://schemas.openxmlformats.org/drawingml/2006/main">
              <a:ext uri="{FF2B5EF4-FFF2-40B4-BE49-F238E27FC236}">
                <a16:creationId xmlns:a16="http://schemas.microsoft.com/office/drawing/2014/main" id="{AD9C5EFA-4225-479B-B801-846DD1EA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953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436"/>
          </a:solidFill>
          <a:ln xmlns:a="http://schemas.openxmlformats.org/drawingml/2006/main" w="17145">
            <a:solidFill>
              <a:srgbClr val="FF9436"/>
            </a:solidFill>
          </a:ln>
        </p:spPr>
      </p:sp>
      <p:sp>
        <p:nvSpPr>
          <p:cNvPr id="190" name="AI096-190">
            <a:extLst xmlns:a="http://schemas.openxmlformats.org/drawingml/2006/main">
              <a:ext uri="{FF2B5EF4-FFF2-40B4-BE49-F238E27FC236}">
                <a16:creationId xmlns:a16="http://schemas.microsoft.com/office/drawing/2014/main" id="{53A33874-6443-43CD-81FB-1115007B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6868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:Intensity</a:t>
            </a:r>
          </a:p>
        </p:txBody>
      </p:sp>
      <p:sp>
        <p:nvSpPr>
          <p:cNvPr id="191" name="AI096-191">
            <a:extLst xmlns:a="http://schemas.openxmlformats.org/drawingml/2006/main">
              <a:ext uri="{FF2B5EF4-FFF2-40B4-BE49-F238E27FC236}">
                <a16:creationId xmlns:a16="http://schemas.microsoft.com/office/drawing/2014/main" id="{A0BC255A-8CFB-4B93-85B8-CE0F9B45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95821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1A1"/>
          </a:solidFill>
          <a:ln xmlns:a="http://schemas.openxmlformats.org/drawingml/2006/main" w="17145">
            <a:solidFill>
              <a:srgbClr val="A1A1A1"/>
            </a:solidFill>
          </a:ln>
        </p:spPr>
      </p:sp>
      <p:sp>
        <p:nvSpPr>
          <p:cNvPr id="192" name="AI096-192">
            <a:extLst xmlns:a="http://schemas.openxmlformats.org/drawingml/2006/main">
              <a:ext uri="{FF2B5EF4-FFF2-40B4-BE49-F238E27FC236}">
                <a16:creationId xmlns:a16="http://schemas.microsoft.com/office/drawing/2014/main" id="{43E44510-9134-4456-A0C3-DCDE1883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9353550"/>
            <a:ext cx="19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1A1"/>
          </a:solidFill>
          <a:ln xmlns:a="http://schemas.openxmlformats.org/drawingml/2006/main" w="17145">
            <a:solidFill>
              <a:srgbClr val="A1A1A1"/>
            </a:solidFill>
          </a:ln>
        </p:spPr>
      </p:sp>
      <p:sp>
        <p:nvSpPr>
          <p:cNvPr id="193" name="AI096-193">
            <a:extLst xmlns:a="http://schemas.openxmlformats.org/drawingml/2006/main">
              <a:ext uri="{FF2B5EF4-FFF2-40B4-BE49-F238E27FC236}">
                <a16:creationId xmlns:a16="http://schemas.microsoft.com/office/drawing/2014/main" id="{C4241719-B720-4F62-8187-34D4235E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912495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1A1"/>
          </a:solidFill>
          <a:ln xmlns:a="http://schemas.openxmlformats.org/drawingml/2006/main" w="17145">
            <a:solidFill>
              <a:srgbClr val="A1A1A1"/>
            </a:solidFill>
          </a:ln>
        </p:spPr>
      </p:sp>
      <p:sp>
        <p:nvSpPr>
          <p:cNvPr id="194" name="AI096-194">
            <a:extLst xmlns:a="http://schemas.openxmlformats.org/drawingml/2006/main">
              <a:ext uri="{FF2B5EF4-FFF2-40B4-BE49-F238E27FC236}">
                <a16:creationId xmlns:a16="http://schemas.microsoft.com/office/drawing/2014/main" id="{9B682714-B293-4A1A-BF06-BBE3FEFB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93154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Intensity:</a:t>
            </a:r>
          </a:p>
        </p:txBody>
      </p:sp>
      <p:sp>
        <p:nvSpPr>
          <p:cNvPr id="195" name="AI096-195">
            <a:extLst xmlns:a="http://schemas.openxmlformats.org/drawingml/2006/main">
              <a:ext uri="{FF2B5EF4-FFF2-40B4-BE49-F238E27FC236}">
                <a16:creationId xmlns:a16="http://schemas.microsoft.com/office/drawing/2014/main" id="{BB8F277A-6F84-4CA6-B464-221CDF66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297305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8DB98"/>
            </a:solidFill>
          </a:ln>
        </p:spPr>
      </p:sp>
      <p:sp>
        <p:nvSpPr>
          <p:cNvPr id="196" name="AI096-196">
            <a:extLst xmlns:a="http://schemas.openxmlformats.org/drawingml/2006/main">
              <a:ext uri="{FF2B5EF4-FFF2-40B4-BE49-F238E27FC236}">
                <a16:creationId xmlns:a16="http://schemas.microsoft.com/office/drawing/2014/main" id="{06324FE1-2429-4CA9-8366-92864255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182600"/>
            <a:ext cx="19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B98"/>
          </a:solidFill>
          <a:ln xmlns:a="http://schemas.openxmlformats.org/drawingml/2006/main" w="17145">
            <a:solidFill>
              <a:srgbClr val="38DB98"/>
            </a:solidFill>
          </a:ln>
        </p:spPr>
      </p:sp>
      <p:sp>
        <p:nvSpPr>
          <p:cNvPr id="197" name="AI096-197">
            <a:extLst xmlns:a="http://schemas.openxmlformats.org/drawingml/2006/main">
              <a:ext uri="{FF2B5EF4-FFF2-40B4-BE49-F238E27FC236}">
                <a16:creationId xmlns:a16="http://schemas.microsoft.com/office/drawing/2014/main" id="{CB0E16C1-3B6A-4D77-BAC7-287525DC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4112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B98"/>
          </a:solidFill>
          <a:ln xmlns:a="http://schemas.openxmlformats.org/drawingml/2006/main" w="17145">
            <a:solidFill>
              <a:srgbClr val="38DB98"/>
            </a:solidFill>
          </a:ln>
        </p:spPr>
      </p:sp>
      <p:sp>
        <p:nvSpPr>
          <p:cNvPr id="198" name="AI096-198">
            <a:extLst xmlns:a="http://schemas.openxmlformats.org/drawingml/2006/main">
              <a:ext uri="{FF2B5EF4-FFF2-40B4-BE49-F238E27FC236}">
                <a16:creationId xmlns:a16="http://schemas.microsoft.com/office/drawing/2014/main" id="{D53207EC-0489-47AE-964D-894959CD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1635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:Intensity</a:t>
            </a:r>
          </a:p>
        </p:txBody>
      </p:sp>
      <p:sp>
        <p:nvSpPr>
          <p:cNvPr id="199" name="AI096-199">
            <a:extLst xmlns:a="http://schemas.openxmlformats.org/drawingml/2006/main">
              <a:ext uri="{FF2B5EF4-FFF2-40B4-BE49-F238E27FC236}">
                <a16:creationId xmlns:a16="http://schemas.microsoft.com/office/drawing/2014/main" id="{610318A2-D57C-47EB-AFEA-7CE07D9E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132397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00"/>
          </a:solidFill>
          <a:ln xmlns:a="http://schemas.openxmlformats.org/drawingml/2006/main" w="17145">
            <a:solidFill>
              <a:srgbClr val="FFE500"/>
            </a:solidFill>
          </a:ln>
        </p:spPr>
      </p:sp>
      <p:sp>
        <p:nvSpPr>
          <p:cNvPr id="200" name="AI096-200">
            <a:extLst xmlns:a="http://schemas.openxmlformats.org/drawingml/2006/main">
              <a:ext uri="{FF2B5EF4-FFF2-40B4-BE49-F238E27FC236}">
                <a16:creationId xmlns:a16="http://schemas.microsoft.com/office/drawing/2014/main" id="{6E8E0660-C494-4469-B655-744C6864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3030200"/>
            <a:ext cx="19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E500"/>
            </a:solidFill>
          </a:ln>
        </p:spPr>
      </p:sp>
      <p:sp>
        <p:nvSpPr>
          <p:cNvPr id="201" name="AI096-201">
            <a:extLst xmlns:a="http://schemas.openxmlformats.org/drawingml/2006/main">
              <a:ext uri="{FF2B5EF4-FFF2-40B4-BE49-F238E27FC236}">
                <a16:creationId xmlns:a16="http://schemas.microsoft.com/office/drawing/2014/main" id="{CB296757-8DCA-4483-BC22-D2E8563D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12820650"/>
            <a:ext cx="19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E500"/>
            </a:solidFill>
          </a:ln>
        </p:spPr>
      </p:sp>
      <p:sp>
        <p:nvSpPr>
          <p:cNvPr id="202" name="AI096-202">
            <a:extLst xmlns:a="http://schemas.openxmlformats.org/drawingml/2006/main">
              <a:ext uri="{FF2B5EF4-FFF2-40B4-BE49-F238E27FC236}">
                <a16:creationId xmlns:a16="http://schemas.microsoft.com/office/drawing/2014/main" id="{B1138661-8997-4636-AF17-B92B6552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130111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Intensity:</a:t>
            </a:r>
          </a:p>
        </p:txBody>
      </p:sp>
      <p:sp>
        <p:nvSpPr>
          <p:cNvPr id="203" name="AI096-203">
            <a:extLst xmlns:a="http://schemas.openxmlformats.org/drawingml/2006/main">
              <a:ext uri="{FF2B5EF4-FFF2-40B4-BE49-F238E27FC236}">
                <a16:creationId xmlns:a16="http://schemas.microsoft.com/office/drawing/2014/main" id="{A80A433D-16AE-492F-8F52-61AD16AF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953250"/>
            <a:ext cx="3333750" cy="2952750"/>
          </a:xfrm>
          <a:prstGeom xmlns:a="http://schemas.openxmlformats.org/drawingml/2006/main" prst="roundRect">
            <a:avLst>
              <a:gd name="adj" fmla="val 15484"/>
            </a:avLst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204" name="AI096-204">
            <a:extLst xmlns:a="http://schemas.openxmlformats.org/drawingml/2006/main">
              <a:ext uri="{FF2B5EF4-FFF2-40B4-BE49-F238E27FC236}">
                <a16:creationId xmlns:a16="http://schemas.microsoft.com/office/drawing/2014/main" id="{D708CE7E-4D0E-48C3-A7BF-77AA275F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191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75" b="0">
                <a:solidFill>
                  <a:srgbClr val="EEEEEE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EEEEEE"/>
                </a:solidFill>
                <a:latin typeface="Arial"/>
                <a:ea typeface="Arial"/>
                <a:cs typeface="Arial"/>
              </a:rPr>
              <a:t>BRIGHTER</a:t>
            </a:r>
          </a:p>
        </p:txBody>
      </p:sp>
      <p:sp>
        <p:nvSpPr>
          <p:cNvPr id="205" name="AI096-path-205">
            <a:extLst xmlns:a="http://schemas.openxmlformats.org/drawingml/2006/main">
              <a:ext uri="{FF2B5EF4-FFF2-40B4-BE49-F238E27FC236}">
                <a16:creationId xmlns:a16="http://schemas.microsoft.com/office/drawing/2014/main" id="{6487D16A-4A5E-4223-908E-B0075F13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660" y="7734300"/>
            <a:ext cx="335280" cy="457200"/>
          </a:xfrm>
          <a:custGeom xmlns:a="http://schemas.openxmlformats.org/drawingml/2006/main">
            <a:pathLst>
              <a:path w="335280" h="457200">
                <a:moveTo>
                  <a:pt x="167640" y="0"/>
                </a:moveTo>
                <a:lnTo>
                  <a:pt x="204521" y="173736"/>
                </a:lnTo>
                <a:lnTo>
                  <a:pt x="335280" y="228600"/>
                </a:lnTo>
                <a:lnTo>
                  <a:pt x="204521" y="283464"/>
                </a:lnTo>
                <a:lnTo>
                  <a:pt x="167640" y="457200"/>
                </a:lnTo>
                <a:lnTo>
                  <a:pt x="130759" y="283464"/>
                </a:lnTo>
                <a:lnTo>
                  <a:pt x="0" y="228600"/>
                </a:lnTo>
                <a:lnTo>
                  <a:pt x="130759" y="17373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AI096-path-206">
            <a:extLst xmlns:a="http://schemas.openxmlformats.org/drawingml/2006/main">
              <a:ext uri="{FF2B5EF4-FFF2-40B4-BE49-F238E27FC236}">
                <a16:creationId xmlns:a16="http://schemas.microsoft.com/office/drawing/2014/main" id="{46037D2B-218D-4E2D-8A95-79158842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7960995"/>
            <a:ext cx="160020" cy="232410"/>
          </a:xfrm>
          <a:custGeom xmlns:a="http://schemas.openxmlformats.org/drawingml/2006/main">
            <a:pathLst>
              <a:path w="160020" h="232410">
                <a:moveTo>
                  <a:pt x="80010" y="0"/>
                </a:moveTo>
                <a:lnTo>
                  <a:pt x="97612" y="88316"/>
                </a:lnTo>
                <a:lnTo>
                  <a:pt x="160020" y="116205"/>
                </a:lnTo>
                <a:lnTo>
                  <a:pt x="97612" y="144094"/>
                </a:lnTo>
                <a:lnTo>
                  <a:pt x="80010" y="232410"/>
                </a:lnTo>
                <a:lnTo>
                  <a:pt x="62408" y="144094"/>
                </a:lnTo>
                <a:lnTo>
                  <a:pt x="0" y="116205"/>
                </a:lnTo>
                <a:lnTo>
                  <a:pt x="62408" y="8831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AI096-path-207">
            <a:extLst xmlns:a="http://schemas.openxmlformats.org/drawingml/2006/main">
              <a:ext uri="{FF2B5EF4-FFF2-40B4-BE49-F238E27FC236}">
                <a16:creationId xmlns:a16="http://schemas.microsoft.com/office/drawing/2014/main" id="{BC4A93EC-B905-4FF5-9FC8-7BE88B25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465" y="7730490"/>
            <a:ext cx="102870" cy="160020"/>
          </a:xfrm>
          <a:custGeom xmlns:a="http://schemas.openxmlformats.org/drawingml/2006/main">
            <a:pathLst>
              <a:path w="102870" h="160020">
                <a:moveTo>
                  <a:pt x="51435" y="0"/>
                </a:moveTo>
                <a:lnTo>
                  <a:pt x="62751" y="60808"/>
                </a:lnTo>
                <a:lnTo>
                  <a:pt x="102870" y="80010"/>
                </a:lnTo>
                <a:lnTo>
                  <a:pt x="62751" y="99212"/>
                </a:lnTo>
                <a:lnTo>
                  <a:pt x="51435" y="160020"/>
                </a:lnTo>
                <a:lnTo>
                  <a:pt x="40119" y="99212"/>
                </a:lnTo>
                <a:lnTo>
                  <a:pt x="0" y="80010"/>
                </a:lnTo>
                <a:lnTo>
                  <a:pt x="40119" y="60808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AI096-path-208">
            <a:extLst xmlns:a="http://schemas.openxmlformats.org/drawingml/2006/main">
              <a:ext uri="{FF2B5EF4-FFF2-40B4-BE49-F238E27FC236}">
                <a16:creationId xmlns:a16="http://schemas.microsoft.com/office/drawing/2014/main" id="{092A7D7E-8F61-4520-90FE-1FA7616E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960" y="7734300"/>
            <a:ext cx="335280" cy="457200"/>
          </a:xfrm>
          <a:custGeom xmlns:a="http://schemas.openxmlformats.org/drawingml/2006/main">
            <a:pathLst>
              <a:path w="335280" h="457200">
                <a:moveTo>
                  <a:pt x="167640" y="0"/>
                </a:moveTo>
                <a:lnTo>
                  <a:pt x="204521" y="173736"/>
                </a:lnTo>
                <a:lnTo>
                  <a:pt x="335280" y="228600"/>
                </a:lnTo>
                <a:lnTo>
                  <a:pt x="204521" y="283464"/>
                </a:lnTo>
                <a:lnTo>
                  <a:pt x="167640" y="457200"/>
                </a:lnTo>
                <a:lnTo>
                  <a:pt x="130759" y="283464"/>
                </a:lnTo>
                <a:lnTo>
                  <a:pt x="0" y="228600"/>
                </a:lnTo>
                <a:lnTo>
                  <a:pt x="130759" y="17373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AI096-path-209">
            <a:extLst xmlns:a="http://schemas.openxmlformats.org/drawingml/2006/main">
              <a:ext uri="{FF2B5EF4-FFF2-40B4-BE49-F238E27FC236}">
                <a16:creationId xmlns:a16="http://schemas.microsoft.com/office/drawing/2014/main" id="{397D347F-299C-4B64-90A2-ADE5A8E6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040" y="7960995"/>
            <a:ext cx="160020" cy="232410"/>
          </a:xfrm>
          <a:custGeom xmlns:a="http://schemas.openxmlformats.org/drawingml/2006/main">
            <a:pathLst>
              <a:path w="160020" h="232410">
                <a:moveTo>
                  <a:pt x="80010" y="0"/>
                </a:moveTo>
                <a:lnTo>
                  <a:pt x="97612" y="88316"/>
                </a:lnTo>
                <a:lnTo>
                  <a:pt x="160020" y="116205"/>
                </a:lnTo>
                <a:lnTo>
                  <a:pt x="97612" y="144094"/>
                </a:lnTo>
                <a:lnTo>
                  <a:pt x="80010" y="232410"/>
                </a:lnTo>
                <a:lnTo>
                  <a:pt x="62408" y="144094"/>
                </a:lnTo>
                <a:lnTo>
                  <a:pt x="0" y="116205"/>
                </a:lnTo>
                <a:lnTo>
                  <a:pt x="62408" y="8831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AI096-path-210">
            <a:extLst xmlns:a="http://schemas.openxmlformats.org/drawingml/2006/main">
              <a:ext uri="{FF2B5EF4-FFF2-40B4-BE49-F238E27FC236}">
                <a16:creationId xmlns:a16="http://schemas.microsoft.com/office/drawing/2014/main" id="{8D0AD5D7-31B6-40E7-85B6-68F0137E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765" y="7730490"/>
            <a:ext cx="102870" cy="160020"/>
          </a:xfrm>
          <a:custGeom xmlns:a="http://schemas.openxmlformats.org/drawingml/2006/main">
            <a:pathLst>
              <a:path w="102870" h="160020">
                <a:moveTo>
                  <a:pt x="51435" y="0"/>
                </a:moveTo>
                <a:lnTo>
                  <a:pt x="62751" y="60808"/>
                </a:lnTo>
                <a:lnTo>
                  <a:pt x="102870" y="80010"/>
                </a:lnTo>
                <a:lnTo>
                  <a:pt x="62751" y="99212"/>
                </a:lnTo>
                <a:lnTo>
                  <a:pt x="51435" y="160020"/>
                </a:lnTo>
                <a:lnTo>
                  <a:pt x="40119" y="99212"/>
                </a:lnTo>
                <a:lnTo>
                  <a:pt x="0" y="80010"/>
                </a:lnTo>
                <a:lnTo>
                  <a:pt x="40119" y="60808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AI096-path-211">
            <a:extLst xmlns:a="http://schemas.openxmlformats.org/drawingml/2006/main">
              <a:ext uri="{FF2B5EF4-FFF2-40B4-BE49-F238E27FC236}">
                <a16:creationId xmlns:a16="http://schemas.microsoft.com/office/drawing/2014/main" id="{F85FCF9A-8133-42BA-81C8-496D3CD5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260" y="7734300"/>
            <a:ext cx="335280" cy="457200"/>
          </a:xfrm>
          <a:custGeom xmlns:a="http://schemas.openxmlformats.org/drawingml/2006/main">
            <a:pathLst>
              <a:path w="335280" h="457200">
                <a:moveTo>
                  <a:pt x="167640" y="0"/>
                </a:moveTo>
                <a:lnTo>
                  <a:pt x="204521" y="173736"/>
                </a:lnTo>
                <a:lnTo>
                  <a:pt x="335280" y="228600"/>
                </a:lnTo>
                <a:lnTo>
                  <a:pt x="204521" y="283464"/>
                </a:lnTo>
                <a:lnTo>
                  <a:pt x="167640" y="457200"/>
                </a:lnTo>
                <a:lnTo>
                  <a:pt x="130759" y="283464"/>
                </a:lnTo>
                <a:lnTo>
                  <a:pt x="0" y="228600"/>
                </a:lnTo>
                <a:lnTo>
                  <a:pt x="130759" y="17373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AI096-path-212">
            <a:extLst xmlns:a="http://schemas.openxmlformats.org/drawingml/2006/main">
              <a:ext uri="{FF2B5EF4-FFF2-40B4-BE49-F238E27FC236}">
                <a16:creationId xmlns:a16="http://schemas.microsoft.com/office/drawing/2014/main" id="{802ABA79-0FCD-4194-94E0-B65CF0EA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340" y="7960995"/>
            <a:ext cx="160020" cy="232410"/>
          </a:xfrm>
          <a:custGeom xmlns:a="http://schemas.openxmlformats.org/drawingml/2006/main">
            <a:pathLst>
              <a:path w="160020" h="232410">
                <a:moveTo>
                  <a:pt x="80010" y="0"/>
                </a:moveTo>
                <a:lnTo>
                  <a:pt x="97612" y="88316"/>
                </a:lnTo>
                <a:lnTo>
                  <a:pt x="160020" y="116205"/>
                </a:lnTo>
                <a:lnTo>
                  <a:pt x="97612" y="144094"/>
                </a:lnTo>
                <a:lnTo>
                  <a:pt x="80010" y="232410"/>
                </a:lnTo>
                <a:lnTo>
                  <a:pt x="62408" y="144094"/>
                </a:lnTo>
                <a:lnTo>
                  <a:pt x="0" y="116205"/>
                </a:lnTo>
                <a:lnTo>
                  <a:pt x="62408" y="8831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AI096-path-213">
            <a:extLst xmlns:a="http://schemas.openxmlformats.org/drawingml/2006/main">
              <a:ext uri="{FF2B5EF4-FFF2-40B4-BE49-F238E27FC236}">
                <a16:creationId xmlns:a16="http://schemas.microsoft.com/office/drawing/2014/main" id="{F65C3703-EE5D-4CBE-9835-71B25F91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065" y="7730490"/>
            <a:ext cx="102870" cy="160020"/>
          </a:xfrm>
          <a:custGeom xmlns:a="http://schemas.openxmlformats.org/drawingml/2006/main">
            <a:pathLst>
              <a:path w="102870" h="160020">
                <a:moveTo>
                  <a:pt x="51435" y="0"/>
                </a:moveTo>
                <a:lnTo>
                  <a:pt x="62751" y="60808"/>
                </a:lnTo>
                <a:lnTo>
                  <a:pt x="102870" y="80010"/>
                </a:lnTo>
                <a:lnTo>
                  <a:pt x="62751" y="99212"/>
                </a:lnTo>
                <a:lnTo>
                  <a:pt x="51435" y="160020"/>
                </a:lnTo>
                <a:lnTo>
                  <a:pt x="40119" y="99212"/>
                </a:lnTo>
                <a:lnTo>
                  <a:pt x="0" y="80010"/>
                </a:lnTo>
                <a:lnTo>
                  <a:pt x="40119" y="60808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AI096-path-214">
            <a:extLst xmlns:a="http://schemas.openxmlformats.org/drawingml/2006/main">
              <a:ext uri="{FF2B5EF4-FFF2-40B4-BE49-F238E27FC236}">
                <a16:creationId xmlns:a16="http://schemas.microsoft.com/office/drawing/2014/main" id="{E2A5D4D1-7CDB-4156-9314-57C6E03D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660" y="8705850"/>
            <a:ext cx="335280" cy="457200"/>
          </a:xfrm>
          <a:custGeom xmlns:a="http://schemas.openxmlformats.org/drawingml/2006/main">
            <a:pathLst>
              <a:path w="335280" h="457200">
                <a:moveTo>
                  <a:pt x="167640" y="0"/>
                </a:moveTo>
                <a:lnTo>
                  <a:pt x="204521" y="173736"/>
                </a:lnTo>
                <a:lnTo>
                  <a:pt x="335280" y="228600"/>
                </a:lnTo>
                <a:lnTo>
                  <a:pt x="204521" y="283464"/>
                </a:lnTo>
                <a:lnTo>
                  <a:pt x="167640" y="457200"/>
                </a:lnTo>
                <a:lnTo>
                  <a:pt x="130759" y="283464"/>
                </a:lnTo>
                <a:lnTo>
                  <a:pt x="0" y="228600"/>
                </a:lnTo>
                <a:lnTo>
                  <a:pt x="130759" y="17373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AI096-path-215">
            <a:extLst xmlns:a="http://schemas.openxmlformats.org/drawingml/2006/main">
              <a:ext uri="{FF2B5EF4-FFF2-40B4-BE49-F238E27FC236}">
                <a16:creationId xmlns:a16="http://schemas.microsoft.com/office/drawing/2014/main" id="{86E66934-3068-4664-9F98-3AF2B27B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8932545"/>
            <a:ext cx="160020" cy="232410"/>
          </a:xfrm>
          <a:custGeom xmlns:a="http://schemas.openxmlformats.org/drawingml/2006/main">
            <a:pathLst>
              <a:path w="160020" h="232410">
                <a:moveTo>
                  <a:pt x="80010" y="0"/>
                </a:moveTo>
                <a:lnTo>
                  <a:pt x="97612" y="88316"/>
                </a:lnTo>
                <a:lnTo>
                  <a:pt x="160020" y="116205"/>
                </a:lnTo>
                <a:lnTo>
                  <a:pt x="97612" y="144094"/>
                </a:lnTo>
                <a:lnTo>
                  <a:pt x="80010" y="232410"/>
                </a:lnTo>
                <a:lnTo>
                  <a:pt x="62408" y="144094"/>
                </a:lnTo>
                <a:lnTo>
                  <a:pt x="0" y="116205"/>
                </a:lnTo>
                <a:lnTo>
                  <a:pt x="62408" y="8831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AI096-path-216">
            <a:extLst xmlns:a="http://schemas.openxmlformats.org/drawingml/2006/main">
              <a:ext uri="{FF2B5EF4-FFF2-40B4-BE49-F238E27FC236}">
                <a16:creationId xmlns:a16="http://schemas.microsoft.com/office/drawing/2014/main" id="{1E0D92D8-1477-4B96-9FAA-1C34731E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465" y="8702040"/>
            <a:ext cx="102870" cy="160020"/>
          </a:xfrm>
          <a:custGeom xmlns:a="http://schemas.openxmlformats.org/drawingml/2006/main">
            <a:pathLst>
              <a:path w="102870" h="160020">
                <a:moveTo>
                  <a:pt x="51435" y="0"/>
                </a:moveTo>
                <a:lnTo>
                  <a:pt x="62751" y="60808"/>
                </a:lnTo>
                <a:lnTo>
                  <a:pt x="102870" y="80010"/>
                </a:lnTo>
                <a:lnTo>
                  <a:pt x="62751" y="99212"/>
                </a:lnTo>
                <a:lnTo>
                  <a:pt x="51435" y="160020"/>
                </a:lnTo>
                <a:lnTo>
                  <a:pt x="40119" y="99212"/>
                </a:lnTo>
                <a:lnTo>
                  <a:pt x="0" y="80010"/>
                </a:lnTo>
                <a:lnTo>
                  <a:pt x="40119" y="60808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AI096-path-217">
            <a:extLst xmlns:a="http://schemas.openxmlformats.org/drawingml/2006/main">
              <a:ext uri="{FF2B5EF4-FFF2-40B4-BE49-F238E27FC236}">
                <a16:creationId xmlns:a16="http://schemas.microsoft.com/office/drawing/2014/main" id="{58072925-47CD-456E-9F19-AFD1F843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960" y="8705850"/>
            <a:ext cx="335280" cy="457200"/>
          </a:xfrm>
          <a:custGeom xmlns:a="http://schemas.openxmlformats.org/drawingml/2006/main">
            <a:pathLst>
              <a:path w="335280" h="457200">
                <a:moveTo>
                  <a:pt x="167640" y="0"/>
                </a:moveTo>
                <a:lnTo>
                  <a:pt x="204521" y="173736"/>
                </a:lnTo>
                <a:lnTo>
                  <a:pt x="335280" y="228600"/>
                </a:lnTo>
                <a:lnTo>
                  <a:pt x="204521" y="283464"/>
                </a:lnTo>
                <a:lnTo>
                  <a:pt x="167640" y="457200"/>
                </a:lnTo>
                <a:lnTo>
                  <a:pt x="130759" y="283464"/>
                </a:lnTo>
                <a:lnTo>
                  <a:pt x="0" y="228600"/>
                </a:lnTo>
                <a:lnTo>
                  <a:pt x="130759" y="17373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AI096-path-218">
            <a:extLst xmlns:a="http://schemas.openxmlformats.org/drawingml/2006/main">
              <a:ext uri="{FF2B5EF4-FFF2-40B4-BE49-F238E27FC236}">
                <a16:creationId xmlns:a16="http://schemas.microsoft.com/office/drawing/2014/main" id="{0E0262AC-211A-46EA-A33E-D151643A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040" y="8932545"/>
            <a:ext cx="160020" cy="232410"/>
          </a:xfrm>
          <a:custGeom xmlns:a="http://schemas.openxmlformats.org/drawingml/2006/main">
            <a:pathLst>
              <a:path w="160020" h="232410">
                <a:moveTo>
                  <a:pt x="80010" y="0"/>
                </a:moveTo>
                <a:lnTo>
                  <a:pt x="97612" y="88316"/>
                </a:lnTo>
                <a:lnTo>
                  <a:pt x="160020" y="116205"/>
                </a:lnTo>
                <a:lnTo>
                  <a:pt x="97612" y="144094"/>
                </a:lnTo>
                <a:lnTo>
                  <a:pt x="80010" y="232410"/>
                </a:lnTo>
                <a:lnTo>
                  <a:pt x="62408" y="144094"/>
                </a:lnTo>
                <a:lnTo>
                  <a:pt x="0" y="116205"/>
                </a:lnTo>
                <a:lnTo>
                  <a:pt x="62408" y="8831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AI096-path-219">
            <a:extLst xmlns:a="http://schemas.openxmlformats.org/drawingml/2006/main">
              <a:ext uri="{FF2B5EF4-FFF2-40B4-BE49-F238E27FC236}">
                <a16:creationId xmlns:a16="http://schemas.microsoft.com/office/drawing/2014/main" id="{0C0CD161-04B7-42CA-BAB6-CD7CFAC3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765" y="8702040"/>
            <a:ext cx="102870" cy="160020"/>
          </a:xfrm>
          <a:custGeom xmlns:a="http://schemas.openxmlformats.org/drawingml/2006/main">
            <a:pathLst>
              <a:path w="102870" h="160020">
                <a:moveTo>
                  <a:pt x="51435" y="0"/>
                </a:moveTo>
                <a:lnTo>
                  <a:pt x="62751" y="60808"/>
                </a:lnTo>
                <a:lnTo>
                  <a:pt x="102870" y="80010"/>
                </a:lnTo>
                <a:lnTo>
                  <a:pt x="62751" y="99212"/>
                </a:lnTo>
                <a:lnTo>
                  <a:pt x="51435" y="160020"/>
                </a:lnTo>
                <a:lnTo>
                  <a:pt x="40119" y="99212"/>
                </a:lnTo>
                <a:lnTo>
                  <a:pt x="0" y="80010"/>
                </a:lnTo>
                <a:lnTo>
                  <a:pt x="40119" y="60808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AI096-path-220">
            <a:extLst xmlns:a="http://schemas.openxmlformats.org/drawingml/2006/main">
              <a:ext uri="{FF2B5EF4-FFF2-40B4-BE49-F238E27FC236}">
                <a16:creationId xmlns:a16="http://schemas.microsoft.com/office/drawing/2014/main" id="{00BD5001-21B8-4BB7-8C6A-76DFA8B1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260" y="8705850"/>
            <a:ext cx="335280" cy="457200"/>
          </a:xfrm>
          <a:custGeom xmlns:a="http://schemas.openxmlformats.org/drawingml/2006/main">
            <a:pathLst>
              <a:path w="335280" h="457200">
                <a:moveTo>
                  <a:pt x="167640" y="0"/>
                </a:moveTo>
                <a:lnTo>
                  <a:pt x="204521" y="173736"/>
                </a:lnTo>
                <a:lnTo>
                  <a:pt x="335280" y="228600"/>
                </a:lnTo>
                <a:lnTo>
                  <a:pt x="204521" y="283464"/>
                </a:lnTo>
                <a:lnTo>
                  <a:pt x="167640" y="457200"/>
                </a:lnTo>
                <a:lnTo>
                  <a:pt x="130759" y="283464"/>
                </a:lnTo>
                <a:lnTo>
                  <a:pt x="0" y="228600"/>
                </a:lnTo>
                <a:lnTo>
                  <a:pt x="130759" y="17373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AI096-path-221">
            <a:extLst xmlns:a="http://schemas.openxmlformats.org/drawingml/2006/main">
              <a:ext uri="{FF2B5EF4-FFF2-40B4-BE49-F238E27FC236}">
                <a16:creationId xmlns:a16="http://schemas.microsoft.com/office/drawing/2014/main" id="{C820A5D2-37B0-431D-B621-F3768E5A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340" y="8932545"/>
            <a:ext cx="160020" cy="232410"/>
          </a:xfrm>
          <a:custGeom xmlns:a="http://schemas.openxmlformats.org/drawingml/2006/main">
            <a:pathLst>
              <a:path w="160020" h="232410">
                <a:moveTo>
                  <a:pt x="80010" y="0"/>
                </a:moveTo>
                <a:lnTo>
                  <a:pt x="97612" y="88316"/>
                </a:lnTo>
                <a:lnTo>
                  <a:pt x="160020" y="116205"/>
                </a:lnTo>
                <a:lnTo>
                  <a:pt x="97612" y="144094"/>
                </a:lnTo>
                <a:lnTo>
                  <a:pt x="80010" y="232410"/>
                </a:lnTo>
                <a:lnTo>
                  <a:pt x="62408" y="144094"/>
                </a:lnTo>
                <a:lnTo>
                  <a:pt x="0" y="116205"/>
                </a:lnTo>
                <a:lnTo>
                  <a:pt x="62408" y="88316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AI096-path-222">
            <a:extLst xmlns:a="http://schemas.openxmlformats.org/drawingml/2006/main">
              <a:ext uri="{FF2B5EF4-FFF2-40B4-BE49-F238E27FC236}">
                <a16:creationId xmlns:a16="http://schemas.microsoft.com/office/drawing/2014/main" id="{58F31B85-43C8-4F5A-8A74-17860E0F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065" y="8702040"/>
            <a:ext cx="102870" cy="160020"/>
          </a:xfrm>
          <a:custGeom xmlns:a="http://schemas.openxmlformats.org/drawingml/2006/main">
            <a:pathLst>
              <a:path w="102870" h="160020">
                <a:moveTo>
                  <a:pt x="51435" y="0"/>
                </a:moveTo>
                <a:lnTo>
                  <a:pt x="62751" y="60808"/>
                </a:lnTo>
                <a:lnTo>
                  <a:pt x="102870" y="80010"/>
                </a:lnTo>
                <a:lnTo>
                  <a:pt x="62751" y="99212"/>
                </a:lnTo>
                <a:lnTo>
                  <a:pt x="51435" y="160020"/>
                </a:lnTo>
                <a:lnTo>
                  <a:pt x="40119" y="99212"/>
                </a:lnTo>
                <a:lnTo>
                  <a:pt x="0" y="80010"/>
                </a:lnTo>
                <a:lnTo>
                  <a:pt x="40119" y="60808"/>
                </a:lnTo>
                <a:close/>
              </a:path>
            </a:pathLst>
          </a:custGeom>
          <a:solidFill xmlns:a="http://schemas.openxmlformats.org/drawingml/2006/main">
            <a:srgbClr val="F9D33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7419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2026-09-08T04:31:40.4380000Z</dcterms:created>
  <dcterms:modified xsi:type="dcterms:W3CDTF">2026-09-08T04:31:40.4380000Z</dcterms:modified>
</coreProperties>
</file>