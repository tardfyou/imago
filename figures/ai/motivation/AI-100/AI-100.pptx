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bdeb7421924681" /><Relationship Type="http://schemas.openxmlformats.org/officeDocument/2006/relationships/extended-properties" Target="/docProps/app.xml" Id="R1f6710b8e9f14af5" /><Relationship Type="http://schemas.openxmlformats.org/officeDocument/2006/relationships/officeDocument" Target="/ppt/presentation.xml" Id="R54ab79e955c9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4edaa07a3747a4"/>
  </p:sldMasterIdLst>
  <p:notesMasterIdLst>
    <p:notesMasterId xmlns:r="http://schemas.openxmlformats.org/officeDocument/2006/relationships" r:id="Rccebd82150da4b7c"/>
  </p:notesMasterIdLst>
  <p:sldIdLst>
    <p:sldId xmlns:r="http://schemas.openxmlformats.org/officeDocument/2006/relationships" id="256" r:id="R9e40b2be08cf4e61"/>
  </p:sldIdLst>
  <p:sldSz cx="6257925" cy="457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f7136473c84df2" /><Relationship Type="http://schemas.openxmlformats.org/officeDocument/2006/relationships/slideMaster" Target="/ppt/slideMasters/slideMaster1.xml" Id="Ra54edaa07a3747a4" /><Relationship Type="http://schemas.openxmlformats.org/officeDocument/2006/relationships/notesMaster" Target="/ppt/notesMasters/notesMaster1.xml" Id="Rccebd82150da4b7c" /><Relationship Type="http://schemas.openxmlformats.org/officeDocument/2006/relationships/presProps" Target="/ppt/presProps.xml" Id="R69ef8fd7bd26476f" /><Relationship Type="http://schemas.openxmlformats.org/officeDocument/2006/relationships/tableStyles" Target="/ppt/tableStyles.xml" Id="Rb4b90f391d5a478d" /><Relationship Type="http://schemas.openxmlformats.org/officeDocument/2006/relationships/slide" Target="/ppt/slides/slide1.xml" Id="R9e40b2be08cf4e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a881473db0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397f33f7b54d15" /><Relationship Type="http://schemas.openxmlformats.org/officeDocument/2006/relationships/notesMaster" Target="/ppt/notesMasters/notesMaster1.xml" Id="R1eec96edfcf84e1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素材ID：AI-100</ns1:t>
            </ns1:r>
          </ns1:p>
          <ns1:p>
            <ns1:r>
              <ns1:t>论文：Evolutionary Guided Decoding: Iterative Value Refinement for LLMs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1，PDF第1页</ns1:t>
            </ns1:r>
          </ns1:p>
          <ns1:p>
            <ns1:r>
              <ns1:t>类型：动机示例</ns1:t>
            </ns1:r>
          </ns1:p>
          <ns1:p>
            <ns1:r>
              <ns1:t>借鉴点：上下对应常规和迭代方法，连续分布展示当前策略与目标差距，内嵌探索/精炼闭环解释移动过程。</ns1:t>
            </ns1:r>
          </ns1:p>
          <ns1:p>
            <ns1:r>
              <ns1:t>论文URL：https://aclanthology.org/2026.acl-long.148/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ec0a4669c43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57403814d6410b" /><Relationship Type="http://schemas.openxmlformats.org/officeDocument/2006/relationships/slideLayout" Target="/ppt/slideLayouts/slideLayout1.xml" Id="R96d71645e7c14b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d71645e7c14b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c3f2b7e5e4833" /><Relationship Type="http://schemas.openxmlformats.org/officeDocument/2006/relationships/notesSlide" Target="/ppt/notesSlides/notesSlide1.xml" Id="R61d003666a1e40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65040-0383-48FE-8B60-40CF95FD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64" y="4305816"/>
            <a:ext cx="5528834" cy="1104"/>
          </a:xfrm>
          <a:custGeom xmlns:a="http://schemas.openxmlformats.org/drawingml/2006/main">
            <a:pathLst>
              <a:path w="5528834" h="1104" fill="none">
                <a:moveTo>
                  <a:pt x="0" y="1104"/>
                </a:moveTo>
                <a:lnTo>
                  <a:pt x="5528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71" cap="flat">
            <a:solidFill>
              <a:srgbClr val="000000"/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453AA-97B3-439C-AEC1-02889D2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027" y="4265675"/>
            <a:ext cx="80282" cy="80282"/>
          </a:xfrm>
          <a:custGeom xmlns:a="http://schemas.openxmlformats.org/drawingml/2006/main">
            <a:pathLst>
              <a:path w="80282" h="80282">
                <a:moveTo>
                  <a:pt x="80282" y="40141"/>
                </a:moveTo>
                <a:lnTo>
                  <a:pt x="0" y="80282"/>
                </a:lnTo>
                <a:lnTo>
                  <a:pt x="20071" y="40141"/>
                </a:lnTo>
                <a:lnTo>
                  <a:pt x="0" y="0"/>
                </a:lnTo>
                <a:lnTo>
                  <a:pt x="80282" y="40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C4EE8-0749-46B2-96F3-777CEBE1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027" y="4265675"/>
            <a:ext cx="80282" cy="80282"/>
          </a:xfrm>
          <a:custGeom xmlns:a="http://schemas.openxmlformats.org/drawingml/2006/main">
            <a:pathLst>
              <a:path w="80282" h="80282" fill="none">
                <a:moveTo>
                  <a:pt x="80282" y="40141"/>
                </a:moveTo>
                <a:lnTo>
                  <a:pt x="0" y="80282"/>
                </a:lnTo>
                <a:lnTo>
                  <a:pt x="20071" y="40141"/>
                </a:lnTo>
                <a:lnTo>
                  <a:pt x="0" y="0"/>
                </a:lnTo>
                <a:lnTo>
                  <a:pt x="80282" y="401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71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03B54-A406-4E1B-873D-35C49C1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52" y="2744132"/>
            <a:ext cx="1992412" cy="1555350"/>
          </a:xfrm>
          <a:custGeom xmlns:a="http://schemas.openxmlformats.org/drawingml/2006/main">
            <a:pathLst>
              <a:path w="1992412" h="1555350">
                <a:moveTo>
                  <a:pt x="0" y="1555350"/>
                </a:moveTo>
                <a:lnTo>
                  <a:pt x="0" y="1555224"/>
                </a:lnTo>
                <a:lnTo>
                  <a:pt x="20125" y="1551777"/>
                </a:lnTo>
                <a:lnTo>
                  <a:pt x="40251" y="1547743"/>
                </a:lnTo>
                <a:lnTo>
                  <a:pt x="60376" y="1543039"/>
                </a:lnTo>
                <a:lnTo>
                  <a:pt x="80502" y="1537579"/>
                </a:lnTo>
                <a:lnTo>
                  <a:pt x="100627" y="1531266"/>
                </a:lnTo>
                <a:lnTo>
                  <a:pt x="120752" y="1523997"/>
                </a:lnTo>
                <a:lnTo>
                  <a:pt x="140878" y="1515664"/>
                </a:lnTo>
                <a:lnTo>
                  <a:pt x="161003" y="1506149"/>
                </a:lnTo>
                <a:lnTo>
                  <a:pt x="181128" y="1495332"/>
                </a:lnTo>
                <a:lnTo>
                  <a:pt x="201254" y="1483087"/>
                </a:lnTo>
                <a:lnTo>
                  <a:pt x="221379" y="1469284"/>
                </a:lnTo>
                <a:lnTo>
                  <a:pt x="241504" y="1453793"/>
                </a:lnTo>
                <a:lnTo>
                  <a:pt x="261630" y="1436483"/>
                </a:lnTo>
                <a:lnTo>
                  <a:pt x="281755" y="1417226"/>
                </a:lnTo>
                <a:lnTo>
                  <a:pt x="301881" y="1395896"/>
                </a:lnTo>
                <a:lnTo>
                  <a:pt x="322006" y="1372377"/>
                </a:lnTo>
                <a:lnTo>
                  <a:pt x="342131" y="1346563"/>
                </a:lnTo>
                <a:lnTo>
                  <a:pt x="362257" y="1318357"/>
                </a:lnTo>
                <a:lnTo>
                  <a:pt x="382382" y="1287682"/>
                </a:lnTo>
                <a:lnTo>
                  <a:pt x="402507" y="1254479"/>
                </a:lnTo>
                <a:lnTo>
                  <a:pt x="422633" y="1218711"/>
                </a:lnTo>
                <a:lnTo>
                  <a:pt x="442758" y="1180366"/>
                </a:lnTo>
                <a:lnTo>
                  <a:pt x="462884" y="1139462"/>
                </a:lnTo>
                <a:lnTo>
                  <a:pt x="483009" y="1096047"/>
                </a:lnTo>
                <a:lnTo>
                  <a:pt x="503134" y="1050204"/>
                </a:lnTo>
                <a:lnTo>
                  <a:pt x="523260" y="1002053"/>
                </a:lnTo>
                <a:lnTo>
                  <a:pt x="543385" y="951748"/>
                </a:lnTo>
                <a:lnTo>
                  <a:pt x="563511" y="899487"/>
                </a:lnTo>
                <a:lnTo>
                  <a:pt x="583636" y="845503"/>
                </a:lnTo>
                <a:lnTo>
                  <a:pt x="603761" y="790071"/>
                </a:lnTo>
                <a:lnTo>
                  <a:pt x="623887" y="733501"/>
                </a:lnTo>
                <a:lnTo>
                  <a:pt x="644012" y="676141"/>
                </a:lnTo>
                <a:lnTo>
                  <a:pt x="664137" y="618372"/>
                </a:lnTo>
                <a:lnTo>
                  <a:pt x="684263" y="560606"/>
                </a:lnTo>
                <a:lnTo>
                  <a:pt x="704388" y="503278"/>
                </a:lnTo>
                <a:lnTo>
                  <a:pt x="724514" y="446846"/>
                </a:lnTo>
                <a:lnTo>
                  <a:pt x="744639" y="391782"/>
                </a:lnTo>
                <a:lnTo>
                  <a:pt x="764764" y="338567"/>
                </a:lnTo>
                <a:lnTo>
                  <a:pt x="784890" y="287681"/>
                </a:lnTo>
                <a:lnTo>
                  <a:pt x="805015" y="239604"/>
                </a:lnTo>
                <a:lnTo>
                  <a:pt x="825140" y="194798"/>
                </a:lnTo>
                <a:lnTo>
                  <a:pt x="845266" y="153708"/>
                </a:lnTo>
                <a:lnTo>
                  <a:pt x="865391" y="116750"/>
                </a:lnTo>
                <a:lnTo>
                  <a:pt x="885516" y="84307"/>
                </a:lnTo>
                <a:lnTo>
                  <a:pt x="905642" y="56719"/>
                </a:lnTo>
                <a:lnTo>
                  <a:pt x="925767" y="34281"/>
                </a:lnTo>
                <a:lnTo>
                  <a:pt x="945893" y="17235"/>
                </a:lnTo>
                <a:lnTo>
                  <a:pt x="966018" y="5766"/>
                </a:lnTo>
                <a:lnTo>
                  <a:pt x="986143" y="0"/>
                </a:lnTo>
                <a:lnTo>
                  <a:pt x="1006269" y="0"/>
                </a:lnTo>
                <a:lnTo>
                  <a:pt x="1026394" y="5766"/>
                </a:lnTo>
                <a:lnTo>
                  <a:pt x="1046520" y="17235"/>
                </a:lnTo>
                <a:lnTo>
                  <a:pt x="1066645" y="34281"/>
                </a:lnTo>
                <a:lnTo>
                  <a:pt x="1086770" y="56719"/>
                </a:lnTo>
                <a:lnTo>
                  <a:pt x="1106896" y="84307"/>
                </a:lnTo>
                <a:lnTo>
                  <a:pt x="1127021" y="116750"/>
                </a:lnTo>
                <a:lnTo>
                  <a:pt x="1147146" y="153708"/>
                </a:lnTo>
                <a:lnTo>
                  <a:pt x="1167272" y="194798"/>
                </a:lnTo>
                <a:lnTo>
                  <a:pt x="1187397" y="239604"/>
                </a:lnTo>
                <a:lnTo>
                  <a:pt x="1207522" y="287681"/>
                </a:lnTo>
                <a:lnTo>
                  <a:pt x="1227648" y="338567"/>
                </a:lnTo>
                <a:lnTo>
                  <a:pt x="1247773" y="391782"/>
                </a:lnTo>
                <a:lnTo>
                  <a:pt x="1267899" y="446846"/>
                </a:lnTo>
                <a:lnTo>
                  <a:pt x="1288024" y="503278"/>
                </a:lnTo>
                <a:lnTo>
                  <a:pt x="1308149" y="560606"/>
                </a:lnTo>
                <a:lnTo>
                  <a:pt x="1328275" y="618372"/>
                </a:lnTo>
                <a:lnTo>
                  <a:pt x="1348400" y="676141"/>
                </a:lnTo>
                <a:lnTo>
                  <a:pt x="1368525" y="733501"/>
                </a:lnTo>
                <a:lnTo>
                  <a:pt x="1388651" y="790071"/>
                </a:lnTo>
                <a:lnTo>
                  <a:pt x="1408776" y="845503"/>
                </a:lnTo>
                <a:lnTo>
                  <a:pt x="1428902" y="899487"/>
                </a:lnTo>
                <a:lnTo>
                  <a:pt x="1449027" y="951748"/>
                </a:lnTo>
                <a:lnTo>
                  <a:pt x="1469152" y="1002053"/>
                </a:lnTo>
                <a:lnTo>
                  <a:pt x="1489278" y="1050204"/>
                </a:lnTo>
                <a:lnTo>
                  <a:pt x="1509403" y="1096047"/>
                </a:lnTo>
                <a:lnTo>
                  <a:pt x="1529528" y="1139462"/>
                </a:lnTo>
                <a:lnTo>
                  <a:pt x="1549654" y="1180366"/>
                </a:lnTo>
                <a:lnTo>
                  <a:pt x="1569779" y="1218711"/>
                </a:lnTo>
                <a:lnTo>
                  <a:pt x="1589905" y="1254479"/>
                </a:lnTo>
                <a:lnTo>
                  <a:pt x="1610030" y="1287682"/>
                </a:lnTo>
                <a:lnTo>
                  <a:pt x="1630155" y="1318357"/>
                </a:lnTo>
                <a:lnTo>
                  <a:pt x="1650281" y="1346563"/>
                </a:lnTo>
                <a:lnTo>
                  <a:pt x="1670406" y="1372377"/>
                </a:lnTo>
                <a:lnTo>
                  <a:pt x="1690532" y="1395896"/>
                </a:lnTo>
                <a:lnTo>
                  <a:pt x="1710657" y="1417226"/>
                </a:lnTo>
                <a:lnTo>
                  <a:pt x="1730782" y="1436483"/>
                </a:lnTo>
                <a:lnTo>
                  <a:pt x="1750908" y="1453793"/>
                </a:lnTo>
                <a:lnTo>
                  <a:pt x="1771033" y="1469284"/>
                </a:lnTo>
                <a:lnTo>
                  <a:pt x="1791158" y="1483087"/>
                </a:lnTo>
                <a:lnTo>
                  <a:pt x="1811284" y="1495332"/>
                </a:lnTo>
                <a:lnTo>
                  <a:pt x="1831409" y="1506149"/>
                </a:lnTo>
                <a:lnTo>
                  <a:pt x="1851534" y="1515664"/>
                </a:lnTo>
                <a:lnTo>
                  <a:pt x="1871660" y="1523997"/>
                </a:lnTo>
                <a:lnTo>
                  <a:pt x="1891785" y="1531266"/>
                </a:lnTo>
                <a:lnTo>
                  <a:pt x="1911911" y="1537579"/>
                </a:lnTo>
                <a:lnTo>
                  <a:pt x="1932036" y="1543039"/>
                </a:lnTo>
                <a:lnTo>
                  <a:pt x="1952161" y="1547743"/>
                </a:lnTo>
                <a:lnTo>
                  <a:pt x="1972287" y="1551777"/>
                </a:lnTo>
                <a:lnTo>
                  <a:pt x="1992412" y="1555224"/>
                </a:lnTo>
                <a:lnTo>
                  <a:pt x="1992412" y="1555350"/>
                </a:lnTo>
                <a:lnTo>
                  <a:pt x="1972287" y="1555350"/>
                </a:lnTo>
                <a:lnTo>
                  <a:pt x="1952161" y="1555350"/>
                </a:lnTo>
                <a:lnTo>
                  <a:pt x="1932036" y="1555350"/>
                </a:lnTo>
                <a:lnTo>
                  <a:pt x="1911911" y="1555350"/>
                </a:lnTo>
                <a:lnTo>
                  <a:pt x="1891785" y="1555350"/>
                </a:lnTo>
                <a:lnTo>
                  <a:pt x="1871660" y="1555350"/>
                </a:lnTo>
                <a:lnTo>
                  <a:pt x="1851534" y="1555350"/>
                </a:lnTo>
                <a:lnTo>
                  <a:pt x="1831409" y="1555350"/>
                </a:lnTo>
                <a:lnTo>
                  <a:pt x="1811284" y="1555350"/>
                </a:lnTo>
                <a:lnTo>
                  <a:pt x="1791158" y="1555350"/>
                </a:lnTo>
                <a:lnTo>
                  <a:pt x="1771033" y="1555350"/>
                </a:lnTo>
                <a:lnTo>
                  <a:pt x="1750908" y="1555350"/>
                </a:lnTo>
                <a:lnTo>
                  <a:pt x="1730782" y="1555350"/>
                </a:lnTo>
                <a:lnTo>
                  <a:pt x="1710657" y="1555350"/>
                </a:lnTo>
                <a:lnTo>
                  <a:pt x="1690532" y="1555350"/>
                </a:lnTo>
                <a:lnTo>
                  <a:pt x="1670406" y="1555350"/>
                </a:lnTo>
                <a:lnTo>
                  <a:pt x="1650281" y="1555350"/>
                </a:lnTo>
                <a:lnTo>
                  <a:pt x="1630155" y="1555350"/>
                </a:lnTo>
                <a:lnTo>
                  <a:pt x="1610030" y="1555350"/>
                </a:lnTo>
                <a:lnTo>
                  <a:pt x="1589905" y="1555350"/>
                </a:lnTo>
                <a:lnTo>
                  <a:pt x="1569779" y="1555350"/>
                </a:lnTo>
                <a:lnTo>
                  <a:pt x="1549654" y="1555350"/>
                </a:lnTo>
                <a:lnTo>
                  <a:pt x="1529528" y="1555350"/>
                </a:lnTo>
                <a:lnTo>
                  <a:pt x="1509403" y="1555350"/>
                </a:lnTo>
                <a:lnTo>
                  <a:pt x="1489278" y="1555350"/>
                </a:lnTo>
                <a:lnTo>
                  <a:pt x="1469152" y="1555350"/>
                </a:lnTo>
                <a:lnTo>
                  <a:pt x="1449027" y="1555350"/>
                </a:lnTo>
                <a:lnTo>
                  <a:pt x="1428902" y="1555350"/>
                </a:lnTo>
                <a:lnTo>
                  <a:pt x="1408776" y="1555350"/>
                </a:lnTo>
                <a:lnTo>
                  <a:pt x="1388651" y="1555350"/>
                </a:lnTo>
                <a:lnTo>
                  <a:pt x="1368525" y="1555350"/>
                </a:lnTo>
                <a:lnTo>
                  <a:pt x="1348400" y="1555350"/>
                </a:lnTo>
                <a:lnTo>
                  <a:pt x="1328275" y="1555350"/>
                </a:lnTo>
                <a:lnTo>
                  <a:pt x="1308149" y="1555350"/>
                </a:lnTo>
                <a:lnTo>
                  <a:pt x="1288024" y="1555350"/>
                </a:lnTo>
                <a:lnTo>
                  <a:pt x="1267899" y="1555350"/>
                </a:lnTo>
                <a:lnTo>
                  <a:pt x="1247773" y="1555350"/>
                </a:lnTo>
                <a:lnTo>
                  <a:pt x="1227648" y="1555350"/>
                </a:lnTo>
                <a:lnTo>
                  <a:pt x="1207522" y="1555350"/>
                </a:lnTo>
                <a:lnTo>
                  <a:pt x="1187397" y="1555350"/>
                </a:lnTo>
                <a:lnTo>
                  <a:pt x="1167272" y="1555350"/>
                </a:lnTo>
                <a:lnTo>
                  <a:pt x="1147146" y="1555350"/>
                </a:lnTo>
                <a:lnTo>
                  <a:pt x="1127021" y="1555350"/>
                </a:lnTo>
                <a:lnTo>
                  <a:pt x="1106896" y="1555350"/>
                </a:lnTo>
                <a:lnTo>
                  <a:pt x="1086770" y="1555350"/>
                </a:lnTo>
                <a:lnTo>
                  <a:pt x="1066645" y="1555350"/>
                </a:lnTo>
                <a:lnTo>
                  <a:pt x="1046520" y="1555350"/>
                </a:lnTo>
                <a:lnTo>
                  <a:pt x="1026394" y="1555350"/>
                </a:lnTo>
                <a:lnTo>
                  <a:pt x="1006269" y="1555350"/>
                </a:lnTo>
                <a:lnTo>
                  <a:pt x="986143" y="1555350"/>
                </a:lnTo>
                <a:lnTo>
                  <a:pt x="966018" y="1555350"/>
                </a:lnTo>
                <a:lnTo>
                  <a:pt x="945893" y="1555350"/>
                </a:lnTo>
                <a:lnTo>
                  <a:pt x="925767" y="1555350"/>
                </a:lnTo>
                <a:lnTo>
                  <a:pt x="905642" y="1555350"/>
                </a:lnTo>
                <a:lnTo>
                  <a:pt x="885516" y="1555350"/>
                </a:lnTo>
                <a:lnTo>
                  <a:pt x="865391" y="1555350"/>
                </a:lnTo>
                <a:lnTo>
                  <a:pt x="845266" y="1555350"/>
                </a:lnTo>
                <a:lnTo>
                  <a:pt x="825140" y="1555350"/>
                </a:lnTo>
                <a:lnTo>
                  <a:pt x="805015" y="1555350"/>
                </a:lnTo>
                <a:lnTo>
                  <a:pt x="784890" y="1555350"/>
                </a:lnTo>
                <a:lnTo>
                  <a:pt x="764764" y="1555350"/>
                </a:lnTo>
                <a:lnTo>
                  <a:pt x="744639" y="1555350"/>
                </a:lnTo>
                <a:lnTo>
                  <a:pt x="724514" y="1555350"/>
                </a:lnTo>
                <a:lnTo>
                  <a:pt x="704388" y="1555350"/>
                </a:lnTo>
                <a:lnTo>
                  <a:pt x="684263" y="1555350"/>
                </a:lnTo>
                <a:lnTo>
                  <a:pt x="664137" y="1555350"/>
                </a:lnTo>
                <a:lnTo>
                  <a:pt x="644012" y="1555350"/>
                </a:lnTo>
                <a:lnTo>
                  <a:pt x="623887" y="1555350"/>
                </a:lnTo>
                <a:lnTo>
                  <a:pt x="603761" y="1555350"/>
                </a:lnTo>
                <a:lnTo>
                  <a:pt x="583636" y="1555350"/>
                </a:lnTo>
                <a:lnTo>
                  <a:pt x="563511" y="1555350"/>
                </a:lnTo>
                <a:lnTo>
                  <a:pt x="543385" y="1555350"/>
                </a:lnTo>
                <a:lnTo>
                  <a:pt x="523260" y="1555350"/>
                </a:lnTo>
                <a:lnTo>
                  <a:pt x="503134" y="1555350"/>
                </a:lnTo>
                <a:lnTo>
                  <a:pt x="483009" y="1555350"/>
                </a:lnTo>
                <a:lnTo>
                  <a:pt x="462884" y="1555350"/>
                </a:lnTo>
                <a:lnTo>
                  <a:pt x="442758" y="1555350"/>
                </a:lnTo>
                <a:lnTo>
                  <a:pt x="422633" y="1555350"/>
                </a:lnTo>
                <a:lnTo>
                  <a:pt x="402507" y="1555350"/>
                </a:lnTo>
                <a:lnTo>
                  <a:pt x="382382" y="1555350"/>
                </a:lnTo>
                <a:lnTo>
                  <a:pt x="362257" y="1555350"/>
                </a:lnTo>
                <a:lnTo>
                  <a:pt x="342131" y="1555350"/>
                </a:lnTo>
                <a:lnTo>
                  <a:pt x="322006" y="1555350"/>
                </a:lnTo>
                <a:lnTo>
                  <a:pt x="301881" y="1555350"/>
                </a:lnTo>
                <a:lnTo>
                  <a:pt x="281755" y="1555350"/>
                </a:lnTo>
                <a:lnTo>
                  <a:pt x="261630" y="1555350"/>
                </a:lnTo>
                <a:lnTo>
                  <a:pt x="241504" y="1555350"/>
                </a:lnTo>
                <a:lnTo>
                  <a:pt x="221379" y="1555350"/>
                </a:lnTo>
                <a:lnTo>
                  <a:pt x="201254" y="1555350"/>
                </a:lnTo>
                <a:lnTo>
                  <a:pt x="181128" y="1555350"/>
                </a:lnTo>
                <a:lnTo>
                  <a:pt x="161003" y="1555350"/>
                </a:lnTo>
                <a:lnTo>
                  <a:pt x="140878" y="1555350"/>
                </a:lnTo>
                <a:lnTo>
                  <a:pt x="120752" y="1555350"/>
                </a:lnTo>
                <a:lnTo>
                  <a:pt x="100627" y="1555350"/>
                </a:lnTo>
                <a:lnTo>
                  <a:pt x="80502" y="1555350"/>
                </a:lnTo>
                <a:lnTo>
                  <a:pt x="60376" y="1555350"/>
                </a:lnTo>
                <a:lnTo>
                  <a:pt x="40251" y="1555350"/>
                </a:lnTo>
                <a:lnTo>
                  <a:pt x="20125" y="1555350"/>
                </a:lnTo>
                <a:lnTo>
                  <a:pt x="0" y="1555350"/>
                </a:lnTo>
                <a:close/>
              </a:path>
            </a:pathLst>
          </a:custGeom>
          <a:solidFill xmlns:a="http://schemas.openxmlformats.org/drawingml/2006/main">
            <a:srgbClr val="87CEE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F834AFC-C1D4-4AEA-BA4F-66D7BFC6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7" y="2741677"/>
            <a:ext cx="1997322" cy="1557805"/>
          </a:xfrm>
          <a:custGeom xmlns:a="http://schemas.openxmlformats.org/drawingml/2006/main">
            <a:pathLst>
              <a:path w="1997322" h="1557805">
                <a:moveTo>
                  <a:pt x="1997322" y="1557805"/>
                </a:moveTo>
                <a:lnTo>
                  <a:pt x="1997322" y="1557805"/>
                </a:lnTo>
                <a:lnTo>
                  <a:pt x="0" y="1557805"/>
                </a:lnTo>
                <a:lnTo>
                  <a:pt x="0" y="1557805"/>
                </a:lnTo>
                <a:lnTo>
                  <a:pt x="0" y="1557679"/>
                </a:lnTo>
                <a:lnTo>
                  <a:pt x="5" y="1557515"/>
                </a:lnTo>
                <a:lnTo>
                  <a:pt x="22" y="1557352"/>
                </a:lnTo>
                <a:lnTo>
                  <a:pt x="49" y="1557191"/>
                </a:lnTo>
                <a:lnTo>
                  <a:pt x="87" y="1557032"/>
                </a:lnTo>
                <a:lnTo>
                  <a:pt x="135" y="1556875"/>
                </a:lnTo>
                <a:lnTo>
                  <a:pt x="194" y="1556722"/>
                </a:lnTo>
                <a:lnTo>
                  <a:pt x="263" y="1556574"/>
                </a:lnTo>
                <a:lnTo>
                  <a:pt x="341" y="1556430"/>
                </a:lnTo>
                <a:lnTo>
                  <a:pt x="429" y="1556292"/>
                </a:lnTo>
                <a:lnTo>
                  <a:pt x="526" y="1556160"/>
                </a:lnTo>
                <a:lnTo>
                  <a:pt x="632" y="1556035"/>
                </a:lnTo>
                <a:lnTo>
                  <a:pt x="746" y="1555917"/>
                </a:lnTo>
                <a:lnTo>
                  <a:pt x="867" y="1555807"/>
                </a:lnTo>
                <a:lnTo>
                  <a:pt x="995" y="1555705"/>
                </a:lnTo>
                <a:lnTo>
                  <a:pt x="1130" y="1555612"/>
                </a:lnTo>
                <a:lnTo>
                  <a:pt x="1271" y="1555528"/>
                </a:lnTo>
                <a:lnTo>
                  <a:pt x="1417" y="1555454"/>
                </a:lnTo>
                <a:lnTo>
                  <a:pt x="1568" y="1555390"/>
                </a:lnTo>
                <a:lnTo>
                  <a:pt x="1722" y="1555336"/>
                </a:lnTo>
                <a:lnTo>
                  <a:pt x="1880" y="1555292"/>
                </a:lnTo>
                <a:lnTo>
                  <a:pt x="2040" y="1555259"/>
                </a:lnTo>
                <a:lnTo>
                  <a:pt x="22132" y="1551818"/>
                </a:lnTo>
                <a:lnTo>
                  <a:pt x="42185" y="1547798"/>
                </a:lnTo>
                <a:lnTo>
                  <a:pt x="62230" y="1543114"/>
                </a:lnTo>
                <a:lnTo>
                  <a:pt x="82267" y="1537677"/>
                </a:lnTo>
                <a:lnTo>
                  <a:pt x="102297" y="1531394"/>
                </a:lnTo>
                <a:lnTo>
                  <a:pt x="122320" y="1524162"/>
                </a:lnTo>
                <a:lnTo>
                  <a:pt x="142338" y="1515873"/>
                </a:lnTo>
                <a:lnTo>
                  <a:pt x="162351" y="1506412"/>
                </a:lnTo>
                <a:lnTo>
                  <a:pt x="182363" y="1495656"/>
                </a:lnTo>
                <a:lnTo>
                  <a:pt x="202375" y="1483479"/>
                </a:lnTo>
                <a:lnTo>
                  <a:pt x="222390" y="1469753"/>
                </a:lnTo>
                <a:lnTo>
                  <a:pt x="242409" y="1454344"/>
                </a:lnTo>
                <a:lnTo>
                  <a:pt x="262435" y="1437120"/>
                </a:lnTo>
                <a:lnTo>
                  <a:pt x="282468" y="1417950"/>
                </a:lnTo>
                <a:lnTo>
                  <a:pt x="302509" y="1396710"/>
                </a:lnTo>
                <a:lnTo>
                  <a:pt x="322559" y="1373279"/>
                </a:lnTo>
                <a:lnTo>
                  <a:pt x="342618" y="1347549"/>
                </a:lnTo>
                <a:lnTo>
                  <a:pt x="362685" y="1319425"/>
                </a:lnTo>
                <a:lnTo>
                  <a:pt x="382760" y="1288827"/>
                </a:lnTo>
                <a:lnTo>
                  <a:pt x="402842" y="1255696"/>
                </a:lnTo>
                <a:lnTo>
                  <a:pt x="422931" y="1219993"/>
                </a:lnTo>
                <a:lnTo>
                  <a:pt x="443025" y="1181709"/>
                </a:lnTo>
                <a:lnTo>
                  <a:pt x="463123" y="1140858"/>
                </a:lnTo>
                <a:lnTo>
                  <a:pt x="483226" y="1097492"/>
                </a:lnTo>
                <a:lnTo>
                  <a:pt x="503333" y="1051692"/>
                </a:lnTo>
                <a:lnTo>
                  <a:pt x="523442" y="1003578"/>
                </a:lnTo>
                <a:lnTo>
                  <a:pt x="543555" y="953306"/>
                </a:lnTo>
                <a:lnTo>
                  <a:pt x="563670" y="901072"/>
                </a:lnTo>
                <a:lnTo>
                  <a:pt x="583787" y="847111"/>
                </a:lnTo>
                <a:lnTo>
                  <a:pt x="603906" y="791695"/>
                </a:lnTo>
                <a:lnTo>
                  <a:pt x="624027" y="735138"/>
                </a:lnTo>
                <a:lnTo>
                  <a:pt x="644150" y="677786"/>
                </a:lnTo>
                <a:lnTo>
                  <a:pt x="664274" y="620020"/>
                </a:lnTo>
                <a:lnTo>
                  <a:pt x="684399" y="562253"/>
                </a:lnTo>
                <a:lnTo>
                  <a:pt x="684401" y="562248"/>
                </a:lnTo>
                <a:lnTo>
                  <a:pt x="704527" y="504920"/>
                </a:lnTo>
                <a:lnTo>
                  <a:pt x="704531" y="504909"/>
                </a:lnTo>
                <a:lnTo>
                  <a:pt x="724656" y="448477"/>
                </a:lnTo>
                <a:lnTo>
                  <a:pt x="724663" y="448459"/>
                </a:lnTo>
                <a:lnTo>
                  <a:pt x="744788" y="393394"/>
                </a:lnTo>
                <a:lnTo>
                  <a:pt x="744798" y="393369"/>
                </a:lnTo>
                <a:lnTo>
                  <a:pt x="764923" y="340153"/>
                </a:lnTo>
                <a:lnTo>
                  <a:pt x="764936" y="340118"/>
                </a:lnTo>
                <a:lnTo>
                  <a:pt x="785062" y="289233"/>
                </a:lnTo>
                <a:lnTo>
                  <a:pt x="785080" y="289188"/>
                </a:lnTo>
                <a:lnTo>
                  <a:pt x="805205" y="241111"/>
                </a:lnTo>
                <a:lnTo>
                  <a:pt x="805231" y="241053"/>
                </a:lnTo>
                <a:lnTo>
                  <a:pt x="825356" y="196247"/>
                </a:lnTo>
                <a:lnTo>
                  <a:pt x="825391" y="196173"/>
                </a:lnTo>
                <a:lnTo>
                  <a:pt x="845516" y="155083"/>
                </a:lnTo>
                <a:lnTo>
                  <a:pt x="845565" y="154988"/>
                </a:lnTo>
                <a:lnTo>
                  <a:pt x="865690" y="118031"/>
                </a:lnTo>
                <a:lnTo>
                  <a:pt x="865760" y="117911"/>
                </a:lnTo>
                <a:lnTo>
                  <a:pt x="885885" y="85467"/>
                </a:lnTo>
                <a:lnTo>
                  <a:pt x="885988" y="85315"/>
                </a:lnTo>
                <a:lnTo>
                  <a:pt x="906113" y="57727"/>
                </a:lnTo>
                <a:lnTo>
                  <a:pt x="906189" y="57629"/>
                </a:lnTo>
                <a:lnTo>
                  <a:pt x="906269" y="57535"/>
                </a:lnTo>
                <a:lnTo>
                  <a:pt x="926395" y="35097"/>
                </a:lnTo>
                <a:lnTo>
                  <a:pt x="926511" y="34975"/>
                </a:lnTo>
                <a:lnTo>
                  <a:pt x="926635" y="34862"/>
                </a:lnTo>
                <a:lnTo>
                  <a:pt x="946761" y="17816"/>
                </a:lnTo>
                <a:lnTo>
                  <a:pt x="946879" y="17722"/>
                </a:lnTo>
                <a:lnTo>
                  <a:pt x="947003" y="17636"/>
                </a:lnTo>
                <a:lnTo>
                  <a:pt x="947132" y="17557"/>
                </a:lnTo>
                <a:lnTo>
                  <a:pt x="967257" y="6088"/>
                </a:lnTo>
                <a:lnTo>
                  <a:pt x="967387" y="6019"/>
                </a:lnTo>
                <a:lnTo>
                  <a:pt x="967520" y="5958"/>
                </a:lnTo>
                <a:lnTo>
                  <a:pt x="967657" y="5906"/>
                </a:lnTo>
                <a:lnTo>
                  <a:pt x="967797" y="5861"/>
                </a:lnTo>
                <a:lnTo>
                  <a:pt x="987922" y="95"/>
                </a:lnTo>
                <a:lnTo>
                  <a:pt x="988088" y="54"/>
                </a:lnTo>
                <a:lnTo>
                  <a:pt x="988257" y="24"/>
                </a:lnTo>
                <a:lnTo>
                  <a:pt x="988427" y="6"/>
                </a:lnTo>
                <a:lnTo>
                  <a:pt x="988598" y="0"/>
                </a:lnTo>
                <a:lnTo>
                  <a:pt x="1008724" y="0"/>
                </a:lnTo>
                <a:lnTo>
                  <a:pt x="1008895" y="6"/>
                </a:lnTo>
                <a:lnTo>
                  <a:pt x="1009065" y="24"/>
                </a:lnTo>
                <a:lnTo>
                  <a:pt x="1009234" y="54"/>
                </a:lnTo>
                <a:lnTo>
                  <a:pt x="1009400" y="95"/>
                </a:lnTo>
                <a:lnTo>
                  <a:pt x="1029525" y="5861"/>
                </a:lnTo>
                <a:lnTo>
                  <a:pt x="1029665" y="5906"/>
                </a:lnTo>
                <a:lnTo>
                  <a:pt x="1029801" y="5958"/>
                </a:lnTo>
                <a:lnTo>
                  <a:pt x="1029935" y="6019"/>
                </a:lnTo>
                <a:lnTo>
                  <a:pt x="1030064" y="6088"/>
                </a:lnTo>
                <a:lnTo>
                  <a:pt x="1050190" y="17557"/>
                </a:lnTo>
                <a:lnTo>
                  <a:pt x="1050319" y="17636"/>
                </a:lnTo>
                <a:lnTo>
                  <a:pt x="1050443" y="17722"/>
                </a:lnTo>
                <a:lnTo>
                  <a:pt x="1050561" y="17816"/>
                </a:lnTo>
                <a:lnTo>
                  <a:pt x="1070686" y="34862"/>
                </a:lnTo>
                <a:lnTo>
                  <a:pt x="1070811" y="34975"/>
                </a:lnTo>
                <a:lnTo>
                  <a:pt x="1070927" y="35097"/>
                </a:lnTo>
                <a:lnTo>
                  <a:pt x="1091052" y="57535"/>
                </a:lnTo>
                <a:lnTo>
                  <a:pt x="1091133" y="57629"/>
                </a:lnTo>
                <a:lnTo>
                  <a:pt x="1091208" y="57727"/>
                </a:lnTo>
                <a:lnTo>
                  <a:pt x="1111334" y="85315"/>
                </a:lnTo>
                <a:lnTo>
                  <a:pt x="1111436" y="85467"/>
                </a:lnTo>
                <a:lnTo>
                  <a:pt x="1131562" y="117911"/>
                </a:lnTo>
                <a:lnTo>
                  <a:pt x="1131632" y="118031"/>
                </a:lnTo>
                <a:lnTo>
                  <a:pt x="1151757" y="154988"/>
                </a:lnTo>
                <a:lnTo>
                  <a:pt x="1151806" y="155083"/>
                </a:lnTo>
                <a:lnTo>
                  <a:pt x="1171931" y="196173"/>
                </a:lnTo>
                <a:lnTo>
                  <a:pt x="1171966" y="196247"/>
                </a:lnTo>
                <a:lnTo>
                  <a:pt x="1192091" y="241053"/>
                </a:lnTo>
                <a:lnTo>
                  <a:pt x="1192116" y="241111"/>
                </a:lnTo>
                <a:lnTo>
                  <a:pt x="1212242" y="289188"/>
                </a:lnTo>
                <a:lnTo>
                  <a:pt x="1212260" y="289233"/>
                </a:lnTo>
                <a:lnTo>
                  <a:pt x="1232385" y="340118"/>
                </a:lnTo>
                <a:lnTo>
                  <a:pt x="1232399" y="340153"/>
                </a:lnTo>
                <a:lnTo>
                  <a:pt x="1252524" y="393369"/>
                </a:lnTo>
                <a:lnTo>
                  <a:pt x="1252534" y="393394"/>
                </a:lnTo>
                <a:lnTo>
                  <a:pt x="1272659" y="448459"/>
                </a:lnTo>
                <a:lnTo>
                  <a:pt x="1272666" y="448477"/>
                </a:lnTo>
                <a:lnTo>
                  <a:pt x="1292791" y="504909"/>
                </a:lnTo>
                <a:lnTo>
                  <a:pt x="1292795" y="504920"/>
                </a:lnTo>
                <a:lnTo>
                  <a:pt x="1312920" y="562248"/>
                </a:lnTo>
                <a:lnTo>
                  <a:pt x="1312922" y="562253"/>
                </a:lnTo>
                <a:lnTo>
                  <a:pt x="1333048" y="620020"/>
                </a:lnTo>
                <a:lnTo>
                  <a:pt x="1353172" y="677786"/>
                </a:lnTo>
                <a:lnTo>
                  <a:pt x="1373295" y="735138"/>
                </a:lnTo>
                <a:lnTo>
                  <a:pt x="1393416" y="791695"/>
                </a:lnTo>
                <a:lnTo>
                  <a:pt x="1413535" y="847111"/>
                </a:lnTo>
                <a:lnTo>
                  <a:pt x="1433652" y="901072"/>
                </a:lnTo>
                <a:lnTo>
                  <a:pt x="1453767" y="953306"/>
                </a:lnTo>
                <a:lnTo>
                  <a:pt x="1473879" y="1003578"/>
                </a:lnTo>
                <a:lnTo>
                  <a:pt x="1493989" y="1051692"/>
                </a:lnTo>
                <a:lnTo>
                  <a:pt x="1514096" y="1097492"/>
                </a:lnTo>
                <a:lnTo>
                  <a:pt x="1534198" y="1140858"/>
                </a:lnTo>
                <a:lnTo>
                  <a:pt x="1554297" y="1181709"/>
                </a:lnTo>
                <a:lnTo>
                  <a:pt x="1574391" y="1219993"/>
                </a:lnTo>
                <a:lnTo>
                  <a:pt x="1594479" y="1255696"/>
                </a:lnTo>
                <a:lnTo>
                  <a:pt x="1614561" y="1288827"/>
                </a:lnTo>
                <a:lnTo>
                  <a:pt x="1634636" y="1319425"/>
                </a:lnTo>
                <a:lnTo>
                  <a:pt x="1654704" y="1347549"/>
                </a:lnTo>
                <a:lnTo>
                  <a:pt x="1674763" y="1373279"/>
                </a:lnTo>
                <a:lnTo>
                  <a:pt x="1694813" y="1396710"/>
                </a:lnTo>
                <a:lnTo>
                  <a:pt x="1714854" y="1417950"/>
                </a:lnTo>
                <a:lnTo>
                  <a:pt x="1734887" y="1437120"/>
                </a:lnTo>
                <a:lnTo>
                  <a:pt x="1754913" y="1454344"/>
                </a:lnTo>
                <a:lnTo>
                  <a:pt x="1774932" y="1469753"/>
                </a:lnTo>
                <a:lnTo>
                  <a:pt x="1794946" y="1483479"/>
                </a:lnTo>
                <a:lnTo>
                  <a:pt x="1814959" y="1495656"/>
                </a:lnTo>
                <a:lnTo>
                  <a:pt x="1834970" y="1506412"/>
                </a:lnTo>
                <a:lnTo>
                  <a:pt x="1854984" y="1515873"/>
                </a:lnTo>
                <a:lnTo>
                  <a:pt x="1875002" y="1524162"/>
                </a:lnTo>
                <a:lnTo>
                  <a:pt x="1895025" y="1531394"/>
                </a:lnTo>
                <a:lnTo>
                  <a:pt x="1915054" y="1537677"/>
                </a:lnTo>
                <a:lnTo>
                  <a:pt x="1935092" y="1543114"/>
                </a:lnTo>
                <a:lnTo>
                  <a:pt x="1955137" y="1547798"/>
                </a:lnTo>
                <a:lnTo>
                  <a:pt x="1975190" y="1551818"/>
                </a:lnTo>
                <a:lnTo>
                  <a:pt x="1995281" y="1555259"/>
                </a:lnTo>
                <a:lnTo>
                  <a:pt x="1995442" y="1555292"/>
                </a:lnTo>
                <a:lnTo>
                  <a:pt x="1995600" y="1555336"/>
                </a:lnTo>
                <a:lnTo>
                  <a:pt x="1995754" y="1555390"/>
                </a:lnTo>
                <a:lnTo>
                  <a:pt x="1995905" y="1555454"/>
                </a:lnTo>
                <a:lnTo>
                  <a:pt x="1996051" y="1555528"/>
                </a:lnTo>
                <a:lnTo>
                  <a:pt x="1996191" y="1555612"/>
                </a:lnTo>
                <a:lnTo>
                  <a:pt x="1996326" y="1555705"/>
                </a:lnTo>
                <a:lnTo>
                  <a:pt x="1996455" y="1555807"/>
                </a:lnTo>
                <a:lnTo>
                  <a:pt x="1996576" y="1555917"/>
                </a:lnTo>
                <a:lnTo>
                  <a:pt x="1996690" y="1556035"/>
                </a:lnTo>
                <a:lnTo>
                  <a:pt x="1996795" y="1556160"/>
                </a:lnTo>
                <a:lnTo>
                  <a:pt x="1996892" y="1556292"/>
                </a:lnTo>
                <a:lnTo>
                  <a:pt x="1996980" y="1556430"/>
                </a:lnTo>
                <a:lnTo>
                  <a:pt x="1997059" y="1556574"/>
                </a:lnTo>
                <a:lnTo>
                  <a:pt x="1997128" y="1556722"/>
                </a:lnTo>
                <a:lnTo>
                  <a:pt x="1997186" y="1556875"/>
                </a:lnTo>
                <a:lnTo>
                  <a:pt x="1997235" y="1557032"/>
                </a:lnTo>
                <a:lnTo>
                  <a:pt x="1997273" y="1557191"/>
                </a:lnTo>
                <a:lnTo>
                  <a:pt x="1997300" y="1557352"/>
                </a:lnTo>
                <a:lnTo>
                  <a:pt x="1997316" y="1557515"/>
                </a:lnTo>
                <a:lnTo>
                  <a:pt x="1997322" y="1557679"/>
                </a:lnTo>
                <a:lnTo>
                  <a:pt x="1997322" y="1557805"/>
                </a:lnTo>
                <a:close/>
                <a:moveTo>
                  <a:pt x="43188" y="1552604"/>
                </a:moveTo>
                <a:lnTo>
                  <a:pt x="29494" y="1555350"/>
                </a:lnTo>
                <a:lnTo>
                  <a:pt x="1967828" y="1555350"/>
                </a:lnTo>
                <a:lnTo>
                  <a:pt x="1954134" y="1552604"/>
                </a:lnTo>
                <a:lnTo>
                  <a:pt x="1954058" y="1552588"/>
                </a:lnTo>
                <a:lnTo>
                  <a:pt x="1933932" y="1547884"/>
                </a:lnTo>
                <a:lnTo>
                  <a:pt x="1933848" y="1547863"/>
                </a:lnTo>
                <a:lnTo>
                  <a:pt x="1913723" y="1542403"/>
                </a:lnTo>
                <a:lnTo>
                  <a:pt x="1913631" y="1542376"/>
                </a:lnTo>
                <a:lnTo>
                  <a:pt x="1893505" y="1536063"/>
                </a:lnTo>
                <a:lnTo>
                  <a:pt x="1893406" y="1536029"/>
                </a:lnTo>
                <a:lnTo>
                  <a:pt x="1873281" y="1528761"/>
                </a:lnTo>
                <a:lnTo>
                  <a:pt x="1873176" y="1528720"/>
                </a:lnTo>
                <a:lnTo>
                  <a:pt x="1853050" y="1520386"/>
                </a:lnTo>
                <a:lnTo>
                  <a:pt x="1852940" y="1520338"/>
                </a:lnTo>
                <a:lnTo>
                  <a:pt x="1832815" y="1510823"/>
                </a:lnTo>
                <a:lnTo>
                  <a:pt x="1832702" y="1510766"/>
                </a:lnTo>
                <a:lnTo>
                  <a:pt x="1812576" y="1499949"/>
                </a:lnTo>
                <a:lnTo>
                  <a:pt x="1812463" y="1499884"/>
                </a:lnTo>
                <a:lnTo>
                  <a:pt x="1792337" y="1487639"/>
                </a:lnTo>
                <a:lnTo>
                  <a:pt x="1792225" y="1487566"/>
                </a:lnTo>
                <a:lnTo>
                  <a:pt x="1772099" y="1473764"/>
                </a:lnTo>
                <a:lnTo>
                  <a:pt x="1771990" y="1473684"/>
                </a:lnTo>
                <a:lnTo>
                  <a:pt x="1751865" y="1458194"/>
                </a:lnTo>
                <a:lnTo>
                  <a:pt x="1751762" y="1458109"/>
                </a:lnTo>
                <a:lnTo>
                  <a:pt x="1731636" y="1440799"/>
                </a:lnTo>
                <a:lnTo>
                  <a:pt x="1731540" y="1440712"/>
                </a:lnTo>
                <a:lnTo>
                  <a:pt x="1711414" y="1421454"/>
                </a:lnTo>
                <a:lnTo>
                  <a:pt x="1711326" y="1421365"/>
                </a:lnTo>
                <a:lnTo>
                  <a:pt x="1691201" y="1400036"/>
                </a:lnTo>
                <a:lnTo>
                  <a:pt x="1691121" y="1399947"/>
                </a:lnTo>
                <a:lnTo>
                  <a:pt x="1670996" y="1376428"/>
                </a:lnTo>
                <a:lnTo>
                  <a:pt x="1670925" y="1376342"/>
                </a:lnTo>
                <a:lnTo>
                  <a:pt x="1650800" y="1350527"/>
                </a:lnTo>
                <a:lnTo>
                  <a:pt x="1650737" y="1350443"/>
                </a:lnTo>
                <a:lnTo>
                  <a:pt x="1630612" y="1322238"/>
                </a:lnTo>
                <a:lnTo>
                  <a:pt x="1630558" y="1322159"/>
                </a:lnTo>
                <a:lnTo>
                  <a:pt x="1610432" y="1291484"/>
                </a:lnTo>
                <a:lnTo>
                  <a:pt x="1610386" y="1291410"/>
                </a:lnTo>
                <a:lnTo>
                  <a:pt x="1590260" y="1258207"/>
                </a:lnTo>
                <a:lnTo>
                  <a:pt x="1590220" y="1258138"/>
                </a:lnTo>
                <a:lnTo>
                  <a:pt x="1570095" y="1222370"/>
                </a:lnTo>
                <a:lnTo>
                  <a:pt x="1570060" y="1222307"/>
                </a:lnTo>
                <a:lnTo>
                  <a:pt x="1549935" y="1183962"/>
                </a:lnTo>
                <a:lnTo>
                  <a:pt x="1549906" y="1183905"/>
                </a:lnTo>
                <a:lnTo>
                  <a:pt x="1529781" y="1143000"/>
                </a:lnTo>
                <a:lnTo>
                  <a:pt x="1529756" y="1142949"/>
                </a:lnTo>
                <a:lnTo>
                  <a:pt x="1509631" y="1099534"/>
                </a:lnTo>
                <a:lnTo>
                  <a:pt x="1509610" y="1099489"/>
                </a:lnTo>
                <a:lnTo>
                  <a:pt x="1489485" y="1053646"/>
                </a:lnTo>
                <a:lnTo>
                  <a:pt x="1489468" y="1053606"/>
                </a:lnTo>
                <a:lnTo>
                  <a:pt x="1469342" y="1005454"/>
                </a:lnTo>
                <a:lnTo>
                  <a:pt x="1469328" y="1005419"/>
                </a:lnTo>
                <a:lnTo>
                  <a:pt x="1449203" y="955115"/>
                </a:lnTo>
                <a:lnTo>
                  <a:pt x="1449191" y="955085"/>
                </a:lnTo>
                <a:lnTo>
                  <a:pt x="1429066" y="902824"/>
                </a:lnTo>
                <a:lnTo>
                  <a:pt x="1429056" y="902799"/>
                </a:lnTo>
                <a:lnTo>
                  <a:pt x="1408931" y="848816"/>
                </a:lnTo>
                <a:lnTo>
                  <a:pt x="1408924" y="848796"/>
                </a:lnTo>
                <a:lnTo>
                  <a:pt x="1388798" y="793363"/>
                </a:lnTo>
                <a:lnTo>
                  <a:pt x="1388793" y="793348"/>
                </a:lnTo>
                <a:lnTo>
                  <a:pt x="1368667" y="736778"/>
                </a:lnTo>
                <a:lnTo>
                  <a:pt x="1368664" y="736768"/>
                </a:lnTo>
                <a:lnTo>
                  <a:pt x="1348539" y="679408"/>
                </a:lnTo>
                <a:lnTo>
                  <a:pt x="1348537" y="679403"/>
                </a:lnTo>
                <a:lnTo>
                  <a:pt x="1328412" y="621635"/>
                </a:lnTo>
                <a:lnTo>
                  <a:pt x="1308287" y="563871"/>
                </a:lnTo>
                <a:lnTo>
                  <a:pt x="1288164" y="506552"/>
                </a:lnTo>
                <a:lnTo>
                  <a:pt x="1268044" y="450135"/>
                </a:lnTo>
                <a:lnTo>
                  <a:pt x="1247927" y="395093"/>
                </a:lnTo>
                <a:lnTo>
                  <a:pt x="1227813" y="341907"/>
                </a:lnTo>
                <a:lnTo>
                  <a:pt x="1207703" y="291062"/>
                </a:lnTo>
                <a:lnTo>
                  <a:pt x="1187600" y="243035"/>
                </a:lnTo>
                <a:lnTo>
                  <a:pt x="1167504" y="198296"/>
                </a:lnTo>
                <a:lnTo>
                  <a:pt x="1147420" y="157290"/>
                </a:lnTo>
                <a:lnTo>
                  <a:pt x="1127353" y="120440"/>
                </a:lnTo>
                <a:lnTo>
                  <a:pt x="1107313" y="88134"/>
                </a:lnTo>
                <a:lnTo>
                  <a:pt x="1087315" y="60720"/>
                </a:lnTo>
                <a:lnTo>
                  <a:pt x="1067385" y="38500"/>
                </a:lnTo>
                <a:lnTo>
                  <a:pt x="1047561" y="21710"/>
                </a:lnTo>
                <a:lnTo>
                  <a:pt x="1027890" y="10500"/>
                </a:lnTo>
                <a:lnTo>
                  <a:pt x="1008379" y="4910"/>
                </a:lnTo>
                <a:lnTo>
                  <a:pt x="988943" y="4910"/>
                </a:lnTo>
                <a:lnTo>
                  <a:pt x="969432" y="10500"/>
                </a:lnTo>
                <a:lnTo>
                  <a:pt x="949760" y="21710"/>
                </a:lnTo>
                <a:lnTo>
                  <a:pt x="929937" y="38500"/>
                </a:lnTo>
                <a:lnTo>
                  <a:pt x="910007" y="60720"/>
                </a:lnTo>
                <a:lnTo>
                  <a:pt x="890009" y="88134"/>
                </a:lnTo>
                <a:lnTo>
                  <a:pt x="869969" y="120440"/>
                </a:lnTo>
                <a:lnTo>
                  <a:pt x="849902" y="157290"/>
                </a:lnTo>
                <a:lnTo>
                  <a:pt x="829818" y="198296"/>
                </a:lnTo>
                <a:lnTo>
                  <a:pt x="809722" y="243035"/>
                </a:lnTo>
                <a:lnTo>
                  <a:pt x="789618" y="291062"/>
                </a:lnTo>
                <a:lnTo>
                  <a:pt x="769509" y="341907"/>
                </a:lnTo>
                <a:lnTo>
                  <a:pt x="749395" y="395093"/>
                </a:lnTo>
                <a:lnTo>
                  <a:pt x="729277" y="450135"/>
                </a:lnTo>
                <a:lnTo>
                  <a:pt x="709157" y="506552"/>
                </a:lnTo>
                <a:lnTo>
                  <a:pt x="689035" y="563871"/>
                </a:lnTo>
                <a:lnTo>
                  <a:pt x="668910" y="621635"/>
                </a:lnTo>
                <a:lnTo>
                  <a:pt x="648785" y="679403"/>
                </a:lnTo>
                <a:lnTo>
                  <a:pt x="648783" y="679408"/>
                </a:lnTo>
                <a:lnTo>
                  <a:pt x="628658" y="736768"/>
                </a:lnTo>
                <a:lnTo>
                  <a:pt x="628654" y="736778"/>
                </a:lnTo>
                <a:lnTo>
                  <a:pt x="608529" y="793348"/>
                </a:lnTo>
                <a:lnTo>
                  <a:pt x="608523" y="793363"/>
                </a:lnTo>
                <a:lnTo>
                  <a:pt x="588398" y="848796"/>
                </a:lnTo>
                <a:lnTo>
                  <a:pt x="588391" y="848816"/>
                </a:lnTo>
                <a:lnTo>
                  <a:pt x="568265" y="902799"/>
                </a:lnTo>
                <a:lnTo>
                  <a:pt x="568256" y="902824"/>
                </a:lnTo>
                <a:lnTo>
                  <a:pt x="548131" y="955085"/>
                </a:lnTo>
                <a:lnTo>
                  <a:pt x="548119" y="955115"/>
                </a:lnTo>
                <a:lnTo>
                  <a:pt x="527994" y="1005419"/>
                </a:lnTo>
                <a:lnTo>
                  <a:pt x="527980" y="1005454"/>
                </a:lnTo>
                <a:lnTo>
                  <a:pt x="507854" y="1053606"/>
                </a:lnTo>
                <a:lnTo>
                  <a:pt x="507837" y="1053646"/>
                </a:lnTo>
                <a:lnTo>
                  <a:pt x="487711" y="1099489"/>
                </a:lnTo>
                <a:lnTo>
                  <a:pt x="487691" y="1099534"/>
                </a:lnTo>
                <a:lnTo>
                  <a:pt x="467566" y="1142949"/>
                </a:lnTo>
                <a:lnTo>
                  <a:pt x="467541" y="1143000"/>
                </a:lnTo>
                <a:lnTo>
                  <a:pt x="447416" y="1183905"/>
                </a:lnTo>
                <a:lnTo>
                  <a:pt x="447387" y="1183962"/>
                </a:lnTo>
                <a:lnTo>
                  <a:pt x="427261" y="1222307"/>
                </a:lnTo>
                <a:lnTo>
                  <a:pt x="427227" y="1222370"/>
                </a:lnTo>
                <a:lnTo>
                  <a:pt x="407102" y="1258138"/>
                </a:lnTo>
                <a:lnTo>
                  <a:pt x="407062" y="1258207"/>
                </a:lnTo>
                <a:lnTo>
                  <a:pt x="386936" y="1291410"/>
                </a:lnTo>
                <a:lnTo>
                  <a:pt x="386889" y="1291484"/>
                </a:lnTo>
                <a:lnTo>
                  <a:pt x="366764" y="1322159"/>
                </a:lnTo>
                <a:lnTo>
                  <a:pt x="366710" y="1322238"/>
                </a:lnTo>
                <a:lnTo>
                  <a:pt x="346584" y="1350443"/>
                </a:lnTo>
                <a:lnTo>
                  <a:pt x="346522" y="1350527"/>
                </a:lnTo>
                <a:lnTo>
                  <a:pt x="326397" y="1376342"/>
                </a:lnTo>
                <a:lnTo>
                  <a:pt x="326326" y="1376428"/>
                </a:lnTo>
                <a:lnTo>
                  <a:pt x="306201" y="1399947"/>
                </a:lnTo>
                <a:lnTo>
                  <a:pt x="306121" y="1400036"/>
                </a:lnTo>
                <a:lnTo>
                  <a:pt x="285996" y="1421365"/>
                </a:lnTo>
                <a:lnTo>
                  <a:pt x="285907" y="1421454"/>
                </a:lnTo>
                <a:lnTo>
                  <a:pt x="265782" y="1440712"/>
                </a:lnTo>
                <a:lnTo>
                  <a:pt x="265685" y="1440799"/>
                </a:lnTo>
                <a:lnTo>
                  <a:pt x="245560" y="1458109"/>
                </a:lnTo>
                <a:lnTo>
                  <a:pt x="245457" y="1458194"/>
                </a:lnTo>
                <a:lnTo>
                  <a:pt x="225331" y="1473684"/>
                </a:lnTo>
                <a:lnTo>
                  <a:pt x="225222" y="1473764"/>
                </a:lnTo>
                <a:lnTo>
                  <a:pt x="205097" y="1487566"/>
                </a:lnTo>
                <a:lnTo>
                  <a:pt x="204984" y="1487639"/>
                </a:lnTo>
                <a:lnTo>
                  <a:pt x="184859" y="1499884"/>
                </a:lnTo>
                <a:lnTo>
                  <a:pt x="184745" y="1499949"/>
                </a:lnTo>
                <a:lnTo>
                  <a:pt x="164620" y="1510766"/>
                </a:lnTo>
                <a:lnTo>
                  <a:pt x="164507" y="1510823"/>
                </a:lnTo>
                <a:lnTo>
                  <a:pt x="144382" y="1520338"/>
                </a:lnTo>
                <a:lnTo>
                  <a:pt x="144272" y="1520386"/>
                </a:lnTo>
                <a:lnTo>
                  <a:pt x="124146" y="1528720"/>
                </a:lnTo>
                <a:lnTo>
                  <a:pt x="124041" y="1528761"/>
                </a:lnTo>
                <a:lnTo>
                  <a:pt x="103916" y="1536029"/>
                </a:lnTo>
                <a:lnTo>
                  <a:pt x="103816" y="1536063"/>
                </a:lnTo>
                <a:lnTo>
                  <a:pt x="83691" y="1542376"/>
                </a:lnTo>
                <a:lnTo>
                  <a:pt x="83599" y="1542403"/>
                </a:lnTo>
                <a:lnTo>
                  <a:pt x="63474" y="1547863"/>
                </a:lnTo>
                <a:lnTo>
                  <a:pt x="63390" y="1547884"/>
                </a:lnTo>
                <a:lnTo>
                  <a:pt x="43264" y="1552588"/>
                </a:lnTo>
                <a:lnTo>
                  <a:pt x="43188" y="1552604"/>
                </a:lnTo>
                <a:close/>
              </a:path>
            </a:pathLst>
          </a:custGeom>
          <a:solidFill xmlns:a="http://schemas.openxmlformats.org/drawingml/2006/main">
            <a:srgbClr val="87CEE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0D698BC-BF97-4A15-A8F9-7DC77550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84" y="2739222"/>
            <a:ext cx="2003748" cy="1560260"/>
          </a:xfrm>
          <a:custGeom xmlns:a="http://schemas.openxmlformats.org/drawingml/2006/main">
            <a:pathLst>
              <a:path w="2003748" h="1560260">
                <a:moveTo>
                  <a:pt x="46884" y="1557466"/>
                </a:moveTo>
                <a:lnTo>
                  <a:pt x="32950" y="1560260"/>
                </a:lnTo>
                <a:lnTo>
                  <a:pt x="708" y="1560260"/>
                </a:lnTo>
                <a:lnTo>
                  <a:pt x="0" y="1556123"/>
                </a:lnTo>
                <a:lnTo>
                  <a:pt x="4839" y="1555295"/>
                </a:lnTo>
                <a:lnTo>
                  <a:pt x="24896" y="1551860"/>
                </a:lnTo>
                <a:lnTo>
                  <a:pt x="44877" y="1547854"/>
                </a:lnTo>
                <a:lnTo>
                  <a:pt x="64842" y="1543188"/>
                </a:lnTo>
                <a:lnTo>
                  <a:pt x="84791" y="1537775"/>
                </a:lnTo>
                <a:lnTo>
                  <a:pt x="104725" y="1531522"/>
                </a:lnTo>
                <a:lnTo>
                  <a:pt x="124646" y="1524328"/>
                </a:lnTo>
                <a:lnTo>
                  <a:pt x="144556" y="1516083"/>
                </a:lnTo>
                <a:lnTo>
                  <a:pt x="164458" y="1506674"/>
                </a:lnTo>
                <a:lnTo>
                  <a:pt x="184356" y="1495979"/>
                </a:lnTo>
                <a:lnTo>
                  <a:pt x="204255" y="1483872"/>
                </a:lnTo>
                <a:lnTo>
                  <a:pt x="224159" y="1470221"/>
                </a:lnTo>
                <a:lnTo>
                  <a:pt x="244072" y="1454894"/>
                </a:lnTo>
                <a:lnTo>
                  <a:pt x="263998" y="1437756"/>
                </a:lnTo>
                <a:lnTo>
                  <a:pt x="283938" y="1418675"/>
                </a:lnTo>
                <a:lnTo>
                  <a:pt x="303896" y="1397523"/>
                </a:lnTo>
                <a:lnTo>
                  <a:pt x="323871" y="1374180"/>
                </a:lnTo>
                <a:lnTo>
                  <a:pt x="343863" y="1348536"/>
                </a:lnTo>
                <a:lnTo>
                  <a:pt x="363872" y="1320493"/>
                </a:lnTo>
                <a:lnTo>
                  <a:pt x="383897" y="1289972"/>
                </a:lnTo>
                <a:lnTo>
                  <a:pt x="403936" y="1256912"/>
                </a:lnTo>
                <a:lnTo>
                  <a:pt x="423987" y="1221276"/>
                </a:lnTo>
                <a:lnTo>
                  <a:pt x="444049" y="1183051"/>
                </a:lnTo>
                <a:lnTo>
                  <a:pt x="464121" y="1142255"/>
                </a:lnTo>
                <a:lnTo>
                  <a:pt x="484202" y="1098937"/>
                </a:lnTo>
                <a:lnTo>
                  <a:pt x="504289" y="1053180"/>
                </a:lnTo>
                <a:lnTo>
                  <a:pt x="524383" y="1005104"/>
                </a:lnTo>
                <a:lnTo>
                  <a:pt x="544483" y="954864"/>
                </a:lnTo>
                <a:lnTo>
                  <a:pt x="564587" y="902657"/>
                </a:lnTo>
                <a:lnTo>
                  <a:pt x="584696" y="848718"/>
                </a:lnTo>
                <a:lnTo>
                  <a:pt x="604809" y="793320"/>
                </a:lnTo>
                <a:lnTo>
                  <a:pt x="624925" y="736775"/>
                </a:lnTo>
                <a:lnTo>
                  <a:pt x="645045" y="679430"/>
                </a:lnTo>
                <a:lnTo>
                  <a:pt x="665169" y="621667"/>
                </a:lnTo>
                <a:lnTo>
                  <a:pt x="685294" y="563900"/>
                </a:lnTo>
                <a:lnTo>
                  <a:pt x="685298" y="563889"/>
                </a:lnTo>
                <a:lnTo>
                  <a:pt x="705424" y="506562"/>
                </a:lnTo>
                <a:lnTo>
                  <a:pt x="705432" y="506539"/>
                </a:lnTo>
                <a:lnTo>
                  <a:pt x="725557" y="450107"/>
                </a:lnTo>
                <a:lnTo>
                  <a:pt x="725570" y="450071"/>
                </a:lnTo>
                <a:lnTo>
                  <a:pt x="745696" y="395007"/>
                </a:lnTo>
                <a:lnTo>
                  <a:pt x="745715" y="394955"/>
                </a:lnTo>
                <a:lnTo>
                  <a:pt x="765840" y="341739"/>
                </a:lnTo>
                <a:lnTo>
                  <a:pt x="765867" y="341670"/>
                </a:lnTo>
                <a:lnTo>
                  <a:pt x="785992" y="290785"/>
                </a:lnTo>
                <a:lnTo>
                  <a:pt x="786029" y="290695"/>
                </a:lnTo>
                <a:lnTo>
                  <a:pt x="806154" y="242618"/>
                </a:lnTo>
                <a:lnTo>
                  <a:pt x="806204" y="242502"/>
                </a:lnTo>
                <a:lnTo>
                  <a:pt x="826330" y="197696"/>
                </a:lnTo>
                <a:lnTo>
                  <a:pt x="826399" y="197548"/>
                </a:lnTo>
                <a:lnTo>
                  <a:pt x="846525" y="156458"/>
                </a:lnTo>
                <a:lnTo>
                  <a:pt x="846622" y="156269"/>
                </a:lnTo>
                <a:lnTo>
                  <a:pt x="866747" y="119311"/>
                </a:lnTo>
                <a:lnTo>
                  <a:pt x="866887" y="119071"/>
                </a:lnTo>
                <a:lnTo>
                  <a:pt x="887012" y="86628"/>
                </a:lnTo>
                <a:lnTo>
                  <a:pt x="887218" y="86323"/>
                </a:lnTo>
                <a:lnTo>
                  <a:pt x="907343" y="58735"/>
                </a:lnTo>
                <a:lnTo>
                  <a:pt x="907494" y="58539"/>
                </a:lnTo>
                <a:lnTo>
                  <a:pt x="907655" y="58350"/>
                </a:lnTo>
                <a:lnTo>
                  <a:pt x="927780" y="35912"/>
                </a:lnTo>
                <a:lnTo>
                  <a:pt x="928013" y="35670"/>
                </a:lnTo>
                <a:lnTo>
                  <a:pt x="928262" y="35444"/>
                </a:lnTo>
                <a:lnTo>
                  <a:pt x="948387" y="18398"/>
                </a:lnTo>
                <a:lnTo>
                  <a:pt x="948624" y="18210"/>
                </a:lnTo>
                <a:lnTo>
                  <a:pt x="948872" y="18037"/>
                </a:lnTo>
                <a:lnTo>
                  <a:pt x="949130" y="17879"/>
                </a:lnTo>
                <a:lnTo>
                  <a:pt x="969255" y="6410"/>
                </a:lnTo>
                <a:lnTo>
                  <a:pt x="969514" y="6273"/>
                </a:lnTo>
                <a:lnTo>
                  <a:pt x="969781" y="6151"/>
                </a:lnTo>
                <a:lnTo>
                  <a:pt x="970054" y="6045"/>
                </a:lnTo>
                <a:lnTo>
                  <a:pt x="970334" y="5956"/>
                </a:lnTo>
                <a:lnTo>
                  <a:pt x="990459" y="190"/>
                </a:lnTo>
                <a:lnTo>
                  <a:pt x="990791" y="107"/>
                </a:lnTo>
                <a:lnTo>
                  <a:pt x="991129" y="48"/>
                </a:lnTo>
                <a:lnTo>
                  <a:pt x="991469" y="12"/>
                </a:lnTo>
                <a:lnTo>
                  <a:pt x="991811" y="0"/>
                </a:lnTo>
                <a:lnTo>
                  <a:pt x="1011937" y="0"/>
                </a:lnTo>
                <a:lnTo>
                  <a:pt x="1012279" y="12"/>
                </a:lnTo>
                <a:lnTo>
                  <a:pt x="1012619" y="48"/>
                </a:lnTo>
                <a:lnTo>
                  <a:pt x="1012957" y="107"/>
                </a:lnTo>
                <a:lnTo>
                  <a:pt x="1013289" y="190"/>
                </a:lnTo>
                <a:lnTo>
                  <a:pt x="1033414" y="5956"/>
                </a:lnTo>
                <a:lnTo>
                  <a:pt x="1033694" y="6045"/>
                </a:lnTo>
                <a:lnTo>
                  <a:pt x="1033967" y="6151"/>
                </a:lnTo>
                <a:lnTo>
                  <a:pt x="1034234" y="6273"/>
                </a:lnTo>
                <a:lnTo>
                  <a:pt x="1034493" y="6410"/>
                </a:lnTo>
                <a:lnTo>
                  <a:pt x="1054618" y="17879"/>
                </a:lnTo>
                <a:lnTo>
                  <a:pt x="1054876" y="18037"/>
                </a:lnTo>
                <a:lnTo>
                  <a:pt x="1055124" y="18210"/>
                </a:lnTo>
                <a:lnTo>
                  <a:pt x="1055361" y="18398"/>
                </a:lnTo>
                <a:lnTo>
                  <a:pt x="1075486" y="35444"/>
                </a:lnTo>
                <a:lnTo>
                  <a:pt x="1075735" y="35670"/>
                </a:lnTo>
                <a:lnTo>
                  <a:pt x="1075968" y="35912"/>
                </a:lnTo>
                <a:lnTo>
                  <a:pt x="1096093" y="58350"/>
                </a:lnTo>
                <a:lnTo>
                  <a:pt x="1096254" y="58539"/>
                </a:lnTo>
                <a:lnTo>
                  <a:pt x="1096405" y="58735"/>
                </a:lnTo>
                <a:lnTo>
                  <a:pt x="1116530" y="86323"/>
                </a:lnTo>
                <a:lnTo>
                  <a:pt x="1116736" y="86628"/>
                </a:lnTo>
                <a:lnTo>
                  <a:pt x="1136861" y="119071"/>
                </a:lnTo>
                <a:lnTo>
                  <a:pt x="1137001" y="119311"/>
                </a:lnTo>
                <a:lnTo>
                  <a:pt x="1157126" y="156269"/>
                </a:lnTo>
                <a:lnTo>
                  <a:pt x="1157223" y="156458"/>
                </a:lnTo>
                <a:lnTo>
                  <a:pt x="1177349" y="197548"/>
                </a:lnTo>
                <a:lnTo>
                  <a:pt x="1177418" y="197696"/>
                </a:lnTo>
                <a:lnTo>
                  <a:pt x="1197544" y="242502"/>
                </a:lnTo>
                <a:lnTo>
                  <a:pt x="1197594" y="242618"/>
                </a:lnTo>
                <a:lnTo>
                  <a:pt x="1217719" y="290695"/>
                </a:lnTo>
                <a:lnTo>
                  <a:pt x="1217756" y="290785"/>
                </a:lnTo>
                <a:lnTo>
                  <a:pt x="1237881" y="341670"/>
                </a:lnTo>
                <a:lnTo>
                  <a:pt x="1237908" y="341739"/>
                </a:lnTo>
                <a:lnTo>
                  <a:pt x="1258033" y="394955"/>
                </a:lnTo>
                <a:lnTo>
                  <a:pt x="1258052" y="395007"/>
                </a:lnTo>
                <a:lnTo>
                  <a:pt x="1278178" y="450071"/>
                </a:lnTo>
                <a:lnTo>
                  <a:pt x="1278191" y="450107"/>
                </a:lnTo>
                <a:lnTo>
                  <a:pt x="1298316" y="506539"/>
                </a:lnTo>
                <a:lnTo>
                  <a:pt x="1298324" y="506562"/>
                </a:lnTo>
                <a:lnTo>
                  <a:pt x="1318450" y="563889"/>
                </a:lnTo>
                <a:lnTo>
                  <a:pt x="1318454" y="563900"/>
                </a:lnTo>
                <a:lnTo>
                  <a:pt x="1338579" y="621667"/>
                </a:lnTo>
                <a:lnTo>
                  <a:pt x="1358703" y="679430"/>
                </a:lnTo>
                <a:lnTo>
                  <a:pt x="1378823" y="736775"/>
                </a:lnTo>
                <a:lnTo>
                  <a:pt x="1398939" y="793320"/>
                </a:lnTo>
                <a:lnTo>
                  <a:pt x="1419052" y="848718"/>
                </a:lnTo>
                <a:lnTo>
                  <a:pt x="1439161" y="902657"/>
                </a:lnTo>
                <a:lnTo>
                  <a:pt x="1459265" y="954864"/>
                </a:lnTo>
                <a:lnTo>
                  <a:pt x="1479365" y="1005104"/>
                </a:lnTo>
                <a:lnTo>
                  <a:pt x="1499459" y="1053180"/>
                </a:lnTo>
                <a:lnTo>
                  <a:pt x="1519546" y="1098937"/>
                </a:lnTo>
                <a:lnTo>
                  <a:pt x="1539627" y="1142255"/>
                </a:lnTo>
                <a:lnTo>
                  <a:pt x="1559699" y="1183051"/>
                </a:lnTo>
                <a:lnTo>
                  <a:pt x="1579761" y="1221276"/>
                </a:lnTo>
                <a:lnTo>
                  <a:pt x="1599812" y="1256912"/>
                </a:lnTo>
                <a:lnTo>
                  <a:pt x="1619851" y="1289972"/>
                </a:lnTo>
                <a:lnTo>
                  <a:pt x="1639876" y="1320493"/>
                </a:lnTo>
                <a:lnTo>
                  <a:pt x="1659885" y="1348536"/>
                </a:lnTo>
                <a:lnTo>
                  <a:pt x="1679877" y="1374180"/>
                </a:lnTo>
                <a:lnTo>
                  <a:pt x="1699852" y="1397523"/>
                </a:lnTo>
                <a:lnTo>
                  <a:pt x="1719810" y="1418675"/>
                </a:lnTo>
                <a:lnTo>
                  <a:pt x="1739750" y="1437756"/>
                </a:lnTo>
                <a:lnTo>
                  <a:pt x="1759676" y="1454894"/>
                </a:lnTo>
                <a:lnTo>
                  <a:pt x="1779589" y="1470221"/>
                </a:lnTo>
                <a:lnTo>
                  <a:pt x="1799493" y="1483872"/>
                </a:lnTo>
                <a:lnTo>
                  <a:pt x="1819392" y="1495979"/>
                </a:lnTo>
                <a:lnTo>
                  <a:pt x="1839290" y="1506674"/>
                </a:lnTo>
                <a:lnTo>
                  <a:pt x="1859192" y="1516083"/>
                </a:lnTo>
                <a:lnTo>
                  <a:pt x="1879102" y="1524328"/>
                </a:lnTo>
                <a:lnTo>
                  <a:pt x="1899023" y="1531522"/>
                </a:lnTo>
                <a:lnTo>
                  <a:pt x="1918957" y="1537775"/>
                </a:lnTo>
                <a:lnTo>
                  <a:pt x="1938906" y="1543188"/>
                </a:lnTo>
                <a:lnTo>
                  <a:pt x="1958871" y="1547854"/>
                </a:lnTo>
                <a:lnTo>
                  <a:pt x="1978852" y="1551860"/>
                </a:lnTo>
                <a:lnTo>
                  <a:pt x="2003748" y="1556123"/>
                </a:lnTo>
                <a:lnTo>
                  <a:pt x="2003040" y="1560260"/>
                </a:lnTo>
                <a:lnTo>
                  <a:pt x="1970798" y="1560260"/>
                </a:lnTo>
                <a:lnTo>
                  <a:pt x="1956864" y="1557466"/>
                </a:lnTo>
                <a:lnTo>
                  <a:pt x="1956712" y="1557433"/>
                </a:lnTo>
                <a:lnTo>
                  <a:pt x="1936587" y="1552730"/>
                </a:lnTo>
                <a:lnTo>
                  <a:pt x="1936418" y="1552687"/>
                </a:lnTo>
                <a:lnTo>
                  <a:pt x="1916293" y="1547227"/>
                </a:lnTo>
                <a:lnTo>
                  <a:pt x="1916109" y="1547173"/>
                </a:lnTo>
                <a:lnTo>
                  <a:pt x="1895984" y="1540860"/>
                </a:lnTo>
                <a:lnTo>
                  <a:pt x="1895785" y="1540793"/>
                </a:lnTo>
                <a:lnTo>
                  <a:pt x="1875660" y="1533524"/>
                </a:lnTo>
                <a:lnTo>
                  <a:pt x="1875449" y="1533443"/>
                </a:lnTo>
                <a:lnTo>
                  <a:pt x="1855324" y="1525109"/>
                </a:lnTo>
                <a:lnTo>
                  <a:pt x="1855104" y="1525012"/>
                </a:lnTo>
                <a:lnTo>
                  <a:pt x="1834979" y="1515497"/>
                </a:lnTo>
                <a:lnTo>
                  <a:pt x="1834753" y="1515383"/>
                </a:lnTo>
                <a:lnTo>
                  <a:pt x="1814627" y="1504566"/>
                </a:lnTo>
                <a:lnTo>
                  <a:pt x="1814400" y="1504436"/>
                </a:lnTo>
                <a:lnTo>
                  <a:pt x="1794274" y="1492191"/>
                </a:lnTo>
                <a:lnTo>
                  <a:pt x="1794049" y="1492045"/>
                </a:lnTo>
                <a:lnTo>
                  <a:pt x="1773924" y="1478243"/>
                </a:lnTo>
                <a:lnTo>
                  <a:pt x="1773706" y="1478085"/>
                </a:lnTo>
                <a:lnTo>
                  <a:pt x="1753581" y="1462594"/>
                </a:lnTo>
                <a:lnTo>
                  <a:pt x="1753374" y="1462425"/>
                </a:lnTo>
                <a:lnTo>
                  <a:pt x="1733249" y="1445115"/>
                </a:lnTo>
                <a:lnTo>
                  <a:pt x="1733056" y="1444940"/>
                </a:lnTo>
                <a:lnTo>
                  <a:pt x="1712930" y="1425683"/>
                </a:lnTo>
                <a:lnTo>
                  <a:pt x="1712754" y="1425505"/>
                </a:lnTo>
                <a:lnTo>
                  <a:pt x="1692628" y="1404175"/>
                </a:lnTo>
                <a:lnTo>
                  <a:pt x="1692469" y="1403998"/>
                </a:lnTo>
                <a:lnTo>
                  <a:pt x="1672344" y="1380479"/>
                </a:lnTo>
                <a:lnTo>
                  <a:pt x="1672202" y="1380306"/>
                </a:lnTo>
                <a:lnTo>
                  <a:pt x="1652077" y="1354491"/>
                </a:lnTo>
                <a:lnTo>
                  <a:pt x="1651952" y="1354324"/>
                </a:lnTo>
                <a:lnTo>
                  <a:pt x="1631827" y="1326118"/>
                </a:lnTo>
                <a:lnTo>
                  <a:pt x="1631718" y="1325960"/>
                </a:lnTo>
                <a:lnTo>
                  <a:pt x="1611593" y="1295285"/>
                </a:lnTo>
                <a:lnTo>
                  <a:pt x="1611499" y="1295137"/>
                </a:lnTo>
                <a:lnTo>
                  <a:pt x="1591374" y="1261934"/>
                </a:lnTo>
                <a:lnTo>
                  <a:pt x="1591294" y="1261797"/>
                </a:lnTo>
                <a:lnTo>
                  <a:pt x="1571168" y="1226028"/>
                </a:lnTo>
                <a:lnTo>
                  <a:pt x="1571100" y="1225902"/>
                </a:lnTo>
                <a:lnTo>
                  <a:pt x="1550975" y="1187558"/>
                </a:lnTo>
                <a:lnTo>
                  <a:pt x="1550916" y="1187443"/>
                </a:lnTo>
                <a:lnTo>
                  <a:pt x="1530791" y="1146539"/>
                </a:lnTo>
                <a:lnTo>
                  <a:pt x="1530742" y="1146436"/>
                </a:lnTo>
                <a:lnTo>
                  <a:pt x="1510617" y="1103022"/>
                </a:lnTo>
                <a:lnTo>
                  <a:pt x="1510576" y="1102930"/>
                </a:lnTo>
                <a:lnTo>
                  <a:pt x="1490450" y="1057088"/>
                </a:lnTo>
                <a:lnTo>
                  <a:pt x="1490416" y="1057007"/>
                </a:lnTo>
                <a:lnTo>
                  <a:pt x="1470291" y="1008856"/>
                </a:lnTo>
                <a:lnTo>
                  <a:pt x="1470262" y="1008786"/>
                </a:lnTo>
                <a:lnTo>
                  <a:pt x="1450137" y="958482"/>
                </a:lnTo>
                <a:lnTo>
                  <a:pt x="1450113" y="958422"/>
                </a:lnTo>
                <a:lnTo>
                  <a:pt x="1429988" y="906161"/>
                </a:lnTo>
                <a:lnTo>
                  <a:pt x="1429969" y="906112"/>
                </a:lnTo>
                <a:lnTo>
                  <a:pt x="1409844" y="852128"/>
                </a:lnTo>
                <a:lnTo>
                  <a:pt x="1409829" y="852088"/>
                </a:lnTo>
                <a:lnTo>
                  <a:pt x="1389704" y="796656"/>
                </a:lnTo>
                <a:lnTo>
                  <a:pt x="1389693" y="796626"/>
                </a:lnTo>
                <a:lnTo>
                  <a:pt x="1369568" y="740056"/>
                </a:lnTo>
                <a:lnTo>
                  <a:pt x="1369561" y="740036"/>
                </a:lnTo>
                <a:lnTo>
                  <a:pt x="1349435" y="682676"/>
                </a:lnTo>
                <a:lnTo>
                  <a:pt x="1349432" y="682666"/>
                </a:lnTo>
                <a:lnTo>
                  <a:pt x="1329306" y="624897"/>
                </a:lnTo>
                <a:lnTo>
                  <a:pt x="1309183" y="567136"/>
                </a:lnTo>
                <a:lnTo>
                  <a:pt x="1289063" y="509826"/>
                </a:lnTo>
                <a:lnTo>
                  <a:pt x="1268949" y="453423"/>
                </a:lnTo>
                <a:lnTo>
                  <a:pt x="1248839" y="398403"/>
                </a:lnTo>
                <a:lnTo>
                  <a:pt x="1228737" y="345247"/>
                </a:lnTo>
                <a:lnTo>
                  <a:pt x="1208643" y="294442"/>
                </a:lnTo>
                <a:lnTo>
                  <a:pt x="1188561" y="246467"/>
                </a:lnTo>
                <a:lnTo>
                  <a:pt x="1168495" y="201794"/>
                </a:lnTo>
                <a:lnTo>
                  <a:pt x="1148452" y="160872"/>
                </a:lnTo>
                <a:lnTo>
                  <a:pt x="1128444" y="124129"/>
                </a:lnTo>
                <a:lnTo>
                  <a:pt x="1108489" y="91961"/>
                </a:lnTo>
                <a:lnTo>
                  <a:pt x="1088618" y="64722"/>
                </a:lnTo>
                <a:lnTo>
                  <a:pt x="1068883" y="42719"/>
                </a:lnTo>
                <a:lnTo>
                  <a:pt x="1049361" y="26185"/>
                </a:lnTo>
                <a:lnTo>
                  <a:pt x="1030143" y="15233"/>
                </a:lnTo>
                <a:lnTo>
                  <a:pt x="1011247" y="9819"/>
                </a:lnTo>
                <a:lnTo>
                  <a:pt x="992501" y="9819"/>
                </a:lnTo>
                <a:lnTo>
                  <a:pt x="973605" y="15233"/>
                </a:lnTo>
                <a:lnTo>
                  <a:pt x="954387" y="26185"/>
                </a:lnTo>
                <a:lnTo>
                  <a:pt x="934865" y="42719"/>
                </a:lnTo>
                <a:lnTo>
                  <a:pt x="915130" y="64722"/>
                </a:lnTo>
                <a:lnTo>
                  <a:pt x="895259" y="91961"/>
                </a:lnTo>
                <a:lnTo>
                  <a:pt x="875304" y="124129"/>
                </a:lnTo>
                <a:lnTo>
                  <a:pt x="855296" y="160872"/>
                </a:lnTo>
                <a:lnTo>
                  <a:pt x="835253" y="201794"/>
                </a:lnTo>
                <a:lnTo>
                  <a:pt x="815187" y="246467"/>
                </a:lnTo>
                <a:lnTo>
                  <a:pt x="795105" y="294442"/>
                </a:lnTo>
                <a:lnTo>
                  <a:pt x="775011" y="345247"/>
                </a:lnTo>
                <a:lnTo>
                  <a:pt x="754909" y="398403"/>
                </a:lnTo>
                <a:lnTo>
                  <a:pt x="734799" y="453423"/>
                </a:lnTo>
                <a:lnTo>
                  <a:pt x="714684" y="509826"/>
                </a:lnTo>
                <a:lnTo>
                  <a:pt x="694565" y="567136"/>
                </a:lnTo>
                <a:lnTo>
                  <a:pt x="674442" y="624897"/>
                </a:lnTo>
                <a:lnTo>
                  <a:pt x="654316" y="682666"/>
                </a:lnTo>
                <a:lnTo>
                  <a:pt x="654313" y="682676"/>
                </a:lnTo>
                <a:lnTo>
                  <a:pt x="634187" y="740036"/>
                </a:lnTo>
                <a:lnTo>
                  <a:pt x="634180" y="740056"/>
                </a:lnTo>
                <a:lnTo>
                  <a:pt x="614055" y="796626"/>
                </a:lnTo>
                <a:lnTo>
                  <a:pt x="614044" y="796656"/>
                </a:lnTo>
                <a:lnTo>
                  <a:pt x="593919" y="852088"/>
                </a:lnTo>
                <a:lnTo>
                  <a:pt x="593904" y="852128"/>
                </a:lnTo>
                <a:lnTo>
                  <a:pt x="573779" y="906112"/>
                </a:lnTo>
                <a:lnTo>
                  <a:pt x="573760" y="906161"/>
                </a:lnTo>
                <a:lnTo>
                  <a:pt x="553635" y="958422"/>
                </a:lnTo>
                <a:lnTo>
                  <a:pt x="553611" y="958482"/>
                </a:lnTo>
                <a:lnTo>
                  <a:pt x="533486" y="1008786"/>
                </a:lnTo>
                <a:lnTo>
                  <a:pt x="533458" y="1008856"/>
                </a:lnTo>
                <a:lnTo>
                  <a:pt x="513332" y="1057007"/>
                </a:lnTo>
                <a:lnTo>
                  <a:pt x="513298" y="1057088"/>
                </a:lnTo>
                <a:lnTo>
                  <a:pt x="493172" y="1102930"/>
                </a:lnTo>
                <a:lnTo>
                  <a:pt x="493131" y="1103022"/>
                </a:lnTo>
                <a:lnTo>
                  <a:pt x="473006" y="1146436"/>
                </a:lnTo>
                <a:lnTo>
                  <a:pt x="472957" y="1146539"/>
                </a:lnTo>
                <a:lnTo>
                  <a:pt x="452831" y="1187443"/>
                </a:lnTo>
                <a:lnTo>
                  <a:pt x="452773" y="1187557"/>
                </a:lnTo>
                <a:lnTo>
                  <a:pt x="432648" y="1225902"/>
                </a:lnTo>
                <a:lnTo>
                  <a:pt x="432580" y="1226028"/>
                </a:lnTo>
                <a:lnTo>
                  <a:pt x="412454" y="1261797"/>
                </a:lnTo>
                <a:lnTo>
                  <a:pt x="412374" y="1261934"/>
                </a:lnTo>
                <a:lnTo>
                  <a:pt x="392249" y="1295137"/>
                </a:lnTo>
                <a:lnTo>
                  <a:pt x="392155" y="1295285"/>
                </a:lnTo>
                <a:lnTo>
                  <a:pt x="372030" y="1325960"/>
                </a:lnTo>
                <a:lnTo>
                  <a:pt x="371921" y="1326118"/>
                </a:lnTo>
                <a:lnTo>
                  <a:pt x="351796" y="1354324"/>
                </a:lnTo>
                <a:lnTo>
                  <a:pt x="351671" y="1354491"/>
                </a:lnTo>
                <a:lnTo>
                  <a:pt x="331546" y="1380306"/>
                </a:lnTo>
                <a:lnTo>
                  <a:pt x="331404" y="1380479"/>
                </a:lnTo>
                <a:lnTo>
                  <a:pt x="311279" y="1403998"/>
                </a:lnTo>
                <a:lnTo>
                  <a:pt x="311120" y="1404175"/>
                </a:lnTo>
                <a:lnTo>
                  <a:pt x="290994" y="1425505"/>
                </a:lnTo>
                <a:lnTo>
                  <a:pt x="290817" y="1425683"/>
                </a:lnTo>
                <a:lnTo>
                  <a:pt x="270692" y="1444940"/>
                </a:lnTo>
                <a:lnTo>
                  <a:pt x="270499" y="1445115"/>
                </a:lnTo>
                <a:lnTo>
                  <a:pt x="250374" y="1462425"/>
                </a:lnTo>
                <a:lnTo>
                  <a:pt x="250167" y="1462594"/>
                </a:lnTo>
                <a:lnTo>
                  <a:pt x="230042" y="1478085"/>
                </a:lnTo>
                <a:lnTo>
                  <a:pt x="229824" y="1478243"/>
                </a:lnTo>
                <a:lnTo>
                  <a:pt x="209698" y="1492045"/>
                </a:lnTo>
                <a:lnTo>
                  <a:pt x="209474" y="1492191"/>
                </a:lnTo>
                <a:lnTo>
                  <a:pt x="189348" y="1504436"/>
                </a:lnTo>
                <a:lnTo>
                  <a:pt x="189121" y="1504566"/>
                </a:lnTo>
                <a:lnTo>
                  <a:pt x="168995" y="1515383"/>
                </a:lnTo>
                <a:lnTo>
                  <a:pt x="168769" y="1515497"/>
                </a:lnTo>
                <a:lnTo>
                  <a:pt x="148644" y="1525012"/>
                </a:lnTo>
                <a:lnTo>
                  <a:pt x="148424" y="1525109"/>
                </a:lnTo>
                <a:lnTo>
                  <a:pt x="128298" y="1533443"/>
                </a:lnTo>
                <a:lnTo>
                  <a:pt x="128088" y="1533524"/>
                </a:lnTo>
                <a:lnTo>
                  <a:pt x="107963" y="1540793"/>
                </a:lnTo>
                <a:lnTo>
                  <a:pt x="107764" y="1540860"/>
                </a:lnTo>
                <a:lnTo>
                  <a:pt x="87639" y="1547173"/>
                </a:lnTo>
                <a:lnTo>
                  <a:pt x="87455" y="1547227"/>
                </a:lnTo>
                <a:lnTo>
                  <a:pt x="67330" y="1552687"/>
                </a:lnTo>
                <a:lnTo>
                  <a:pt x="67161" y="1552730"/>
                </a:lnTo>
                <a:lnTo>
                  <a:pt x="47036" y="1557433"/>
                </a:lnTo>
                <a:lnTo>
                  <a:pt x="46884" y="1557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B8B0C-672D-4702-A708-5A6A67B2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645" y="2744132"/>
            <a:ext cx="1992412" cy="1555350"/>
          </a:xfrm>
          <a:custGeom xmlns:a="http://schemas.openxmlformats.org/drawingml/2006/main">
            <a:pathLst>
              <a:path w="1992412" h="1555350">
                <a:moveTo>
                  <a:pt x="0" y="1555350"/>
                </a:moveTo>
                <a:lnTo>
                  <a:pt x="0" y="1555224"/>
                </a:lnTo>
                <a:lnTo>
                  <a:pt x="20125" y="1551777"/>
                </a:lnTo>
                <a:lnTo>
                  <a:pt x="40251" y="1547743"/>
                </a:lnTo>
                <a:lnTo>
                  <a:pt x="60376" y="1543039"/>
                </a:lnTo>
                <a:lnTo>
                  <a:pt x="80502" y="1537579"/>
                </a:lnTo>
                <a:lnTo>
                  <a:pt x="100627" y="1531266"/>
                </a:lnTo>
                <a:lnTo>
                  <a:pt x="120752" y="1523997"/>
                </a:lnTo>
                <a:lnTo>
                  <a:pt x="140878" y="1515664"/>
                </a:lnTo>
                <a:lnTo>
                  <a:pt x="161003" y="1506149"/>
                </a:lnTo>
                <a:lnTo>
                  <a:pt x="181128" y="1495332"/>
                </a:lnTo>
                <a:lnTo>
                  <a:pt x="201254" y="1483087"/>
                </a:lnTo>
                <a:lnTo>
                  <a:pt x="221379" y="1469284"/>
                </a:lnTo>
                <a:lnTo>
                  <a:pt x="241504" y="1453793"/>
                </a:lnTo>
                <a:lnTo>
                  <a:pt x="261630" y="1436483"/>
                </a:lnTo>
                <a:lnTo>
                  <a:pt x="281755" y="1417226"/>
                </a:lnTo>
                <a:lnTo>
                  <a:pt x="301881" y="1395896"/>
                </a:lnTo>
                <a:lnTo>
                  <a:pt x="322006" y="1372377"/>
                </a:lnTo>
                <a:lnTo>
                  <a:pt x="342131" y="1346563"/>
                </a:lnTo>
                <a:lnTo>
                  <a:pt x="362257" y="1318357"/>
                </a:lnTo>
                <a:lnTo>
                  <a:pt x="382382" y="1287682"/>
                </a:lnTo>
                <a:lnTo>
                  <a:pt x="402507" y="1254479"/>
                </a:lnTo>
                <a:lnTo>
                  <a:pt x="422633" y="1218711"/>
                </a:lnTo>
                <a:lnTo>
                  <a:pt x="442758" y="1180366"/>
                </a:lnTo>
                <a:lnTo>
                  <a:pt x="462884" y="1139462"/>
                </a:lnTo>
                <a:lnTo>
                  <a:pt x="483009" y="1096047"/>
                </a:lnTo>
                <a:lnTo>
                  <a:pt x="503134" y="1050204"/>
                </a:lnTo>
                <a:lnTo>
                  <a:pt x="523260" y="1002053"/>
                </a:lnTo>
                <a:lnTo>
                  <a:pt x="543385" y="951748"/>
                </a:lnTo>
                <a:lnTo>
                  <a:pt x="563511" y="899487"/>
                </a:lnTo>
                <a:lnTo>
                  <a:pt x="583636" y="845503"/>
                </a:lnTo>
                <a:lnTo>
                  <a:pt x="603761" y="790071"/>
                </a:lnTo>
                <a:lnTo>
                  <a:pt x="623887" y="733501"/>
                </a:lnTo>
                <a:lnTo>
                  <a:pt x="644012" y="676141"/>
                </a:lnTo>
                <a:lnTo>
                  <a:pt x="664137" y="618372"/>
                </a:lnTo>
                <a:lnTo>
                  <a:pt x="684263" y="560606"/>
                </a:lnTo>
                <a:lnTo>
                  <a:pt x="704388" y="503278"/>
                </a:lnTo>
                <a:lnTo>
                  <a:pt x="724514" y="446846"/>
                </a:lnTo>
                <a:lnTo>
                  <a:pt x="744639" y="391782"/>
                </a:lnTo>
                <a:lnTo>
                  <a:pt x="764764" y="338567"/>
                </a:lnTo>
                <a:lnTo>
                  <a:pt x="784890" y="287681"/>
                </a:lnTo>
                <a:lnTo>
                  <a:pt x="805015" y="239604"/>
                </a:lnTo>
                <a:lnTo>
                  <a:pt x="825140" y="194798"/>
                </a:lnTo>
                <a:lnTo>
                  <a:pt x="845266" y="153708"/>
                </a:lnTo>
                <a:lnTo>
                  <a:pt x="865391" y="116750"/>
                </a:lnTo>
                <a:lnTo>
                  <a:pt x="885516" y="84307"/>
                </a:lnTo>
                <a:lnTo>
                  <a:pt x="905642" y="56719"/>
                </a:lnTo>
                <a:lnTo>
                  <a:pt x="925767" y="34281"/>
                </a:lnTo>
                <a:lnTo>
                  <a:pt x="945893" y="17235"/>
                </a:lnTo>
                <a:lnTo>
                  <a:pt x="966018" y="5766"/>
                </a:lnTo>
                <a:lnTo>
                  <a:pt x="986143" y="0"/>
                </a:lnTo>
                <a:lnTo>
                  <a:pt x="1006269" y="0"/>
                </a:lnTo>
                <a:lnTo>
                  <a:pt x="1026394" y="5766"/>
                </a:lnTo>
                <a:lnTo>
                  <a:pt x="1046520" y="17235"/>
                </a:lnTo>
                <a:lnTo>
                  <a:pt x="1066645" y="34281"/>
                </a:lnTo>
                <a:lnTo>
                  <a:pt x="1086770" y="56719"/>
                </a:lnTo>
                <a:lnTo>
                  <a:pt x="1106896" y="84307"/>
                </a:lnTo>
                <a:lnTo>
                  <a:pt x="1127021" y="116750"/>
                </a:lnTo>
                <a:lnTo>
                  <a:pt x="1147146" y="153708"/>
                </a:lnTo>
                <a:lnTo>
                  <a:pt x="1167272" y="194798"/>
                </a:lnTo>
                <a:lnTo>
                  <a:pt x="1187397" y="239604"/>
                </a:lnTo>
                <a:lnTo>
                  <a:pt x="1207522" y="287681"/>
                </a:lnTo>
                <a:lnTo>
                  <a:pt x="1227648" y="338567"/>
                </a:lnTo>
                <a:lnTo>
                  <a:pt x="1247773" y="391782"/>
                </a:lnTo>
                <a:lnTo>
                  <a:pt x="1267899" y="446846"/>
                </a:lnTo>
                <a:lnTo>
                  <a:pt x="1288024" y="503278"/>
                </a:lnTo>
                <a:lnTo>
                  <a:pt x="1308149" y="560606"/>
                </a:lnTo>
                <a:lnTo>
                  <a:pt x="1328275" y="618372"/>
                </a:lnTo>
                <a:lnTo>
                  <a:pt x="1348400" y="676141"/>
                </a:lnTo>
                <a:lnTo>
                  <a:pt x="1368525" y="733501"/>
                </a:lnTo>
                <a:lnTo>
                  <a:pt x="1388651" y="790071"/>
                </a:lnTo>
                <a:lnTo>
                  <a:pt x="1408776" y="845503"/>
                </a:lnTo>
                <a:lnTo>
                  <a:pt x="1428902" y="899487"/>
                </a:lnTo>
                <a:lnTo>
                  <a:pt x="1449027" y="951748"/>
                </a:lnTo>
                <a:lnTo>
                  <a:pt x="1469152" y="1002053"/>
                </a:lnTo>
                <a:lnTo>
                  <a:pt x="1489278" y="1050204"/>
                </a:lnTo>
                <a:lnTo>
                  <a:pt x="1509403" y="1096047"/>
                </a:lnTo>
                <a:lnTo>
                  <a:pt x="1529528" y="1139462"/>
                </a:lnTo>
                <a:lnTo>
                  <a:pt x="1549654" y="1180366"/>
                </a:lnTo>
                <a:lnTo>
                  <a:pt x="1569779" y="1218711"/>
                </a:lnTo>
                <a:lnTo>
                  <a:pt x="1589905" y="1254479"/>
                </a:lnTo>
                <a:lnTo>
                  <a:pt x="1610030" y="1287682"/>
                </a:lnTo>
                <a:lnTo>
                  <a:pt x="1630155" y="1318357"/>
                </a:lnTo>
                <a:lnTo>
                  <a:pt x="1650281" y="1346563"/>
                </a:lnTo>
                <a:lnTo>
                  <a:pt x="1670406" y="1372377"/>
                </a:lnTo>
                <a:lnTo>
                  <a:pt x="1690532" y="1395896"/>
                </a:lnTo>
                <a:lnTo>
                  <a:pt x="1710657" y="1417226"/>
                </a:lnTo>
                <a:lnTo>
                  <a:pt x="1730782" y="1436483"/>
                </a:lnTo>
                <a:lnTo>
                  <a:pt x="1750908" y="1453793"/>
                </a:lnTo>
                <a:lnTo>
                  <a:pt x="1771033" y="1469284"/>
                </a:lnTo>
                <a:lnTo>
                  <a:pt x="1791158" y="1483087"/>
                </a:lnTo>
                <a:lnTo>
                  <a:pt x="1811284" y="1495332"/>
                </a:lnTo>
                <a:lnTo>
                  <a:pt x="1831409" y="1506149"/>
                </a:lnTo>
                <a:lnTo>
                  <a:pt x="1851534" y="1515664"/>
                </a:lnTo>
                <a:lnTo>
                  <a:pt x="1871660" y="1523997"/>
                </a:lnTo>
                <a:lnTo>
                  <a:pt x="1891785" y="1531266"/>
                </a:lnTo>
                <a:lnTo>
                  <a:pt x="1911911" y="1537579"/>
                </a:lnTo>
                <a:lnTo>
                  <a:pt x="1932036" y="1543039"/>
                </a:lnTo>
                <a:lnTo>
                  <a:pt x="1952161" y="1547743"/>
                </a:lnTo>
                <a:lnTo>
                  <a:pt x="1972287" y="1551777"/>
                </a:lnTo>
                <a:lnTo>
                  <a:pt x="1992412" y="1555224"/>
                </a:lnTo>
                <a:lnTo>
                  <a:pt x="1992412" y="1555350"/>
                </a:lnTo>
                <a:lnTo>
                  <a:pt x="1972287" y="1555350"/>
                </a:lnTo>
                <a:lnTo>
                  <a:pt x="1952161" y="1555350"/>
                </a:lnTo>
                <a:lnTo>
                  <a:pt x="1932036" y="1555350"/>
                </a:lnTo>
                <a:lnTo>
                  <a:pt x="1911911" y="1555350"/>
                </a:lnTo>
                <a:lnTo>
                  <a:pt x="1891785" y="1555350"/>
                </a:lnTo>
                <a:lnTo>
                  <a:pt x="1871660" y="1555350"/>
                </a:lnTo>
                <a:lnTo>
                  <a:pt x="1851534" y="1555350"/>
                </a:lnTo>
                <a:lnTo>
                  <a:pt x="1831409" y="1555350"/>
                </a:lnTo>
                <a:lnTo>
                  <a:pt x="1811284" y="1555350"/>
                </a:lnTo>
                <a:lnTo>
                  <a:pt x="1791158" y="1555350"/>
                </a:lnTo>
                <a:lnTo>
                  <a:pt x="1771033" y="1555350"/>
                </a:lnTo>
                <a:lnTo>
                  <a:pt x="1750908" y="1555350"/>
                </a:lnTo>
                <a:lnTo>
                  <a:pt x="1730782" y="1555350"/>
                </a:lnTo>
                <a:lnTo>
                  <a:pt x="1710657" y="1555350"/>
                </a:lnTo>
                <a:lnTo>
                  <a:pt x="1690532" y="1555350"/>
                </a:lnTo>
                <a:lnTo>
                  <a:pt x="1670406" y="1555350"/>
                </a:lnTo>
                <a:lnTo>
                  <a:pt x="1650281" y="1555350"/>
                </a:lnTo>
                <a:lnTo>
                  <a:pt x="1630155" y="1555350"/>
                </a:lnTo>
                <a:lnTo>
                  <a:pt x="1610030" y="1555350"/>
                </a:lnTo>
                <a:lnTo>
                  <a:pt x="1589905" y="1555350"/>
                </a:lnTo>
                <a:lnTo>
                  <a:pt x="1569779" y="1555350"/>
                </a:lnTo>
                <a:lnTo>
                  <a:pt x="1549654" y="1555350"/>
                </a:lnTo>
                <a:lnTo>
                  <a:pt x="1529528" y="1555350"/>
                </a:lnTo>
                <a:lnTo>
                  <a:pt x="1509403" y="1555350"/>
                </a:lnTo>
                <a:lnTo>
                  <a:pt x="1489278" y="1555350"/>
                </a:lnTo>
                <a:lnTo>
                  <a:pt x="1469152" y="1555350"/>
                </a:lnTo>
                <a:lnTo>
                  <a:pt x="1449027" y="1555350"/>
                </a:lnTo>
                <a:lnTo>
                  <a:pt x="1428902" y="1555350"/>
                </a:lnTo>
                <a:lnTo>
                  <a:pt x="1408776" y="1555350"/>
                </a:lnTo>
                <a:lnTo>
                  <a:pt x="1388651" y="1555350"/>
                </a:lnTo>
                <a:lnTo>
                  <a:pt x="1368525" y="1555350"/>
                </a:lnTo>
                <a:lnTo>
                  <a:pt x="1348400" y="1555350"/>
                </a:lnTo>
                <a:lnTo>
                  <a:pt x="1328275" y="1555350"/>
                </a:lnTo>
                <a:lnTo>
                  <a:pt x="1308149" y="1555350"/>
                </a:lnTo>
                <a:lnTo>
                  <a:pt x="1288024" y="1555350"/>
                </a:lnTo>
                <a:lnTo>
                  <a:pt x="1267899" y="1555350"/>
                </a:lnTo>
                <a:lnTo>
                  <a:pt x="1247773" y="1555350"/>
                </a:lnTo>
                <a:lnTo>
                  <a:pt x="1227648" y="1555350"/>
                </a:lnTo>
                <a:lnTo>
                  <a:pt x="1207522" y="1555350"/>
                </a:lnTo>
                <a:lnTo>
                  <a:pt x="1187397" y="1555350"/>
                </a:lnTo>
                <a:lnTo>
                  <a:pt x="1167272" y="1555350"/>
                </a:lnTo>
                <a:lnTo>
                  <a:pt x="1147146" y="1555350"/>
                </a:lnTo>
                <a:lnTo>
                  <a:pt x="1127021" y="1555350"/>
                </a:lnTo>
                <a:lnTo>
                  <a:pt x="1106896" y="1555350"/>
                </a:lnTo>
                <a:lnTo>
                  <a:pt x="1086770" y="1555350"/>
                </a:lnTo>
                <a:lnTo>
                  <a:pt x="1066645" y="1555350"/>
                </a:lnTo>
                <a:lnTo>
                  <a:pt x="1046520" y="1555350"/>
                </a:lnTo>
                <a:lnTo>
                  <a:pt x="1026394" y="1555350"/>
                </a:lnTo>
                <a:lnTo>
                  <a:pt x="1006269" y="1555350"/>
                </a:lnTo>
                <a:lnTo>
                  <a:pt x="986143" y="1555350"/>
                </a:lnTo>
                <a:lnTo>
                  <a:pt x="966018" y="1555350"/>
                </a:lnTo>
                <a:lnTo>
                  <a:pt x="945893" y="1555350"/>
                </a:lnTo>
                <a:lnTo>
                  <a:pt x="925767" y="1555350"/>
                </a:lnTo>
                <a:lnTo>
                  <a:pt x="905642" y="1555350"/>
                </a:lnTo>
                <a:lnTo>
                  <a:pt x="885516" y="1555350"/>
                </a:lnTo>
                <a:lnTo>
                  <a:pt x="865391" y="1555350"/>
                </a:lnTo>
                <a:lnTo>
                  <a:pt x="845266" y="1555350"/>
                </a:lnTo>
                <a:lnTo>
                  <a:pt x="825140" y="1555350"/>
                </a:lnTo>
                <a:lnTo>
                  <a:pt x="805015" y="1555350"/>
                </a:lnTo>
                <a:lnTo>
                  <a:pt x="784890" y="1555350"/>
                </a:lnTo>
                <a:lnTo>
                  <a:pt x="764764" y="1555350"/>
                </a:lnTo>
                <a:lnTo>
                  <a:pt x="744639" y="1555350"/>
                </a:lnTo>
                <a:lnTo>
                  <a:pt x="724514" y="1555350"/>
                </a:lnTo>
                <a:lnTo>
                  <a:pt x="704388" y="1555350"/>
                </a:lnTo>
                <a:lnTo>
                  <a:pt x="684263" y="1555350"/>
                </a:lnTo>
                <a:lnTo>
                  <a:pt x="664137" y="1555350"/>
                </a:lnTo>
                <a:lnTo>
                  <a:pt x="644012" y="1555350"/>
                </a:lnTo>
                <a:lnTo>
                  <a:pt x="623887" y="1555350"/>
                </a:lnTo>
                <a:lnTo>
                  <a:pt x="603761" y="1555350"/>
                </a:lnTo>
                <a:lnTo>
                  <a:pt x="583636" y="1555350"/>
                </a:lnTo>
                <a:lnTo>
                  <a:pt x="563511" y="1555350"/>
                </a:lnTo>
                <a:lnTo>
                  <a:pt x="543385" y="1555350"/>
                </a:lnTo>
                <a:lnTo>
                  <a:pt x="523260" y="1555350"/>
                </a:lnTo>
                <a:lnTo>
                  <a:pt x="503134" y="1555350"/>
                </a:lnTo>
                <a:lnTo>
                  <a:pt x="483009" y="1555350"/>
                </a:lnTo>
                <a:lnTo>
                  <a:pt x="462884" y="1555350"/>
                </a:lnTo>
                <a:lnTo>
                  <a:pt x="442758" y="1555350"/>
                </a:lnTo>
                <a:lnTo>
                  <a:pt x="422633" y="1555350"/>
                </a:lnTo>
                <a:lnTo>
                  <a:pt x="402507" y="1555350"/>
                </a:lnTo>
                <a:lnTo>
                  <a:pt x="382382" y="1555350"/>
                </a:lnTo>
                <a:lnTo>
                  <a:pt x="362257" y="1555350"/>
                </a:lnTo>
                <a:lnTo>
                  <a:pt x="342131" y="1555350"/>
                </a:lnTo>
                <a:lnTo>
                  <a:pt x="322006" y="1555350"/>
                </a:lnTo>
                <a:lnTo>
                  <a:pt x="301881" y="1555350"/>
                </a:lnTo>
                <a:lnTo>
                  <a:pt x="281755" y="1555350"/>
                </a:lnTo>
                <a:lnTo>
                  <a:pt x="261630" y="1555350"/>
                </a:lnTo>
                <a:lnTo>
                  <a:pt x="241504" y="1555350"/>
                </a:lnTo>
                <a:lnTo>
                  <a:pt x="221379" y="1555350"/>
                </a:lnTo>
                <a:lnTo>
                  <a:pt x="201254" y="1555350"/>
                </a:lnTo>
                <a:lnTo>
                  <a:pt x="181128" y="1555350"/>
                </a:lnTo>
                <a:lnTo>
                  <a:pt x="161003" y="1555350"/>
                </a:lnTo>
                <a:lnTo>
                  <a:pt x="140878" y="1555350"/>
                </a:lnTo>
                <a:lnTo>
                  <a:pt x="120752" y="1555350"/>
                </a:lnTo>
                <a:lnTo>
                  <a:pt x="100627" y="1555350"/>
                </a:lnTo>
                <a:lnTo>
                  <a:pt x="80502" y="1555350"/>
                </a:lnTo>
                <a:lnTo>
                  <a:pt x="60376" y="1555350"/>
                </a:lnTo>
                <a:lnTo>
                  <a:pt x="40251" y="1555350"/>
                </a:lnTo>
                <a:lnTo>
                  <a:pt x="20125" y="1555350"/>
                </a:lnTo>
                <a:lnTo>
                  <a:pt x="0" y="1555350"/>
                </a:lnTo>
                <a:close/>
              </a:path>
            </a:pathLst>
          </a:custGeom>
          <a:solidFill xmlns:a="http://schemas.openxmlformats.org/drawingml/2006/main">
            <a:srgbClr val="8FBC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F2C2289-C0EB-4343-A464-C48136B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190" y="2741677"/>
            <a:ext cx="1997322" cy="1557805"/>
          </a:xfrm>
          <a:custGeom xmlns:a="http://schemas.openxmlformats.org/drawingml/2006/main">
            <a:pathLst>
              <a:path w="1997322" h="1557805">
                <a:moveTo>
                  <a:pt x="1997322" y="1557805"/>
                </a:moveTo>
                <a:lnTo>
                  <a:pt x="1997322" y="1557805"/>
                </a:lnTo>
                <a:lnTo>
                  <a:pt x="0" y="1557805"/>
                </a:lnTo>
                <a:lnTo>
                  <a:pt x="0" y="1557805"/>
                </a:lnTo>
                <a:lnTo>
                  <a:pt x="0" y="1557679"/>
                </a:lnTo>
                <a:lnTo>
                  <a:pt x="5" y="1557515"/>
                </a:lnTo>
                <a:lnTo>
                  <a:pt x="22" y="1557352"/>
                </a:lnTo>
                <a:lnTo>
                  <a:pt x="49" y="1557191"/>
                </a:lnTo>
                <a:lnTo>
                  <a:pt x="87" y="1557032"/>
                </a:lnTo>
                <a:lnTo>
                  <a:pt x="135" y="1556875"/>
                </a:lnTo>
                <a:lnTo>
                  <a:pt x="194" y="1556722"/>
                </a:lnTo>
                <a:lnTo>
                  <a:pt x="263" y="1556574"/>
                </a:lnTo>
                <a:lnTo>
                  <a:pt x="341" y="1556430"/>
                </a:lnTo>
                <a:lnTo>
                  <a:pt x="429" y="1556292"/>
                </a:lnTo>
                <a:lnTo>
                  <a:pt x="526" y="1556160"/>
                </a:lnTo>
                <a:lnTo>
                  <a:pt x="632" y="1556035"/>
                </a:lnTo>
                <a:lnTo>
                  <a:pt x="746" y="1555917"/>
                </a:lnTo>
                <a:lnTo>
                  <a:pt x="867" y="1555807"/>
                </a:lnTo>
                <a:lnTo>
                  <a:pt x="995" y="1555705"/>
                </a:lnTo>
                <a:lnTo>
                  <a:pt x="1130" y="1555612"/>
                </a:lnTo>
                <a:lnTo>
                  <a:pt x="1271" y="1555528"/>
                </a:lnTo>
                <a:lnTo>
                  <a:pt x="1417" y="1555454"/>
                </a:lnTo>
                <a:lnTo>
                  <a:pt x="1568" y="1555390"/>
                </a:lnTo>
                <a:lnTo>
                  <a:pt x="1722" y="1555336"/>
                </a:lnTo>
                <a:lnTo>
                  <a:pt x="1880" y="1555292"/>
                </a:lnTo>
                <a:lnTo>
                  <a:pt x="2040" y="1555259"/>
                </a:lnTo>
                <a:lnTo>
                  <a:pt x="22132" y="1551818"/>
                </a:lnTo>
                <a:lnTo>
                  <a:pt x="42185" y="1547798"/>
                </a:lnTo>
                <a:lnTo>
                  <a:pt x="62230" y="1543114"/>
                </a:lnTo>
                <a:lnTo>
                  <a:pt x="82267" y="1537677"/>
                </a:lnTo>
                <a:lnTo>
                  <a:pt x="102297" y="1531394"/>
                </a:lnTo>
                <a:lnTo>
                  <a:pt x="122320" y="1524162"/>
                </a:lnTo>
                <a:lnTo>
                  <a:pt x="142338" y="1515873"/>
                </a:lnTo>
                <a:lnTo>
                  <a:pt x="162351" y="1506412"/>
                </a:lnTo>
                <a:lnTo>
                  <a:pt x="182363" y="1495656"/>
                </a:lnTo>
                <a:lnTo>
                  <a:pt x="202375" y="1483479"/>
                </a:lnTo>
                <a:lnTo>
                  <a:pt x="222390" y="1469753"/>
                </a:lnTo>
                <a:lnTo>
                  <a:pt x="242409" y="1454344"/>
                </a:lnTo>
                <a:lnTo>
                  <a:pt x="262435" y="1437120"/>
                </a:lnTo>
                <a:lnTo>
                  <a:pt x="282468" y="1417950"/>
                </a:lnTo>
                <a:lnTo>
                  <a:pt x="302509" y="1396710"/>
                </a:lnTo>
                <a:lnTo>
                  <a:pt x="322559" y="1373279"/>
                </a:lnTo>
                <a:lnTo>
                  <a:pt x="342618" y="1347549"/>
                </a:lnTo>
                <a:lnTo>
                  <a:pt x="362685" y="1319425"/>
                </a:lnTo>
                <a:lnTo>
                  <a:pt x="382760" y="1288827"/>
                </a:lnTo>
                <a:lnTo>
                  <a:pt x="402842" y="1255696"/>
                </a:lnTo>
                <a:lnTo>
                  <a:pt x="422931" y="1219993"/>
                </a:lnTo>
                <a:lnTo>
                  <a:pt x="443025" y="1181709"/>
                </a:lnTo>
                <a:lnTo>
                  <a:pt x="463123" y="1140858"/>
                </a:lnTo>
                <a:lnTo>
                  <a:pt x="483226" y="1097492"/>
                </a:lnTo>
                <a:lnTo>
                  <a:pt x="503333" y="1051692"/>
                </a:lnTo>
                <a:lnTo>
                  <a:pt x="523442" y="1003578"/>
                </a:lnTo>
                <a:lnTo>
                  <a:pt x="543555" y="953306"/>
                </a:lnTo>
                <a:lnTo>
                  <a:pt x="563670" y="901072"/>
                </a:lnTo>
                <a:lnTo>
                  <a:pt x="583787" y="847111"/>
                </a:lnTo>
                <a:lnTo>
                  <a:pt x="603906" y="791695"/>
                </a:lnTo>
                <a:lnTo>
                  <a:pt x="624027" y="735138"/>
                </a:lnTo>
                <a:lnTo>
                  <a:pt x="644150" y="677786"/>
                </a:lnTo>
                <a:lnTo>
                  <a:pt x="664274" y="620020"/>
                </a:lnTo>
                <a:lnTo>
                  <a:pt x="684399" y="562253"/>
                </a:lnTo>
                <a:lnTo>
                  <a:pt x="684401" y="562248"/>
                </a:lnTo>
                <a:lnTo>
                  <a:pt x="704527" y="504920"/>
                </a:lnTo>
                <a:lnTo>
                  <a:pt x="704531" y="504909"/>
                </a:lnTo>
                <a:lnTo>
                  <a:pt x="724656" y="448477"/>
                </a:lnTo>
                <a:lnTo>
                  <a:pt x="724663" y="448459"/>
                </a:lnTo>
                <a:lnTo>
                  <a:pt x="744788" y="393394"/>
                </a:lnTo>
                <a:lnTo>
                  <a:pt x="744798" y="393369"/>
                </a:lnTo>
                <a:lnTo>
                  <a:pt x="764923" y="340153"/>
                </a:lnTo>
                <a:lnTo>
                  <a:pt x="764936" y="340118"/>
                </a:lnTo>
                <a:lnTo>
                  <a:pt x="785062" y="289233"/>
                </a:lnTo>
                <a:lnTo>
                  <a:pt x="785080" y="289188"/>
                </a:lnTo>
                <a:lnTo>
                  <a:pt x="805205" y="241111"/>
                </a:lnTo>
                <a:lnTo>
                  <a:pt x="805231" y="241053"/>
                </a:lnTo>
                <a:lnTo>
                  <a:pt x="825356" y="196247"/>
                </a:lnTo>
                <a:lnTo>
                  <a:pt x="825391" y="196173"/>
                </a:lnTo>
                <a:lnTo>
                  <a:pt x="845516" y="155083"/>
                </a:lnTo>
                <a:lnTo>
                  <a:pt x="845565" y="154988"/>
                </a:lnTo>
                <a:lnTo>
                  <a:pt x="865690" y="118031"/>
                </a:lnTo>
                <a:lnTo>
                  <a:pt x="865760" y="117911"/>
                </a:lnTo>
                <a:lnTo>
                  <a:pt x="885885" y="85467"/>
                </a:lnTo>
                <a:lnTo>
                  <a:pt x="885988" y="85315"/>
                </a:lnTo>
                <a:lnTo>
                  <a:pt x="906113" y="57727"/>
                </a:lnTo>
                <a:lnTo>
                  <a:pt x="906189" y="57629"/>
                </a:lnTo>
                <a:lnTo>
                  <a:pt x="906269" y="57535"/>
                </a:lnTo>
                <a:lnTo>
                  <a:pt x="926395" y="35097"/>
                </a:lnTo>
                <a:lnTo>
                  <a:pt x="926511" y="34975"/>
                </a:lnTo>
                <a:lnTo>
                  <a:pt x="926635" y="34862"/>
                </a:lnTo>
                <a:lnTo>
                  <a:pt x="946761" y="17816"/>
                </a:lnTo>
                <a:lnTo>
                  <a:pt x="946879" y="17722"/>
                </a:lnTo>
                <a:lnTo>
                  <a:pt x="947003" y="17636"/>
                </a:lnTo>
                <a:lnTo>
                  <a:pt x="947132" y="17557"/>
                </a:lnTo>
                <a:lnTo>
                  <a:pt x="967257" y="6088"/>
                </a:lnTo>
                <a:lnTo>
                  <a:pt x="967387" y="6019"/>
                </a:lnTo>
                <a:lnTo>
                  <a:pt x="967520" y="5958"/>
                </a:lnTo>
                <a:lnTo>
                  <a:pt x="967657" y="5906"/>
                </a:lnTo>
                <a:lnTo>
                  <a:pt x="967797" y="5861"/>
                </a:lnTo>
                <a:lnTo>
                  <a:pt x="987922" y="95"/>
                </a:lnTo>
                <a:lnTo>
                  <a:pt x="988088" y="54"/>
                </a:lnTo>
                <a:lnTo>
                  <a:pt x="988257" y="24"/>
                </a:lnTo>
                <a:lnTo>
                  <a:pt x="988427" y="6"/>
                </a:lnTo>
                <a:lnTo>
                  <a:pt x="988598" y="0"/>
                </a:lnTo>
                <a:lnTo>
                  <a:pt x="1008724" y="0"/>
                </a:lnTo>
                <a:lnTo>
                  <a:pt x="1008895" y="6"/>
                </a:lnTo>
                <a:lnTo>
                  <a:pt x="1009065" y="24"/>
                </a:lnTo>
                <a:lnTo>
                  <a:pt x="1009234" y="54"/>
                </a:lnTo>
                <a:lnTo>
                  <a:pt x="1009400" y="95"/>
                </a:lnTo>
                <a:lnTo>
                  <a:pt x="1029525" y="5861"/>
                </a:lnTo>
                <a:lnTo>
                  <a:pt x="1029665" y="5906"/>
                </a:lnTo>
                <a:lnTo>
                  <a:pt x="1029801" y="5958"/>
                </a:lnTo>
                <a:lnTo>
                  <a:pt x="1029935" y="6019"/>
                </a:lnTo>
                <a:lnTo>
                  <a:pt x="1030064" y="6088"/>
                </a:lnTo>
                <a:lnTo>
                  <a:pt x="1050190" y="17557"/>
                </a:lnTo>
                <a:lnTo>
                  <a:pt x="1050319" y="17636"/>
                </a:lnTo>
                <a:lnTo>
                  <a:pt x="1050443" y="17722"/>
                </a:lnTo>
                <a:lnTo>
                  <a:pt x="1050561" y="17816"/>
                </a:lnTo>
                <a:lnTo>
                  <a:pt x="1070686" y="34862"/>
                </a:lnTo>
                <a:lnTo>
                  <a:pt x="1070811" y="34975"/>
                </a:lnTo>
                <a:lnTo>
                  <a:pt x="1070927" y="35097"/>
                </a:lnTo>
                <a:lnTo>
                  <a:pt x="1091052" y="57535"/>
                </a:lnTo>
                <a:lnTo>
                  <a:pt x="1091133" y="57629"/>
                </a:lnTo>
                <a:lnTo>
                  <a:pt x="1091208" y="57727"/>
                </a:lnTo>
                <a:lnTo>
                  <a:pt x="1111334" y="85315"/>
                </a:lnTo>
                <a:lnTo>
                  <a:pt x="1111436" y="85467"/>
                </a:lnTo>
                <a:lnTo>
                  <a:pt x="1131562" y="117911"/>
                </a:lnTo>
                <a:lnTo>
                  <a:pt x="1131632" y="118031"/>
                </a:lnTo>
                <a:lnTo>
                  <a:pt x="1151757" y="154988"/>
                </a:lnTo>
                <a:lnTo>
                  <a:pt x="1151806" y="155083"/>
                </a:lnTo>
                <a:lnTo>
                  <a:pt x="1171931" y="196173"/>
                </a:lnTo>
                <a:lnTo>
                  <a:pt x="1171966" y="196247"/>
                </a:lnTo>
                <a:lnTo>
                  <a:pt x="1192091" y="241053"/>
                </a:lnTo>
                <a:lnTo>
                  <a:pt x="1192116" y="241111"/>
                </a:lnTo>
                <a:lnTo>
                  <a:pt x="1212242" y="289188"/>
                </a:lnTo>
                <a:lnTo>
                  <a:pt x="1212260" y="289233"/>
                </a:lnTo>
                <a:lnTo>
                  <a:pt x="1232385" y="340118"/>
                </a:lnTo>
                <a:lnTo>
                  <a:pt x="1232399" y="340153"/>
                </a:lnTo>
                <a:lnTo>
                  <a:pt x="1252524" y="393369"/>
                </a:lnTo>
                <a:lnTo>
                  <a:pt x="1252534" y="393394"/>
                </a:lnTo>
                <a:lnTo>
                  <a:pt x="1272659" y="448459"/>
                </a:lnTo>
                <a:lnTo>
                  <a:pt x="1272666" y="448477"/>
                </a:lnTo>
                <a:lnTo>
                  <a:pt x="1292791" y="504909"/>
                </a:lnTo>
                <a:lnTo>
                  <a:pt x="1292795" y="504920"/>
                </a:lnTo>
                <a:lnTo>
                  <a:pt x="1312920" y="562248"/>
                </a:lnTo>
                <a:lnTo>
                  <a:pt x="1312922" y="562253"/>
                </a:lnTo>
                <a:lnTo>
                  <a:pt x="1333048" y="620020"/>
                </a:lnTo>
                <a:lnTo>
                  <a:pt x="1353172" y="677786"/>
                </a:lnTo>
                <a:lnTo>
                  <a:pt x="1373295" y="735138"/>
                </a:lnTo>
                <a:lnTo>
                  <a:pt x="1393416" y="791695"/>
                </a:lnTo>
                <a:lnTo>
                  <a:pt x="1413535" y="847111"/>
                </a:lnTo>
                <a:lnTo>
                  <a:pt x="1433652" y="901072"/>
                </a:lnTo>
                <a:lnTo>
                  <a:pt x="1453767" y="953306"/>
                </a:lnTo>
                <a:lnTo>
                  <a:pt x="1473879" y="1003578"/>
                </a:lnTo>
                <a:lnTo>
                  <a:pt x="1493989" y="1051692"/>
                </a:lnTo>
                <a:lnTo>
                  <a:pt x="1514096" y="1097492"/>
                </a:lnTo>
                <a:lnTo>
                  <a:pt x="1534198" y="1140858"/>
                </a:lnTo>
                <a:lnTo>
                  <a:pt x="1554297" y="1181709"/>
                </a:lnTo>
                <a:lnTo>
                  <a:pt x="1574391" y="1219993"/>
                </a:lnTo>
                <a:lnTo>
                  <a:pt x="1594479" y="1255696"/>
                </a:lnTo>
                <a:lnTo>
                  <a:pt x="1614561" y="1288827"/>
                </a:lnTo>
                <a:lnTo>
                  <a:pt x="1634636" y="1319425"/>
                </a:lnTo>
                <a:lnTo>
                  <a:pt x="1654704" y="1347549"/>
                </a:lnTo>
                <a:lnTo>
                  <a:pt x="1674763" y="1373279"/>
                </a:lnTo>
                <a:lnTo>
                  <a:pt x="1694813" y="1396710"/>
                </a:lnTo>
                <a:lnTo>
                  <a:pt x="1714854" y="1417950"/>
                </a:lnTo>
                <a:lnTo>
                  <a:pt x="1734887" y="1437120"/>
                </a:lnTo>
                <a:lnTo>
                  <a:pt x="1754913" y="1454344"/>
                </a:lnTo>
                <a:lnTo>
                  <a:pt x="1774932" y="1469753"/>
                </a:lnTo>
                <a:lnTo>
                  <a:pt x="1794946" y="1483479"/>
                </a:lnTo>
                <a:lnTo>
                  <a:pt x="1814959" y="1495656"/>
                </a:lnTo>
                <a:lnTo>
                  <a:pt x="1834970" y="1506412"/>
                </a:lnTo>
                <a:lnTo>
                  <a:pt x="1854984" y="1515873"/>
                </a:lnTo>
                <a:lnTo>
                  <a:pt x="1875002" y="1524162"/>
                </a:lnTo>
                <a:lnTo>
                  <a:pt x="1895025" y="1531394"/>
                </a:lnTo>
                <a:lnTo>
                  <a:pt x="1915054" y="1537677"/>
                </a:lnTo>
                <a:lnTo>
                  <a:pt x="1935092" y="1543114"/>
                </a:lnTo>
                <a:lnTo>
                  <a:pt x="1955137" y="1547798"/>
                </a:lnTo>
                <a:lnTo>
                  <a:pt x="1975190" y="1551818"/>
                </a:lnTo>
                <a:lnTo>
                  <a:pt x="1995281" y="1555259"/>
                </a:lnTo>
                <a:lnTo>
                  <a:pt x="1995442" y="1555292"/>
                </a:lnTo>
                <a:lnTo>
                  <a:pt x="1995600" y="1555336"/>
                </a:lnTo>
                <a:lnTo>
                  <a:pt x="1995754" y="1555390"/>
                </a:lnTo>
                <a:lnTo>
                  <a:pt x="1995905" y="1555454"/>
                </a:lnTo>
                <a:lnTo>
                  <a:pt x="1996051" y="1555528"/>
                </a:lnTo>
                <a:lnTo>
                  <a:pt x="1996191" y="1555612"/>
                </a:lnTo>
                <a:lnTo>
                  <a:pt x="1996326" y="1555705"/>
                </a:lnTo>
                <a:lnTo>
                  <a:pt x="1996455" y="1555807"/>
                </a:lnTo>
                <a:lnTo>
                  <a:pt x="1996576" y="1555917"/>
                </a:lnTo>
                <a:lnTo>
                  <a:pt x="1996690" y="1556035"/>
                </a:lnTo>
                <a:lnTo>
                  <a:pt x="1996795" y="1556160"/>
                </a:lnTo>
                <a:lnTo>
                  <a:pt x="1996892" y="1556292"/>
                </a:lnTo>
                <a:lnTo>
                  <a:pt x="1996980" y="1556430"/>
                </a:lnTo>
                <a:lnTo>
                  <a:pt x="1997059" y="1556574"/>
                </a:lnTo>
                <a:lnTo>
                  <a:pt x="1997128" y="1556722"/>
                </a:lnTo>
                <a:lnTo>
                  <a:pt x="1997186" y="1556875"/>
                </a:lnTo>
                <a:lnTo>
                  <a:pt x="1997235" y="1557032"/>
                </a:lnTo>
                <a:lnTo>
                  <a:pt x="1997273" y="1557191"/>
                </a:lnTo>
                <a:lnTo>
                  <a:pt x="1997300" y="1557352"/>
                </a:lnTo>
                <a:lnTo>
                  <a:pt x="1997316" y="1557515"/>
                </a:lnTo>
                <a:lnTo>
                  <a:pt x="1997322" y="1557679"/>
                </a:lnTo>
                <a:lnTo>
                  <a:pt x="1997322" y="1557805"/>
                </a:lnTo>
                <a:close/>
                <a:moveTo>
                  <a:pt x="43188" y="1552604"/>
                </a:moveTo>
                <a:lnTo>
                  <a:pt x="29494" y="1555350"/>
                </a:lnTo>
                <a:lnTo>
                  <a:pt x="1967828" y="1555350"/>
                </a:lnTo>
                <a:lnTo>
                  <a:pt x="1954134" y="1552604"/>
                </a:lnTo>
                <a:lnTo>
                  <a:pt x="1954058" y="1552588"/>
                </a:lnTo>
                <a:lnTo>
                  <a:pt x="1933932" y="1547884"/>
                </a:lnTo>
                <a:lnTo>
                  <a:pt x="1933848" y="1547863"/>
                </a:lnTo>
                <a:lnTo>
                  <a:pt x="1913723" y="1542403"/>
                </a:lnTo>
                <a:lnTo>
                  <a:pt x="1913631" y="1542376"/>
                </a:lnTo>
                <a:lnTo>
                  <a:pt x="1893505" y="1536063"/>
                </a:lnTo>
                <a:lnTo>
                  <a:pt x="1893406" y="1536029"/>
                </a:lnTo>
                <a:lnTo>
                  <a:pt x="1873281" y="1528761"/>
                </a:lnTo>
                <a:lnTo>
                  <a:pt x="1873176" y="1528720"/>
                </a:lnTo>
                <a:lnTo>
                  <a:pt x="1853050" y="1520386"/>
                </a:lnTo>
                <a:lnTo>
                  <a:pt x="1852940" y="1520338"/>
                </a:lnTo>
                <a:lnTo>
                  <a:pt x="1832815" y="1510823"/>
                </a:lnTo>
                <a:lnTo>
                  <a:pt x="1832702" y="1510766"/>
                </a:lnTo>
                <a:lnTo>
                  <a:pt x="1812576" y="1499949"/>
                </a:lnTo>
                <a:lnTo>
                  <a:pt x="1812463" y="1499884"/>
                </a:lnTo>
                <a:lnTo>
                  <a:pt x="1792337" y="1487639"/>
                </a:lnTo>
                <a:lnTo>
                  <a:pt x="1792225" y="1487566"/>
                </a:lnTo>
                <a:lnTo>
                  <a:pt x="1772099" y="1473764"/>
                </a:lnTo>
                <a:lnTo>
                  <a:pt x="1771990" y="1473684"/>
                </a:lnTo>
                <a:lnTo>
                  <a:pt x="1751865" y="1458194"/>
                </a:lnTo>
                <a:lnTo>
                  <a:pt x="1751762" y="1458109"/>
                </a:lnTo>
                <a:lnTo>
                  <a:pt x="1731636" y="1440799"/>
                </a:lnTo>
                <a:lnTo>
                  <a:pt x="1731540" y="1440712"/>
                </a:lnTo>
                <a:lnTo>
                  <a:pt x="1711414" y="1421454"/>
                </a:lnTo>
                <a:lnTo>
                  <a:pt x="1711326" y="1421365"/>
                </a:lnTo>
                <a:lnTo>
                  <a:pt x="1691201" y="1400036"/>
                </a:lnTo>
                <a:lnTo>
                  <a:pt x="1691121" y="1399947"/>
                </a:lnTo>
                <a:lnTo>
                  <a:pt x="1670996" y="1376428"/>
                </a:lnTo>
                <a:lnTo>
                  <a:pt x="1670925" y="1376342"/>
                </a:lnTo>
                <a:lnTo>
                  <a:pt x="1650800" y="1350527"/>
                </a:lnTo>
                <a:lnTo>
                  <a:pt x="1650737" y="1350443"/>
                </a:lnTo>
                <a:lnTo>
                  <a:pt x="1630612" y="1322238"/>
                </a:lnTo>
                <a:lnTo>
                  <a:pt x="1630558" y="1322159"/>
                </a:lnTo>
                <a:lnTo>
                  <a:pt x="1610432" y="1291484"/>
                </a:lnTo>
                <a:lnTo>
                  <a:pt x="1610386" y="1291410"/>
                </a:lnTo>
                <a:lnTo>
                  <a:pt x="1590260" y="1258207"/>
                </a:lnTo>
                <a:lnTo>
                  <a:pt x="1590220" y="1258138"/>
                </a:lnTo>
                <a:lnTo>
                  <a:pt x="1570095" y="1222370"/>
                </a:lnTo>
                <a:lnTo>
                  <a:pt x="1570060" y="1222307"/>
                </a:lnTo>
                <a:lnTo>
                  <a:pt x="1549935" y="1183962"/>
                </a:lnTo>
                <a:lnTo>
                  <a:pt x="1549906" y="1183905"/>
                </a:lnTo>
                <a:lnTo>
                  <a:pt x="1529781" y="1143000"/>
                </a:lnTo>
                <a:lnTo>
                  <a:pt x="1529756" y="1142949"/>
                </a:lnTo>
                <a:lnTo>
                  <a:pt x="1509631" y="1099534"/>
                </a:lnTo>
                <a:lnTo>
                  <a:pt x="1509610" y="1099489"/>
                </a:lnTo>
                <a:lnTo>
                  <a:pt x="1489485" y="1053646"/>
                </a:lnTo>
                <a:lnTo>
                  <a:pt x="1489468" y="1053606"/>
                </a:lnTo>
                <a:lnTo>
                  <a:pt x="1469342" y="1005454"/>
                </a:lnTo>
                <a:lnTo>
                  <a:pt x="1469328" y="1005419"/>
                </a:lnTo>
                <a:lnTo>
                  <a:pt x="1449203" y="955115"/>
                </a:lnTo>
                <a:lnTo>
                  <a:pt x="1449191" y="955085"/>
                </a:lnTo>
                <a:lnTo>
                  <a:pt x="1429066" y="902824"/>
                </a:lnTo>
                <a:lnTo>
                  <a:pt x="1429056" y="902799"/>
                </a:lnTo>
                <a:lnTo>
                  <a:pt x="1408931" y="848816"/>
                </a:lnTo>
                <a:lnTo>
                  <a:pt x="1408924" y="848796"/>
                </a:lnTo>
                <a:lnTo>
                  <a:pt x="1388798" y="793363"/>
                </a:lnTo>
                <a:lnTo>
                  <a:pt x="1388793" y="793348"/>
                </a:lnTo>
                <a:lnTo>
                  <a:pt x="1368667" y="736778"/>
                </a:lnTo>
                <a:lnTo>
                  <a:pt x="1368664" y="736768"/>
                </a:lnTo>
                <a:lnTo>
                  <a:pt x="1348539" y="679408"/>
                </a:lnTo>
                <a:lnTo>
                  <a:pt x="1348537" y="679403"/>
                </a:lnTo>
                <a:lnTo>
                  <a:pt x="1328412" y="621635"/>
                </a:lnTo>
                <a:lnTo>
                  <a:pt x="1308287" y="563871"/>
                </a:lnTo>
                <a:lnTo>
                  <a:pt x="1288164" y="506552"/>
                </a:lnTo>
                <a:lnTo>
                  <a:pt x="1268044" y="450135"/>
                </a:lnTo>
                <a:lnTo>
                  <a:pt x="1247927" y="395093"/>
                </a:lnTo>
                <a:lnTo>
                  <a:pt x="1227813" y="341907"/>
                </a:lnTo>
                <a:lnTo>
                  <a:pt x="1207703" y="291062"/>
                </a:lnTo>
                <a:lnTo>
                  <a:pt x="1187600" y="243035"/>
                </a:lnTo>
                <a:lnTo>
                  <a:pt x="1167504" y="198296"/>
                </a:lnTo>
                <a:lnTo>
                  <a:pt x="1147420" y="157290"/>
                </a:lnTo>
                <a:lnTo>
                  <a:pt x="1127353" y="120440"/>
                </a:lnTo>
                <a:lnTo>
                  <a:pt x="1107313" y="88134"/>
                </a:lnTo>
                <a:lnTo>
                  <a:pt x="1087315" y="60720"/>
                </a:lnTo>
                <a:lnTo>
                  <a:pt x="1067385" y="38500"/>
                </a:lnTo>
                <a:lnTo>
                  <a:pt x="1047561" y="21710"/>
                </a:lnTo>
                <a:lnTo>
                  <a:pt x="1027890" y="10500"/>
                </a:lnTo>
                <a:lnTo>
                  <a:pt x="1008379" y="4910"/>
                </a:lnTo>
                <a:lnTo>
                  <a:pt x="988943" y="4910"/>
                </a:lnTo>
                <a:lnTo>
                  <a:pt x="969432" y="10500"/>
                </a:lnTo>
                <a:lnTo>
                  <a:pt x="949760" y="21710"/>
                </a:lnTo>
                <a:lnTo>
                  <a:pt x="929937" y="38500"/>
                </a:lnTo>
                <a:lnTo>
                  <a:pt x="910007" y="60720"/>
                </a:lnTo>
                <a:lnTo>
                  <a:pt x="890009" y="88134"/>
                </a:lnTo>
                <a:lnTo>
                  <a:pt x="869969" y="120440"/>
                </a:lnTo>
                <a:lnTo>
                  <a:pt x="849902" y="157290"/>
                </a:lnTo>
                <a:lnTo>
                  <a:pt x="829818" y="198296"/>
                </a:lnTo>
                <a:lnTo>
                  <a:pt x="809722" y="243035"/>
                </a:lnTo>
                <a:lnTo>
                  <a:pt x="789618" y="291062"/>
                </a:lnTo>
                <a:lnTo>
                  <a:pt x="769509" y="341907"/>
                </a:lnTo>
                <a:lnTo>
                  <a:pt x="749395" y="395093"/>
                </a:lnTo>
                <a:lnTo>
                  <a:pt x="729277" y="450135"/>
                </a:lnTo>
                <a:lnTo>
                  <a:pt x="709157" y="506552"/>
                </a:lnTo>
                <a:lnTo>
                  <a:pt x="689035" y="563871"/>
                </a:lnTo>
                <a:lnTo>
                  <a:pt x="668910" y="621635"/>
                </a:lnTo>
                <a:lnTo>
                  <a:pt x="648785" y="679403"/>
                </a:lnTo>
                <a:lnTo>
                  <a:pt x="648783" y="679408"/>
                </a:lnTo>
                <a:lnTo>
                  <a:pt x="628658" y="736768"/>
                </a:lnTo>
                <a:lnTo>
                  <a:pt x="628654" y="736778"/>
                </a:lnTo>
                <a:lnTo>
                  <a:pt x="608529" y="793348"/>
                </a:lnTo>
                <a:lnTo>
                  <a:pt x="608523" y="793363"/>
                </a:lnTo>
                <a:lnTo>
                  <a:pt x="588398" y="848796"/>
                </a:lnTo>
                <a:lnTo>
                  <a:pt x="588391" y="848816"/>
                </a:lnTo>
                <a:lnTo>
                  <a:pt x="568265" y="902799"/>
                </a:lnTo>
                <a:lnTo>
                  <a:pt x="568256" y="902824"/>
                </a:lnTo>
                <a:lnTo>
                  <a:pt x="548131" y="955085"/>
                </a:lnTo>
                <a:lnTo>
                  <a:pt x="548119" y="955115"/>
                </a:lnTo>
                <a:lnTo>
                  <a:pt x="527994" y="1005419"/>
                </a:lnTo>
                <a:lnTo>
                  <a:pt x="527980" y="1005454"/>
                </a:lnTo>
                <a:lnTo>
                  <a:pt x="507854" y="1053606"/>
                </a:lnTo>
                <a:lnTo>
                  <a:pt x="507837" y="1053646"/>
                </a:lnTo>
                <a:lnTo>
                  <a:pt x="487711" y="1099489"/>
                </a:lnTo>
                <a:lnTo>
                  <a:pt x="487691" y="1099534"/>
                </a:lnTo>
                <a:lnTo>
                  <a:pt x="467566" y="1142949"/>
                </a:lnTo>
                <a:lnTo>
                  <a:pt x="467541" y="1143000"/>
                </a:lnTo>
                <a:lnTo>
                  <a:pt x="447416" y="1183905"/>
                </a:lnTo>
                <a:lnTo>
                  <a:pt x="447387" y="1183962"/>
                </a:lnTo>
                <a:lnTo>
                  <a:pt x="427261" y="1222307"/>
                </a:lnTo>
                <a:lnTo>
                  <a:pt x="427227" y="1222370"/>
                </a:lnTo>
                <a:lnTo>
                  <a:pt x="407102" y="1258138"/>
                </a:lnTo>
                <a:lnTo>
                  <a:pt x="407062" y="1258207"/>
                </a:lnTo>
                <a:lnTo>
                  <a:pt x="386936" y="1291410"/>
                </a:lnTo>
                <a:lnTo>
                  <a:pt x="386889" y="1291484"/>
                </a:lnTo>
                <a:lnTo>
                  <a:pt x="366764" y="1322159"/>
                </a:lnTo>
                <a:lnTo>
                  <a:pt x="366710" y="1322238"/>
                </a:lnTo>
                <a:lnTo>
                  <a:pt x="346584" y="1350443"/>
                </a:lnTo>
                <a:lnTo>
                  <a:pt x="346522" y="1350527"/>
                </a:lnTo>
                <a:lnTo>
                  <a:pt x="326397" y="1376342"/>
                </a:lnTo>
                <a:lnTo>
                  <a:pt x="326326" y="1376428"/>
                </a:lnTo>
                <a:lnTo>
                  <a:pt x="306201" y="1399947"/>
                </a:lnTo>
                <a:lnTo>
                  <a:pt x="306121" y="1400036"/>
                </a:lnTo>
                <a:lnTo>
                  <a:pt x="285996" y="1421365"/>
                </a:lnTo>
                <a:lnTo>
                  <a:pt x="285907" y="1421454"/>
                </a:lnTo>
                <a:lnTo>
                  <a:pt x="265782" y="1440712"/>
                </a:lnTo>
                <a:lnTo>
                  <a:pt x="265685" y="1440799"/>
                </a:lnTo>
                <a:lnTo>
                  <a:pt x="245560" y="1458109"/>
                </a:lnTo>
                <a:lnTo>
                  <a:pt x="245457" y="1458194"/>
                </a:lnTo>
                <a:lnTo>
                  <a:pt x="225331" y="1473684"/>
                </a:lnTo>
                <a:lnTo>
                  <a:pt x="225222" y="1473764"/>
                </a:lnTo>
                <a:lnTo>
                  <a:pt x="205097" y="1487566"/>
                </a:lnTo>
                <a:lnTo>
                  <a:pt x="204984" y="1487639"/>
                </a:lnTo>
                <a:lnTo>
                  <a:pt x="184859" y="1499884"/>
                </a:lnTo>
                <a:lnTo>
                  <a:pt x="184745" y="1499949"/>
                </a:lnTo>
                <a:lnTo>
                  <a:pt x="164620" y="1510766"/>
                </a:lnTo>
                <a:lnTo>
                  <a:pt x="164507" y="1510823"/>
                </a:lnTo>
                <a:lnTo>
                  <a:pt x="144382" y="1520338"/>
                </a:lnTo>
                <a:lnTo>
                  <a:pt x="144272" y="1520386"/>
                </a:lnTo>
                <a:lnTo>
                  <a:pt x="124146" y="1528720"/>
                </a:lnTo>
                <a:lnTo>
                  <a:pt x="124041" y="1528761"/>
                </a:lnTo>
                <a:lnTo>
                  <a:pt x="103916" y="1536029"/>
                </a:lnTo>
                <a:lnTo>
                  <a:pt x="103816" y="1536063"/>
                </a:lnTo>
                <a:lnTo>
                  <a:pt x="83691" y="1542376"/>
                </a:lnTo>
                <a:lnTo>
                  <a:pt x="83599" y="1542403"/>
                </a:lnTo>
                <a:lnTo>
                  <a:pt x="63474" y="1547863"/>
                </a:lnTo>
                <a:lnTo>
                  <a:pt x="63390" y="1547884"/>
                </a:lnTo>
                <a:lnTo>
                  <a:pt x="43264" y="1552588"/>
                </a:lnTo>
                <a:lnTo>
                  <a:pt x="43188" y="1552604"/>
                </a:lnTo>
                <a:close/>
              </a:path>
            </a:pathLst>
          </a:custGeom>
          <a:solidFill xmlns:a="http://schemas.openxmlformats.org/drawingml/2006/main">
            <a:srgbClr val="8FBC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43AB852-A2C2-4DE9-B145-A89E0B7C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977" y="2739222"/>
            <a:ext cx="2003748" cy="1560260"/>
          </a:xfrm>
          <a:custGeom xmlns:a="http://schemas.openxmlformats.org/drawingml/2006/main">
            <a:pathLst>
              <a:path w="2003748" h="1560260">
                <a:moveTo>
                  <a:pt x="46884" y="1557466"/>
                </a:moveTo>
                <a:lnTo>
                  <a:pt x="32950" y="1560260"/>
                </a:lnTo>
                <a:lnTo>
                  <a:pt x="708" y="1560260"/>
                </a:lnTo>
                <a:lnTo>
                  <a:pt x="0" y="1556123"/>
                </a:lnTo>
                <a:lnTo>
                  <a:pt x="4839" y="1555295"/>
                </a:lnTo>
                <a:lnTo>
                  <a:pt x="24896" y="1551860"/>
                </a:lnTo>
                <a:lnTo>
                  <a:pt x="44877" y="1547854"/>
                </a:lnTo>
                <a:lnTo>
                  <a:pt x="64842" y="1543188"/>
                </a:lnTo>
                <a:lnTo>
                  <a:pt x="84791" y="1537775"/>
                </a:lnTo>
                <a:lnTo>
                  <a:pt x="104725" y="1531522"/>
                </a:lnTo>
                <a:lnTo>
                  <a:pt x="124646" y="1524328"/>
                </a:lnTo>
                <a:lnTo>
                  <a:pt x="144556" y="1516083"/>
                </a:lnTo>
                <a:lnTo>
                  <a:pt x="164458" y="1506674"/>
                </a:lnTo>
                <a:lnTo>
                  <a:pt x="184356" y="1495979"/>
                </a:lnTo>
                <a:lnTo>
                  <a:pt x="204255" y="1483872"/>
                </a:lnTo>
                <a:lnTo>
                  <a:pt x="224159" y="1470221"/>
                </a:lnTo>
                <a:lnTo>
                  <a:pt x="244072" y="1454894"/>
                </a:lnTo>
                <a:lnTo>
                  <a:pt x="263998" y="1437756"/>
                </a:lnTo>
                <a:lnTo>
                  <a:pt x="283938" y="1418675"/>
                </a:lnTo>
                <a:lnTo>
                  <a:pt x="303896" y="1397523"/>
                </a:lnTo>
                <a:lnTo>
                  <a:pt x="323871" y="1374180"/>
                </a:lnTo>
                <a:lnTo>
                  <a:pt x="343863" y="1348536"/>
                </a:lnTo>
                <a:lnTo>
                  <a:pt x="363872" y="1320493"/>
                </a:lnTo>
                <a:lnTo>
                  <a:pt x="383897" y="1289972"/>
                </a:lnTo>
                <a:lnTo>
                  <a:pt x="403936" y="1256912"/>
                </a:lnTo>
                <a:lnTo>
                  <a:pt x="423987" y="1221276"/>
                </a:lnTo>
                <a:lnTo>
                  <a:pt x="444049" y="1183051"/>
                </a:lnTo>
                <a:lnTo>
                  <a:pt x="464121" y="1142255"/>
                </a:lnTo>
                <a:lnTo>
                  <a:pt x="484202" y="1098937"/>
                </a:lnTo>
                <a:lnTo>
                  <a:pt x="504289" y="1053180"/>
                </a:lnTo>
                <a:lnTo>
                  <a:pt x="524383" y="1005104"/>
                </a:lnTo>
                <a:lnTo>
                  <a:pt x="544483" y="954864"/>
                </a:lnTo>
                <a:lnTo>
                  <a:pt x="564587" y="902657"/>
                </a:lnTo>
                <a:lnTo>
                  <a:pt x="584696" y="848718"/>
                </a:lnTo>
                <a:lnTo>
                  <a:pt x="604809" y="793320"/>
                </a:lnTo>
                <a:lnTo>
                  <a:pt x="624925" y="736775"/>
                </a:lnTo>
                <a:lnTo>
                  <a:pt x="645045" y="679430"/>
                </a:lnTo>
                <a:lnTo>
                  <a:pt x="665169" y="621667"/>
                </a:lnTo>
                <a:lnTo>
                  <a:pt x="685294" y="563900"/>
                </a:lnTo>
                <a:lnTo>
                  <a:pt x="685298" y="563889"/>
                </a:lnTo>
                <a:lnTo>
                  <a:pt x="705424" y="506562"/>
                </a:lnTo>
                <a:lnTo>
                  <a:pt x="705432" y="506539"/>
                </a:lnTo>
                <a:lnTo>
                  <a:pt x="725557" y="450107"/>
                </a:lnTo>
                <a:lnTo>
                  <a:pt x="725570" y="450071"/>
                </a:lnTo>
                <a:lnTo>
                  <a:pt x="745696" y="395007"/>
                </a:lnTo>
                <a:lnTo>
                  <a:pt x="745715" y="394955"/>
                </a:lnTo>
                <a:lnTo>
                  <a:pt x="765840" y="341739"/>
                </a:lnTo>
                <a:lnTo>
                  <a:pt x="765867" y="341670"/>
                </a:lnTo>
                <a:lnTo>
                  <a:pt x="785992" y="290785"/>
                </a:lnTo>
                <a:lnTo>
                  <a:pt x="786029" y="290695"/>
                </a:lnTo>
                <a:lnTo>
                  <a:pt x="806154" y="242618"/>
                </a:lnTo>
                <a:lnTo>
                  <a:pt x="806204" y="242502"/>
                </a:lnTo>
                <a:lnTo>
                  <a:pt x="826330" y="197696"/>
                </a:lnTo>
                <a:lnTo>
                  <a:pt x="826399" y="197548"/>
                </a:lnTo>
                <a:lnTo>
                  <a:pt x="846525" y="156458"/>
                </a:lnTo>
                <a:lnTo>
                  <a:pt x="846622" y="156269"/>
                </a:lnTo>
                <a:lnTo>
                  <a:pt x="866747" y="119311"/>
                </a:lnTo>
                <a:lnTo>
                  <a:pt x="866887" y="119071"/>
                </a:lnTo>
                <a:lnTo>
                  <a:pt x="887012" y="86628"/>
                </a:lnTo>
                <a:lnTo>
                  <a:pt x="887218" y="86323"/>
                </a:lnTo>
                <a:lnTo>
                  <a:pt x="907343" y="58735"/>
                </a:lnTo>
                <a:lnTo>
                  <a:pt x="907494" y="58539"/>
                </a:lnTo>
                <a:lnTo>
                  <a:pt x="907655" y="58350"/>
                </a:lnTo>
                <a:lnTo>
                  <a:pt x="927780" y="35912"/>
                </a:lnTo>
                <a:lnTo>
                  <a:pt x="928013" y="35670"/>
                </a:lnTo>
                <a:lnTo>
                  <a:pt x="928262" y="35444"/>
                </a:lnTo>
                <a:lnTo>
                  <a:pt x="948387" y="18398"/>
                </a:lnTo>
                <a:lnTo>
                  <a:pt x="948624" y="18210"/>
                </a:lnTo>
                <a:lnTo>
                  <a:pt x="948872" y="18037"/>
                </a:lnTo>
                <a:lnTo>
                  <a:pt x="949130" y="17879"/>
                </a:lnTo>
                <a:lnTo>
                  <a:pt x="969255" y="6410"/>
                </a:lnTo>
                <a:lnTo>
                  <a:pt x="969514" y="6273"/>
                </a:lnTo>
                <a:lnTo>
                  <a:pt x="969781" y="6151"/>
                </a:lnTo>
                <a:lnTo>
                  <a:pt x="970054" y="6045"/>
                </a:lnTo>
                <a:lnTo>
                  <a:pt x="970334" y="5956"/>
                </a:lnTo>
                <a:lnTo>
                  <a:pt x="990459" y="190"/>
                </a:lnTo>
                <a:lnTo>
                  <a:pt x="990791" y="107"/>
                </a:lnTo>
                <a:lnTo>
                  <a:pt x="991129" y="48"/>
                </a:lnTo>
                <a:lnTo>
                  <a:pt x="991469" y="12"/>
                </a:lnTo>
                <a:lnTo>
                  <a:pt x="991811" y="0"/>
                </a:lnTo>
                <a:lnTo>
                  <a:pt x="1011937" y="0"/>
                </a:lnTo>
                <a:lnTo>
                  <a:pt x="1012279" y="12"/>
                </a:lnTo>
                <a:lnTo>
                  <a:pt x="1012619" y="48"/>
                </a:lnTo>
                <a:lnTo>
                  <a:pt x="1012957" y="107"/>
                </a:lnTo>
                <a:lnTo>
                  <a:pt x="1013289" y="190"/>
                </a:lnTo>
                <a:lnTo>
                  <a:pt x="1033414" y="5956"/>
                </a:lnTo>
                <a:lnTo>
                  <a:pt x="1033694" y="6045"/>
                </a:lnTo>
                <a:lnTo>
                  <a:pt x="1033967" y="6151"/>
                </a:lnTo>
                <a:lnTo>
                  <a:pt x="1034234" y="6273"/>
                </a:lnTo>
                <a:lnTo>
                  <a:pt x="1034493" y="6410"/>
                </a:lnTo>
                <a:lnTo>
                  <a:pt x="1054618" y="17879"/>
                </a:lnTo>
                <a:lnTo>
                  <a:pt x="1054876" y="18037"/>
                </a:lnTo>
                <a:lnTo>
                  <a:pt x="1055124" y="18210"/>
                </a:lnTo>
                <a:lnTo>
                  <a:pt x="1055361" y="18398"/>
                </a:lnTo>
                <a:lnTo>
                  <a:pt x="1075486" y="35444"/>
                </a:lnTo>
                <a:lnTo>
                  <a:pt x="1075735" y="35670"/>
                </a:lnTo>
                <a:lnTo>
                  <a:pt x="1075968" y="35912"/>
                </a:lnTo>
                <a:lnTo>
                  <a:pt x="1096093" y="58350"/>
                </a:lnTo>
                <a:lnTo>
                  <a:pt x="1096254" y="58539"/>
                </a:lnTo>
                <a:lnTo>
                  <a:pt x="1096405" y="58735"/>
                </a:lnTo>
                <a:lnTo>
                  <a:pt x="1116530" y="86323"/>
                </a:lnTo>
                <a:lnTo>
                  <a:pt x="1116736" y="86628"/>
                </a:lnTo>
                <a:lnTo>
                  <a:pt x="1136861" y="119071"/>
                </a:lnTo>
                <a:lnTo>
                  <a:pt x="1137001" y="119311"/>
                </a:lnTo>
                <a:lnTo>
                  <a:pt x="1157126" y="156269"/>
                </a:lnTo>
                <a:lnTo>
                  <a:pt x="1157223" y="156458"/>
                </a:lnTo>
                <a:lnTo>
                  <a:pt x="1177349" y="197548"/>
                </a:lnTo>
                <a:lnTo>
                  <a:pt x="1177418" y="197696"/>
                </a:lnTo>
                <a:lnTo>
                  <a:pt x="1197544" y="242502"/>
                </a:lnTo>
                <a:lnTo>
                  <a:pt x="1197594" y="242618"/>
                </a:lnTo>
                <a:lnTo>
                  <a:pt x="1217719" y="290695"/>
                </a:lnTo>
                <a:lnTo>
                  <a:pt x="1217756" y="290785"/>
                </a:lnTo>
                <a:lnTo>
                  <a:pt x="1237881" y="341670"/>
                </a:lnTo>
                <a:lnTo>
                  <a:pt x="1237908" y="341739"/>
                </a:lnTo>
                <a:lnTo>
                  <a:pt x="1258033" y="394955"/>
                </a:lnTo>
                <a:lnTo>
                  <a:pt x="1258052" y="395007"/>
                </a:lnTo>
                <a:lnTo>
                  <a:pt x="1278178" y="450071"/>
                </a:lnTo>
                <a:lnTo>
                  <a:pt x="1278191" y="450107"/>
                </a:lnTo>
                <a:lnTo>
                  <a:pt x="1298316" y="506539"/>
                </a:lnTo>
                <a:lnTo>
                  <a:pt x="1298324" y="506562"/>
                </a:lnTo>
                <a:lnTo>
                  <a:pt x="1318450" y="563889"/>
                </a:lnTo>
                <a:lnTo>
                  <a:pt x="1318454" y="563900"/>
                </a:lnTo>
                <a:lnTo>
                  <a:pt x="1338579" y="621667"/>
                </a:lnTo>
                <a:lnTo>
                  <a:pt x="1358703" y="679430"/>
                </a:lnTo>
                <a:lnTo>
                  <a:pt x="1378823" y="736775"/>
                </a:lnTo>
                <a:lnTo>
                  <a:pt x="1398939" y="793320"/>
                </a:lnTo>
                <a:lnTo>
                  <a:pt x="1419052" y="848718"/>
                </a:lnTo>
                <a:lnTo>
                  <a:pt x="1439161" y="902657"/>
                </a:lnTo>
                <a:lnTo>
                  <a:pt x="1459265" y="954864"/>
                </a:lnTo>
                <a:lnTo>
                  <a:pt x="1479365" y="1005104"/>
                </a:lnTo>
                <a:lnTo>
                  <a:pt x="1499459" y="1053180"/>
                </a:lnTo>
                <a:lnTo>
                  <a:pt x="1519546" y="1098937"/>
                </a:lnTo>
                <a:lnTo>
                  <a:pt x="1539627" y="1142255"/>
                </a:lnTo>
                <a:lnTo>
                  <a:pt x="1559699" y="1183051"/>
                </a:lnTo>
                <a:lnTo>
                  <a:pt x="1579761" y="1221276"/>
                </a:lnTo>
                <a:lnTo>
                  <a:pt x="1599812" y="1256912"/>
                </a:lnTo>
                <a:lnTo>
                  <a:pt x="1619851" y="1289972"/>
                </a:lnTo>
                <a:lnTo>
                  <a:pt x="1639876" y="1320493"/>
                </a:lnTo>
                <a:lnTo>
                  <a:pt x="1659885" y="1348536"/>
                </a:lnTo>
                <a:lnTo>
                  <a:pt x="1679877" y="1374180"/>
                </a:lnTo>
                <a:lnTo>
                  <a:pt x="1699852" y="1397523"/>
                </a:lnTo>
                <a:lnTo>
                  <a:pt x="1719810" y="1418675"/>
                </a:lnTo>
                <a:lnTo>
                  <a:pt x="1739750" y="1437756"/>
                </a:lnTo>
                <a:lnTo>
                  <a:pt x="1759676" y="1454894"/>
                </a:lnTo>
                <a:lnTo>
                  <a:pt x="1779589" y="1470221"/>
                </a:lnTo>
                <a:lnTo>
                  <a:pt x="1799493" y="1483872"/>
                </a:lnTo>
                <a:lnTo>
                  <a:pt x="1819392" y="1495979"/>
                </a:lnTo>
                <a:lnTo>
                  <a:pt x="1839290" y="1506674"/>
                </a:lnTo>
                <a:lnTo>
                  <a:pt x="1859192" y="1516083"/>
                </a:lnTo>
                <a:lnTo>
                  <a:pt x="1879102" y="1524328"/>
                </a:lnTo>
                <a:lnTo>
                  <a:pt x="1899023" y="1531522"/>
                </a:lnTo>
                <a:lnTo>
                  <a:pt x="1918957" y="1537775"/>
                </a:lnTo>
                <a:lnTo>
                  <a:pt x="1938906" y="1543188"/>
                </a:lnTo>
                <a:lnTo>
                  <a:pt x="1958871" y="1547854"/>
                </a:lnTo>
                <a:lnTo>
                  <a:pt x="1978852" y="1551860"/>
                </a:lnTo>
                <a:lnTo>
                  <a:pt x="2003748" y="1556123"/>
                </a:lnTo>
                <a:lnTo>
                  <a:pt x="2003040" y="1560260"/>
                </a:lnTo>
                <a:lnTo>
                  <a:pt x="1970798" y="1560260"/>
                </a:lnTo>
                <a:lnTo>
                  <a:pt x="1956864" y="1557466"/>
                </a:lnTo>
                <a:lnTo>
                  <a:pt x="1956712" y="1557433"/>
                </a:lnTo>
                <a:lnTo>
                  <a:pt x="1936587" y="1552730"/>
                </a:lnTo>
                <a:lnTo>
                  <a:pt x="1936418" y="1552687"/>
                </a:lnTo>
                <a:lnTo>
                  <a:pt x="1916293" y="1547227"/>
                </a:lnTo>
                <a:lnTo>
                  <a:pt x="1916109" y="1547173"/>
                </a:lnTo>
                <a:lnTo>
                  <a:pt x="1895984" y="1540860"/>
                </a:lnTo>
                <a:lnTo>
                  <a:pt x="1895785" y="1540793"/>
                </a:lnTo>
                <a:lnTo>
                  <a:pt x="1875660" y="1533524"/>
                </a:lnTo>
                <a:lnTo>
                  <a:pt x="1875449" y="1533443"/>
                </a:lnTo>
                <a:lnTo>
                  <a:pt x="1855324" y="1525109"/>
                </a:lnTo>
                <a:lnTo>
                  <a:pt x="1855104" y="1525012"/>
                </a:lnTo>
                <a:lnTo>
                  <a:pt x="1834979" y="1515497"/>
                </a:lnTo>
                <a:lnTo>
                  <a:pt x="1834753" y="1515383"/>
                </a:lnTo>
                <a:lnTo>
                  <a:pt x="1814627" y="1504566"/>
                </a:lnTo>
                <a:lnTo>
                  <a:pt x="1814400" y="1504436"/>
                </a:lnTo>
                <a:lnTo>
                  <a:pt x="1794274" y="1492191"/>
                </a:lnTo>
                <a:lnTo>
                  <a:pt x="1794049" y="1492045"/>
                </a:lnTo>
                <a:lnTo>
                  <a:pt x="1773924" y="1478243"/>
                </a:lnTo>
                <a:lnTo>
                  <a:pt x="1773706" y="1478085"/>
                </a:lnTo>
                <a:lnTo>
                  <a:pt x="1753581" y="1462594"/>
                </a:lnTo>
                <a:lnTo>
                  <a:pt x="1753374" y="1462425"/>
                </a:lnTo>
                <a:lnTo>
                  <a:pt x="1733249" y="1445115"/>
                </a:lnTo>
                <a:lnTo>
                  <a:pt x="1733056" y="1444940"/>
                </a:lnTo>
                <a:lnTo>
                  <a:pt x="1712930" y="1425683"/>
                </a:lnTo>
                <a:lnTo>
                  <a:pt x="1712754" y="1425505"/>
                </a:lnTo>
                <a:lnTo>
                  <a:pt x="1692628" y="1404175"/>
                </a:lnTo>
                <a:lnTo>
                  <a:pt x="1692469" y="1403998"/>
                </a:lnTo>
                <a:lnTo>
                  <a:pt x="1672344" y="1380479"/>
                </a:lnTo>
                <a:lnTo>
                  <a:pt x="1672202" y="1380306"/>
                </a:lnTo>
                <a:lnTo>
                  <a:pt x="1652077" y="1354491"/>
                </a:lnTo>
                <a:lnTo>
                  <a:pt x="1651952" y="1354324"/>
                </a:lnTo>
                <a:lnTo>
                  <a:pt x="1631827" y="1326118"/>
                </a:lnTo>
                <a:lnTo>
                  <a:pt x="1631718" y="1325960"/>
                </a:lnTo>
                <a:lnTo>
                  <a:pt x="1611593" y="1295285"/>
                </a:lnTo>
                <a:lnTo>
                  <a:pt x="1611499" y="1295137"/>
                </a:lnTo>
                <a:lnTo>
                  <a:pt x="1591374" y="1261934"/>
                </a:lnTo>
                <a:lnTo>
                  <a:pt x="1591294" y="1261797"/>
                </a:lnTo>
                <a:lnTo>
                  <a:pt x="1571168" y="1226028"/>
                </a:lnTo>
                <a:lnTo>
                  <a:pt x="1571100" y="1225902"/>
                </a:lnTo>
                <a:lnTo>
                  <a:pt x="1550975" y="1187558"/>
                </a:lnTo>
                <a:lnTo>
                  <a:pt x="1550916" y="1187443"/>
                </a:lnTo>
                <a:lnTo>
                  <a:pt x="1530791" y="1146539"/>
                </a:lnTo>
                <a:lnTo>
                  <a:pt x="1530742" y="1146436"/>
                </a:lnTo>
                <a:lnTo>
                  <a:pt x="1510617" y="1103022"/>
                </a:lnTo>
                <a:lnTo>
                  <a:pt x="1510576" y="1102930"/>
                </a:lnTo>
                <a:lnTo>
                  <a:pt x="1490450" y="1057088"/>
                </a:lnTo>
                <a:lnTo>
                  <a:pt x="1490416" y="1057007"/>
                </a:lnTo>
                <a:lnTo>
                  <a:pt x="1470291" y="1008856"/>
                </a:lnTo>
                <a:lnTo>
                  <a:pt x="1470262" y="1008786"/>
                </a:lnTo>
                <a:lnTo>
                  <a:pt x="1450137" y="958482"/>
                </a:lnTo>
                <a:lnTo>
                  <a:pt x="1450113" y="958422"/>
                </a:lnTo>
                <a:lnTo>
                  <a:pt x="1429988" y="906161"/>
                </a:lnTo>
                <a:lnTo>
                  <a:pt x="1429969" y="906112"/>
                </a:lnTo>
                <a:lnTo>
                  <a:pt x="1409844" y="852128"/>
                </a:lnTo>
                <a:lnTo>
                  <a:pt x="1409829" y="852088"/>
                </a:lnTo>
                <a:lnTo>
                  <a:pt x="1389704" y="796656"/>
                </a:lnTo>
                <a:lnTo>
                  <a:pt x="1389693" y="796626"/>
                </a:lnTo>
                <a:lnTo>
                  <a:pt x="1369568" y="740056"/>
                </a:lnTo>
                <a:lnTo>
                  <a:pt x="1369561" y="740036"/>
                </a:lnTo>
                <a:lnTo>
                  <a:pt x="1349435" y="682676"/>
                </a:lnTo>
                <a:lnTo>
                  <a:pt x="1349432" y="682666"/>
                </a:lnTo>
                <a:lnTo>
                  <a:pt x="1329306" y="624897"/>
                </a:lnTo>
                <a:lnTo>
                  <a:pt x="1309183" y="567136"/>
                </a:lnTo>
                <a:lnTo>
                  <a:pt x="1289063" y="509826"/>
                </a:lnTo>
                <a:lnTo>
                  <a:pt x="1268949" y="453423"/>
                </a:lnTo>
                <a:lnTo>
                  <a:pt x="1248839" y="398403"/>
                </a:lnTo>
                <a:lnTo>
                  <a:pt x="1228737" y="345247"/>
                </a:lnTo>
                <a:lnTo>
                  <a:pt x="1208643" y="294442"/>
                </a:lnTo>
                <a:lnTo>
                  <a:pt x="1188561" y="246467"/>
                </a:lnTo>
                <a:lnTo>
                  <a:pt x="1168495" y="201794"/>
                </a:lnTo>
                <a:lnTo>
                  <a:pt x="1148452" y="160872"/>
                </a:lnTo>
                <a:lnTo>
                  <a:pt x="1128444" y="124129"/>
                </a:lnTo>
                <a:lnTo>
                  <a:pt x="1108489" y="91961"/>
                </a:lnTo>
                <a:lnTo>
                  <a:pt x="1088618" y="64722"/>
                </a:lnTo>
                <a:lnTo>
                  <a:pt x="1068883" y="42719"/>
                </a:lnTo>
                <a:lnTo>
                  <a:pt x="1049361" y="26185"/>
                </a:lnTo>
                <a:lnTo>
                  <a:pt x="1030143" y="15233"/>
                </a:lnTo>
                <a:lnTo>
                  <a:pt x="1011247" y="9819"/>
                </a:lnTo>
                <a:lnTo>
                  <a:pt x="992501" y="9819"/>
                </a:lnTo>
                <a:lnTo>
                  <a:pt x="973605" y="15233"/>
                </a:lnTo>
                <a:lnTo>
                  <a:pt x="954387" y="26185"/>
                </a:lnTo>
                <a:lnTo>
                  <a:pt x="934865" y="42719"/>
                </a:lnTo>
                <a:lnTo>
                  <a:pt x="915130" y="64722"/>
                </a:lnTo>
                <a:lnTo>
                  <a:pt x="895259" y="91961"/>
                </a:lnTo>
                <a:lnTo>
                  <a:pt x="875304" y="124129"/>
                </a:lnTo>
                <a:lnTo>
                  <a:pt x="855296" y="160872"/>
                </a:lnTo>
                <a:lnTo>
                  <a:pt x="835253" y="201794"/>
                </a:lnTo>
                <a:lnTo>
                  <a:pt x="815187" y="246467"/>
                </a:lnTo>
                <a:lnTo>
                  <a:pt x="795105" y="294442"/>
                </a:lnTo>
                <a:lnTo>
                  <a:pt x="775011" y="345247"/>
                </a:lnTo>
                <a:lnTo>
                  <a:pt x="754909" y="398403"/>
                </a:lnTo>
                <a:lnTo>
                  <a:pt x="734799" y="453423"/>
                </a:lnTo>
                <a:lnTo>
                  <a:pt x="714684" y="509826"/>
                </a:lnTo>
                <a:lnTo>
                  <a:pt x="694565" y="567136"/>
                </a:lnTo>
                <a:lnTo>
                  <a:pt x="674442" y="624897"/>
                </a:lnTo>
                <a:lnTo>
                  <a:pt x="654316" y="682666"/>
                </a:lnTo>
                <a:lnTo>
                  <a:pt x="654313" y="682676"/>
                </a:lnTo>
                <a:lnTo>
                  <a:pt x="634187" y="740036"/>
                </a:lnTo>
                <a:lnTo>
                  <a:pt x="634180" y="740056"/>
                </a:lnTo>
                <a:lnTo>
                  <a:pt x="614055" y="796626"/>
                </a:lnTo>
                <a:lnTo>
                  <a:pt x="614044" y="796656"/>
                </a:lnTo>
                <a:lnTo>
                  <a:pt x="593919" y="852088"/>
                </a:lnTo>
                <a:lnTo>
                  <a:pt x="593904" y="852128"/>
                </a:lnTo>
                <a:lnTo>
                  <a:pt x="573779" y="906112"/>
                </a:lnTo>
                <a:lnTo>
                  <a:pt x="573760" y="906161"/>
                </a:lnTo>
                <a:lnTo>
                  <a:pt x="553635" y="958422"/>
                </a:lnTo>
                <a:lnTo>
                  <a:pt x="553611" y="958482"/>
                </a:lnTo>
                <a:lnTo>
                  <a:pt x="533486" y="1008786"/>
                </a:lnTo>
                <a:lnTo>
                  <a:pt x="533458" y="1008856"/>
                </a:lnTo>
                <a:lnTo>
                  <a:pt x="513332" y="1057007"/>
                </a:lnTo>
                <a:lnTo>
                  <a:pt x="513298" y="1057088"/>
                </a:lnTo>
                <a:lnTo>
                  <a:pt x="493172" y="1102930"/>
                </a:lnTo>
                <a:lnTo>
                  <a:pt x="493131" y="1103022"/>
                </a:lnTo>
                <a:lnTo>
                  <a:pt x="473006" y="1146436"/>
                </a:lnTo>
                <a:lnTo>
                  <a:pt x="472957" y="1146539"/>
                </a:lnTo>
                <a:lnTo>
                  <a:pt x="452831" y="1187443"/>
                </a:lnTo>
                <a:lnTo>
                  <a:pt x="452773" y="1187557"/>
                </a:lnTo>
                <a:lnTo>
                  <a:pt x="432648" y="1225902"/>
                </a:lnTo>
                <a:lnTo>
                  <a:pt x="432580" y="1226028"/>
                </a:lnTo>
                <a:lnTo>
                  <a:pt x="412454" y="1261797"/>
                </a:lnTo>
                <a:lnTo>
                  <a:pt x="412374" y="1261934"/>
                </a:lnTo>
                <a:lnTo>
                  <a:pt x="392249" y="1295137"/>
                </a:lnTo>
                <a:lnTo>
                  <a:pt x="392155" y="1295285"/>
                </a:lnTo>
                <a:lnTo>
                  <a:pt x="372030" y="1325960"/>
                </a:lnTo>
                <a:lnTo>
                  <a:pt x="371921" y="1326118"/>
                </a:lnTo>
                <a:lnTo>
                  <a:pt x="351796" y="1354324"/>
                </a:lnTo>
                <a:lnTo>
                  <a:pt x="351671" y="1354491"/>
                </a:lnTo>
                <a:lnTo>
                  <a:pt x="331546" y="1380306"/>
                </a:lnTo>
                <a:lnTo>
                  <a:pt x="331404" y="1380479"/>
                </a:lnTo>
                <a:lnTo>
                  <a:pt x="311279" y="1403998"/>
                </a:lnTo>
                <a:lnTo>
                  <a:pt x="311120" y="1404175"/>
                </a:lnTo>
                <a:lnTo>
                  <a:pt x="290994" y="1425505"/>
                </a:lnTo>
                <a:lnTo>
                  <a:pt x="290817" y="1425683"/>
                </a:lnTo>
                <a:lnTo>
                  <a:pt x="270692" y="1444940"/>
                </a:lnTo>
                <a:lnTo>
                  <a:pt x="270499" y="1445115"/>
                </a:lnTo>
                <a:lnTo>
                  <a:pt x="250374" y="1462425"/>
                </a:lnTo>
                <a:lnTo>
                  <a:pt x="250167" y="1462594"/>
                </a:lnTo>
                <a:lnTo>
                  <a:pt x="230042" y="1478085"/>
                </a:lnTo>
                <a:lnTo>
                  <a:pt x="229824" y="1478243"/>
                </a:lnTo>
                <a:lnTo>
                  <a:pt x="209698" y="1492045"/>
                </a:lnTo>
                <a:lnTo>
                  <a:pt x="209474" y="1492191"/>
                </a:lnTo>
                <a:lnTo>
                  <a:pt x="189348" y="1504436"/>
                </a:lnTo>
                <a:lnTo>
                  <a:pt x="189121" y="1504566"/>
                </a:lnTo>
                <a:lnTo>
                  <a:pt x="168995" y="1515383"/>
                </a:lnTo>
                <a:lnTo>
                  <a:pt x="168769" y="1515497"/>
                </a:lnTo>
                <a:lnTo>
                  <a:pt x="148644" y="1525012"/>
                </a:lnTo>
                <a:lnTo>
                  <a:pt x="148424" y="1525109"/>
                </a:lnTo>
                <a:lnTo>
                  <a:pt x="128298" y="1533443"/>
                </a:lnTo>
                <a:lnTo>
                  <a:pt x="128088" y="1533524"/>
                </a:lnTo>
                <a:lnTo>
                  <a:pt x="107963" y="1540793"/>
                </a:lnTo>
                <a:lnTo>
                  <a:pt x="107764" y="1540860"/>
                </a:lnTo>
                <a:lnTo>
                  <a:pt x="87639" y="1547173"/>
                </a:lnTo>
                <a:lnTo>
                  <a:pt x="87455" y="1547227"/>
                </a:lnTo>
                <a:lnTo>
                  <a:pt x="67330" y="1552687"/>
                </a:lnTo>
                <a:lnTo>
                  <a:pt x="67161" y="1552730"/>
                </a:lnTo>
                <a:lnTo>
                  <a:pt x="47036" y="1557433"/>
                </a:lnTo>
                <a:lnTo>
                  <a:pt x="46884" y="1557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27B03-DD9B-46DE-8F43-9A1F97D9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85" y="2744958"/>
            <a:ext cx="1992501" cy="1554524"/>
          </a:xfrm>
          <a:custGeom xmlns:a="http://schemas.openxmlformats.org/drawingml/2006/main">
            <a:pathLst>
              <a:path w="1992501" h="1554524">
                <a:moveTo>
                  <a:pt x="1992501" y="1554398"/>
                </a:moveTo>
                <a:lnTo>
                  <a:pt x="1972375" y="1550953"/>
                </a:lnTo>
                <a:lnTo>
                  <a:pt x="1952248" y="1546921"/>
                </a:lnTo>
                <a:lnTo>
                  <a:pt x="1932122" y="1542220"/>
                </a:lnTo>
                <a:lnTo>
                  <a:pt x="1911996" y="1536762"/>
                </a:lnTo>
                <a:lnTo>
                  <a:pt x="1891870" y="1530453"/>
                </a:lnTo>
                <a:lnTo>
                  <a:pt x="1871743" y="1523188"/>
                </a:lnTo>
                <a:lnTo>
                  <a:pt x="1851617" y="1514859"/>
                </a:lnTo>
                <a:lnTo>
                  <a:pt x="1831491" y="1505349"/>
                </a:lnTo>
                <a:lnTo>
                  <a:pt x="1811365" y="1494538"/>
                </a:lnTo>
                <a:lnTo>
                  <a:pt x="1791238" y="1482300"/>
                </a:lnTo>
                <a:lnTo>
                  <a:pt x="1771112" y="1468504"/>
                </a:lnTo>
                <a:lnTo>
                  <a:pt x="1750986" y="1453022"/>
                </a:lnTo>
                <a:lnTo>
                  <a:pt x="1730859" y="1435721"/>
                </a:lnTo>
                <a:lnTo>
                  <a:pt x="1710733" y="1416473"/>
                </a:lnTo>
                <a:lnTo>
                  <a:pt x="1690607" y="1395155"/>
                </a:lnTo>
                <a:lnTo>
                  <a:pt x="1670481" y="1371649"/>
                </a:lnTo>
                <a:lnTo>
                  <a:pt x="1650354" y="1345848"/>
                </a:lnTo>
                <a:lnTo>
                  <a:pt x="1630228" y="1317657"/>
                </a:lnTo>
                <a:lnTo>
                  <a:pt x="1610102" y="1286999"/>
                </a:lnTo>
                <a:lnTo>
                  <a:pt x="1589976" y="1253813"/>
                </a:lnTo>
                <a:lnTo>
                  <a:pt x="1569849" y="1218064"/>
                </a:lnTo>
                <a:lnTo>
                  <a:pt x="1549723" y="1179740"/>
                </a:lnTo>
                <a:lnTo>
                  <a:pt x="1529597" y="1138857"/>
                </a:lnTo>
                <a:lnTo>
                  <a:pt x="1509470" y="1095465"/>
                </a:lnTo>
                <a:lnTo>
                  <a:pt x="1489344" y="1049647"/>
                </a:lnTo>
                <a:lnTo>
                  <a:pt x="1469218" y="1001521"/>
                </a:lnTo>
                <a:lnTo>
                  <a:pt x="1449092" y="951243"/>
                </a:lnTo>
                <a:lnTo>
                  <a:pt x="1428965" y="899010"/>
                </a:lnTo>
                <a:lnTo>
                  <a:pt x="1408839" y="845055"/>
                </a:lnTo>
                <a:lnTo>
                  <a:pt x="1388713" y="789651"/>
                </a:lnTo>
                <a:lnTo>
                  <a:pt x="1368586" y="733111"/>
                </a:lnTo>
                <a:lnTo>
                  <a:pt x="1348460" y="675782"/>
                </a:lnTo>
                <a:lnTo>
                  <a:pt x="1328334" y="618044"/>
                </a:lnTo>
                <a:lnTo>
                  <a:pt x="1308208" y="560309"/>
                </a:lnTo>
                <a:lnTo>
                  <a:pt x="1288081" y="503011"/>
                </a:lnTo>
                <a:lnTo>
                  <a:pt x="1267955" y="446609"/>
                </a:lnTo>
                <a:lnTo>
                  <a:pt x="1247829" y="391574"/>
                </a:lnTo>
                <a:lnTo>
                  <a:pt x="1227703" y="338387"/>
                </a:lnTo>
                <a:lnTo>
                  <a:pt x="1207576" y="287529"/>
                </a:lnTo>
                <a:lnTo>
                  <a:pt x="1187450" y="239477"/>
                </a:lnTo>
                <a:lnTo>
                  <a:pt x="1167324" y="194694"/>
                </a:lnTo>
                <a:lnTo>
                  <a:pt x="1147197" y="153626"/>
                </a:lnTo>
                <a:lnTo>
                  <a:pt x="1127071" y="116688"/>
                </a:lnTo>
                <a:lnTo>
                  <a:pt x="1106945" y="84262"/>
                </a:lnTo>
                <a:lnTo>
                  <a:pt x="1086819" y="56689"/>
                </a:lnTo>
                <a:lnTo>
                  <a:pt x="1066692" y="34263"/>
                </a:lnTo>
                <a:lnTo>
                  <a:pt x="1046566" y="17226"/>
                </a:lnTo>
                <a:lnTo>
                  <a:pt x="1026440" y="5763"/>
                </a:lnTo>
                <a:lnTo>
                  <a:pt x="1006314" y="0"/>
                </a:lnTo>
                <a:lnTo>
                  <a:pt x="986187" y="0"/>
                </a:lnTo>
                <a:lnTo>
                  <a:pt x="966061" y="5763"/>
                </a:lnTo>
                <a:lnTo>
                  <a:pt x="945935" y="17226"/>
                </a:lnTo>
                <a:lnTo>
                  <a:pt x="925808" y="34263"/>
                </a:lnTo>
                <a:lnTo>
                  <a:pt x="905682" y="56689"/>
                </a:lnTo>
                <a:lnTo>
                  <a:pt x="885556" y="84262"/>
                </a:lnTo>
                <a:lnTo>
                  <a:pt x="865430" y="116688"/>
                </a:lnTo>
                <a:lnTo>
                  <a:pt x="845303" y="153626"/>
                </a:lnTo>
                <a:lnTo>
                  <a:pt x="825177" y="194694"/>
                </a:lnTo>
                <a:lnTo>
                  <a:pt x="805051" y="239477"/>
                </a:lnTo>
                <a:lnTo>
                  <a:pt x="784925" y="287529"/>
                </a:lnTo>
                <a:lnTo>
                  <a:pt x="764798" y="338387"/>
                </a:lnTo>
                <a:lnTo>
                  <a:pt x="744672" y="391574"/>
                </a:lnTo>
                <a:lnTo>
                  <a:pt x="724546" y="446609"/>
                </a:lnTo>
                <a:lnTo>
                  <a:pt x="704420" y="503011"/>
                </a:lnTo>
                <a:lnTo>
                  <a:pt x="684293" y="560309"/>
                </a:lnTo>
                <a:lnTo>
                  <a:pt x="664167" y="618044"/>
                </a:lnTo>
                <a:lnTo>
                  <a:pt x="644041" y="675782"/>
                </a:lnTo>
                <a:lnTo>
                  <a:pt x="623914" y="733111"/>
                </a:lnTo>
                <a:lnTo>
                  <a:pt x="603788" y="789651"/>
                </a:lnTo>
                <a:lnTo>
                  <a:pt x="583662" y="845055"/>
                </a:lnTo>
                <a:lnTo>
                  <a:pt x="563536" y="899010"/>
                </a:lnTo>
                <a:lnTo>
                  <a:pt x="543409" y="951243"/>
                </a:lnTo>
                <a:lnTo>
                  <a:pt x="523283" y="1001521"/>
                </a:lnTo>
                <a:lnTo>
                  <a:pt x="503157" y="1049647"/>
                </a:lnTo>
                <a:lnTo>
                  <a:pt x="483031" y="1095465"/>
                </a:lnTo>
                <a:lnTo>
                  <a:pt x="462904" y="1138857"/>
                </a:lnTo>
                <a:lnTo>
                  <a:pt x="442778" y="1179740"/>
                </a:lnTo>
                <a:lnTo>
                  <a:pt x="422652" y="1218064"/>
                </a:lnTo>
                <a:lnTo>
                  <a:pt x="402525" y="1253813"/>
                </a:lnTo>
                <a:lnTo>
                  <a:pt x="382399" y="1286999"/>
                </a:lnTo>
                <a:lnTo>
                  <a:pt x="362273" y="1317657"/>
                </a:lnTo>
                <a:lnTo>
                  <a:pt x="342147" y="1345848"/>
                </a:lnTo>
                <a:lnTo>
                  <a:pt x="322020" y="1371649"/>
                </a:lnTo>
                <a:lnTo>
                  <a:pt x="301894" y="1395155"/>
                </a:lnTo>
                <a:lnTo>
                  <a:pt x="281768" y="1416473"/>
                </a:lnTo>
                <a:lnTo>
                  <a:pt x="261642" y="1435721"/>
                </a:lnTo>
                <a:lnTo>
                  <a:pt x="241515" y="1453022"/>
                </a:lnTo>
                <a:lnTo>
                  <a:pt x="221389" y="1468504"/>
                </a:lnTo>
                <a:lnTo>
                  <a:pt x="201263" y="1482300"/>
                </a:lnTo>
                <a:lnTo>
                  <a:pt x="181136" y="1494538"/>
                </a:lnTo>
                <a:lnTo>
                  <a:pt x="161010" y="1505349"/>
                </a:lnTo>
                <a:lnTo>
                  <a:pt x="140884" y="1514859"/>
                </a:lnTo>
                <a:lnTo>
                  <a:pt x="120758" y="1523188"/>
                </a:lnTo>
                <a:lnTo>
                  <a:pt x="100631" y="1530453"/>
                </a:lnTo>
                <a:lnTo>
                  <a:pt x="80505" y="1536762"/>
                </a:lnTo>
                <a:lnTo>
                  <a:pt x="60379" y="1542220"/>
                </a:lnTo>
                <a:lnTo>
                  <a:pt x="40253" y="1546921"/>
                </a:lnTo>
                <a:lnTo>
                  <a:pt x="20126" y="1550953"/>
                </a:lnTo>
                <a:lnTo>
                  <a:pt x="0" y="1554398"/>
                </a:lnTo>
                <a:lnTo>
                  <a:pt x="0" y="1554524"/>
                </a:lnTo>
                <a:lnTo>
                  <a:pt x="1992501" y="1554524"/>
                </a:lnTo>
                <a:lnTo>
                  <a:pt x="1992501" y="1554398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19208AD-7D3C-4FA6-BC85-8E66E413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30" y="2742503"/>
            <a:ext cx="1997411" cy="1556979"/>
          </a:xfrm>
          <a:custGeom xmlns:a="http://schemas.openxmlformats.org/drawingml/2006/main">
            <a:pathLst>
              <a:path w="1997411" h="1556979">
                <a:moveTo>
                  <a:pt x="1997411" y="1556853"/>
                </a:moveTo>
                <a:lnTo>
                  <a:pt x="1997411" y="1556979"/>
                </a:lnTo>
                <a:lnTo>
                  <a:pt x="1981140" y="1556979"/>
                </a:lnTo>
                <a:lnTo>
                  <a:pt x="1974415" y="1555828"/>
                </a:lnTo>
                <a:lnTo>
                  <a:pt x="1974347" y="1555815"/>
                </a:lnTo>
                <a:lnTo>
                  <a:pt x="1954221" y="1551783"/>
                </a:lnTo>
                <a:lnTo>
                  <a:pt x="1954145" y="1551766"/>
                </a:lnTo>
                <a:lnTo>
                  <a:pt x="1934019" y="1547065"/>
                </a:lnTo>
                <a:lnTo>
                  <a:pt x="1933935" y="1547044"/>
                </a:lnTo>
                <a:lnTo>
                  <a:pt x="1913808" y="1541587"/>
                </a:lnTo>
                <a:lnTo>
                  <a:pt x="1913716" y="1541560"/>
                </a:lnTo>
                <a:lnTo>
                  <a:pt x="1893590" y="1535250"/>
                </a:lnTo>
                <a:lnTo>
                  <a:pt x="1893491" y="1535217"/>
                </a:lnTo>
                <a:lnTo>
                  <a:pt x="1873365" y="1527952"/>
                </a:lnTo>
                <a:lnTo>
                  <a:pt x="1873259" y="1527911"/>
                </a:lnTo>
                <a:lnTo>
                  <a:pt x="1853133" y="1519582"/>
                </a:lnTo>
                <a:lnTo>
                  <a:pt x="1853023" y="1519533"/>
                </a:lnTo>
                <a:lnTo>
                  <a:pt x="1832897" y="1510024"/>
                </a:lnTo>
                <a:lnTo>
                  <a:pt x="1832784" y="1509967"/>
                </a:lnTo>
                <a:lnTo>
                  <a:pt x="1812658" y="1499156"/>
                </a:lnTo>
                <a:lnTo>
                  <a:pt x="1812544" y="1499091"/>
                </a:lnTo>
                <a:lnTo>
                  <a:pt x="1792418" y="1486852"/>
                </a:lnTo>
                <a:lnTo>
                  <a:pt x="1792305" y="1486779"/>
                </a:lnTo>
                <a:lnTo>
                  <a:pt x="1772179" y="1472984"/>
                </a:lnTo>
                <a:lnTo>
                  <a:pt x="1772070" y="1472905"/>
                </a:lnTo>
                <a:lnTo>
                  <a:pt x="1751944" y="1457422"/>
                </a:lnTo>
                <a:lnTo>
                  <a:pt x="1751840" y="1457338"/>
                </a:lnTo>
                <a:lnTo>
                  <a:pt x="1731714" y="1440037"/>
                </a:lnTo>
                <a:lnTo>
                  <a:pt x="1731618" y="1439950"/>
                </a:lnTo>
                <a:lnTo>
                  <a:pt x="1711491" y="1420702"/>
                </a:lnTo>
                <a:lnTo>
                  <a:pt x="1711403" y="1420613"/>
                </a:lnTo>
                <a:lnTo>
                  <a:pt x="1691277" y="1399295"/>
                </a:lnTo>
                <a:lnTo>
                  <a:pt x="1691197" y="1399206"/>
                </a:lnTo>
                <a:lnTo>
                  <a:pt x="1671071" y="1375700"/>
                </a:lnTo>
                <a:lnTo>
                  <a:pt x="1671000" y="1375614"/>
                </a:lnTo>
                <a:lnTo>
                  <a:pt x="1650874" y="1349812"/>
                </a:lnTo>
                <a:lnTo>
                  <a:pt x="1650811" y="1349729"/>
                </a:lnTo>
                <a:lnTo>
                  <a:pt x="1630685" y="1321538"/>
                </a:lnTo>
                <a:lnTo>
                  <a:pt x="1630631" y="1321459"/>
                </a:lnTo>
                <a:lnTo>
                  <a:pt x="1610504" y="1290801"/>
                </a:lnTo>
                <a:lnTo>
                  <a:pt x="1610458" y="1290727"/>
                </a:lnTo>
                <a:lnTo>
                  <a:pt x="1590331" y="1257541"/>
                </a:lnTo>
                <a:lnTo>
                  <a:pt x="1590291" y="1257473"/>
                </a:lnTo>
                <a:lnTo>
                  <a:pt x="1570165" y="1221723"/>
                </a:lnTo>
                <a:lnTo>
                  <a:pt x="1570131" y="1221660"/>
                </a:lnTo>
                <a:lnTo>
                  <a:pt x="1550004" y="1183336"/>
                </a:lnTo>
                <a:lnTo>
                  <a:pt x="1549975" y="1183279"/>
                </a:lnTo>
                <a:lnTo>
                  <a:pt x="1529849" y="1142396"/>
                </a:lnTo>
                <a:lnTo>
                  <a:pt x="1529825" y="1142345"/>
                </a:lnTo>
                <a:lnTo>
                  <a:pt x="1509698" y="1098953"/>
                </a:lnTo>
                <a:lnTo>
                  <a:pt x="1509678" y="1098907"/>
                </a:lnTo>
                <a:lnTo>
                  <a:pt x="1489551" y="1053089"/>
                </a:lnTo>
                <a:lnTo>
                  <a:pt x="1489534" y="1053049"/>
                </a:lnTo>
                <a:lnTo>
                  <a:pt x="1469408" y="1004923"/>
                </a:lnTo>
                <a:lnTo>
                  <a:pt x="1469394" y="1004888"/>
                </a:lnTo>
                <a:lnTo>
                  <a:pt x="1449267" y="954610"/>
                </a:lnTo>
                <a:lnTo>
                  <a:pt x="1449256" y="954581"/>
                </a:lnTo>
                <a:lnTo>
                  <a:pt x="1429130" y="902347"/>
                </a:lnTo>
                <a:lnTo>
                  <a:pt x="1429120" y="902322"/>
                </a:lnTo>
                <a:lnTo>
                  <a:pt x="1408994" y="848367"/>
                </a:lnTo>
                <a:lnTo>
                  <a:pt x="1408987" y="848348"/>
                </a:lnTo>
                <a:lnTo>
                  <a:pt x="1388860" y="792944"/>
                </a:lnTo>
                <a:lnTo>
                  <a:pt x="1388855" y="792929"/>
                </a:lnTo>
                <a:lnTo>
                  <a:pt x="1368729" y="736390"/>
                </a:lnTo>
                <a:lnTo>
                  <a:pt x="1368725" y="736379"/>
                </a:lnTo>
                <a:lnTo>
                  <a:pt x="1348599" y="679050"/>
                </a:lnTo>
                <a:lnTo>
                  <a:pt x="1348597" y="679045"/>
                </a:lnTo>
                <a:lnTo>
                  <a:pt x="1328471" y="621307"/>
                </a:lnTo>
                <a:lnTo>
                  <a:pt x="1308345" y="563574"/>
                </a:lnTo>
                <a:lnTo>
                  <a:pt x="1288222" y="506285"/>
                </a:lnTo>
                <a:lnTo>
                  <a:pt x="1268101" y="449898"/>
                </a:lnTo>
                <a:lnTo>
                  <a:pt x="1247983" y="394885"/>
                </a:lnTo>
                <a:lnTo>
                  <a:pt x="1227868" y="341728"/>
                </a:lnTo>
                <a:lnTo>
                  <a:pt x="1207757" y="290910"/>
                </a:lnTo>
                <a:lnTo>
                  <a:pt x="1187653" y="242909"/>
                </a:lnTo>
                <a:lnTo>
                  <a:pt x="1167556" y="198193"/>
                </a:lnTo>
                <a:lnTo>
                  <a:pt x="1147471" y="157209"/>
                </a:lnTo>
                <a:lnTo>
                  <a:pt x="1127404" y="120378"/>
                </a:lnTo>
                <a:lnTo>
                  <a:pt x="1107363" y="88090"/>
                </a:lnTo>
                <a:lnTo>
                  <a:pt x="1087364" y="60691"/>
                </a:lnTo>
                <a:lnTo>
                  <a:pt x="1067433" y="38483"/>
                </a:lnTo>
                <a:lnTo>
                  <a:pt x="1047609" y="21701"/>
                </a:lnTo>
                <a:lnTo>
                  <a:pt x="1027936" y="10497"/>
                </a:lnTo>
                <a:lnTo>
                  <a:pt x="1008424" y="4910"/>
                </a:lnTo>
                <a:lnTo>
                  <a:pt x="988987" y="4910"/>
                </a:lnTo>
                <a:lnTo>
                  <a:pt x="969475" y="10497"/>
                </a:lnTo>
                <a:lnTo>
                  <a:pt x="949802" y="21701"/>
                </a:lnTo>
                <a:lnTo>
                  <a:pt x="929978" y="38483"/>
                </a:lnTo>
                <a:lnTo>
                  <a:pt x="910047" y="60691"/>
                </a:lnTo>
                <a:lnTo>
                  <a:pt x="890048" y="88090"/>
                </a:lnTo>
                <a:lnTo>
                  <a:pt x="870007" y="120378"/>
                </a:lnTo>
                <a:lnTo>
                  <a:pt x="849939" y="157209"/>
                </a:lnTo>
                <a:lnTo>
                  <a:pt x="829854" y="198193"/>
                </a:lnTo>
                <a:lnTo>
                  <a:pt x="809758" y="242909"/>
                </a:lnTo>
                <a:lnTo>
                  <a:pt x="789653" y="290910"/>
                </a:lnTo>
                <a:lnTo>
                  <a:pt x="769543" y="341728"/>
                </a:lnTo>
                <a:lnTo>
                  <a:pt x="749428" y="394885"/>
                </a:lnTo>
                <a:lnTo>
                  <a:pt x="729309" y="449898"/>
                </a:lnTo>
                <a:lnTo>
                  <a:pt x="709189" y="506285"/>
                </a:lnTo>
                <a:lnTo>
                  <a:pt x="689065" y="563574"/>
                </a:lnTo>
                <a:lnTo>
                  <a:pt x="668940" y="621307"/>
                </a:lnTo>
                <a:lnTo>
                  <a:pt x="648814" y="679045"/>
                </a:lnTo>
                <a:lnTo>
                  <a:pt x="648812" y="679050"/>
                </a:lnTo>
                <a:lnTo>
                  <a:pt x="628686" y="736379"/>
                </a:lnTo>
                <a:lnTo>
                  <a:pt x="628682" y="736389"/>
                </a:lnTo>
                <a:lnTo>
                  <a:pt x="608556" y="792929"/>
                </a:lnTo>
                <a:lnTo>
                  <a:pt x="608550" y="792944"/>
                </a:lnTo>
                <a:lnTo>
                  <a:pt x="588424" y="848348"/>
                </a:lnTo>
                <a:lnTo>
                  <a:pt x="588417" y="848367"/>
                </a:lnTo>
                <a:lnTo>
                  <a:pt x="568291" y="902322"/>
                </a:lnTo>
                <a:lnTo>
                  <a:pt x="568281" y="902347"/>
                </a:lnTo>
                <a:lnTo>
                  <a:pt x="548155" y="954581"/>
                </a:lnTo>
                <a:lnTo>
                  <a:pt x="548143" y="954610"/>
                </a:lnTo>
                <a:lnTo>
                  <a:pt x="528017" y="1004888"/>
                </a:lnTo>
                <a:lnTo>
                  <a:pt x="528003" y="1004923"/>
                </a:lnTo>
                <a:lnTo>
                  <a:pt x="507876" y="1053049"/>
                </a:lnTo>
                <a:lnTo>
                  <a:pt x="507859" y="1053089"/>
                </a:lnTo>
                <a:lnTo>
                  <a:pt x="487733" y="1098907"/>
                </a:lnTo>
                <a:lnTo>
                  <a:pt x="487712" y="1098953"/>
                </a:lnTo>
                <a:lnTo>
                  <a:pt x="467586" y="1142345"/>
                </a:lnTo>
                <a:lnTo>
                  <a:pt x="467562" y="1142396"/>
                </a:lnTo>
                <a:lnTo>
                  <a:pt x="447435" y="1183279"/>
                </a:lnTo>
                <a:lnTo>
                  <a:pt x="447406" y="1183336"/>
                </a:lnTo>
                <a:lnTo>
                  <a:pt x="427280" y="1221660"/>
                </a:lnTo>
                <a:lnTo>
                  <a:pt x="427246" y="1221723"/>
                </a:lnTo>
                <a:lnTo>
                  <a:pt x="407119" y="1257473"/>
                </a:lnTo>
                <a:lnTo>
                  <a:pt x="407079" y="1257541"/>
                </a:lnTo>
                <a:lnTo>
                  <a:pt x="386953" y="1290727"/>
                </a:lnTo>
                <a:lnTo>
                  <a:pt x="386906" y="1290801"/>
                </a:lnTo>
                <a:lnTo>
                  <a:pt x="366780" y="1321459"/>
                </a:lnTo>
                <a:lnTo>
                  <a:pt x="366726" y="1321538"/>
                </a:lnTo>
                <a:lnTo>
                  <a:pt x="346599" y="1349729"/>
                </a:lnTo>
                <a:lnTo>
                  <a:pt x="346537" y="1349812"/>
                </a:lnTo>
                <a:lnTo>
                  <a:pt x="326411" y="1375614"/>
                </a:lnTo>
                <a:lnTo>
                  <a:pt x="326340" y="1375700"/>
                </a:lnTo>
                <a:lnTo>
                  <a:pt x="306214" y="1399206"/>
                </a:lnTo>
                <a:lnTo>
                  <a:pt x="306134" y="1399295"/>
                </a:lnTo>
                <a:lnTo>
                  <a:pt x="286008" y="1420613"/>
                </a:lnTo>
                <a:lnTo>
                  <a:pt x="285919" y="1420702"/>
                </a:lnTo>
                <a:lnTo>
                  <a:pt x="265793" y="1439950"/>
                </a:lnTo>
                <a:lnTo>
                  <a:pt x="265697" y="1440037"/>
                </a:lnTo>
                <a:lnTo>
                  <a:pt x="245570" y="1457338"/>
                </a:lnTo>
                <a:lnTo>
                  <a:pt x="245467" y="1457422"/>
                </a:lnTo>
                <a:lnTo>
                  <a:pt x="225341" y="1472905"/>
                </a:lnTo>
                <a:lnTo>
                  <a:pt x="225232" y="1472984"/>
                </a:lnTo>
                <a:lnTo>
                  <a:pt x="205105" y="1486779"/>
                </a:lnTo>
                <a:lnTo>
                  <a:pt x="204993" y="1486852"/>
                </a:lnTo>
                <a:lnTo>
                  <a:pt x="184867" y="1499091"/>
                </a:lnTo>
                <a:lnTo>
                  <a:pt x="184753" y="1499156"/>
                </a:lnTo>
                <a:lnTo>
                  <a:pt x="164627" y="1509967"/>
                </a:lnTo>
                <a:lnTo>
                  <a:pt x="164514" y="1510024"/>
                </a:lnTo>
                <a:lnTo>
                  <a:pt x="144387" y="1519533"/>
                </a:lnTo>
                <a:lnTo>
                  <a:pt x="144277" y="1519582"/>
                </a:lnTo>
                <a:lnTo>
                  <a:pt x="124151" y="1527911"/>
                </a:lnTo>
                <a:lnTo>
                  <a:pt x="124046" y="1527952"/>
                </a:lnTo>
                <a:lnTo>
                  <a:pt x="103920" y="1535217"/>
                </a:lnTo>
                <a:lnTo>
                  <a:pt x="103821" y="1535250"/>
                </a:lnTo>
                <a:lnTo>
                  <a:pt x="83694" y="1541560"/>
                </a:lnTo>
                <a:lnTo>
                  <a:pt x="83602" y="1541587"/>
                </a:lnTo>
                <a:lnTo>
                  <a:pt x="63476" y="1547044"/>
                </a:lnTo>
                <a:lnTo>
                  <a:pt x="63392" y="1547065"/>
                </a:lnTo>
                <a:lnTo>
                  <a:pt x="43266" y="1551766"/>
                </a:lnTo>
                <a:lnTo>
                  <a:pt x="43190" y="1551783"/>
                </a:lnTo>
                <a:lnTo>
                  <a:pt x="23063" y="1555815"/>
                </a:lnTo>
                <a:lnTo>
                  <a:pt x="22995" y="1555828"/>
                </a:lnTo>
                <a:lnTo>
                  <a:pt x="16270" y="1556979"/>
                </a:lnTo>
                <a:lnTo>
                  <a:pt x="0" y="1556979"/>
                </a:lnTo>
                <a:lnTo>
                  <a:pt x="0" y="1556853"/>
                </a:lnTo>
                <a:lnTo>
                  <a:pt x="5" y="1556690"/>
                </a:lnTo>
                <a:lnTo>
                  <a:pt x="22" y="1556527"/>
                </a:lnTo>
                <a:lnTo>
                  <a:pt x="49" y="1556365"/>
                </a:lnTo>
                <a:lnTo>
                  <a:pt x="87" y="1556206"/>
                </a:lnTo>
                <a:lnTo>
                  <a:pt x="135" y="1556049"/>
                </a:lnTo>
                <a:lnTo>
                  <a:pt x="194" y="1555896"/>
                </a:lnTo>
                <a:lnTo>
                  <a:pt x="263" y="1555748"/>
                </a:lnTo>
                <a:lnTo>
                  <a:pt x="342" y="1555604"/>
                </a:lnTo>
                <a:lnTo>
                  <a:pt x="430" y="1555466"/>
                </a:lnTo>
                <a:lnTo>
                  <a:pt x="527" y="1555334"/>
                </a:lnTo>
                <a:lnTo>
                  <a:pt x="632" y="1555209"/>
                </a:lnTo>
                <a:lnTo>
                  <a:pt x="746" y="1555091"/>
                </a:lnTo>
                <a:lnTo>
                  <a:pt x="867" y="1554981"/>
                </a:lnTo>
                <a:lnTo>
                  <a:pt x="995" y="1554879"/>
                </a:lnTo>
                <a:lnTo>
                  <a:pt x="1130" y="1554786"/>
                </a:lnTo>
                <a:lnTo>
                  <a:pt x="1271" y="1554703"/>
                </a:lnTo>
                <a:lnTo>
                  <a:pt x="1417" y="1554629"/>
                </a:lnTo>
                <a:lnTo>
                  <a:pt x="1568" y="1554564"/>
                </a:lnTo>
                <a:lnTo>
                  <a:pt x="1722" y="1554510"/>
                </a:lnTo>
                <a:lnTo>
                  <a:pt x="1880" y="1554467"/>
                </a:lnTo>
                <a:lnTo>
                  <a:pt x="2041" y="1554434"/>
                </a:lnTo>
                <a:lnTo>
                  <a:pt x="22133" y="1550994"/>
                </a:lnTo>
                <a:lnTo>
                  <a:pt x="42187" y="1546976"/>
                </a:lnTo>
                <a:lnTo>
                  <a:pt x="62233" y="1542294"/>
                </a:lnTo>
                <a:lnTo>
                  <a:pt x="82271" y="1536861"/>
                </a:lnTo>
                <a:lnTo>
                  <a:pt x="102302" y="1530581"/>
                </a:lnTo>
                <a:lnTo>
                  <a:pt x="122326" y="1523353"/>
                </a:lnTo>
                <a:lnTo>
                  <a:pt x="142344" y="1515069"/>
                </a:lnTo>
                <a:lnTo>
                  <a:pt x="162359" y="1505612"/>
                </a:lnTo>
                <a:lnTo>
                  <a:pt x="182372" y="1494862"/>
                </a:lnTo>
                <a:lnTo>
                  <a:pt x="202385" y="1482692"/>
                </a:lnTo>
                <a:lnTo>
                  <a:pt x="222400" y="1468972"/>
                </a:lnTo>
                <a:lnTo>
                  <a:pt x="242420" y="1453571"/>
                </a:lnTo>
                <a:lnTo>
                  <a:pt x="262447" y="1436356"/>
                </a:lnTo>
                <a:lnTo>
                  <a:pt x="282481" y="1417197"/>
                </a:lnTo>
                <a:lnTo>
                  <a:pt x="302523" y="1395968"/>
                </a:lnTo>
                <a:lnTo>
                  <a:pt x="322574" y="1372550"/>
                </a:lnTo>
                <a:lnTo>
                  <a:pt x="342634" y="1346834"/>
                </a:lnTo>
                <a:lnTo>
                  <a:pt x="362702" y="1318725"/>
                </a:lnTo>
                <a:lnTo>
                  <a:pt x="382778" y="1288143"/>
                </a:lnTo>
                <a:lnTo>
                  <a:pt x="402861" y="1255029"/>
                </a:lnTo>
                <a:lnTo>
                  <a:pt x="422950" y="1219346"/>
                </a:lnTo>
                <a:lnTo>
                  <a:pt x="443045" y="1181081"/>
                </a:lnTo>
                <a:lnTo>
                  <a:pt x="463144" y="1140253"/>
                </a:lnTo>
                <a:lnTo>
                  <a:pt x="483248" y="1096910"/>
                </a:lnTo>
                <a:lnTo>
                  <a:pt x="503355" y="1051134"/>
                </a:lnTo>
                <a:lnTo>
                  <a:pt x="523466" y="1003046"/>
                </a:lnTo>
                <a:lnTo>
                  <a:pt x="543579" y="952801"/>
                </a:lnTo>
                <a:lnTo>
                  <a:pt x="563695" y="900594"/>
                </a:lnTo>
                <a:lnTo>
                  <a:pt x="583813" y="846661"/>
                </a:lnTo>
                <a:lnTo>
                  <a:pt x="603933" y="791275"/>
                </a:lnTo>
                <a:lnTo>
                  <a:pt x="624055" y="734748"/>
                </a:lnTo>
                <a:lnTo>
                  <a:pt x="644178" y="677426"/>
                </a:lnTo>
                <a:lnTo>
                  <a:pt x="664304" y="619691"/>
                </a:lnTo>
                <a:lnTo>
                  <a:pt x="684430" y="561955"/>
                </a:lnTo>
                <a:lnTo>
                  <a:pt x="684432" y="561950"/>
                </a:lnTo>
                <a:lnTo>
                  <a:pt x="704558" y="504653"/>
                </a:lnTo>
                <a:lnTo>
                  <a:pt x="704562" y="504641"/>
                </a:lnTo>
                <a:lnTo>
                  <a:pt x="724689" y="448239"/>
                </a:lnTo>
                <a:lnTo>
                  <a:pt x="724695" y="448221"/>
                </a:lnTo>
                <a:lnTo>
                  <a:pt x="744821" y="393186"/>
                </a:lnTo>
                <a:lnTo>
                  <a:pt x="744831" y="393161"/>
                </a:lnTo>
                <a:lnTo>
                  <a:pt x="764957" y="339973"/>
                </a:lnTo>
                <a:lnTo>
                  <a:pt x="764971" y="339938"/>
                </a:lnTo>
                <a:lnTo>
                  <a:pt x="785097" y="289080"/>
                </a:lnTo>
                <a:lnTo>
                  <a:pt x="785115" y="289035"/>
                </a:lnTo>
                <a:lnTo>
                  <a:pt x="805242" y="240983"/>
                </a:lnTo>
                <a:lnTo>
                  <a:pt x="805267" y="240925"/>
                </a:lnTo>
                <a:lnTo>
                  <a:pt x="825393" y="196143"/>
                </a:lnTo>
                <a:lnTo>
                  <a:pt x="825428" y="196069"/>
                </a:lnTo>
                <a:lnTo>
                  <a:pt x="845554" y="155001"/>
                </a:lnTo>
                <a:lnTo>
                  <a:pt x="845603" y="154906"/>
                </a:lnTo>
                <a:lnTo>
                  <a:pt x="865729" y="117968"/>
                </a:lnTo>
                <a:lnTo>
                  <a:pt x="865799" y="117848"/>
                </a:lnTo>
                <a:lnTo>
                  <a:pt x="885925" y="85422"/>
                </a:lnTo>
                <a:lnTo>
                  <a:pt x="886028" y="85269"/>
                </a:lnTo>
                <a:lnTo>
                  <a:pt x="906154" y="57696"/>
                </a:lnTo>
                <a:lnTo>
                  <a:pt x="906230" y="57598"/>
                </a:lnTo>
                <a:lnTo>
                  <a:pt x="906310" y="57504"/>
                </a:lnTo>
                <a:lnTo>
                  <a:pt x="926436" y="35078"/>
                </a:lnTo>
                <a:lnTo>
                  <a:pt x="926553" y="34957"/>
                </a:lnTo>
                <a:lnTo>
                  <a:pt x="926677" y="34844"/>
                </a:lnTo>
                <a:lnTo>
                  <a:pt x="946804" y="17807"/>
                </a:lnTo>
                <a:lnTo>
                  <a:pt x="946922" y="17713"/>
                </a:lnTo>
                <a:lnTo>
                  <a:pt x="947046" y="17626"/>
                </a:lnTo>
                <a:lnTo>
                  <a:pt x="947175" y="17548"/>
                </a:lnTo>
                <a:lnTo>
                  <a:pt x="967301" y="6085"/>
                </a:lnTo>
                <a:lnTo>
                  <a:pt x="967430" y="6016"/>
                </a:lnTo>
                <a:lnTo>
                  <a:pt x="967564" y="5955"/>
                </a:lnTo>
                <a:lnTo>
                  <a:pt x="967700" y="5903"/>
                </a:lnTo>
                <a:lnTo>
                  <a:pt x="967840" y="5858"/>
                </a:lnTo>
                <a:lnTo>
                  <a:pt x="987966" y="95"/>
                </a:lnTo>
                <a:lnTo>
                  <a:pt x="988132" y="54"/>
                </a:lnTo>
                <a:lnTo>
                  <a:pt x="988301" y="24"/>
                </a:lnTo>
                <a:lnTo>
                  <a:pt x="988471" y="6"/>
                </a:lnTo>
                <a:lnTo>
                  <a:pt x="988642" y="0"/>
                </a:lnTo>
                <a:lnTo>
                  <a:pt x="1008768" y="0"/>
                </a:lnTo>
                <a:lnTo>
                  <a:pt x="1008939" y="6"/>
                </a:lnTo>
                <a:lnTo>
                  <a:pt x="1009110" y="24"/>
                </a:lnTo>
                <a:lnTo>
                  <a:pt x="1009278" y="54"/>
                </a:lnTo>
                <a:lnTo>
                  <a:pt x="1009444" y="95"/>
                </a:lnTo>
                <a:lnTo>
                  <a:pt x="1029571" y="5858"/>
                </a:lnTo>
                <a:lnTo>
                  <a:pt x="1029710" y="5903"/>
                </a:lnTo>
                <a:lnTo>
                  <a:pt x="1029847" y="5955"/>
                </a:lnTo>
                <a:lnTo>
                  <a:pt x="1029980" y="6016"/>
                </a:lnTo>
                <a:lnTo>
                  <a:pt x="1030110" y="6085"/>
                </a:lnTo>
                <a:lnTo>
                  <a:pt x="1050236" y="17548"/>
                </a:lnTo>
                <a:lnTo>
                  <a:pt x="1050365" y="17626"/>
                </a:lnTo>
                <a:lnTo>
                  <a:pt x="1050489" y="17713"/>
                </a:lnTo>
                <a:lnTo>
                  <a:pt x="1050607" y="17807"/>
                </a:lnTo>
                <a:lnTo>
                  <a:pt x="1070733" y="34844"/>
                </a:lnTo>
                <a:lnTo>
                  <a:pt x="1070858" y="34957"/>
                </a:lnTo>
                <a:lnTo>
                  <a:pt x="1070974" y="35078"/>
                </a:lnTo>
                <a:lnTo>
                  <a:pt x="1091101" y="57504"/>
                </a:lnTo>
                <a:lnTo>
                  <a:pt x="1091181" y="57598"/>
                </a:lnTo>
                <a:lnTo>
                  <a:pt x="1091256" y="57696"/>
                </a:lnTo>
                <a:lnTo>
                  <a:pt x="1111383" y="85269"/>
                </a:lnTo>
                <a:lnTo>
                  <a:pt x="1111486" y="85422"/>
                </a:lnTo>
                <a:lnTo>
                  <a:pt x="1131612" y="117848"/>
                </a:lnTo>
                <a:lnTo>
                  <a:pt x="1131682" y="117968"/>
                </a:lnTo>
                <a:lnTo>
                  <a:pt x="1151808" y="154906"/>
                </a:lnTo>
                <a:lnTo>
                  <a:pt x="1151857" y="155001"/>
                </a:lnTo>
                <a:lnTo>
                  <a:pt x="1171983" y="196069"/>
                </a:lnTo>
                <a:lnTo>
                  <a:pt x="1172018" y="196143"/>
                </a:lnTo>
                <a:lnTo>
                  <a:pt x="1192144" y="240925"/>
                </a:lnTo>
                <a:lnTo>
                  <a:pt x="1192169" y="240983"/>
                </a:lnTo>
                <a:lnTo>
                  <a:pt x="1212295" y="289035"/>
                </a:lnTo>
                <a:lnTo>
                  <a:pt x="1212314" y="289080"/>
                </a:lnTo>
                <a:lnTo>
                  <a:pt x="1232440" y="339938"/>
                </a:lnTo>
                <a:lnTo>
                  <a:pt x="1232453" y="339973"/>
                </a:lnTo>
                <a:lnTo>
                  <a:pt x="1252580" y="393161"/>
                </a:lnTo>
                <a:lnTo>
                  <a:pt x="1252589" y="393186"/>
                </a:lnTo>
                <a:lnTo>
                  <a:pt x="1272715" y="448221"/>
                </a:lnTo>
                <a:lnTo>
                  <a:pt x="1272722" y="448239"/>
                </a:lnTo>
                <a:lnTo>
                  <a:pt x="1292848" y="504641"/>
                </a:lnTo>
                <a:lnTo>
                  <a:pt x="1292852" y="504653"/>
                </a:lnTo>
                <a:lnTo>
                  <a:pt x="1312979" y="561950"/>
                </a:lnTo>
                <a:lnTo>
                  <a:pt x="1312981" y="561955"/>
                </a:lnTo>
                <a:lnTo>
                  <a:pt x="1333107" y="619691"/>
                </a:lnTo>
                <a:lnTo>
                  <a:pt x="1353232" y="677426"/>
                </a:lnTo>
                <a:lnTo>
                  <a:pt x="1373356" y="734748"/>
                </a:lnTo>
                <a:lnTo>
                  <a:pt x="1393478" y="791275"/>
                </a:lnTo>
                <a:lnTo>
                  <a:pt x="1413598" y="846661"/>
                </a:lnTo>
                <a:lnTo>
                  <a:pt x="1433716" y="900594"/>
                </a:lnTo>
                <a:lnTo>
                  <a:pt x="1453831" y="952801"/>
                </a:lnTo>
                <a:lnTo>
                  <a:pt x="1473945" y="1003046"/>
                </a:lnTo>
                <a:lnTo>
                  <a:pt x="1494055" y="1051134"/>
                </a:lnTo>
                <a:lnTo>
                  <a:pt x="1514163" y="1096910"/>
                </a:lnTo>
                <a:lnTo>
                  <a:pt x="1534267" y="1140253"/>
                </a:lnTo>
                <a:lnTo>
                  <a:pt x="1554366" y="1181081"/>
                </a:lnTo>
                <a:lnTo>
                  <a:pt x="1574461" y="1219346"/>
                </a:lnTo>
                <a:lnTo>
                  <a:pt x="1594550" y="1255029"/>
                </a:lnTo>
                <a:lnTo>
                  <a:pt x="1614633" y="1288143"/>
                </a:lnTo>
                <a:lnTo>
                  <a:pt x="1634709" y="1318725"/>
                </a:lnTo>
                <a:lnTo>
                  <a:pt x="1654777" y="1346834"/>
                </a:lnTo>
                <a:lnTo>
                  <a:pt x="1674837" y="1372550"/>
                </a:lnTo>
                <a:lnTo>
                  <a:pt x="1694888" y="1395968"/>
                </a:lnTo>
                <a:lnTo>
                  <a:pt x="1714930" y="1417197"/>
                </a:lnTo>
                <a:lnTo>
                  <a:pt x="1734964" y="1436356"/>
                </a:lnTo>
                <a:lnTo>
                  <a:pt x="1754990" y="1453571"/>
                </a:lnTo>
                <a:lnTo>
                  <a:pt x="1775010" y="1468972"/>
                </a:lnTo>
                <a:lnTo>
                  <a:pt x="1795026" y="1482692"/>
                </a:lnTo>
                <a:lnTo>
                  <a:pt x="1815039" y="1494862"/>
                </a:lnTo>
                <a:lnTo>
                  <a:pt x="1835052" y="1505612"/>
                </a:lnTo>
                <a:lnTo>
                  <a:pt x="1855066" y="1515069"/>
                </a:lnTo>
                <a:lnTo>
                  <a:pt x="1875085" y="1523353"/>
                </a:lnTo>
                <a:lnTo>
                  <a:pt x="1895109" y="1530581"/>
                </a:lnTo>
                <a:lnTo>
                  <a:pt x="1915139" y="1536861"/>
                </a:lnTo>
                <a:lnTo>
                  <a:pt x="1935178" y="1542294"/>
                </a:lnTo>
                <a:lnTo>
                  <a:pt x="1955224" y="1546976"/>
                </a:lnTo>
                <a:lnTo>
                  <a:pt x="1975278" y="1550994"/>
                </a:lnTo>
                <a:lnTo>
                  <a:pt x="1995370" y="1554434"/>
                </a:lnTo>
                <a:lnTo>
                  <a:pt x="1995530" y="1554467"/>
                </a:lnTo>
                <a:lnTo>
                  <a:pt x="1995688" y="1554510"/>
                </a:lnTo>
                <a:lnTo>
                  <a:pt x="1995843" y="1554564"/>
                </a:lnTo>
                <a:lnTo>
                  <a:pt x="1995993" y="1554629"/>
                </a:lnTo>
                <a:lnTo>
                  <a:pt x="1996139" y="1554703"/>
                </a:lnTo>
                <a:lnTo>
                  <a:pt x="1996280" y="1554786"/>
                </a:lnTo>
                <a:lnTo>
                  <a:pt x="1996415" y="1554879"/>
                </a:lnTo>
                <a:lnTo>
                  <a:pt x="1996543" y="1554981"/>
                </a:lnTo>
                <a:lnTo>
                  <a:pt x="1996665" y="1555091"/>
                </a:lnTo>
                <a:lnTo>
                  <a:pt x="1996778" y="1555209"/>
                </a:lnTo>
                <a:lnTo>
                  <a:pt x="1996884" y="1555334"/>
                </a:lnTo>
                <a:lnTo>
                  <a:pt x="1996981" y="1555466"/>
                </a:lnTo>
                <a:lnTo>
                  <a:pt x="1997069" y="1555604"/>
                </a:lnTo>
                <a:lnTo>
                  <a:pt x="1997148" y="1555748"/>
                </a:lnTo>
                <a:lnTo>
                  <a:pt x="1997216" y="1555896"/>
                </a:lnTo>
                <a:lnTo>
                  <a:pt x="1997275" y="1556049"/>
                </a:lnTo>
                <a:lnTo>
                  <a:pt x="1997324" y="1556206"/>
                </a:lnTo>
                <a:lnTo>
                  <a:pt x="1997362" y="1556365"/>
                </a:lnTo>
                <a:lnTo>
                  <a:pt x="1997389" y="1556527"/>
                </a:lnTo>
                <a:lnTo>
                  <a:pt x="1997405" y="1556690"/>
                </a:lnTo>
                <a:lnTo>
                  <a:pt x="1997411" y="1556853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2293C-3347-4ACF-943F-CDA1C284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357" y="2740048"/>
            <a:ext cx="1994158" cy="1559434"/>
          </a:xfrm>
          <a:custGeom xmlns:a="http://schemas.openxmlformats.org/drawingml/2006/main">
            <a:pathLst>
              <a:path w="1994158" h="1559434">
                <a:moveTo>
                  <a:pt x="37523" y="1557550"/>
                </a:moveTo>
                <a:lnTo>
                  <a:pt x="35594" y="1547923"/>
                </a:lnTo>
                <a:lnTo>
                  <a:pt x="20058" y="1551036"/>
                </a:lnTo>
                <a:lnTo>
                  <a:pt x="0" y="1554469"/>
                </a:lnTo>
                <a:lnTo>
                  <a:pt x="850" y="1559434"/>
                </a:lnTo>
                <a:lnTo>
                  <a:pt x="28123" y="1559434"/>
                </a:lnTo>
                <a:lnTo>
                  <a:pt x="37523" y="1557550"/>
                </a:lnTo>
                <a:close/>
                <a:moveTo>
                  <a:pt x="20126" y="1551024"/>
                </a:moveTo>
                <a:lnTo>
                  <a:pt x="20955" y="1555863"/>
                </a:lnTo>
                <a:lnTo>
                  <a:pt x="19990" y="1551049"/>
                </a:lnTo>
                <a:lnTo>
                  <a:pt x="20058" y="1551036"/>
                </a:lnTo>
                <a:lnTo>
                  <a:pt x="20126" y="1551024"/>
                </a:lnTo>
                <a:close/>
                <a:moveTo>
                  <a:pt x="62492" y="1551868"/>
                </a:moveTo>
                <a:lnTo>
                  <a:pt x="82619" y="1546410"/>
                </a:lnTo>
                <a:lnTo>
                  <a:pt x="82626" y="1546408"/>
                </a:lnTo>
                <a:lnTo>
                  <a:pt x="82634" y="1546406"/>
                </a:lnTo>
                <a:lnTo>
                  <a:pt x="82642" y="1546404"/>
                </a:lnTo>
                <a:lnTo>
                  <a:pt x="82649" y="1546402"/>
                </a:lnTo>
                <a:lnTo>
                  <a:pt x="82657" y="1546400"/>
                </a:lnTo>
                <a:lnTo>
                  <a:pt x="82665" y="1546398"/>
                </a:lnTo>
                <a:lnTo>
                  <a:pt x="82672" y="1546395"/>
                </a:lnTo>
                <a:lnTo>
                  <a:pt x="82680" y="1546393"/>
                </a:lnTo>
                <a:lnTo>
                  <a:pt x="82688" y="1546391"/>
                </a:lnTo>
                <a:lnTo>
                  <a:pt x="82695" y="1546389"/>
                </a:lnTo>
                <a:lnTo>
                  <a:pt x="82703" y="1546387"/>
                </a:lnTo>
                <a:lnTo>
                  <a:pt x="82711" y="1546384"/>
                </a:lnTo>
                <a:lnTo>
                  <a:pt x="82718" y="1546382"/>
                </a:lnTo>
                <a:lnTo>
                  <a:pt x="82726" y="1546380"/>
                </a:lnTo>
                <a:lnTo>
                  <a:pt x="82734" y="1546378"/>
                </a:lnTo>
                <a:lnTo>
                  <a:pt x="82741" y="1546375"/>
                </a:lnTo>
                <a:lnTo>
                  <a:pt x="82749" y="1546373"/>
                </a:lnTo>
                <a:lnTo>
                  <a:pt x="82757" y="1546371"/>
                </a:lnTo>
                <a:lnTo>
                  <a:pt x="82764" y="1546368"/>
                </a:lnTo>
                <a:lnTo>
                  <a:pt x="82772" y="1546366"/>
                </a:lnTo>
                <a:lnTo>
                  <a:pt x="82779" y="1546364"/>
                </a:lnTo>
                <a:lnTo>
                  <a:pt x="82787" y="1546361"/>
                </a:lnTo>
                <a:lnTo>
                  <a:pt x="82795" y="1546359"/>
                </a:lnTo>
                <a:lnTo>
                  <a:pt x="82802" y="1546357"/>
                </a:lnTo>
                <a:lnTo>
                  <a:pt x="88442" y="1544588"/>
                </a:lnTo>
                <a:lnTo>
                  <a:pt x="85504" y="1535219"/>
                </a:lnTo>
                <a:lnTo>
                  <a:pt x="79961" y="1536957"/>
                </a:lnTo>
                <a:lnTo>
                  <a:pt x="60006" y="1542368"/>
                </a:lnTo>
                <a:lnTo>
                  <a:pt x="50772" y="1544525"/>
                </a:lnTo>
                <a:lnTo>
                  <a:pt x="53006" y="1554087"/>
                </a:lnTo>
                <a:lnTo>
                  <a:pt x="62324" y="1551910"/>
                </a:lnTo>
                <a:lnTo>
                  <a:pt x="62331" y="1551909"/>
                </a:lnTo>
                <a:lnTo>
                  <a:pt x="62338" y="1551907"/>
                </a:lnTo>
                <a:lnTo>
                  <a:pt x="62345" y="1551905"/>
                </a:lnTo>
                <a:lnTo>
                  <a:pt x="62352" y="1551904"/>
                </a:lnTo>
                <a:lnTo>
                  <a:pt x="62359" y="1551902"/>
                </a:lnTo>
                <a:lnTo>
                  <a:pt x="62366" y="1551900"/>
                </a:lnTo>
                <a:lnTo>
                  <a:pt x="62373" y="1551899"/>
                </a:lnTo>
                <a:lnTo>
                  <a:pt x="62380" y="1551897"/>
                </a:lnTo>
                <a:lnTo>
                  <a:pt x="62387" y="1551895"/>
                </a:lnTo>
                <a:lnTo>
                  <a:pt x="62394" y="1551893"/>
                </a:lnTo>
                <a:lnTo>
                  <a:pt x="62401" y="1551892"/>
                </a:lnTo>
                <a:lnTo>
                  <a:pt x="62408" y="1551890"/>
                </a:lnTo>
                <a:lnTo>
                  <a:pt x="62415" y="1551888"/>
                </a:lnTo>
                <a:lnTo>
                  <a:pt x="62422" y="1551886"/>
                </a:lnTo>
                <a:lnTo>
                  <a:pt x="62429" y="1551885"/>
                </a:lnTo>
                <a:lnTo>
                  <a:pt x="62436" y="1551883"/>
                </a:lnTo>
                <a:lnTo>
                  <a:pt x="62443" y="1551881"/>
                </a:lnTo>
                <a:lnTo>
                  <a:pt x="62450" y="1551879"/>
                </a:lnTo>
                <a:lnTo>
                  <a:pt x="62457" y="1551877"/>
                </a:lnTo>
                <a:lnTo>
                  <a:pt x="62464" y="1551875"/>
                </a:lnTo>
                <a:lnTo>
                  <a:pt x="62471" y="1551874"/>
                </a:lnTo>
                <a:lnTo>
                  <a:pt x="62478" y="1551872"/>
                </a:lnTo>
                <a:lnTo>
                  <a:pt x="62485" y="1551870"/>
                </a:lnTo>
                <a:lnTo>
                  <a:pt x="62492" y="1551868"/>
                </a:lnTo>
                <a:close/>
                <a:moveTo>
                  <a:pt x="80048" y="1536933"/>
                </a:moveTo>
                <a:lnTo>
                  <a:pt x="81333" y="1541672"/>
                </a:lnTo>
                <a:lnTo>
                  <a:pt x="79865" y="1536987"/>
                </a:lnTo>
                <a:lnTo>
                  <a:pt x="79961" y="1536957"/>
                </a:lnTo>
                <a:lnTo>
                  <a:pt x="80048" y="1536933"/>
                </a:lnTo>
                <a:close/>
                <a:moveTo>
                  <a:pt x="60090" y="1542349"/>
                </a:moveTo>
                <a:lnTo>
                  <a:pt x="61207" y="1547130"/>
                </a:lnTo>
                <a:lnTo>
                  <a:pt x="59922" y="1542391"/>
                </a:lnTo>
                <a:lnTo>
                  <a:pt x="60006" y="1542368"/>
                </a:lnTo>
                <a:lnTo>
                  <a:pt x="60090" y="1542349"/>
                </a:lnTo>
                <a:close/>
                <a:moveTo>
                  <a:pt x="123464" y="1532634"/>
                </a:moveTo>
                <a:lnTo>
                  <a:pt x="137753" y="1526720"/>
                </a:lnTo>
                <a:lnTo>
                  <a:pt x="133998" y="1517648"/>
                </a:lnTo>
                <a:lnTo>
                  <a:pt x="119815" y="1523517"/>
                </a:lnTo>
                <a:lnTo>
                  <a:pt x="100291" y="1530565"/>
                </a:lnTo>
                <a:lnTo>
                  <a:pt x="103625" y="1539800"/>
                </a:lnTo>
                <a:lnTo>
                  <a:pt x="123253" y="1532715"/>
                </a:lnTo>
                <a:lnTo>
                  <a:pt x="123262" y="1532712"/>
                </a:lnTo>
                <a:lnTo>
                  <a:pt x="123271" y="1532709"/>
                </a:lnTo>
                <a:lnTo>
                  <a:pt x="123280" y="1532706"/>
                </a:lnTo>
                <a:lnTo>
                  <a:pt x="123288" y="1532703"/>
                </a:lnTo>
                <a:lnTo>
                  <a:pt x="123297" y="1532699"/>
                </a:lnTo>
                <a:lnTo>
                  <a:pt x="123306" y="1532696"/>
                </a:lnTo>
                <a:lnTo>
                  <a:pt x="123315" y="1532693"/>
                </a:lnTo>
                <a:lnTo>
                  <a:pt x="123324" y="1532689"/>
                </a:lnTo>
                <a:lnTo>
                  <a:pt x="123332" y="1532686"/>
                </a:lnTo>
                <a:lnTo>
                  <a:pt x="123341" y="1532683"/>
                </a:lnTo>
                <a:lnTo>
                  <a:pt x="123350" y="1532679"/>
                </a:lnTo>
                <a:lnTo>
                  <a:pt x="123359" y="1532676"/>
                </a:lnTo>
                <a:lnTo>
                  <a:pt x="123368" y="1532673"/>
                </a:lnTo>
                <a:lnTo>
                  <a:pt x="123376" y="1532669"/>
                </a:lnTo>
                <a:lnTo>
                  <a:pt x="123385" y="1532666"/>
                </a:lnTo>
                <a:lnTo>
                  <a:pt x="123394" y="1532662"/>
                </a:lnTo>
                <a:lnTo>
                  <a:pt x="123403" y="1532659"/>
                </a:lnTo>
                <a:lnTo>
                  <a:pt x="123411" y="1532655"/>
                </a:lnTo>
                <a:lnTo>
                  <a:pt x="123420" y="1532652"/>
                </a:lnTo>
                <a:lnTo>
                  <a:pt x="123429" y="1532648"/>
                </a:lnTo>
                <a:lnTo>
                  <a:pt x="123437" y="1532645"/>
                </a:lnTo>
                <a:lnTo>
                  <a:pt x="123446" y="1532641"/>
                </a:lnTo>
                <a:lnTo>
                  <a:pt x="123455" y="1532638"/>
                </a:lnTo>
                <a:lnTo>
                  <a:pt x="123464" y="1532634"/>
                </a:lnTo>
                <a:close/>
                <a:moveTo>
                  <a:pt x="119919" y="1523480"/>
                </a:moveTo>
                <a:lnTo>
                  <a:pt x="121586" y="1528098"/>
                </a:lnTo>
                <a:lnTo>
                  <a:pt x="119708" y="1523561"/>
                </a:lnTo>
                <a:lnTo>
                  <a:pt x="119815" y="1523517"/>
                </a:lnTo>
                <a:lnTo>
                  <a:pt x="119919" y="1523480"/>
                </a:lnTo>
                <a:close/>
                <a:moveTo>
                  <a:pt x="164162" y="1514584"/>
                </a:moveTo>
                <a:lnTo>
                  <a:pt x="184288" y="1503773"/>
                </a:lnTo>
                <a:lnTo>
                  <a:pt x="184298" y="1503767"/>
                </a:lnTo>
                <a:lnTo>
                  <a:pt x="184308" y="1503762"/>
                </a:lnTo>
                <a:lnTo>
                  <a:pt x="184317" y="1503757"/>
                </a:lnTo>
                <a:lnTo>
                  <a:pt x="184327" y="1503752"/>
                </a:lnTo>
                <a:lnTo>
                  <a:pt x="184336" y="1503746"/>
                </a:lnTo>
                <a:lnTo>
                  <a:pt x="184346" y="1503741"/>
                </a:lnTo>
                <a:lnTo>
                  <a:pt x="184356" y="1503736"/>
                </a:lnTo>
                <a:lnTo>
                  <a:pt x="184365" y="1503731"/>
                </a:lnTo>
                <a:lnTo>
                  <a:pt x="184375" y="1503725"/>
                </a:lnTo>
                <a:lnTo>
                  <a:pt x="184384" y="1503720"/>
                </a:lnTo>
                <a:lnTo>
                  <a:pt x="184394" y="1503714"/>
                </a:lnTo>
                <a:lnTo>
                  <a:pt x="184403" y="1503709"/>
                </a:lnTo>
                <a:lnTo>
                  <a:pt x="184413" y="1503704"/>
                </a:lnTo>
                <a:lnTo>
                  <a:pt x="184422" y="1503698"/>
                </a:lnTo>
                <a:lnTo>
                  <a:pt x="184432" y="1503693"/>
                </a:lnTo>
                <a:lnTo>
                  <a:pt x="184441" y="1503687"/>
                </a:lnTo>
                <a:lnTo>
                  <a:pt x="184450" y="1503682"/>
                </a:lnTo>
                <a:lnTo>
                  <a:pt x="184460" y="1503676"/>
                </a:lnTo>
                <a:lnTo>
                  <a:pt x="184469" y="1503670"/>
                </a:lnTo>
                <a:lnTo>
                  <a:pt x="184479" y="1503665"/>
                </a:lnTo>
                <a:lnTo>
                  <a:pt x="184488" y="1503659"/>
                </a:lnTo>
                <a:lnTo>
                  <a:pt x="184498" y="1503654"/>
                </a:lnTo>
                <a:lnTo>
                  <a:pt x="184507" y="1503648"/>
                </a:lnTo>
                <a:lnTo>
                  <a:pt x="184516" y="1503642"/>
                </a:lnTo>
                <a:lnTo>
                  <a:pt x="185047" y="1503320"/>
                </a:lnTo>
                <a:lnTo>
                  <a:pt x="179944" y="1494930"/>
                </a:lnTo>
                <a:lnTo>
                  <a:pt x="179525" y="1495185"/>
                </a:lnTo>
                <a:lnTo>
                  <a:pt x="159628" y="1505873"/>
                </a:lnTo>
                <a:lnTo>
                  <a:pt x="148109" y="1511316"/>
                </a:lnTo>
                <a:lnTo>
                  <a:pt x="152304" y="1520194"/>
                </a:lnTo>
                <a:lnTo>
                  <a:pt x="163936" y="1514698"/>
                </a:lnTo>
                <a:lnTo>
                  <a:pt x="163946" y="1514693"/>
                </a:lnTo>
                <a:lnTo>
                  <a:pt x="163955" y="1514689"/>
                </a:lnTo>
                <a:lnTo>
                  <a:pt x="163965" y="1514684"/>
                </a:lnTo>
                <a:lnTo>
                  <a:pt x="163974" y="1514680"/>
                </a:lnTo>
                <a:lnTo>
                  <a:pt x="163984" y="1514675"/>
                </a:lnTo>
                <a:lnTo>
                  <a:pt x="163993" y="1514670"/>
                </a:lnTo>
                <a:lnTo>
                  <a:pt x="164003" y="1514666"/>
                </a:lnTo>
                <a:lnTo>
                  <a:pt x="164012" y="1514661"/>
                </a:lnTo>
                <a:lnTo>
                  <a:pt x="164022" y="1514656"/>
                </a:lnTo>
                <a:lnTo>
                  <a:pt x="164031" y="1514652"/>
                </a:lnTo>
                <a:lnTo>
                  <a:pt x="164040" y="1514647"/>
                </a:lnTo>
                <a:lnTo>
                  <a:pt x="164050" y="1514642"/>
                </a:lnTo>
                <a:lnTo>
                  <a:pt x="164059" y="1514638"/>
                </a:lnTo>
                <a:lnTo>
                  <a:pt x="164069" y="1514633"/>
                </a:lnTo>
                <a:lnTo>
                  <a:pt x="164078" y="1514628"/>
                </a:lnTo>
                <a:lnTo>
                  <a:pt x="164087" y="1514623"/>
                </a:lnTo>
                <a:lnTo>
                  <a:pt x="164097" y="1514618"/>
                </a:lnTo>
                <a:lnTo>
                  <a:pt x="164106" y="1514613"/>
                </a:lnTo>
                <a:lnTo>
                  <a:pt x="164116" y="1514609"/>
                </a:lnTo>
                <a:lnTo>
                  <a:pt x="164125" y="1514604"/>
                </a:lnTo>
                <a:lnTo>
                  <a:pt x="164134" y="1514599"/>
                </a:lnTo>
                <a:lnTo>
                  <a:pt x="164144" y="1514594"/>
                </a:lnTo>
                <a:lnTo>
                  <a:pt x="164153" y="1514589"/>
                </a:lnTo>
                <a:lnTo>
                  <a:pt x="164162" y="1514584"/>
                </a:lnTo>
                <a:close/>
                <a:moveTo>
                  <a:pt x="179641" y="1495123"/>
                </a:moveTo>
                <a:lnTo>
                  <a:pt x="181965" y="1499448"/>
                </a:lnTo>
                <a:lnTo>
                  <a:pt x="179413" y="1495253"/>
                </a:lnTo>
                <a:lnTo>
                  <a:pt x="179525" y="1495185"/>
                </a:lnTo>
                <a:lnTo>
                  <a:pt x="179641" y="1495123"/>
                </a:lnTo>
                <a:close/>
                <a:moveTo>
                  <a:pt x="159741" y="1505820"/>
                </a:moveTo>
                <a:lnTo>
                  <a:pt x="161839" y="1510259"/>
                </a:lnTo>
                <a:lnTo>
                  <a:pt x="159515" y="1505934"/>
                </a:lnTo>
                <a:lnTo>
                  <a:pt x="159628" y="1505873"/>
                </a:lnTo>
                <a:lnTo>
                  <a:pt x="159741" y="1505820"/>
                </a:lnTo>
                <a:close/>
                <a:moveTo>
                  <a:pt x="204867" y="1491259"/>
                </a:moveTo>
                <a:lnTo>
                  <a:pt x="224993" y="1477463"/>
                </a:lnTo>
                <a:lnTo>
                  <a:pt x="225003" y="1477457"/>
                </a:lnTo>
                <a:lnTo>
                  <a:pt x="225012" y="1477451"/>
                </a:lnTo>
                <a:lnTo>
                  <a:pt x="225021" y="1477444"/>
                </a:lnTo>
                <a:lnTo>
                  <a:pt x="225030" y="1477438"/>
                </a:lnTo>
                <a:lnTo>
                  <a:pt x="225039" y="1477431"/>
                </a:lnTo>
                <a:lnTo>
                  <a:pt x="225049" y="1477425"/>
                </a:lnTo>
                <a:lnTo>
                  <a:pt x="225058" y="1477418"/>
                </a:lnTo>
                <a:lnTo>
                  <a:pt x="225067" y="1477412"/>
                </a:lnTo>
                <a:lnTo>
                  <a:pt x="225076" y="1477405"/>
                </a:lnTo>
                <a:lnTo>
                  <a:pt x="225085" y="1477399"/>
                </a:lnTo>
                <a:lnTo>
                  <a:pt x="225094" y="1477392"/>
                </a:lnTo>
                <a:lnTo>
                  <a:pt x="225103" y="1477386"/>
                </a:lnTo>
                <a:lnTo>
                  <a:pt x="225112" y="1477379"/>
                </a:lnTo>
                <a:lnTo>
                  <a:pt x="225122" y="1477372"/>
                </a:lnTo>
                <a:lnTo>
                  <a:pt x="225131" y="1477366"/>
                </a:lnTo>
                <a:lnTo>
                  <a:pt x="225140" y="1477359"/>
                </a:lnTo>
                <a:lnTo>
                  <a:pt x="225149" y="1477352"/>
                </a:lnTo>
                <a:lnTo>
                  <a:pt x="225158" y="1477346"/>
                </a:lnTo>
                <a:lnTo>
                  <a:pt x="225167" y="1477339"/>
                </a:lnTo>
                <a:lnTo>
                  <a:pt x="225176" y="1477332"/>
                </a:lnTo>
                <a:lnTo>
                  <a:pt x="225184" y="1477325"/>
                </a:lnTo>
                <a:lnTo>
                  <a:pt x="225193" y="1477319"/>
                </a:lnTo>
                <a:lnTo>
                  <a:pt x="225202" y="1477312"/>
                </a:lnTo>
                <a:lnTo>
                  <a:pt x="225211" y="1477305"/>
                </a:lnTo>
                <a:lnTo>
                  <a:pt x="228943" y="1474434"/>
                </a:lnTo>
                <a:lnTo>
                  <a:pt x="222956" y="1466651"/>
                </a:lnTo>
                <a:lnTo>
                  <a:pt x="219331" y="1469440"/>
                </a:lnTo>
                <a:lnTo>
                  <a:pt x="199424" y="1483085"/>
                </a:lnTo>
                <a:lnTo>
                  <a:pt x="193368" y="1486767"/>
                </a:lnTo>
                <a:lnTo>
                  <a:pt x="198471" y="1495157"/>
                </a:lnTo>
                <a:lnTo>
                  <a:pt x="204642" y="1491404"/>
                </a:lnTo>
                <a:lnTo>
                  <a:pt x="204652" y="1491398"/>
                </a:lnTo>
                <a:lnTo>
                  <a:pt x="204661" y="1491392"/>
                </a:lnTo>
                <a:lnTo>
                  <a:pt x="204671" y="1491386"/>
                </a:lnTo>
                <a:lnTo>
                  <a:pt x="204680" y="1491380"/>
                </a:lnTo>
                <a:lnTo>
                  <a:pt x="204690" y="1491374"/>
                </a:lnTo>
                <a:lnTo>
                  <a:pt x="204699" y="1491369"/>
                </a:lnTo>
                <a:lnTo>
                  <a:pt x="204709" y="1491363"/>
                </a:lnTo>
                <a:lnTo>
                  <a:pt x="204718" y="1491357"/>
                </a:lnTo>
                <a:lnTo>
                  <a:pt x="204728" y="1491351"/>
                </a:lnTo>
                <a:lnTo>
                  <a:pt x="204737" y="1491345"/>
                </a:lnTo>
                <a:lnTo>
                  <a:pt x="204746" y="1491339"/>
                </a:lnTo>
                <a:lnTo>
                  <a:pt x="204756" y="1491333"/>
                </a:lnTo>
                <a:lnTo>
                  <a:pt x="204765" y="1491327"/>
                </a:lnTo>
                <a:lnTo>
                  <a:pt x="204774" y="1491321"/>
                </a:lnTo>
                <a:lnTo>
                  <a:pt x="204784" y="1491314"/>
                </a:lnTo>
                <a:lnTo>
                  <a:pt x="204793" y="1491308"/>
                </a:lnTo>
                <a:lnTo>
                  <a:pt x="204802" y="1491302"/>
                </a:lnTo>
                <a:lnTo>
                  <a:pt x="204812" y="1491296"/>
                </a:lnTo>
                <a:lnTo>
                  <a:pt x="204821" y="1491290"/>
                </a:lnTo>
                <a:lnTo>
                  <a:pt x="204830" y="1491284"/>
                </a:lnTo>
                <a:lnTo>
                  <a:pt x="204839" y="1491277"/>
                </a:lnTo>
                <a:lnTo>
                  <a:pt x="204849" y="1491271"/>
                </a:lnTo>
                <a:lnTo>
                  <a:pt x="204858" y="1491265"/>
                </a:lnTo>
                <a:lnTo>
                  <a:pt x="204867" y="1491259"/>
                </a:lnTo>
                <a:close/>
                <a:moveTo>
                  <a:pt x="219441" y="1469364"/>
                </a:moveTo>
                <a:lnTo>
                  <a:pt x="222217" y="1473414"/>
                </a:lnTo>
                <a:lnTo>
                  <a:pt x="219224" y="1469523"/>
                </a:lnTo>
                <a:lnTo>
                  <a:pt x="219331" y="1469440"/>
                </a:lnTo>
                <a:lnTo>
                  <a:pt x="219441" y="1469364"/>
                </a:lnTo>
                <a:close/>
                <a:moveTo>
                  <a:pt x="199540" y="1483014"/>
                </a:moveTo>
                <a:lnTo>
                  <a:pt x="202091" y="1487209"/>
                </a:lnTo>
                <a:lnTo>
                  <a:pt x="199315" y="1483159"/>
                </a:lnTo>
                <a:lnTo>
                  <a:pt x="199424" y="1483085"/>
                </a:lnTo>
                <a:lnTo>
                  <a:pt x="199540" y="1483014"/>
                </a:lnTo>
                <a:close/>
                <a:moveTo>
                  <a:pt x="245544" y="1461654"/>
                </a:moveTo>
                <a:lnTo>
                  <a:pt x="265671" y="1444353"/>
                </a:lnTo>
                <a:lnTo>
                  <a:pt x="265679" y="1444346"/>
                </a:lnTo>
                <a:lnTo>
                  <a:pt x="265687" y="1444339"/>
                </a:lnTo>
                <a:lnTo>
                  <a:pt x="265695" y="1444332"/>
                </a:lnTo>
                <a:lnTo>
                  <a:pt x="265703" y="1444325"/>
                </a:lnTo>
                <a:lnTo>
                  <a:pt x="265712" y="1444318"/>
                </a:lnTo>
                <a:lnTo>
                  <a:pt x="265720" y="1444311"/>
                </a:lnTo>
                <a:lnTo>
                  <a:pt x="265728" y="1444303"/>
                </a:lnTo>
                <a:lnTo>
                  <a:pt x="265736" y="1444296"/>
                </a:lnTo>
                <a:lnTo>
                  <a:pt x="265744" y="1444289"/>
                </a:lnTo>
                <a:lnTo>
                  <a:pt x="265752" y="1444282"/>
                </a:lnTo>
                <a:lnTo>
                  <a:pt x="265760" y="1444274"/>
                </a:lnTo>
                <a:lnTo>
                  <a:pt x="265768" y="1444267"/>
                </a:lnTo>
                <a:lnTo>
                  <a:pt x="265776" y="1444260"/>
                </a:lnTo>
                <a:lnTo>
                  <a:pt x="265784" y="1444253"/>
                </a:lnTo>
                <a:lnTo>
                  <a:pt x="265792" y="1444245"/>
                </a:lnTo>
                <a:lnTo>
                  <a:pt x="265800" y="1444238"/>
                </a:lnTo>
                <a:lnTo>
                  <a:pt x="265808" y="1444231"/>
                </a:lnTo>
                <a:lnTo>
                  <a:pt x="265816" y="1444223"/>
                </a:lnTo>
                <a:lnTo>
                  <a:pt x="265824" y="1444216"/>
                </a:lnTo>
                <a:lnTo>
                  <a:pt x="265832" y="1444208"/>
                </a:lnTo>
                <a:lnTo>
                  <a:pt x="265840" y="1444201"/>
                </a:lnTo>
                <a:lnTo>
                  <a:pt x="265848" y="1444193"/>
                </a:lnTo>
                <a:lnTo>
                  <a:pt x="265856" y="1444186"/>
                </a:lnTo>
                <a:lnTo>
                  <a:pt x="265864" y="1444178"/>
                </a:lnTo>
                <a:lnTo>
                  <a:pt x="269346" y="1440848"/>
                </a:lnTo>
                <a:lnTo>
                  <a:pt x="262559" y="1433751"/>
                </a:lnTo>
                <a:lnTo>
                  <a:pt x="259169" y="1436993"/>
                </a:lnTo>
                <a:lnTo>
                  <a:pt x="239245" y="1454120"/>
                </a:lnTo>
                <a:lnTo>
                  <a:pt x="235409" y="1457072"/>
                </a:lnTo>
                <a:lnTo>
                  <a:pt x="241396" y="1464854"/>
                </a:lnTo>
                <a:lnTo>
                  <a:pt x="245337" y="1461822"/>
                </a:lnTo>
                <a:lnTo>
                  <a:pt x="245346" y="1461816"/>
                </a:lnTo>
                <a:lnTo>
                  <a:pt x="245355" y="1461809"/>
                </a:lnTo>
                <a:lnTo>
                  <a:pt x="245364" y="1461802"/>
                </a:lnTo>
                <a:lnTo>
                  <a:pt x="245373" y="1461795"/>
                </a:lnTo>
                <a:lnTo>
                  <a:pt x="245381" y="1461788"/>
                </a:lnTo>
                <a:lnTo>
                  <a:pt x="245390" y="1461781"/>
                </a:lnTo>
                <a:lnTo>
                  <a:pt x="245399" y="1461774"/>
                </a:lnTo>
                <a:lnTo>
                  <a:pt x="245407" y="1461768"/>
                </a:lnTo>
                <a:lnTo>
                  <a:pt x="245416" y="1461761"/>
                </a:lnTo>
                <a:lnTo>
                  <a:pt x="245425" y="1461754"/>
                </a:lnTo>
                <a:lnTo>
                  <a:pt x="245433" y="1461747"/>
                </a:lnTo>
                <a:lnTo>
                  <a:pt x="245442" y="1461740"/>
                </a:lnTo>
                <a:lnTo>
                  <a:pt x="245451" y="1461733"/>
                </a:lnTo>
                <a:lnTo>
                  <a:pt x="245459" y="1461726"/>
                </a:lnTo>
                <a:lnTo>
                  <a:pt x="245468" y="1461718"/>
                </a:lnTo>
                <a:lnTo>
                  <a:pt x="245476" y="1461711"/>
                </a:lnTo>
                <a:lnTo>
                  <a:pt x="245485" y="1461704"/>
                </a:lnTo>
                <a:lnTo>
                  <a:pt x="245493" y="1461697"/>
                </a:lnTo>
                <a:lnTo>
                  <a:pt x="245502" y="1461690"/>
                </a:lnTo>
                <a:lnTo>
                  <a:pt x="245511" y="1461683"/>
                </a:lnTo>
                <a:lnTo>
                  <a:pt x="245519" y="1461676"/>
                </a:lnTo>
                <a:lnTo>
                  <a:pt x="245527" y="1461668"/>
                </a:lnTo>
                <a:lnTo>
                  <a:pt x="245536" y="1461661"/>
                </a:lnTo>
                <a:lnTo>
                  <a:pt x="245544" y="1461654"/>
                </a:lnTo>
                <a:close/>
                <a:moveTo>
                  <a:pt x="259269" y="1436907"/>
                </a:moveTo>
                <a:lnTo>
                  <a:pt x="262470" y="1440630"/>
                </a:lnTo>
                <a:lnTo>
                  <a:pt x="259076" y="1437082"/>
                </a:lnTo>
                <a:lnTo>
                  <a:pt x="259169" y="1436993"/>
                </a:lnTo>
                <a:lnTo>
                  <a:pt x="259269" y="1436907"/>
                </a:lnTo>
                <a:close/>
                <a:moveTo>
                  <a:pt x="239350" y="1454040"/>
                </a:moveTo>
                <a:lnTo>
                  <a:pt x="242344" y="1457931"/>
                </a:lnTo>
                <a:lnTo>
                  <a:pt x="239143" y="1454208"/>
                </a:lnTo>
                <a:lnTo>
                  <a:pt x="239245" y="1454120"/>
                </a:lnTo>
                <a:lnTo>
                  <a:pt x="239350" y="1454040"/>
                </a:lnTo>
                <a:close/>
                <a:moveTo>
                  <a:pt x="286167" y="1424753"/>
                </a:moveTo>
                <a:lnTo>
                  <a:pt x="306084" y="1403656"/>
                </a:lnTo>
                <a:lnTo>
                  <a:pt x="298943" y="1396915"/>
                </a:lnTo>
                <a:lnTo>
                  <a:pt x="279113" y="1417921"/>
                </a:lnTo>
                <a:lnTo>
                  <a:pt x="273914" y="1422893"/>
                </a:lnTo>
                <a:lnTo>
                  <a:pt x="280701" y="1429989"/>
                </a:lnTo>
                <a:lnTo>
                  <a:pt x="285990" y="1424931"/>
                </a:lnTo>
                <a:lnTo>
                  <a:pt x="285997" y="1424924"/>
                </a:lnTo>
                <a:lnTo>
                  <a:pt x="286005" y="1424916"/>
                </a:lnTo>
                <a:lnTo>
                  <a:pt x="286012" y="1424909"/>
                </a:lnTo>
                <a:lnTo>
                  <a:pt x="286020" y="1424902"/>
                </a:lnTo>
                <a:lnTo>
                  <a:pt x="286027" y="1424895"/>
                </a:lnTo>
                <a:lnTo>
                  <a:pt x="286035" y="1424887"/>
                </a:lnTo>
                <a:lnTo>
                  <a:pt x="286042" y="1424880"/>
                </a:lnTo>
                <a:lnTo>
                  <a:pt x="286050" y="1424873"/>
                </a:lnTo>
                <a:lnTo>
                  <a:pt x="286057" y="1424865"/>
                </a:lnTo>
                <a:lnTo>
                  <a:pt x="286065" y="1424858"/>
                </a:lnTo>
                <a:lnTo>
                  <a:pt x="286072" y="1424851"/>
                </a:lnTo>
                <a:lnTo>
                  <a:pt x="286079" y="1424843"/>
                </a:lnTo>
                <a:lnTo>
                  <a:pt x="286087" y="1424836"/>
                </a:lnTo>
                <a:lnTo>
                  <a:pt x="286094" y="1424828"/>
                </a:lnTo>
                <a:lnTo>
                  <a:pt x="286101" y="1424821"/>
                </a:lnTo>
                <a:lnTo>
                  <a:pt x="286109" y="1424813"/>
                </a:lnTo>
                <a:lnTo>
                  <a:pt x="286116" y="1424806"/>
                </a:lnTo>
                <a:lnTo>
                  <a:pt x="286123" y="1424798"/>
                </a:lnTo>
                <a:lnTo>
                  <a:pt x="286130" y="1424791"/>
                </a:lnTo>
                <a:lnTo>
                  <a:pt x="286138" y="1424783"/>
                </a:lnTo>
                <a:lnTo>
                  <a:pt x="286145" y="1424776"/>
                </a:lnTo>
                <a:lnTo>
                  <a:pt x="286152" y="1424768"/>
                </a:lnTo>
                <a:lnTo>
                  <a:pt x="286159" y="1424761"/>
                </a:lnTo>
                <a:lnTo>
                  <a:pt x="286167" y="1424753"/>
                </a:lnTo>
                <a:close/>
                <a:moveTo>
                  <a:pt x="279203" y="1417835"/>
                </a:moveTo>
                <a:lnTo>
                  <a:pt x="282596" y="1421383"/>
                </a:lnTo>
                <a:lnTo>
                  <a:pt x="279026" y="1418013"/>
                </a:lnTo>
                <a:lnTo>
                  <a:pt x="279113" y="1417921"/>
                </a:lnTo>
                <a:lnTo>
                  <a:pt x="279203" y="1417835"/>
                </a:lnTo>
                <a:close/>
                <a:moveTo>
                  <a:pt x="326720" y="1379578"/>
                </a:moveTo>
                <a:lnTo>
                  <a:pt x="339509" y="1363183"/>
                </a:lnTo>
                <a:lnTo>
                  <a:pt x="331766" y="1357144"/>
                </a:lnTo>
                <a:lnTo>
                  <a:pt x="319045" y="1373452"/>
                </a:lnTo>
                <a:lnTo>
                  <a:pt x="309013" y="1385168"/>
                </a:lnTo>
                <a:lnTo>
                  <a:pt x="316472" y="1391554"/>
                </a:lnTo>
                <a:lnTo>
                  <a:pt x="326578" y="1379751"/>
                </a:lnTo>
                <a:lnTo>
                  <a:pt x="326584" y="1379744"/>
                </a:lnTo>
                <a:lnTo>
                  <a:pt x="326590" y="1379737"/>
                </a:lnTo>
                <a:lnTo>
                  <a:pt x="326596" y="1379730"/>
                </a:lnTo>
                <a:lnTo>
                  <a:pt x="326603" y="1379723"/>
                </a:lnTo>
                <a:lnTo>
                  <a:pt x="326609" y="1379716"/>
                </a:lnTo>
                <a:lnTo>
                  <a:pt x="326615" y="1379709"/>
                </a:lnTo>
                <a:lnTo>
                  <a:pt x="326621" y="1379701"/>
                </a:lnTo>
                <a:lnTo>
                  <a:pt x="326626" y="1379694"/>
                </a:lnTo>
                <a:lnTo>
                  <a:pt x="326632" y="1379687"/>
                </a:lnTo>
                <a:lnTo>
                  <a:pt x="326638" y="1379680"/>
                </a:lnTo>
                <a:lnTo>
                  <a:pt x="326644" y="1379673"/>
                </a:lnTo>
                <a:lnTo>
                  <a:pt x="326650" y="1379665"/>
                </a:lnTo>
                <a:lnTo>
                  <a:pt x="326656" y="1379658"/>
                </a:lnTo>
                <a:lnTo>
                  <a:pt x="326662" y="1379651"/>
                </a:lnTo>
                <a:lnTo>
                  <a:pt x="326668" y="1379644"/>
                </a:lnTo>
                <a:lnTo>
                  <a:pt x="326674" y="1379636"/>
                </a:lnTo>
                <a:lnTo>
                  <a:pt x="326680" y="1379629"/>
                </a:lnTo>
                <a:lnTo>
                  <a:pt x="326685" y="1379622"/>
                </a:lnTo>
                <a:lnTo>
                  <a:pt x="326691" y="1379615"/>
                </a:lnTo>
                <a:lnTo>
                  <a:pt x="326697" y="1379607"/>
                </a:lnTo>
                <a:lnTo>
                  <a:pt x="326703" y="1379600"/>
                </a:lnTo>
                <a:lnTo>
                  <a:pt x="326709" y="1379593"/>
                </a:lnTo>
                <a:lnTo>
                  <a:pt x="326714" y="1379585"/>
                </a:lnTo>
                <a:lnTo>
                  <a:pt x="326720" y="1379578"/>
                </a:lnTo>
                <a:close/>
                <a:moveTo>
                  <a:pt x="319119" y="1373365"/>
                </a:moveTo>
                <a:lnTo>
                  <a:pt x="322849" y="1376558"/>
                </a:lnTo>
                <a:lnTo>
                  <a:pt x="318977" y="1373539"/>
                </a:lnTo>
                <a:lnTo>
                  <a:pt x="319045" y="1373452"/>
                </a:lnTo>
                <a:lnTo>
                  <a:pt x="319119" y="1373365"/>
                </a:lnTo>
                <a:close/>
                <a:moveTo>
                  <a:pt x="367206" y="1325261"/>
                </a:moveTo>
                <a:lnTo>
                  <a:pt x="370210" y="1320684"/>
                </a:lnTo>
                <a:lnTo>
                  <a:pt x="362001" y="1315295"/>
                </a:lnTo>
                <a:lnTo>
                  <a:pt x="359049" y="1319792"/>
                </a:lnTo>
                <a:lnTo>
                  <a:pt x="341176" y="1344827"/>
                </a:lnTo>
                <a:lnTo>
                  <a:pt x="349168" y="1350532"/>
                </a:lnTo>
                <a:lnTo>
                  <a:pt x="367097" y="1325419"/>
                </a:lnTo>
                <a:lnTo>
                  <a:pt x="367102" y="1325413"/>
                </a:lnTo>
                <a:lnTo>
                  <a:pt x="367107" y="1325406"/>
                </a:lnTo>
                <a:lnTo>
                  <a:pt x="367111" y="1325400"/>
                </a:lnTo>
                <a:lnTo>
                  <a:pt x="367116" y="1325393"/>
                </a:lnTo>
                <a:lnTo>
                  <a:pt x="367120" y="1325387"/>
                </a:lnTo>
                <a:lnTo>
                  <a:pt x="367125" y="1325380"/>
                </a:lnTo>
                <a:lnTo>
                  <a:pt x="367130" y="1325373"/>
                </a:lnTo>
                <a:lnTo>
                  <a:pt x="367134" y="1325367"/>
                </a:lnTo>
                <a:lnTo>
                  <a:pt x="367139" y="1325360"/>
                </a:lnTo>
                <a:lnTo>
                  <a:pt x="367143" y="1325354"/>
                </a:lnTo>
                <a:lnTo>
                  <a:pt x="367148" y="1325347"/>
                </a:lnTo>
                <a:lnTo>
                  <a:pt x="367152" y="1325341"/>
                </a:lnTo>
                <a:lnTo>
                  <a:pt x="367157" y="1325334"/>
                </a:lnTo>
                <a:lnTo>
                  <a:pt x="367161" y="1325327"/>
                </a:lnTo>
                <a:lnTo>
                  <a:pt x="367166" y="1325321"/>
                </a:lnTo>
                <a:lnTo>
                  <a:pt x="367170" y="1325314"/>
                </a:lnTo>
                <a:lnTo>
                  <a:pt x="367175" y="1325307"/>
                </a:lnTo>
                <a:lnTo>
                  <a:pt x="367179" y="1325301"/>
                </a:lnTo>
                <a:lnTo>
                  <a:pt x="367184" y="1325294"/>
                </a:lnTo>
                <a:lnTo>
                  <a:pt x="367188" y="1325288"/>
                </a:lnTo>
                <a:lnTo>
                  <a:pt x="367193" y="1325281"/>
                </a:lnTo>
                <a:lnTo>
                  <a:pt x="367197" y="1325274"/>
                </a:lnTo>
                <a:lnTo>
                  <a:pt x="367201" y="1325267"/>
                </a:lnTo>
                <a:lnTo>
                  <a:pt x="367206" y="1325261"/>
                </a:lnTo>
                <a:close/>
                <a:moveTo>
                  <a:pt x="359105" y="1319714"/>
                </a:moveTo>
                <a:lnTo>
                  <a:pt x="363101" y="1322567"/>
                </a:lnTo>
                <a:lnTo>
                  <a:pt x="358997" y="1319872"/>
                </a:lnTo>
                <a:lnTo>
                  <a:pt x="359049" y="1319792"/>
                </a:lnTo>
                <a:lnTo>
                  <a:pt x="359105" y="1319714"/>
                </a:lnTo>
                <a:close/>
                <a:moveTo>
                  <a:pt x="387426" y="1294454"/>
                </a:moveTo>
                <a:lnTo>
                  <a:pt x="398234" y="1276633"/>
                </a:lnTo>
                <a:lnTo>
                  <a:pt x="389838" y="1271541"/>
                </a:lnTo>
                <a:lnTo>
                  <a:pt x="379075" y="1289288"/>
                </a:lnTo>
                <a:lnTo>
                  <a:pt x="370623" y="1302162"/>
                </a:lnTo>
                <a:lnTo>
                  <a:pt x="378832" y="1307550"/>
                </a:lnTo>
                <a:lnTo>
                  <a:pt x="387332" y="1294603"/>
                </a:lnTo>
                <a:lnTo>
                  <a:pt x="387336" y="1294596"/>
                </a:lnTo>
                <a:lnTo>
                  <a:pt x="387340" y="1294590"/>
                </a:lnTo>
                <a:lnTo>
                  <a:pt x="387344" y="1294584"/>
                </a:lnTo>
                <a:lnTo>
                  <a:pt x="387348" y="1294578"/>
                </a:lnTo>
                <a:lnTo>
                  <a:pt x="387352" y="1294572"/>
                </a:lnTo>
                <a:lnTo>
                  <a:pt x="387356" y="1294566"/>
                </a:lnTo>
                <a:lnTo>
                  <a:pt x="387360" y="1294560"/>
                </a:lnTo>
                <a:lnTo>
                  <a:pt x="387364" y="1294553"/>
                </a:lnTo>
                <a:lnTo>
                  <a:pt x="387368" y="1294547"/>
                </a:lnTo>
                <a:lnTo>
                  <a:pt x="387372" y="1294541"/>
                </a:lnTo>
                <a:lnTo>
                  <a:pt x="387376" y="1294535"/>
                </a:lnTo>
                <a:lnTo>
                  <a:pt x="387380" y="1294529"/>
                </a:lnTo>
                <a:lnTo>
                  <a:pt x="387383" y="1294522"/>
                </a:lnTo>
                <a:lnTo>
                  <a:pt x="387387" y="1294516"/>
                </a:lnTo>
                <a:lnTo>
                  <a:pt x="387391" y="1294510"/>
                </a:lnTo>
                <a:lnTo>
                  <a:pt x="387395" y="1294504"/>
                </a:lnTo>
                <a:lnTo>
                  <a:pt x="387399" y="1294498"/>
                </a:lnTo>
                <a:lnTo>
                  <a:pt x="387403" y="1294492"/>
                </a:lnTo>
                <a:lnTo>
                  <a:pt x="387407" y="1294485"/>
                </a:lnTo>
                <a:lnTo>
                  <a:pt x="387410" y="1294479"/>
                </a:lnTo>
                <a:lnTo>
                  <a:pt x="387414" y="1294473"/>
                </a:lnTo>
                <a:lnTo>
                  <a:pt x="387418" y="1294467"/>
                </a:lnTo>
                <a:lnTo>
                  <a:pt x="387422" y="1294460"/>
                </a:lnTo>
                <a:lnTo>
                  <a:pt x="387426" y="1294454"/>
                </a:lnTo>
                <a:close/>
                <a:moveTo>
                  <a:pt x="379123" y="1289214"/>
                </a:moveTo>
                <a:lnTo>
                  <a:pt x="383228" y="1291908"/>
                </a:lnTo>
                <a:lnTo>
                  <a:pt x="379029" y="1289362"/>
                </a:lnTo>
                <a:lnTo>
                  <a:pt x="379075" y="1289288"/>
                </a:lnTo>
                <a:lnTo>
                  <a:pt x="379123" y="1289214"/>
                </a:lnTo>
                <a:close/>
                <a:moveTo>
                  <a:pt x="407632" y="1261131"/>
                </a:moveTo>
                <a:lnTo>
                  <a:pt x="424348" y="1231440"/>
                </a:lnTo>
                <a:lnTo>
                  <a:pt x="415791" y="1226623"/>
                </a:lnTo>
                <a:lnTo>
                  <a:pt x="399115" y="1256244"/>
                </a:lnTo>
                <a:lnTo>
                  <a:pt x="397985" y="1258107"/>
                </a:lnTo>
                <a:lnTo>
                  <a:pt x="406381" y="1263199"/>
                </a:lnTo>
                <a:lnTo>
                  <a:pt x="407552" y="1261269"/>
                </a:lnTo>
                <a:lnTo>
                  <a:pt x="407555" y="1261263"/>
                </a:lnTo>
                <a:lnTo>
                  <a:pt x="407559" y="1261257"/>
                </a:lnTo>
                <a:lnTo>
                  <a:pt x="407562" y="1261252"/>
                </a:lnTo>
                <a:lnTo>
                  <a:pt x="407566" y="1261246"/>
                </a:lnTo>
                <a:lnTo>
                  <a:pt x="407569" y="1261240"/>
                </a:lnTo>
                <a:lnTo>
                  <a:pt x="407573" y="1261235"/>
                </a:lnTo>
                <a:lnTo>
                  <a:pt x="407576" y="1261229"/>
                </a:lnTo>
                <a:lnTo>
                  <a:pt x="407579" y="1261223"/>
                </a:lnTo>
                <a:lnTo>
                  <a:pt x="407583" y="1261218"/>
                </a:lnTo>
                <a:lnTo>
                  <a:pt x="407586" y="1261212"/>
                </a:lnTo>
                <a:lnTo>
                  <a:pt x="407589" y="1261206"/>
                </a:lnTo>
                <a:lnTo>
                  <a:pt x="407593" y="1261200"/>
                </a:lnTo>
                <a:lnTo>
                  <a:pt x="407596" y="1261195"/>
                </a:lnTo>
                <a:lnTo>
                  <a:pt x="407599" y="1261189"/>
                </a:lnTo>
                <a:lnTo>
                  <a:pt x="407603" y="1261183"/>
                </a:lnTo>
                <a:lnTo>
                  <a:pt x="407606" y="1261178"/>
                </a:lnTo>
                <a:lnTo>
                  <a:pt x="407609" y="1261172"/>
                </a:lnTo>
                <a:lnTo>
                  <a:pt x="407613" y="1261166"/>
                </a:lnTo>
                <a:lnTo>
                  <a:pt x="407616" y="1261160"/>
                </a:lnTo>
                <a:lnTo>
                  <a:pt x="407619" y="1261155"/>
                </a:lnTo>
                <a:lnTo>
                  <a:pt x="407623" y="1261149"/>
                </a:lnTo>
                <a:lnTo>
                  <a:pt x="407626" y="1261143"/>
                </a:lnTo>
                <a:lnTo>
                  <a:pt x="407629" y="1261137"/>
                </a:lnTo>
                <a:lnTo>
                  <a:pt x="407632" y="1261131"/>
                </a:lnTo>
                <a:close/>
                <a:moveTo>
                  <a:pt x="399156" y="1256177"/>
                </a:moveTo>
                <a:lnTo>
                  <a:pt x="403354" y="1258723"/>
                </a:lnTo>
                <a:lnTo>
                  <a:pt x="399075" y="1256314"/>
                </a:lnTo>
                <a:lnTo>
                  <a:pt x="399115" y="1256244"/>
                </a:lnTo>
                <a:lnTo>
                  <a:pt x="399156" y="1256177"/>
                </a:lnTo>
                <a:close/>
                <a:moveTo>
                  <a:pt x="448011" y="1186817"/>
                </a:moveTo>
                <a:lnTo>
                  <a:pt x="448808" y="1185200"/>
                </a:lnTo>
                <a:lnTo>
                  <a:pt x="439997" y="1180864"/>
                </a:lnTo>
                <a:lnTo>
                  <a:pt x="439230" y="1182423"/>
                </a:lnTo>
                <a:lnTo>
                  <a:pt x="423206" y="1212936"/>
                </a:lnTo>
                <a:lnTo>
                  <a:pt x="431899" y="1217501"/>
                </a:lnTo>
                <a:lnTo>
                  <a:pt x="447953" y="1186932"/>
                </a:lnTo>
                <a:lnTo>
                  <a:pt x="447956" y="1186927"/>
                </a:lnTo>
                <a:lnTo>
                  <a:pt x="447958" y="1186922"/>
                </a:lnTo>
                <a:lnTo>
                  <a:pt x="447961" y="1186917"/>
                </a:lnTo>
                <a:lnTo>
                  <a:pt x="447963" y="1186913"/>
                </a:lnTo>
                <a:lnTo>
                  <a:pt x="447966" y="1186908"/>
                </a:lnTo>
                <a:lnTo>
                  <a:pt x="447968" y="1186903"/>
                </a:lnTo>
                <a:lnTo>
                  <a:pt x="447971" y="1186898"/>
                </a:lnTo>
                <a:lnTo>
                  <a:pt x="447973" y="1186894"/>
                </a:lnTo>
                <a:lnTo>
                  <a:pt x="447975" y="1186889"/>
                </a:lnTo>
                <a:lnTo>
                  <a:pt x="447978" y="1186884"/>
                </a:lnTo>
                <a:lnTo>
                  <a:pt x="447980" y="1186879"/>
                </a:lnTo>
                <a:lnTo>
                  <a:pt x="447983" y="1186875"/>
                </a:lnTo>
                <a:lnTo>
                  <a:pt x="447985" y="1186870"/>
                </a:lnTo>
                <a:lnTo>
                  <a:pt x="447988" y="1186865"/>
                </a:lnTo>
                <a:lnTo>
                  <a:pt x="447990" y="1186860"/>
                </a:lnTo>
                <a:lnTo>
                  <a:pt x="447992" y="1186856"/>
                </a:lnTo>
                <a:lnTo>
                  <a:pt x="447995" y="1186851"/>
                </a:lnTo>
                <a:lnTo>
                  <a:pt x="447997" y="1186846"/>
                </a:lnTo>
                <a:lnTo>
                  <a:pt x="448000" y="1186841"/>
                </a:lnTo>
                <a:lnTo>
                  <a:pt x="448002" y="1186836"/>
                </a:lnTo>
                <a:lnTo>
                  <a:pt x="448004" y="1186832"/>
                </a:lnTo>
                <a:lnTo>
                  <a:pt x="448007" y="1186827"/>
                </a:lnTo>
                <a:lnTo>
                  <a:pt x="448009" y="1186822"/>
                </a:lnTo>
                <a:lnTo>
                  <a:pt x="448011" y="1186817"/>
                </a:lnTo>
                <a:close/>
                <a:moveTo>
                  <a:pt x="439259" y="1182366"/>
                </a:moveTo>
                <a:lnTo>
                  <a:pt x="443606" y="1184649"/>
                </a:lnTo>
                <a:lnTo>
                  <a:pt x="439201" y="1182481"/>
                </a:lnTo>
                <a:lnTo>
                  <a:pt x="439230" y="1182423"/>
                </a:lnTo>
                <a:lnTo>
                  <a:pt x="439259" y="1182366"/>
                </a:lnTo>
                <a:close/>
                <a:moveTo>
                  <a:pt x="468187" y="1145832"/>
                </a:moveTo>
                <a:lnTo>
                  <a:pt x="471669" y="1138324"/>
                </a:lnTo>
                <a:lnTo>
                  <a:pt x="462761" y="1134193"/>
                </a:lnTo>
                <a:lnTo>
                  <a:pt x="459302" y="1141649"/>
                </a:lnTo>
                <a:lnTo>
                  <a:pt x="446936" y="1166768"/>
                </a:lnTo>
                <a:lnTo>
                  <a:pt x="455747" y="1171105"/>
                </a:lnTo>
                <a:lnTo>
                  <a:pt x="468138" y="1145935"/>
                </a:lnTo>
                <a:lnTo>
                  <a:pt x="468140" y="1145930"/>
                </a:lnTo>
                <a:lnTo>
                  <a:pt x="468142" y="1145926"/>
                </a:lnTo>
                <a:lnTo>
                  <a:pt x="468144" y="1145922"/>
                </a:lnTo>
                <a:lnTo>
                  <a:pt x="468146" y="1145918"/>
                </a:lnTo>
                <a:lnTo>
                  <a:pt x="468148" y="1145913"/>
                </a:lnTo>
                <a:lnTo>
                  <a:pt x="468150" y="1145909"/>
                </a:lnTo>
                <a:lnTo>
                  <a:pt x="468152" y="1145905"/>
                </a:lnTo>
                <a:lnTo>
                  <a:pt x="468154" y="1145901"/>
                </a:lnTo>
                <a:lnTo>
                  <a:pt x="468156" y="1145896"/>
                </a:lnTo>
                <a:lnTo>
                  <a:pt x="468158" y="1145892"/>
                </a:lnTo>
                <a:lnTo>
                  <a:pt x="468160" y="1145888"/>
                </a:lnTo>
                <a:lnTo>
                  <a:pt x="468163" y="1145884"/>
                </a:lnTo>
                <a:lnTo>
                  <a:pt x="468165" y="1145879"/>
                </a:lnTo>
                <a:lnTo>
                  <a:pt x="468167" y="1145875"/>
                </a:lnTo>
                <a:lnTo>
                  <a:pt x="468169" y="1145871"/>
                </a:lnTo>
                <a:lnTo>
                  <a:pt x="468171" y="1145866"/>
                </a:lnTo>
                <a:lnTo>
                  <a:pt x="468173" y="1145862"/>
                </a:lnTo>
                <a:lnTo>
                  <a:pt x="468175" y="1145858"/>
                </a:lnTo>
                <a:lnTo>
                  <a:pt x="468177" y="1145854"/>
                </a:lnTo>
                <a:lnTo>
                  <a:pt x="468179" y="1145849"/>
                </a:lnTo>
                <a:lnTo>
                  <a:pt x="468181" y="1145845"/>
                </a:lnTo>
                <a:lnTo>
                  <a:pt x="468183" y="1145841"/>
                </a:lnTo>
                <a:lnTo>
                  <a:pt x="468185" y="1145836"/>
                </a:lnTo>
                <a:lnTo>
                  <a:pt x="468187" y="1145832"/>
                </a:lnTo>
                <a:close/>
                <a:moveTo>
                  <a:pt x="459328" y="1141598"/>
                </a:moveTo>
                <a:lnTo>
                  <a:pt x="463733" y="1143766"/>
                </a:lnTo>
                <a:lnTo>
                  <a:pt x="459279" y="1141701"/>
                </a:lnTo>
                <a:lnTo>
                  <a:pt x="459302" y="1141649"/>
                </a:lnTo>
                <a:lnTo>
                  <a:pt x="459328" y="1141598"/>
                </a:lnTo>
                <a:close/>
                <a:moveTo>
                  <a:pt x="488313" y="1102440"/>
                </a:moveTo>
                <a:lnTo>
                  <a:pt x="493376" y="1090917"/>
                </a:lnTo>
                <a:lnTo>
                  <a:pt x="484385" y="1086969"/>
                </a:lnTo>
                <a:lnTo>
                  <a:pt x="479405" y="1098309"/>
                </a:lnTo>
                <a:lnTo>
                  <a:pt x="469372" y="1119941"/>
                </a:lnTo>
                <a:lnTo>
                  <a:pt x="478280" y="1124072"/>
                </a:lnTo>
                <a:lnTo>
                  <a:pt x="488313" y="1102440"/>
                </a:lnTo>
                <a:close/>
                <a:moveTo>
                  <a:pt x="508481" y="1056531"/>
                </a:moveTo>
                <a:lnTo>
                  <a:pt x="514103" y="1043088"/>
                </a:lnTo>
                <a:lnTo>
                  <a:pt x="505044" y="1039300"/>
                </a:lnTo>
                <a:lnTo>
                  <a:pt x="499490" y="1052582"/>
                </a:lnTo>
                <a:lnTo>
                  <a:pt x="490704" y="1072584"/>
                </a:lnTo>
                <a:lnTo>
                  <a:pt x="499694" y="1076533"/>
                </a:lnTo>
                <a:lnTo>
                  <a:pt x="508481" y="1056531"/>
                </a:lnTo>
                <a:close/>
                <a:moveTo>
                  <a:pt x="528641" y="1008324"/>
                </a:moveTo>
                <a:lnTo>
                  <a:pt x="534007" y="994922"/>
                </a:lnTo>
                <a:lnTo>
                  <a:pt x="524890" y="991274"/>
                </a:lnTo>
                <a:lnTo>
                  <a:pt x="519582" y="1004536"/>
                </a:lnTo>
                <a:lnTo>
                  <a:pt x="511105" y="1024805"/>
                </a:lnTo>
                <a:lnTo>
                  <a:pt x="520165" y="1028594"/>
                </a:lnTo>
                <a:lnTo>
                  <a:pt x="528641" y="1008324"/>
                </a:lnTo>
                <a:close/>
                <a:moveTo>
                  <a:pt x="548796" y="957977"/>
                </a:moveTo>
                <a:lnTo>
                  <a:pt x="553222" y="946491"/>
                </a:lnTo>
                <a:lnTo>
                  <a:pt x="544059" y="942960"/>
                </a:lnTo>
                <a:lnTo>
                  <a:pt x="539679" y="954328"/>
                </a:lnTo>
                <a:lnTo>
                  <a:pt x="530729" y="976688"/>
                </a:lnTo>
                <a:lnTo>
                  <a:pt x="539845" y="980337"/>
                </a:lnTo>
                <a:lnTo>
                  <a:pt x="548796" y="957977"/>
                </a:lnTo>
                <a:close/>
                <a:moveTo>
                  <a:pt x="568946" y="905684"/>
                </a:moveTo>
                <a:lnTo>
                  <a:pt x="571869" y="897848"/>
                </a:lnTo>
                <a:lnTo>
                  <a:pt x="562669" y="894416"/>
                </a:lnTo>
                <a:lnTo>
                  <a:pt x="559783" y="902154"/>
                </a:lnTo>
                <a:lnTo>
                  <a:pt x="549708" y="928300"/>
                </a:lnTo>
                <a:lnTo>
                  <a:pt x="558871" y="931830"/>
                </a:lnTo>
                <a:lnTo>
                  <a:pt x="568946" y="905684"/>
                </a:lnTo>
                <a:close/>
                <a:moveTo>
                  <a:pt x="589091" y="851680"/>
                </a:moveTo>
                <a:lnTo>
                  <a:pt x="590050" y="849040"/>
                </a:lnTo>
                <a:lnTo>
                  <a:pt x="580820" y="845688"/>
                </a:lnTo>
                <a:lnTo>
                  <a:pt x="579890" y="848248"/>
                </a:lnTo>
                <a:lnTo>
                  <a:pt x="568159" y="879696"/>
                </a:lnTo>
                <a:lnTo>
                  <a:pt x="577360" y="883128"/>
                </a:lnTo>
                <a:lnTo>
                  <a:pt x="589091" y="851680"/>
                </a:lnTo>
                <a:close/>
                <a:moveTo>
                  <a:pt x="607819" y="800126"/>
                </a:moveTo>
                <a:lnTo>
                  <a:pt x="598589" y="796774"/>
                </a:lnTo>
                <a:lnTo>
                  <a:pt x="586184" y="830921"/>
                </a:lnTo>
                <a:lnTo>
                  <a:pt x="595414" y="834274"/>
                </a:lnTo>
                <a:lnTo>
                  <a:pt x="607819" y="800126"/>
                </a:lnTo>
                <a:close/>
                <a:moveTo>
                  <a:pt x="625307" y="751077"/>
                </a:moveTo>
                <a:lnTo>
                  <a:pt x="616056" y="747784"/>
                </a:lnTo>
                <a:lnTo>
                  <a:pt x="603872" y="782012"/>
                </a:lnTo>
                <a:lnTo>
                  <a:pt x="613123" y="785304"/>
                </a:lnTo>
                <a:lnTo>
                  <a:pt x="625307" y="751077"/>
                </a:lnTo>
                <a:close/>
                <a:moveTo>
                  <a:pt x="642602" y="701971"/>
                </a:moveTo>
                <a:lnTo>
                  <a:pt x="633337" y="698719"/>
                </a:lnTo>
                <a:lnTo>
                  <a:pt x="621302" y="732998"/>
                </a:lnTo>
                <a:lnTo>
                  <a:pt x="630568" y="736251"/>
                </a:lnTo>
                <a:lnTo>
                  <a:pt x="642602" y="701971"/>
                </a:lnTo>
                <a:close/>
                <a:moveTo>
                  <a:pt x="649502" y="682318"/>
                </a:moveTo>
                <a:lnTo>
                  <a:pt x="659779" y="652834"/>
                </a:lnTo>
                <a:lnTo>
                  <a:pt x="650507" y="649602"/>
                </a:lnTo>
                <a:lnTo>
                  <a:pt x="640236" y="679065"/>
                </a:lnTo>
                <a:lnTo>
                  <a:pt x="638541" y="683895"/>
                </a:lnTo>
                <a:lnTo>
                  <a:pt x="647806" y="687147"/>
                </a:lnTo>
                <a:lnTo>
                  <a:pt x="649502" y="682318"/>
                </a:lnTo>
                <a:close/>
                <a:moveTo>
                  <a:pt x="669632" y="624570"/>
                </a:moveTo>
                <a:lnTo>
                  <a:pt x="676909" y="603693"/>
                </a:lnTo>
                <a:lnTo>
                  <a:pt x="667637" y="600461"/>
                </a:lnTo>
                <a:lnTo>
                  <a:pt x="660359" y="621338"/>
                </a:lnTo>
                <a:lnTo>
                  <a:pt x="655678" y="634767"/>
                </a:lnTo>
                <a:lnTo>
                  <a:pt x="664950" y="637999"/>
                </a:lnTo>
                <a:lnTo>
                  <a:pt x="669632" y="624570"/>
                </a:lnTo>
                <a:close/>
                <a:moveTo>
                  <a:pt x="689758" y="566834"/>
                </a:moveTo>
                <a:lnTo>
                  <a:pt x="694065" y="554572"/>
                </a:lnTo>
                <a:lnTo>
                  <a:pt x="684800" y="551318"/>
                </a:lnTo>
                <a:lnTo>
                  <a:pt x="680485" y="563602"/>
                </a:lnTo>
                <a:lnTo>
                  <a:pt x="672808" y="585625"/>
                </a:lnTo>
                <a:lnTo>
                  <a:pt x="682081" y="588857"/>
                </a:lnTo>
                <a:lnTo>
                  <a:pt x="689758" y="566834"/>
                </a:lnTo>
                <a:close/>
                <a:moveTo>
                  <a:pt x="709880" y="509548"/>
                </a:moveTo>
                <a:lnTo>
                  <a:pt x="711324" y="505502"/>
                </a:lnTo>
                <a:lnTo>
                  <a:pt x="702076" y="502202"/>
                </a:lnTo>
                <a:lnTo>
                  <a:pt x="700616" y="506294"/>
                </a:lnTo>
                <a:lnTo>
                  <a:pt x="690007" y="536496"/>
                </a:lnTo>
                <a:lnTo>
                  <a:pt x="699272" y="539749"/>
                </a:lnTo>
                <a:lnTo>
                  <a:pt x="709880" y="509548"/>
                </a:lnTo>
                <a:close/>
                <a:moveTo>
                  <a:pt x="728814" y="456487"/>
                </a:moveTo>
                <a:lnTo>
                  <a:pt x="719566" y="453187"/>
                </a:lnTo>
                <a:lnTo>
                  <a:pt x="707356" y="487405"/>
                </a:lnTo>
                <a:lnTo>
                  <a:pt x="716604" y="490705"/>
                </a:lnTo>
                <a:lnTo>
                  <a:pt x="728814" y="456487"/>
                </a:lnTo>
                <a:close/>
                <a:moveTo>
                  <a:pt x="746649" y="407638"/>
                </a:moveTo>
                <a:lnTo>
                  <a:pt x="737427" y="404266"/>
                </a:lnTo>
                <a:lnTo>
                  <a:pt x="724949" y="438387"/>
                </a:lnTo>
                <a:lnTo>
                  <a:pt x="734171" y="441759"/>
                </a:lnTo>
                <a:lnTo>
                  <a:pt x="746649" y="407638"/>
                </a:lnTo>
                <a:close/>
                <a:moveTo>
                  <a:pt x="764943" y="358976"/>
                </a:moveTo>
                <a:lnTo>
                  <a:pt x="755759" y="355501"/>
                </a:lnTo>
                <a:lnTo>
                  <a:pt x="742901" y="389481"/>
                </a:lnTo>
                <a:lnTo>
                  <a:pt x="752085" y="392956"/>
                </a:lnTo>
                <a:lnTo>
                  <a:pt x="764943" y="358976"/>
                </a:lnTo>
                <a:close/>
                <a:moveTo>
                  <a:pt x="783856" y="310574"/>
                </a:moveTo>
                <a:lnTo>
                  <a:pt x="774726" y="306961"/>
                </a:lnTo>
                <a:lnTo>
                  <a:pt x="761357" y="340743"/>
                </a:lnTo>
                <a:lnTo>
                  <a:pt x="770488" y="344356"/>
                </a:lnTo>
                <a:lnTo>
                  <a:pt x="783856" y="310574"/>
                </a:lnTo>
                <a:close/>
                <a:moveTo>
                  <a:pt x="790318" y="294245"/>
                </a:moveTo>
                <a:lnTo>
                  <a:pt x="803602" y="262531"/>
                </a:lnTo>
                <a:lnTo>
                  <a:pt x="794545" y="258738"/>
                </a:lnTo>
                <a:lnTo>
                  <a:pt x="781188" y="290632"/>
                </a:lnTo>
                <a:lnTo>
                  <a:pt x="780507" y="292352"/>
                </a:lnTo>
                <a:lnTo>
                  <a:pt x="789637" y="295966"/>
                </a:lnTo>
                <a:lnTo>
                  <a:pt x="790318" y="294245"/>
                </a:lnTo>
                <a:close/>
                <a:moveTo>
                  <a:pt x="801351" y="242489"/>
                </a:moveTo>
                <a:lnTo>
                  <a:pt x="800614" y="244247"/>
                </a:lnTo>
                <a:lnTo>
                  <a:pt x="809672" y="248040"/>
                </a:lnTo>
                <a:lnTo>
                  <a:pt x="810383" y="246341"/>
                </a:lnTo>
                <a:lnTo>
                  <a:pt x="824470" y="214998"/>
                </a:lnTo>
                <a:lnTo>
                  <a:pt x="815513" y="210974"/>
                </a:lnTo>
                <a:lnTo>
                  <a:pt x="801401" y="242374"/>
                </a:lnTo>
                <a:lnTo>
                  <a:pt x="801399" y="242378"/>
                </a:lnTo>
                <a:lnTo>
                  <a:pt x="801397" y="242383"/>
                </a:lnTo>
                <a:lnTo>
                  <a:pt x="801394" y="242388"/>
                </a:lnTo>
                <a:lnTo>
                  <a:pt x="801392" y="242393"/>
                </a:lnTo>
                <a:lnTo>
                  <a:pt x="801390" y="242398"/>
                </a:lnTo>
                <a:lnTo>
                  <a:pt x="801388" y="242402"/>
                </a:lnTo>
                <a:lnTo>
                  <a:pt x="801386" y="242407"/>
                </a:lnTo>
                <a:lnTo>
                  <a:pt x="801384" y="242412"/>
                </a:lnTo>
                <a:lnTo>
                  <a:pt x="801382" y="242417"/>
                </a:lnTo>
                <a:lnTo>
                  <a:pt x="801380" y="242422"/>
                </a:lnTo>
                <a:lnTo>
                  <a:pt x="801377" y="242427"/>
                </a:lnTo>
                <a:lnTo>
                  <a:pt x="801375" y="242431"/>
                </a:lnTo>
                <a:lnTo>
                  <a:pt x="801373" y="242436"/>
                </a:lnTo>
                <a:lnTo>
                  <a:pt x="801371" y="242441"/>
                </a:lnTo>
                <a:lnTo>
                  <a:pt x="801369" y="242446"/>
                </a:lnTo>
                <a:lnTo>
                  <a:pt x="801367" y="242451"/>
                </a:lnTo>
                <a:lnTo>
                  <a:pt x="801365" y="242455"/>
                </a:lnTo>
                <a:lnTo>
                  <a:pt x="801363" y="242460"/>
                </a:lnTo>
                <a:lnTo>
                  <a:pt x="801361" y="242465"/>
                </a:lnTo>
                <a:lnTo>
                  <a:pt x="801359" y="242470"/>
                </a:lnTo>
                <a:lnTo>
                  <a:pt x="801357" y="242475"/>
                </a:lnTo>
                <a:lnTo>
                  <a:pt x="801355" y="242480"/>
                </a:lnTo>
                <a:lnTo>
                  <a:pt x="801353" y="242485"/>
                </a:lnTo>
                <a:lnTo>
                  <a:pt x="801351" y="242489"/>
                </a:lnTo>
                <a:close/>
                <a:moveTo>
                  <a:pt x="810358" y="246399"/>
                </a:moveTo>
                <a:lnTo>
                  <a:pt x="805879" y="244386"/>
                </a:lnTo>
                <a:lnTo>
                  <a:pt x="810408" y="246283"/>
                </a:lnTo>
                <a:lnTo>
                  <a:pt x="810383" y="246341"/>
                </a:lnTo>
                <a:lnTo>
                  <a:pt x="810358" y="246399"/>
                </a:lnTo>
                <a:close/>
                <a:moveTo>
                  <a:pt x="846860" y="168207"/>
                </a:moveTo>
                <a:lnTo>
                  <a:pt x="838042" y="163886"/>
                </a:lnTo>
                <a:lnTo>
                  <a:pt x="822054" y="196510"/>
                </a:lnTo>
                <a:lnTo>
                  <a:pt x="830872" y="200831"/>
                </a:lnTo>
                <a:lnTo>
                  <a:pt x="846860" y="168207"/>
                </a:lnTo>
                <a:close/>
                <a:moveTo>
                  <a:pt x="861947" y="119248"/>
                </a:moveTo>
                <a:lnTo>
                  <a:pt x="845335" y="149736"/>
                </a:lnTo>
                <a:lnTo>
                  <a:pt x="853958" y="154433"/>
                </a:lnTo>
                <a:lnTo>
                  <a:pt x="870503" y="124068"/>
                </a:lnTo>
                <a:lnTo>
                  <a:pt x="871280" y="122816"/>
                </a:lnTo>
                <a:lnTo>
                  <a:pt x="862937" y="117639"/>
                </a:lnTo>
                <a:lnTo>
                  <a:pt x="862086" y="119008"/>
                </a:lnTo>
                <a:lnTo>
                  <a:pt x="862080" y="119018"/>
                </a:lnTo>
                <a:lnTo>
                  <a:pt x="862074" y="119028"/>
                </a:lnTo>
                <a:lnTo>
                  <a:pt x="862068" y="119038"/>
                </a:lnTo>
                <a:lnTo>
                  <a:pt x="862062" y="119048"/>
                </a:lnTo>
                <a:lnTo>
                  <a:pt x="862056" y="119058"/>
                </a:lnTo>
                <a:lnTo>
                  <a:pt x="862050" y="119068"/>
                </a:lnTo>
                <a:lnTo>
                  <a:pt x="862044" y="119078"/>
                </a:lnTo>
                <a:lnTo>
                  <a:pt x="862038" y="119088"/>
                </a:lnTo>
                <a:lnTo>
                  <a:pt x="862032" y="119098"/>
                </a:lnTo>
                <a:lnTo>
                  <a:pt x="862026" y="119108"/>
                </a:lnTo>
                <a:lnTo>
                  <a:pt x="862021" y="119117"/>
                </a:lnTo>
                <a:lnTo>
                  <a:pt x="862015" y="119127"/>
                </a:lnTo>
                <a:lnTo>
                  <a:pt x="862009" y="119137"/>
                </a:lnTo>
                <a:lnTo>
                  <a:pt x="862003" y="119148"/>
                </a:lnTo>
                <a:lnTo>
                  <a:pt x="861997" y="119158"/>
                </a:lnTo>
                <a:lnTo>
                  <a:pt x="861992" y="119168"/>
                </a:lnTo>
                <a:lnTo>
                  <a:pt x="861986" y="119178"/>
                </a:lnTo>
                <a:lnTo>
                  <a:pt x="861980" y="119188"/>
                </a:lnTo>
                <a:lnTo>
                  <a:pt x="861975" y="119198"/>
                </a:lnTo>
                <a:lnTo>
                  <a:pt x="861969" y="119208"/>
                </a:lnTo>
                <a:lnTo>
                  <a:pt x="861963" y="119218"/>
                </a:lnTo>
                <a:lnTo>
                  <a:pt x="861958" y="119228"/>
                </a:lnTo>
                <a:lnTo>
                  <a:pt x="861952" y="119238"/>
                </a:lnTo>
                <a:lnTo>
                  <a:pt x="861947" y="119248"/>
                </a:lnTo>
                <a:close/>
                <a:moveTo>
                  <a:pt x="870430" y="124186"/>
                </a:moveTo>
                <a:lnTo>
                  <a:pt x="866258" y="121597"/>
                </a:lnTo>
                <a:lnTo>
                  <a:pt x="870570" y="123946"/>
                </a:lnTo>
                <a:lnTo>
                  <a:pt x="870503" y="124068"/>
                </a:lnTo>
                <a:lnTo>
                  <a:pt x="870430" y="124186"/>
                </a:lnTo>
                <a:close/>
                <a:moveTo>
                  <a:pt x="882213" y="86582"/>
                </a:moveTo>
                <a:lnTo>
                  <a:pt x="871222" y="104290"/>
                </a:lnTo>
                <a:lnTo>
                  <a:pt x="879565" y="109468"/>
                </a:lnTo>
                <a:lnTo>
                  <a:pt x="890459" y="91916"/>
                </a:lnTo>
                <a:lnTo>
                  <a:pt x="899483" y="79554"/>
                </a:lnTo>
                <a:lnTo>
                  <a:pt x="891551" y="73765"/>
                </a:lnTo>
                <a:lnTo>
                  <a:pt x="882419" y="86277"/>
                </a:lnTo>
                <a:lnTo>
                  <a:pt x="882410" y="86289"/>
                </a:lnTo>
                <a:lnTo>
                  <a:pt x="882401" y="86302"/>
                </a:lnTo>
                <a:lnTo>
                  <a:pt x="882392" y="86314"/>
                </a:lnTo>
                <a:lnTo>
                  <a:pt x="882383" y="86327"/>
                </a:lnTo>
                <a:lnTo>
                  <a:pt x="882374" y="86339"/>
                </a:lnTo>
                <a:lnTo>
                  <a:pt x="882365" y="86352"/>
                </a:lnTo>
                <a:lnTo>
                  <a:pt x="882356" y="86364"/>
                </a:lnTo>
                <a:lnTo>
                  <a:pt x="882347" y="86377"/>
                </a:lnTo>
                <a:lnTo>
                  <a:pt x="882339" y="86390"/>
                </a:lnTo>
                <a:lnTo>
                  <a:pt x="882330" y="86402"/>
                </a:lnTo>
                <a:lnTo>
                  <a:pt x="882321" y="86415"/>
                </a:lnTo>
                <a:lnTo>
                  <a:pt x="882313" y="86428"/>
                </a:lnTo>
                <a:lnTo>
                  <a:pt x="882304" y="86440"/>
                </a:lnTo>
                <a:lnTo>
                  <a:pt x="882296" y="86453"/>
                </a:lnTo>
                <a:lnTo>
                  <a:pt x="882287" y="86466"/>
                </a:lnTo>
                <a:lnTo>
                  <a:pt x="882279" y="86479"/>
                </a:lnTo>
                <a:lnTo>
                  <a:pt x="882270" y="86492"/>
                </a:lnTo>
                <a:lnTo>
                  <a:pt x="882262" y="86504"/>
                </a:lnTo>
                <a:lnTo>
                  <a:pt x="882254" y="86517"/>
                </a:lnTo>
                <a:lnTo>
                  <a:pt x="882245" y="86530"/>
                </a:lnTo>
                <a:lnTo>
                  <a:pt x="882237" y="86543"/>
                </a:lnTo>
                <a:lnTo>
                  <a:pt x="882229" y="86556"/>
                </a:lnTo>
                <a:lnTo>
                  <a:pt x="882221" y="86569"/>
                </a:lnTo>
                <a:lnTo>
                  <a:pt x="882213" y="86582"/>
                </a:lnTo>
                <a:close/>
                <a:moveTo>
                  <a:pt x="890350" y="92066"/>
                </a:moveTo>
                <a:lnTo>
                  <a:pt x="886384" y="89171"/>
                </a:lnTo>
                <a:lnTo>
                  <a:pt x="890556" y="91760"/>
                </a:lnTo>
                <a:lnTo>
                  <a:pt x="890459" y="91916"/>
                </a:lnTo>
                <a:lnTo>
                  <a:pt x="890350" y="92066"/>
                </a:lnTo>
                <a:close/>
                <a:moveTo>
                  <a:pt x="922983" y="35893"/>
                </a:moveTo>
                <a:lnTo>
                  <a:pt x="902857" y="58319"/>
                </a:lnTo>
                <a:lnTo>
                  <a:pt x="902843" y="58335"/>
                </a:lnTo>
                <a:lnTo>
                  <a:pt x="902829" y="58350"/>
                </a:lnTo>
                <a:lnTo>
                  <a:pt x="902815" y="58366"/>
                </a:lnTo>
                <a:lnTo>
                  <a:pt x="902802" y="58381"/>
                </a:lnTo>
                <a:lnTo>
                  <a:pt x="902788" y="58397"/>
                </a:lnTo>
                <a:lnTo>
                  <a:pt x="902775" y="58412"/>
                </a:lnTo>
                <a:lnTo>
                  <a:pt x="902762" y="58428"/>
                </a:lnTo>
                <a:lnTo>
                  <a:pt x="902748" y="58444"/>
                </a:lnTo>
                <a:lnTo>
                  <a:pt x="902735" y="58460"/>
                </a:lnTo>
                <a:lnTo>
                  <a:pt x="902722" y="58476"/>
                </a:lnTo>
                <a:lnTo>
                  <a:pt x="902709" y="58492"/>
                </a:lnTo>
                <a:lnTo>
                  <a:pt x="902696" y="58508"/>
                </a:lnTo>
                <a:lnTo>
                  <a:pt x="902683" y="58524"/>
                </a:lnTo>
                <a:lnTo>
                  <a:pt x="902670" y="58540"/>
                </a:lnTo>
                <a:lnTo>
                  <a:pt x="902657" y="58556"/>
                </a:lnTo>
                <a:lnTo>
                  <a:pt x="902644" y="58572"/>
                </a:lnTo>
                <a:lnTo>
                  <a:pt x="902632" y="58588"/>
                </a:lnTo>
                <a:lnTo>
                  <a:pt x="902619" y="58605"/>
                </a:lnTo>
                <a:lnTo>
                  <a:pt x="902607" y="58621"/>
                </a:lnTo>
                <a:lnTo>
                  <a:pt x="902594" y="58638"/>
                </a:lnTo>
                <a:lnTo>
                  <a:pt x="902582" y="58654"/>
                </a:lnTo>
                <a:lnTo>
                  <a:pt x="902569" y="58671"/>
                </a:lnTo>
                <a:lnTo>
                  <a:pt x="902557" y="58687"/>
                </a:lnTo>
                <a:lnTo>
                  <a:pt x="902545" y="58704"/>
                </a:lnTo>
                <a:lnTo>
                  <a:pt x="900814" y="61075"/>
                </a:lnTo>
                <a:lnTo>
                  <a:pt x="908745" y="66864"/>
                </a:lnTo>
                <a:lnTo>
                  <a:pt x="910331" y="64693"/>
                </a:lnTo>
                <a:lnTo>
                  <a:pt x="930066" y="42702"/>
                </a:lnTo>
                <a:lnTo>
                  <a:pt x="932300" y="40811"/>
                </a:lnTo>
                <a:lnTo>
                  <a:pt x="925955" y="33317"/>
                </a:lnTo>
                <a:lnTo>
                  <a:pt x="923465" y="35425"/>
                </a:lnTo>
                <a:lnTo>
                  <a:pt x="923443" y="35443"/>
                </a:lnTo>
                <a:lnTo>
                  <a:pt x="923422" y="35462"/>
                </a:lnTo>
                <a:lnTo>
                  <a:pt x="923401" y="35480"/>
                </a:lnTo>
                <a:lnTo>
                  <a:pt x="923380" y="35499"/>
                </a:lnTo>
                <a:lnTo>
                  <a:pt x="923359" y="35517"/>
                </a:lnTo>
                <a:lnTo>
                  <a:pt x="923338" y="35536"/>
                </a:lnTo>
                <a:lnTo>
                  <a:pt x="923317" y="35555"/>
                </a:lnTo>
                <a:lnTo>
                  <a:pt x="923297" y="35574"/>
                </a:lnTo>
                <a:lnTo>
                  <a:pt x="923276" y="35593"/>
                </a:lnTo>
                <a:lnTo>
                  <a:pt x="923256" y="35612"/>
                </a:lnTo>
                <a:lnTo>
                  <a:pt x="923236" y="35632"/>
                </a:lnTo>
                <a:lnTo>
                  <a:pt x="923216" y="35651"/>
                </a:lnTo>
                <a:lnTo>
                  <a:pt x="923196" y="35671"/>
                </a:lnTo>
                <a:lnTo>
                  <a:pt x="923176" y="35690"/>
                </a:lnTo>
                <a:lnTo>
                  <a:pt x="923156" y="35710"/>
                </a:lnTo>
                <a:lnTo>
                  <a:pt x="923136" y="35730"/>
                </a:lnTo>
                <a:lnTo>
                  <a:pt x="923117" y="35750"/>
                </a:lnTo>
                <a:lnTo>
                  <a:pt x="923097" y="35770"/>
                </a:lnTo>
                <a:lnTo>
                  <a:pt x="923078" y="35790"/>
                </a:lnTo>
                <a:lnTo>
                  <a:pt x="923059" y="35811"/>
                </a:lnTo>
                <a:lnTo>
                  <a:pt x="923039" y="35831"/>
                </a:lnTo>
                <a:lnTo>
                  <a:pt x="923020" y="35852"/>
                </a:lnTo>
                <a:lnTo>
                  <a:pt x="923002" y="35872"/>
                </a:lnTo>
                <a:lnTo>
                  <a:pt x="922983" y="35893"/>
                </a:lnTo>
                <a:close/>
                <a:moveTo>
                  <a:pt x="910165" y="64877"/>
                </a:moveTo>
                <a:lnTo>
                  <a:pt x="906511" y="61598"/>
                </a:lnTo>
                <a:lnTo>
                  <a:pt x="910476" y="64493"/>
                </a:lnTo>
                <a:lnTo>
                  <a:pt x="910331" y="64693"/>
                </a:lnTo>
                <a:lnTo>
                  <a:pt x="910165" y="64877"/>
                </a:lnTo>
                <a:close/>
                <a:moveTo>
                  <a:pt x="929809" y="42920"/>
                </a:moveTo>
                <a:lnTo>
                  <a:pt x="926637" y="39172"/>
                </a:lnTo>
                <a:lnTo>
                  <a:pt x="930291" y="42451"/>
                </a:lnTo>
                <a:lnTo>
                  <a:pt x="930066" y="42702"/>
                </a:lnTo>
                <a:lnTo>
                  <a:pt x="929809" y="42920"/>
                </a:lnTo>
                <a:close/>
                <a:moveTo>
                  <a:pt x="964459" y="6406"/>
                </a:moveTo>
                <a:lnTo>
                  <a:pt x="944333" y="17869"/>
                </a:lnTo>
                <a:lnTo>
                  <a:pt x="944300" y="17888"/>
                </a:lnTo>
                <a:lnTo>
                  <a:pt x="944268" y="17907"/>
                </a:lnTo>
                <a:lnTo>
                  <a:pt x="944235" y="17927"/>
                </a:lnTo>
                <a:lnTo>
                  <a:pt x="944203" y="17946"/>
                </a:lnTo>
                <a:lnTo>
                  <a:pt x="944171" y="17966"/>
                </a:lnTo>
                <a:lnTo>
                  <a:pt x="944139" y="17986"/>
                </a:lnTo>
                <a:lnTo>
                  <a:pt x="944107" y="18006"/>
                </a:lnTo>
                <a:lnTo>
                  <a:pt x="944075" y="18027"/>
                </a:lnTo>
                <a:lnTo>
                  <a:pt x="944044" y="18048"/>
                </a:lnTo>
                <a:lnTo>
                  <a:pt x="944012" y="18069"/>
                </a:lnTo>
                <a:lnTo>
                  <a:pt x="943981" y="18090"/>
                </a:lnTo>
                <a:lnTo>
                  <a:pt x="943950" y="18112"/>
                </a:lnTo>
                <a:lnTo>
                  <a:pt x="943919" y="18133"/>
                </a:lnTo>
                <a:lnTo>
                  <a:pt x="943889" y="18155"/>
                </a:lnTo>
                <a:lnTo>
                  <a:pt x="943858" y="18177"/>
                </a:lnTo>
                <a:lnTo>
                  <a:pt x="943828" y="18200"/>
                </a:lnTo>
                <a:lnTo>
                  <a:pt x="943797" y="18223"/>
                </a:lnTo>
                <a:lnTo>
                  <a:pt x="943767" y="18246"/>
                </a:lnTo>
                <a:lnTo>
                  <a:pt x="943738" y="18269"/>
                </a:lnTo>
                <a:lnTo>
                  <a:pt x="943708" y="18292"/>
                </a:lnTo>
                <a:lnTo>
                  <a:pt x="943678" y="18316"/>
                </a:lnTo>
                <a:lnTo>
                  <a:pt x="943649" y="18340"/>
                </a:lnTo>
                <a:lnTo>
                  <a:pt x="943620" y="18364"/>
                </a:lnTo>
                <a:lnTo>
                  <a:pt x="943591" y="18388"/>
                </a:lnTo>
                <a:lnTo>
                  <a:pt x="937947" y="23166"/>
                </a:lnTo>
                <a:lnTo>
                  <a:pt x="944291" y="30660"/>
                </a:lnTo>
                <a:lnTo>
                  <a:pt x="949588" y="26176"/>
                </a:lnTo>
                <a:lnTo>
                  <a:pt x="968807" y="15230"/>
                </a:lnTo>
                <a:lnTo>
                  <a:pt x="973794" y="13803"/>
                </a:lnTo>
                <a:lnTo>
                  <a:pt x="971090" y="4363"/>
                </a:lnTo>
                <a:lnTo>
                  <a:pt x="965538" y="5953"/>
                </a:lnTo>
                <a:lnTo>
                  <a:pt x="965491" y="5966"/>
                </a:lnTo>
                <a:lnTo>
                  <a:pt x="965444" y="5981"/>
                </a:lnTo>
                <a:lnTo>
                  <a:pt x="965397" y="5995"/>
                </a:lnTo>
                <a:lnTo>
                  <a:pt x="965351" y="6010"/>
                </a:lnTo>
                <a:lnTo>
                  <a:pt x="965304" y="6026"/>
                </a:lnTo>
                <a:lnTo>
                  <a:pt x="965258" y="6042"/>
                </a:lnTo>
                <a:lnTo>
                  <a:pt x="965212" y="6058"/>
                </a:lnTo>
                <a:lnTo>
                  <a:pt x="965166" y="6075"/>
                </a:lnTo>
                <a:lnTo>
                  <a:pt x="965121" y="6093"/>
                </a:lnTo>
                <a:lnTo>
                  <a:pt x="965075" y="6110"/>
                </a:lnTo>
                <a:lnTo>
                  <a:pt x="965030" y="6129"/>
                </a:lnTo>
                <a:lnTo>
                  <a:pt x="964985" y="6147"/>
                </a:lnTo>
                <a:lnTo>
                  <a:pt x="964940" y="6166"/>
                </a:lnTo>
                <a:lnTo>
                  <a:pt x="964896" y="6186"/>
                </a:lnTo>
                <a:lnTo>
                  <a:pt x="964851" y="6206"/>
                </a:lnTo>
                <a:lnTo>
                  <a:pt x="964807" y="6226"/>
                </a:lnTo>
                <a:lnTo>
                  <a:pt x="964763" y="6247"/>
                </a:lnTo>
                <a:lnTo>
                  <a:pt x="964719" y="6269"/>
                </a:lnTo>
                <a:lnTo>
                  <a:pt x="964675" y="6291"/>
                </a:lnTo>
                <a:lnTo>
                  <a:pt x="964632" y="6313"/>
                </a:lnTo>
                <a:lnTo>
                  <a:pt x="964588" y="6336"/>
                </a:lnTo>
                <a:lnTo>
                  <a:pt x="964545" y="6359"/>
                </a:lnTo>
                <a:lnTo>
                  <a:pt x="964502" y="6382"/>
                </a:lnTo>
                <a:lnTo>
                  <a:pt x="964459" y="6406"/>
                </a:lnTo>
                <a:close/>
                <a:moveTo>
                  <a:pt x="949193" y="26401"/>
                </a:moveTo>
                <a:lnTo>
                  <a:pt x="946763" y="22135"/>
                </a:lnTo>
                <a:lnTo>
                  <a:pt x="949936" y="25883"/>
                </a:lnTo>
                <a:lnTo>
                  <a:pt x="949588" y="26176"/>
                </a:lnTo>
                <a:lnTo>
                  <a:pt x="949193" y="26401"/>
                </a:lnTo>
                <a:close/>
                <a:moveTo>
                  <a:pt x="968241" y="15392"/>
                </a:moveTo>
                <a:lnTo>
                  <a:pt x="966889" y="10673"/>
                </a:lnTo>
                <a:lnTo>
                  <a:pt x="969319" y="14939"/>
                </a:lnTo>
                <a:lnTo>
                  <a:pt x="968807" y="15230"/>
                </a:lnTo>
                <a:lnTo>
                  <a:pt x="968241" y="15392"/>
                </a:lnTo>
                <a:close/>
                <a:moveTo>
                  <a:pt x="1007142" y="0"/>
                </a:moveTo>
                <a:lnTo>
                  <a:pt x="987568" y="0"/>
                </a:lnTo>
                <a:lnTo>
                  <a:pt x="987568" y="9819"/>
                </a:lnTo>
                <a:lnTo>
                  <a:pt x="1006453" y="9819"/>
                </a:lnTo>
                <a:lnTo>
                  <a:pt x="1021901" y="14243"/>
                </a:lnTo>
                <a:lnTo>
                  <a:pt x="1024605" y="4803"/>
                </a:lnTo>
                <a:lnTo>
                  <a:pt x="1008494" y="190"/>
                </a:lnTo>
                <a:lnTo>
                  <a:pt x="1008438" y="174"/>
                </a:lnTo>
                <a:lnTo>
                  <a:pt x="1008383" y="159"/>
                </a:lnTo>
                <a:lnTo>
                  <a:pt x="1008328" y="145"/>
                </a:lnTo>
                <a:lnTo>
                  <a:pt x="1008272" y="132"/>
                </a:lnTo>
                <a:lnTo>
                  <a:pt x="1008217" y="119"/>
                </a:lnTo>
                <a:lnTo>
                  <a:pt x="1008161" y="107"/>
                </a:lnTo>
                <a:lnTo>
                  <a:pt x="1008105" y="95"/>
                </a:lnTo>
                <a:lnTo>
                  <a:pt x="1008049" y="84"/>
                </a:lnTo>
                <a:lnTo>
                  <a:pt x="1007993" y="74"/>
                </a:lnTo>
                <a:lnTo>
                  <a:pt x="1007937" y="65"/>
                </a:lnTo>
                <a:lnTo>
                  <a:pt x="1007881" y="56"/>
                </a:lnTo>
                <a:lnTo>
                  <a:pt x="1007825" y="47"/>
                </a:lnTo>
                <a:lnTo>
                  <a:pt x="1007768" y="40"/>
                </a:lnTo>
                <a:lnTo>
                  <a:pt x="1007712" y="33"/>
                </a:lnTo>
                <a:lnTo>
                  <a:pt x="1007655" y="27"/>
                </a:lnTo>
                <a:lnTo>
                  <a:pt x="1007599" y="21"/>
                </a:lnTo>
                <a:lnTo>
                  <a:pt x="1007542" y="16"/>
                </a:lnTo>
                <a:lnTo>
                  <a:pt x="1007485" y="12"/>
                </a:lnTo>
                <a:lnTo>
                  <a:pt x="1007428" y="8"/>
                </a:lnTo>
                <a:lnTo>
                  <a:pt x="1007371" y="5"/>
                </a:lnTo>
                <a:lnTo>
                  <a:pt x="1007314" y="3"/>
                </a:lnTo>
                <a:lnTo>
                  <a:pt x="1007257" y="1"/>
                </a:lnTo>
                <a:lnTo>
                  <a:pt x="1007199" y="0"/>
                </a:lnTo>
                <a:lnTo>
                  <a:pt x="1007142" y="0"/>
                </a:lnTo>
                <a:close/>
                <a:moveTo>
                  <a:pt x="1005790" y="9629"/>
                </a:moveTo>
                <a:lnTo>
                  <a:pt x="1007142" y="4910"/>
                </a:lnTo>
                <a:lnTo>
                  <a:pt x="1007142" y="9819"/>
                </a:lnTo>
                <a:lnTo>
                  <a:pt x="1006453" y="9819"/>
                </a:lnTo>
                <a:lnTo>
                  <a:pt x="1005790" y="9629"/>
                </a:lnTo>
                <a:close/>
                <a:moveTo>
                  <a:pt x="1049825" y="17869"/>
                </a:moveTo>
                <a:lnTo>
                  <a:pt x="1039721" y="12115"/>
                </a:lnTo>
                <a:lnTo>
                  <a:pt x="1034861" y="20647"/>
                </a:lnTo>
                <a:lnTo>
                  <a:pt x="1044569" y="26176"/>
                </a:lnTo>
                <a:lnTo>
                  <a:pt x="1063078" y="41844"/>
                </a:lnTo>
                <a:lnTo>
                  <a:pt x="1069423" y="34350"/>
                </a:lnTo>
                <a:lnTo>
                  <a:pt x="1050567" y="18388"/>
                </a:lnTo>
                <a:lnTo>
                  <a:pt x="1050538" y="18364"/>
                </a:lnTo>
                <a:lnTo>
                  <a:pt x="1050509" y="18340"/>
                </a:lnTo>
                <a:lnTo>
                  <a:pt x="1050479" y="18316"/>
                </a:lnTo>
                <a:lnTo>
                  <a:pt x="1050450" y="18292"/>
                </a:lnTo>
                <a:lnTo>
                  <a:pt x="1050420" y="18269"/>
                </a:lnTo>
                <a:lnTo>
                  <a:pt x="1050390" y="18246"/>
                </a:lnTo>
                <a:lnTo>
                  <a:pt x="1050360" y="18223"/>
                </a:lnTo>
                <a:lnTo>
                  <a:pt x="1050330" y="18200"/>
                </a:lnTo>
                <a:lnTo>
                  <a:pt x="1050300" y="18177"/>
                </a:lnTo>
                <a:lnTo>
                  <a:pt x="1050269" y="18155"/>
                </a:lnTo>
                <a:lnTo>
                  <a:pt x="1050239" y="18133"/>
                </a:lnTo>
                <a:lnTo>
                  <a:pt x="1050208" y="18112"/>
                </a:lnTo>
                <a:lnTo>
                  <a:pt x="1050177" y="18090"/>
                </a:lnTo>
                <a:lnTo>
                  <a:pt x="1050146" y="18069"/>
                </a:lnTo>
                <a:lnTo>
                  <a:pt x="1050114" y="18048"/>
                </a:lnTo>
                <a:lnTo>
                  <a:pt x="1050083" y="18027"/>
                </a:lnTo>
                <a:lnTo>
                  <a:pt x="1050051" y="18006"/>
                </a:lnTo>
                <a:lnTo>
                  <a:pt x="1050019" y="17986"/>
                </a:lnTo>
                <a:lnTo>
                  <a:pt x="1049987" y="17966"/>
                </a:lnTo>
                <a:lnTo>
                  <a:pt x="1049955" y="17946"/>
                </a:lnTo>
                <a:lnTo>
                  <a:pt x="1049923" y="17927"/>
                </a:lnTo>
                <a:lnTo>
                  <a:pt x="1049890" y="17907"/>
                </a:lnTo>
                <a:lnTo>
                  <a:pt x="1049857" y="17888"/>
                </a:lnTo>
                <a:lnTo>
                  <a:pt x="1049825" y="17869"/>
                </a:lnTo>
                <a:close/>
                <a:moveTo>
                  <a:pt x="1044222" y="25883"/>
                </a:moveTo>
                <a:lnTo>
                  <a:pt x="1047395" y="22135"/>
                </a:lnTo>
                <a:lnTo>
                  <a:pt x="1044965" y="26401"/>
                </a:lnTo>
                <a:lnTo>
                  <a:pt x="1044569" y="26176"/>
                </a:lnTo>
                <a:lnTo>
                  <a:pt x="1044222" y="25883"/>
                </a:lnTo>
                <a:close/>
                <a:moveTo>
                  <a:pt x="1091301" y="58319"/>
                </a:moveTo>
                <a:lnTo>
                  <a:pt x="1080557" y="46347"/>
                </a:lnTo>
                <a:lnTo>
                  <a:pt x="1073249" y="52905"/>
                </a:lnTo>
                <a:lnTo>
                  <a:pt x="1083827" y="64693"/>
                </a:lnTo>
                <a:lnTo>
                  <a:pt x="1095618" y="80845"/>
                </a:lnTo>
                <a:lnTo>
                  <a:pt x="1103549" y="75056"/>
                </a:lnTo>
                <a:lnTo>
                  <a:pt x="1091613" y="58704"/>
                </a:lnTo>
                <a:lnTo>
                  <a:pt x="1091601" y="58687"/>
                </a:lnTo>
                <a:lnTo>
                  <a:pt x="1091588" y="58671"/>
                </a:lnTo>
                <a:lnTo>
                  <a:pt x="1091576" y="58654"/>
                </a:lnTo>
                <a:lnTo>
                  <a:pt x="1091564" y="58638"/>
                </a:lnTo>
                <a:lnTo>
                  <a:pt x="1091551" y="58621"/>
                </a:lnTo>
                <a:lnTo>
                  <a:pt x="1091539" y="58605"/>
                </a:lnTo>
                <a:lnTo>
                  <a:pt x="1091526" y="58588"/>
                </a:lnTo>
                <a:lnTo>
                  <a:pt x="1091513" y="58572"/>
                </a:lnTo>
                <a:lnTo>
                  <a:pt x="1091501" y="58556"/>
                </a:lnTo>
                <a:lnTo>
                  <a:pt x="1091488" y="58540"/>
                </a:lnTo>
                <a:lnTo>
                  <a:pt x="1091475" y="58524"/>
                </a:lnTo>
                <a:lnTo>
                  <a:pt x="1091462" y="58508"/>
                </a:lnTo>
                <a:lnTo>
                  <a:pt x="1091449" y="58492"/>
                </a:lnTo>
                <a:lnTo>
                  <a:pt x="1091436" y="58476"/>
                </a:lnTo>
                <a:lnTo>
                  <a:pt x="1091423" y="58460"/>
                </a:lnTo>
                <a:lnTo>
                  <a:pt x="1091409" y="58444"/>
                </a:lnTo>
                <a:lnTo>
                  <a:pt x="1091396" y="58428"/>
                </a:lnTo>
                <a:lnTo>
                  <a:pt x="1091383" y="58412"/>
                </a:lnTo>
                <a:lnTo>
                  <a:pt x="1091369" y="58397"/>
                </a:lnTo>
                <a:lnTo>
                  <a:pt x="1091356" y="58381"/>
                </a:lnTo>
                <a:lnTo>
                  <a:pt x="1091342" y="58366"/>
                </a:lnTo>
                <a:lnTo>
                  <a:pt x="1091329" y="58350"/>
                </a:lnTo>
                <a:lnTo>
                  <a:pt x="1091315" y="58335"/>
                </a:lnTo>
                <a:lnTo>
                  <a:pt x="1091301" y="58319"/>
                </a:lnTo>
                <a:close/>
                <a:moveTo>
                  <a:pt x="1083681" y="64493"/>
                </a:moveTo>
                <a:lnTo>
                  <a:pt x="1087647" y="61598"/>
                </a:lnTo>
                <a:lnTo>
                  <a:pt x="1083993" y="64877"/>
                </a:lnTo>
                <a:lnTo>
                  <a:pt x="1083827" y="64693"/>
                </a:lnTo>
                <a:lnTo>
                  <a:pt x="1083681" y="64493"/>
                </a:lnTo>
                <a:close/>
                <a:moveTo>
                  <a:pt x="1123721" y="124175"/>
                </a:moveTo>
                <a:lnTo>
                  <a:pt x="1132064" y="118997"/>
                </a:lnTo>
                <a:lnTo>
                  <a:pt x="1112904" y="88128"/>
                </a:lnTo>
                <a:lnTo>
                  <a:pt x="1104561" y="93306"/>
                </a:lnTo>
                <a:lnTo>
                  <a:pt x="1123721" y="124175"/>
                </a:lnTo>
                <a:close/>
                <a:moveTo>
                  <a:pt x="1152337" y="156187"/>
                </a:moveTo>
                <a:lnTo>
                  <a:pt x="1139721" y="133032"/>
                </a:lnTo>
                <a:lnTo>
                  <a:pt x="1131099" y="137730"/>
                </a:lnTo>
                <a:lnTo>
                  <a:pt x="1143663" y="160789"/>
                </a:lnTo>
                <a:lnTo>
                  <a:pt x="1148001" y="169642"/>
                </a:lnTo>
                <a:lnTo>
                  <a:pt x="1156819" y="165322"/>
                </a:lnTo>
                <a:lnTo>
                  <a:pt x="1152435" y="156375"/>
                </a:lnTo>
                <a:lnTo>
                  <a:pt x="1152431" y="156367"/>
                </a:lnTo>
                <a:lnTo>
                  <a:pt x="1152427" y="156359"/>
                </a:lnTo>
                <a:lnTo>
                  <a:pt x="1152423" y="156351"/>
                </a:lnTo>
                <a:lnTo>
                  <a:pt x="1152419" y="156343"/>
                </a:lnTo>
                <a:lnTo>
                  <a:pt x="1152415" y="156336"/>
                </a:lnTo>
                <a:lnTo>
                  <a:pt x="1152411" y="156328"/>
                </a:lnTo>
                <a:lnTo>
                  <a:pt x="1152407" y="156320"/>
                </a:lnTo>
                <a:lnTo>
                  <a:pt x="1152403" y="156312"/>
                </a:lnTo>
                <a:lnTo>
                  <a:pt x="1152399" y="156304"/>
                </a:lnTo>
                <a:lnTo>
                  <a:pt x="1152395" y="156296"/>
                </a:lnTo>
                <a:lnTo>
                  <a:pt x="1152391" y="156288"/>
                </a:lnTo>
                <a:lnTo>
                  <a:pt x="1152387" y="156280"/>
                </a:lnTo>
                <a:lnTo>
                  <a:pt x="1152383" y="156273"/>
                </a:lnTo>
                <a:lnTo>
                  <a:pt x="1152379" y="156265"/>
                </a:lnTo>
                <a:lnTo>
                  <a:pt x="1152375" y="156257"/>
                </a:lnTo>
                <a:lnTo>
                  <a:pt x="1152371" y="156249"/>
                </a:lnTo>
                <a:lnTo>
                  <a:pt x="1152367" y="156241"/>
                </a:lnTo>
                <a:lnTo>
                  <a:pt x="1152362" y="156233"/>
                </a:lnTo>
                <a:lnTo>
                  <a:pt x="1152358" y="156226"/>
                </a:lnTo>
                <a:lnTo>
                  <a:pt x="1152354" y="156218"/>
                </a:lnTo>
                <a:lnTo>
                  <a:pt x="1152350" y="156210"/>
                </a:lnTo>
                <a:lnTo>
                  <a:pt x="1152346" y="156202"/>
                </a:lnTo>
                <a:lnTo>
                  <a:pt x="1152341" y="156194"/>
                </a:lnTo>
                <a:lnTo>
                  <a:pt x="1152337" y="156187"/>
                </a:lnTo>
                <a:close/>
                <a:moveTo>
                  <a:pt x="1143617" y="160696"/>
                </a:moveTo>
                <a:lnTo>
                  <a:pt x="1148026" y="158536"/>
                </a:lnTo>
                <a:lnTo>
                  <a:pt x="1143715" y="160884"/>
                </a:lnTo>
                <a:lnTo>
                  <a:pt x="1143663" y="160789"/>
                </a:lnTo>
                <a:lnTo>
                  <a:pt x="1143617" y="160696"/>
                </a:lnTo>
                <a:close/>
                <a:moveTo>
                  <a:pt x="1172564" y="197450"/>
                </a:moveTo>
                <a:lnTo>
                  <a:pt x="1172561" y="197444"/>
                </a:lnTo>
                <a:lnTo>
                  <a:pt x="1163733" y="179429"/>
                </a:lnTo>
                <a:lnTo>
                  <a:pt x="1154915" y="183750"/>
                </a:lnTo>
                <a:lnTo>
                  <a:pt x="1163707" y="201691"/>
                </a:lnTo>
                <a:lnTo>
                  <a:pt x="1170343" y="216457"/>
                </a:lnTo>
                <a:lnTo>
                  <a:pt x="1179300" y="212432"/>
                </a:lnTo>
                <a:lnTo>
                  <a:pt x="1172631" y="197591"/>
                </a:lnTo>
                <a:lnTo>
                  <a:pt x="1172628" y="197585"/>
                </a:lnTo>
                <a:lnTo>
                  <a:pt x="1172625" y="197579"/>
                </a:lnTo>
                <a:lnTo>
                  <a:pt x="1172622" y="197573"/>
                </a:lnTo>
                <a:lnTo>
                  <a:pt x="1172619" y="197567"/>
                </a:lnTo>
                <a:lnTo>
                  <a:pt x="1172617" y="197560"/>
                </a:lnTo>
                <a:lnTo>
                  <a:pt x="1172614" y="197554"/>
                </a:lnTo>
                <a:lnTo>
                  <a:pt x="1172611" y="197548"/>
                </a:lnTo>
                <a:lnTo>
                  <a:pt x="1172608" y="197542"/>
                </a:lnTo>
                <a:lnTo>
                  <a:pt x="1172605" y="197536"/>
                </a:lnTo>
                <a:lnTo>
                  <a:pt x="1172602" y="197530"/>
                </a:lnTo>
                <a:lnTo>
                  <a:pt x="1172599" y="197523"/>
                </a:lnTo>
                <a:lnTo>
                  <a:pt x="1172597" y="197517"/>
                </a:lnTo>
                <a:lnTo>
                  <a:pt x="1172594" y="197511"/>
                </a:lnTo>
                <a:lnTo>
                  <a:pt x="1172591" y="197505"/>
                </a:lnTo>
                <a:lnTo>
                  <a:pt x="1172588" y="197499"/>
                </a:lnTo>
                <a:lnTo>
                  <a:pt x="1172585" y="197493"/>
                </a:lnTo>
                <a:lnTo>
                  <a:pt x="1172582" y="197486"/>
                </a:lnTo>
                <a:lnTo>
                  <a:pt x="1172579" y="197480"/>
                </a:lnTo>
                <a:lnTo>
                  <a:pt x="1172576" y="197474"/>
                </a:lnTo>
                <a:lnTo>
                  <a:pt x="1172573" y="197468"/>
                </a:lnTo>
                <a:lnTo>
                  <a:pt x="1172570" y="197462"/>
                </a:lnTo>
                <a:lnTo>
                  <a:pt x="1172567" y="197456"/>
                </a:lnTo>
                <a:lnTo>
                  <a:pt x="1172564" y="197450"/>
                </a:lnTo>
                <a:close/>
                <a:moveTo>
                  <a:pt x="1163674" y="201616"/>
                </a:moveTo>
                <a:lnTo>
                  <a:pt x="1168152" y="199604"/>
                </a:lnTo>
                <a:lnTo>
                  <a:pt x="1163743" y="201764"/>
                </a:lnTo>
                <a:lnTo>
                  <a:pt x="1163707" y="201691"/>
                </a:lnTo>
                <a:lnTo>
                  <a:pt x="1163674" y="201616"/>
                </a:lnTo>
                <a:close/>
                <a:moveTo>
                  <a:pt x="1192761" y="242383"/>
                </a:moveTo>
                <a:lnTo>
                  <a:pt x="1192759" y="242378"/>
                </a:lnTo>
                <a:lnTo>
                  <a:pt x="1192757" y="242374"/>
                </a:lnTo>
                <a:lnTo>
                  <a:pt x="1185741" y="226762"/>
                </a:lnTo>
                <a:lnTo>
                  <a:pt x="1176784" y="230787"/>
                </a:lnTo>
                <a:lnTo>
                  <a:pt x="1183775" y="246343"/>
                </a:lnTo>
                <a:lnTo>
                  <a:pt x="1191173" y="264006"/>
                </a:lnTo>
                <a:lnTo>
                  <a:pt x="1200230" y="260213"/>
                </a:lnTo>
                <a:lnTo>
                  <a:pt x="1192807" y="242489"/>
                </a:lnTo>
                <a:lnTo>
                  <a:pt x="1192805" y="242485"/>
                </a:lnTo>
                <a:lnTo>
                  <a:pt x="1192803" y="242480"/>
                </a:lnTo>
                <a:lnTo>
                  <a:pt x="1192801" y="242475"/>
                </a:lnTo>
                <a:lnTo>
                  <a:pt x="1192799" y="242470"/>
                </a:lnTo>
                <a:lnTo>
                  <a:pt x="1192797" y="242465"/>
                </a:lnTo>
                <a:lnTo>
                  <a:pt x="1192795" y="242460"/>
                </a:lnTo>
                <a:lnTo>
                  <a:pt x="1192793" y="242456"/>
                </a:lnTo>
                <a:lnTo>
                  <a:pt x="1192791" y="242451"/>
                </a:lnTo>
                <a:lnTo>
                  <a:pt x="1192789" y="242446"/>
                </a:lnTo>
                <a:lnTo>
                  <a:pt x="1192787" y="242441"/>
                </a:lnTo>
                <a:lnTo>
                  <a:pt x="1192784" y="242436"/>
                </a:lnTo>
                <a:lnTo>
                  <a:pt x="1192782" y="242431"/>
                </a:lnTo>
                <a:lnTo>
                  <a:pt x="1192780" y="242427"/>
                </a:lnTo>
                <a:lnTo>
                  <a:pt x="1192778" y="242422"/>
                </a:lnTo>
                <a:lnTo>
                  <a:pt x="1192776" y="242417"/>
                </a:lnTo>
                <a:lnTo>
                  <a:pt x="1192774" y="242412"/>
                </a:lnTo>
                <a:lnTo>
                  <a:pt x="1192772" y="242407"/>
                </a:lnTo>
                <a:lnTo>
                  <a:pt x="1192770" y="242402"/>
                </a:lnTo>
                <a:lnTo>
                  <a:pt x="1192768" y="242398"/>
                </a:lnTo>
                <a:lnTo>
                  <a:pt x="1192766" y="242393"/>
                </a:lnTo>
                <a:lnTo>
                  <a:pt x="1192763" y="242388"/>
                </a:lnTo>
                <a:lnTo>
                  <a:pt x="1192761" y="242383"/>
                </a:lnTo>
                <a:close/>
                <a:moveTo>
                  <a:pt x="1183750" y="246283"/>
                </a:moveTo>
                <a:lnTo>
                  <a:pt x="1188279" y="244386"/>
                </a:lnTo>
                <a:lnTo>
                  <a:pt x="1183800" y="246399"/>
                </a:lnTo>
                <a:lnTo>
                  <a:pt x="1183775" y="246343"/>
                </a:lnTo>
                <a:lnTo>
                  <a:pt x="1183750" y="246283"/>
                </a:lnTo>
                <a:close/>
                <a:moveTo>
                  <a:pt x="1212933" y="290542"/>
                </a:moveTo>
                <a:lnTo>
                  <a:pt x="1206300" y="274704"/>
                </a:lnTo>
                <a:lnTo>
                  <a:pt x="1197243" y="278497"/>
                </a:lnTo>
                <a:lnTo>
                  <a:pt x="1203876" y="294335"/>
                </a:lnTo>
                <a:lnTo>
                  <a:pt x="1210890" y="312060"/>
                </a:lnTo>
                <a:lnTo>
                  <a:pt x="1220020" y="308448"/>
                </a:lnTo>
                <a:lnTo>
                  <a:pt x="1212933" y="290542"/>
                </a:lnTo>
                <a:close/>
                <a:moveTo>
                  <a:pt x="1238965" y="356997"/>
                </a:moveTo>
                <a:lnTo>
                  <a:pt x="1233096" y="341490"/>
                </a:lnTo>
                <a:lnTo>
                  <a:pt x="1225801" y="323056"/>
                </a:lnTo>
                <a:lnTo>
                  <a:pt x="1216671" y="326669"/>
                </a:lnTo>
                <a:lnTo>
                  <a:pt x="1223966" y="345103"/>
                </a:lnTo>
                <a:lnTo>
                  <a:pt x="1229781" y="360472"/>
                </a:lnTo>
                <a:lnTo>
                  <a:pt x="1238965" y="356997"/>
                </a:lnTo>
                <a:close/>
                <a:moveTo>
                  <a:pt x="1248058" y="409139"/>
                </a:moveTo>
                <a:lnTo>
                  <a:pt x="1257280" y="405767"/>
                </a:lnTo>
                <a:lnTo>
                  <a:pt x="1253249" y="394746"/>
                </a:lnTo>
                <a:lnTo>
                  <a:pt x="1244525" y="371691"/>
                </a:lnTo>
                <a:lnTo>
                  <a:pt x="1235341" y="375166"/>
                </a:lnTo>
                <a:lnTo>
                  <a:pt x="1244065" y="398221"/>
                </a:lnTo>
                <a:lnTo>
                  <a:pt x="1248058" y="409139"/>
                </a:lnTo>
                <a:close/>
                <a:moveTo>
                  <a:pt x="1264172" y="453205"/>
                </a:moveTo>
                <a:lnTo>
                  <a:pt x="1265881" y="457993"/>
                </a:lnTo>
                <a:lnTo>
                  <a:pt x="1275129" y="454693"/>
                </a:lnTo>
                <a:lnTo>
                  <a:pt x="1273395" y="449833"/>
                </a:lnTo>
                <a:lnTo>
                  <a:pt x="1262676" y="420522"/>
                </a:lnTo>
                <a:lnTo>
                  <a:pt x="1253453" y="423894"/>
                </a:lnTo>
                <a:lnTo>
                  <a:pt x="1264172" y="453205"/>
                </a:lnTo>
                <a:close/>
                <a:moveTo>
                  <a:pt x="1292620" y="503708"/>
                </a:moveTo>
                <a:lnTo>
                  <a:pt x="1280409" y="469490"/>
                </a:lnTo>
                <a:lnTo>
                  <a:pt x="1271161" y="472790"/>
                </a:lnTo>
                <a:lnTo>
                  <a:pt x="1283371" y="507007"/>
                </a:lnTo>
                <a:lnTo>
                  <a:pt x="1292620" y="503708"/>
                </a:lnTo>
                <a:close/>
                <a:moveTo>
                  <a:pt x="1300623" y="556081"/>
                </a:moveTo>
                <a:lnTo>
                  <a:pt x="1309887" y="552827"/>
                </a:lnTo>
                <a:lnTo>
                  <a:pt x="1297847" y="518549"/>
                </a:lnTo>
                <a:lnTo>
                  <a:pt x="1288582" y="521803"/>
                </a:lnTo>
                <a:lnTo>
                  <a:pt x="1300623" y="556081"/>
                </a:lnTo>
                <a:close/>
                <a:moveTo>
                  <a:pt x="1305816" y="570896"/>
                </a:moveTo>
                <a:lnTo>
                  <a:pt x="1317775" y="605202"/>
                </a:lnTo>
                <a:lnTo>
                  <a:pt x="1327047" y="601970"/>
                </a:lnTo>
                <a:lnTo>
                  <a:pt x="1315088" y="567664"/>
                </a:lnTo>
                <a:lnTo>
                  <a:pt x="1305816" y="570896"/>
                </a:lnTo>
                <a:close/>
                <a:moveTo>
                  <a:pt x="1344177" y="651112"/>
                </a:moveTo>
                <a:lnTo>
                  <a:pt x="1333799" y="621338"/>
                </a:lnTo>
                <a:lnTo>
                  <a:pt x="1332219" y="616806"/>
                </a:lnTo>
                <a:lnTo>
                  <a:pt x="1322946" y="620037"/>
                </a:lnTo>
                <a:lnTo>
                  <a:pt x="1324526" y="624570"/>
                </a:lnTo>
                <a:lnTo>
                  <a:pt x="1334905" y="654344"/>
                </a:lnTo>
                <a:lnTo>
                  <a:pt x="1344177" y="651112"/>
                </a:lnTo>
                <a:close/>
                <a:moveTo>
                  <a:pt x="1352085" y="703479"/>
                </a:moveTo>
                <a:lnTo>
                  <a:pt x="1361350" y="700227"/>
                </a:lnTo>
                <a:lnTo>
                  <a:pt x="1353925" y="679076"/>
                </a:lnTo>
                <a:lnTo>
                  <a:pt x="1349349" y="665947"/>
                </a:lnTo>
                <a:lnTo>
                  <a:pt x="1340076" y="669179"/>
                </a:lnTo>
                <a:lnTo>
                  <a:pt x="1344652" y="682307"/>
                </a:lnTo>
                <a:lnTo>
                  <a:pt x="1352085" y="703479"/>
                </a:lnTo>
                <a:close/>
                <a:moveTo>
                  <a:pt x="1364782" y="739647"/>
                </a:moveTo>
                <a:lnTo>
                  <a:pt x="1369387" y="752583"/>
                </a:lnTo>
                <a:lnTo>
                  <a:pt x="1378638" y="749290"/>
                </a:lnTo>
                <a:lnTo>
                  <a:pt x="1374048" y="736395"/>
                </a:lnTo>
                <a:lnTo>
                  <a:pt x="1366554" y="715051"/>
                </a:lnTo>
                <a:lnTo>
                  <a:pt x="1357289" y="718303"/>
                </a:lnTo>
                <a:lnTo>
                  <a:pt x="1364782" y="739647"/>
                </a:lnTo>
                <a:close/>
                <a:moveTo>
                  <a:pt x="1374656" y="767384"/>
                </a:moveTo>
                <a:lnTo>
                  <a:pt x="1384916" y="796207"/>
                </a:lnTo>
                <a:lnTo>
                  <a:pt x="1386885" y="801629"/>
                </a:lnTo>
                <a:lnTo>
                  <a:pt x="1396115" y="798276"/>
                </a:lnTo>
                <a:lnTo>
                  <a:pt x="1394167" y="792914"/>
                </a:lnTo>
                <a:lnTo>
                  <a:pt x="1383907" y="764092"/>
                </a:lnTo>
                <a:lnTo>
                  <a:pt x="1374656" y="767384"/>
                </a:lnTo>
                <a:close/>
                <a:moveTo>
                  <a:pt x="1401479" y="813043"/>
                </a:moveTo>
                <a:lnTo>
                  <a:pt x="1392249" y="816395"/>
                </a:lnTo>
                <a:lnTo>
                  <a:pt x="1404654" y="850543"/>
                </a:lnTo>
                <a:lnTo>
                  <a:pt x="1413884" y="847191"/>
                </a:lnTo>
                <a:lnTo>
                  <a:pt x="1401479" y="813043"/>
                </a:lnTo>
                <a:close/>
                <a:moveTo>
                  <a:pt x="1432048" y="895914"/>
                </a:moveTo>
                <a:lnTo>
                  <a:pt x="1419351" y="861875"/>
                </a:lnTo>
                <a:lnTo>
                  <a:pt x="1410150" y="865306"/>
                </a:lnTo>
                <a:lnTo>
                  <a:pt x="1422847" y="899346"/>
                </a:lnTo>
                <a:lnTo>
                  <a:pt x="1432048" y="895914"/>
                </a:lnTo>
                <a:close/>
                <a:moveTo>
                  <a:pt x="1441510" y="947983"/>
                </a:moveTo>
                <a:lnTo>
                  <a:pt x="1450673" y="944452"/>
                </a:lnTo>
                <a:lnTo>
                  <a:pt x="1437611" y="910551"/>
                </a:lnTo>
                <a:lnTo>
                  <a:pt x="1428448" y="914081"/>
                </a:lnTo>
                <a:lnTo>
                  <a:pt x="1441510" y="947983"/>
                </a:lnTo>
                <a:close/>
                <a:moveTo>
                  <a:pt x="1447244" y="962678"/>
                </a:moveTo>
                <a:lnTo>
                  <a:pt x="1460745" y="996407"/>
                </a:lnTo>
                <a:lnTo>
                  <a:pt x="1469862" y="992758"/>
                </a:lnTo>
                <a:lnTo>
                  <a:pt x="1456360" y="959029"/>
                </a:lnTo>
                <a:lnTo>
                  <a:pt x="1447244" y="962678"/>
                </a:lnTo>
                <a:close/>
                <a:moveTo>
                  <a:pt x="1475714" y="1007257"/>
                </a:moveTo>
                <a:lnTo>
                  <a:pt x="1466654" y="1011045"/>
                </a:lnTo>
                <a:lnTo>
                  <a:pt x="1480672" y="1044563"/>
                </a:lnTo>
                <a:lnTo>
                  <a:pt x="1489731" y="1040775"/>
                </a:lnTo>
                <a:lnTo>
                  <a:pt x="1475714" y="1007257"/>
                </a:lnTo>
                <a:close/>
                <a:moveTo>
                  <a:pt x="1510416" y="1088433"/>
                </a:moveTo>
                <a:lnTo>
                  <a:pt x="1495804" y="1055169"/>
                </a:lnTo>
                <a:lnTo>
                  <a:pt x="1486814" y="1059118"/>
                </a:lnTo>
                <a:lnTo>
                  <a:pt x="1501425" y="1092381"/>
                </a:lnTo>
                <a:lnTo>
                  <a:pt x="1510416" y="1088433"/>
                </a:lnTo>
                <a:close/>
                <a:moveTo>
                  <a:pt x="1523161" y="1139775"/>
                </a:moveTo>
                <a:lnTo>
                  <a:pt x="1532070" y="1135643"/>
                </a:lnTo>
                <a:lnTo>
                  <a:pt x="1516783" y="1102685"/>
                </a:lnTo>
                <a:lnTo>
                  <a:pt x="1507874" y="1106816"/>
                </a:lnTo>
                <a:lnTo>
                  <a:pt x="1523161" y="1139775"/>
                </a:lnTo>
                <a:close/>
                <a:moveTo>
                  <a:pt x="1530010" y="1154039"/>
                </a:moveTo>
                <a:lnTo>
                  <a:pt x="1546057" y="1186635"/>
                </a:lnTo>
                <a:lnTo>
                  <a:pt x="1554867" y="1182298"/>
                </a:lnTo>
                <a:lnTo>
                  <a:pt x="1538820" y="1149703"/>
                </a:lnTo>
                <a:lnTo>
                  <a:pt x="1530010" y="1154039"/>
                </a:lnTo>
                <a:close/>
                <a:moveTo>
                  <a:pt x="1566336" y="1225267"/>
                </a:moveTo>
                <a:lnTo>
                  <a:pt x="1566339" y="1225272"/>
                </a:lnTo>
                <a:lnTo>
                  <a:pt x="1566342" y="1225277"/>
                </a:lnTo>
                <a:lnTo>
                  <a:pt x="1566345" y="1225282"/>
                </a:lnTo>
                <a:lnTo>
                  <a:pt x="1566347" y="1225288"/>
                </a:lnTo>
                <a:lnTo>
                  <a:pt x="1566350" y="1225293"/>
                </a:lnTo>
                <a:lnTo>
                  <a:pt x="1566353" y="1225298"/>
                </a:lnTo>
                <a:lnTo>
                  <a:pt x="1566356" y="1225304"/>
                </a:lnTo>
                <a:lnTo>
                  <a:pt x="1566359" y="1225309"/>
                </a:lnTo>
                <a:lnTo>
                  <a:pt x="1566362" y="1225314"/>
                </a:lnTo>
                <a:lnTo>
                  <a:pt x="1566364" y="1225319"/>
                </a:lnTo>
                <a:lnTo>
                  <a:pt x="1566367" y="1225325"/>
                </a:lnTo>
                <a:lnTo>
                  <a:pt x="1566370" y="1225330"/>
                </a:lnTo>
                <a:lnTo>
                  <a:pt x="1566373" y="1225335"/>
                </a:lnTo>
                <a:lnTo>
                  <a:pt x="1566376" y="1225340"/>
                </a:lnTo>
                <a:lnTo>
                  <a:pt x="1566379" y="1225345"/>
                </a:lnTo>
                <a:lnTo>
                  <a:pt x="1566382" y="1225351"/>
                </a:lnTo>
                <a:lnTo>
                  <a:pt x="1566385" y="1225356"/>
                </a:lnTo>
                <a:lnTo>
                  <a:pt x="1566387" y="1225361"/>
                </a:lnTo>
                <a:lnTo>
                  <a:pt x="1566390" y="1225366"/>
                </a:lnTo>
                <a:lnTo>
                  <a:pt x="1566393" y="1225372"/>
                </a:lnTo>
                <a:lnTo>
                  <a:pt x="1566396" y="1225377"/>
                </a:lnTo>
                <a:lnTo>
                  <a:pt x="1566399" y="1225382"/>
                </a:lnTo>
                <a:lnTo>
                  <a:pt x="1570594" y="1232833"/>
                </a:lnTo>
                <a:lnTo>
                  <a:pt x="1579151" y="1228016"/>
                </a:lnTo>
                <a:lnTo>
                  <a:pt x="1574991" y="1220627"/>
                </a:lnTo>
                <a:lnTo>
                  <a:pt x="1562108" y="1196096"/>
                </a:lnTo>
                <a:lnTo>
                  <a:pt x="1553414" y="1200661"/>
                </a:lnTo>
                <a:lnTo>
                  <a:pt x="1566331" y="1225256"/>
                </a:lnTo>
                <a:lnTo>
                  <a:pt x="1566333" y="1225261"/>
                </a:lnTo>
                <a:lnTo>
                  <a:pt x="1566336" y="1225267"/>
                </a:lnTo>
                <a:close/>
                <a:moveTo>
                  <a:pt x="1575025" y="1220691"/>
                </a:moveTo>
                <a:lnTo>
                  <a:pt x="1570678" y="1222974"/>
                </a:lnTo>
                <a:lnTo>
                  <a:pt x="1574956" y="1220565"/>
                </a:lnTo>
                <a:lnTo>
                  <a:pt x="1574991" y="1220627"/>
                </a:lnTo>
                <a:lnTo>
                  <a:pt x="1575025" y="1220691"/>
                </a:lnTo>
                <a:close/>
                <a:moveTo>
                  <a:pt x="1586529" y="1261137"/>
                </a:moveTo>
                <a:lnTo>
                  <a:pt x="1586532" y="1261143"/>
                </a:lnTo>
                <a:lnTo>
                  <a:pt x="1586535" y="1261149"/>
                </a:lnTo>
                <a:lnTo>
                  <a:pt x="1586539" y="1261154"/>
                </a:lnTo>
                <a:lnTo>
                  <a:pt x="1586542" y="1261160"/>
                </a:lnTo>
                <a:lnTo>
                  <a:pt x="1586545" y="1261166"/>
                </a:lnTo>
                <a:lnTo>
                  <a:pt x="1586548" y="1261172"/>
                </a:lnTo>
                <a:lnTo>
                  <a:pt x="1586552" y="1261177"/>
                </a:lnTo>
                <a:lnTo>
                  <a:pt x="1586555" y="1261183"/>
                </a:lnTo>
                <a:lnTo>
                  <a:pt x="1586558" y="1261189"/>
                </a:lnTo>
                <a:lnTo>
                  <a:pt x="1586562" y="1261195"/>
                </a:lnTo>
                <a:lnTo>
                  <a:pt x="1586565" y="1261200"/>
                </a:lnTo>
                <a:lnTo>
                  <a:pt x="1586568" y="1261206"/>
                </a:lnTo>
                <a:lnTo>
                  <a:pt x="1586572" y="1261212"/>
                </a:lnTo>
                <a:lnTo>
                  <a:pt x="1586575" y="1261218"/>
                </a:lnTo>
                <a:lnTo>
                  <a:pt x="1586579" y="1261223"/>
                </a:lnTo>
                <a:lnTo>
                  <a:pt x="1586582" y="1261229"/>
                </a:lnTo>
                <a:lnTo>
                  <a:pt x="1586585" y="1261235"/>
                </a:lnTo>
                <a:lnTo>
                  <a:pt x="1586589" y="1261240"/>
                </a:lnTo>
                <a:lnTo>
                  <a:pt x="1586592" y="1261246"/>
                </a:lnTo>
                <a:lnTo>
                  <a:pt x="1586596" y="1261252"/>
                </a:lnTo>
                <a:lnTo>
                  <a:pt x="1586599" y="1261257"/>
                </a:lnTo>
                <a:lnTo>
                  <a:pt x="1586602" y="1261263"/>
                </a:lnTo>
                <a:lnTo>
                  <a:pt x="1586606" y="1261269"/>
                </a:lnTo>
                <a:lnTo>
                  <a:pt x="1596753" y="1278000"/>
                </a:lnTo>
                <a:lnTo>
                  <a:pt x="1605149" y="1272908"/>
                </a:lnTo>
                <a:lnTo>
                  <a:pt x="1595043" y="1256244"/>
                </a:lnTo>
                <a:lnTo>
                  <a:pt x="1586858" y="1241707"/>
                </a:lnTo>
                <a:lnTo>
                  <a:pt x="1578301" y="1246523"/>
                </a:lnTo>
                <a:lnTo>
                  <a:pt x="1586526" y="1261131"/>
                </a:lnTo>
                <a:lnTo>
                  <a:pt x="1586529" y="1261137"/>
                </a:lnTo>
                <a:close/>
                <a:moveTo>
                  <a:pt x="1595082" y="1256314"/>
                </a:moveTo>
                <a:lnTo>
                  <a:pt x="1590804" y="1258723"/>
                </a:lnTo>
                <a:lnTo>
                  <a:pt x="1595002" y="1256177"/>
                </a:lnTo>
                <a:lnTo>
                  <a:pt x="1595043" y="1256244"/>
                </a:lnTo>
                <a:lnTo>
                  <a:pt x="1595082" y="1256314"/>
                </a:lnTo>
                <a:close/>
                <a:moveTo>
                  <a:pt x="1606732" y="1294454"/>
                </a:moveTo>
                <a:lnTo>
                  <a:pt x="1606736" y="1294460"/>
                </a:lnTo>
                <a:lnTo>
                  <a:pt x="1606740" y="1294467"/>
                </a:lnTo>
                <a:lnTo>
                  <a:pt x="1606744" y="1294473"/>
                </a:lnTo>
                <a:lnTo>
                  <a:pt x="1606747" y="1294479"/>
                </a:lnTo>
                <a:lnTo>
                  <a:pt x="1606751" y="1294485"/>
                </a:lnTo>
                <a:lnTo>
                  <a:pt x="1606755" y="1294492"/>
                </a:lnTo>
                <a:lnTo>
                  <a:pt x="1606759" y="1294498"/>
                </a:lnTo>
                <a:lnTo>
                  <a:pt x="1606763" y="1294504"/>
                </a:lnTo>
                <a:lnTo>
                  <a:pt x="1606767" y="1294510"/>
                </a:lnTo>
                <a:lnTo>
                  <a:pt x="1606770" y="1294516"/>
                </a:lnTo>
                <a:lnTo>
                  <a:pt x="1606774" y="1294522"/>
                </a:lnTo>
                <a:lnTo>
                  <a:pt x="1606778" y="1294529"/>
                </a:lnTo>
                <a:lnTo>
                  <a:pt x="1606782" y="1294535"/>
                </a:lnTo>
                <a:lnTo>
                  <a:pt x="1606786" y="1294541"/>
                </a:lnTo>
                <a:lnTo>
                  <a:pt x="1606790" y="1294547"/>
                </a:lnTo>
                <a:lnTo>
                  <a:pt x="1606794" y="1294553"/>
                </a:lnTo>
                <a:lnTo>
                  <a:pt x="1606798" y="1294560"/>
                </a:lnTo>
                <a:lnTo>
                  <a:pt x="1606802" y="1294566"/>
                </a:lnTo>
                <a:lnTo>
                  <a:pt x="1606806" y="1294572"/>
                </a:lnTo>
                <a:lnTo>
                  <a:pt x="1606810" y="1294578"/>
                </a:lnTo>
                <a:lnTo>
                  <a:pt x="1606814" y="1294584"/>
                </a:lnTo>
                <a:lnTo>
                  <a:pt x="1606818" y="1294590"/>
                </a:lnTo>
                <a:lnTo>
                  <a:pt x="1606822" y="1294596"/>
                </a:lnTo>
                <a:lnTo>
                  <a:pt x="1606826" y="1294603"/>
                </a:lnTo>
                <a:lnTo>
                  <a:pt x="1624825" y="1322020"/>
                </a:lnTo>
                <a:lnTo>
                  <a:pt x="1633034" y="1316632"/>
                </a:lnTo>
                <a:lnTo>
                  <a:pt x="1615084" y="1289289"/>
                </a:lnTo>
                <a:lnTo>
                  <a:pt x="1613296" y="1286341"/>
                </a:lnTo>
                <a:lnTo>
                  <a:pt x="1604900" y="1291433"/>
                </a:lnTo>
                <a:lnTo>
                  <a:pt x="1606732" y="1294454"/>
                </a:lnTo>
                <a:close/>
                <a:moveTo>
                  <a:pt x="1615128" y="1289362"/>
                </a:moveTo>
                <a:lnTo>
                  <a:pt x="1610930" y="1291908"/>
                </a:lnTo>
                <a:lnTo>
                  <a:pt x="1615035" y="1289214"/>
                </a:lnTo>
                <a:lnTo>
                  <a:pt x="1615084" y="1289289"/>
                </a:lnTo>
                <a:lnTo>
                  <a:pt x="1615128" y="1289362"/>
                </a:lnTo>
                <a:close/>
                <a:moveTo>
                  <a:pt x="1633937" y="1335051"/>
                </a:moveTo>
                <a:lnTo>
                  <a:pt x="1647187" y="1353610"/>
                </a:lnTo>
                <a:lnTo>
                  <a:pt x="1647192" y="1353617"/>
                </a:lnTo>
                <a:lnTo>
                  <a:pt x="1647197" y="1353624"/>
                </a:lnTo>
                <a:lnTo>
                  <a:pt x="1647202" y="1353631"/>
                </a:lnTo>
                <a:lnTo>
                  <a:pt x="1647207" y="1353638"/>
                </a:lnTo>
                <a:lnTo>
                  <a:pt x="1647212" y="1353645"/>
                </a:lnTo>
                <a:lnTo>
                  <a:pt x="1647217" y="1353652"/>
                </a:lnTo>
                <a:lnTo>
                  <a:pt x="1647222" y="1353659"/>
                </a:lnTo>
                <a:lnTo>
                  <a:pt x="1647227" y="1353666"/>
                </a:lnTo>
                <a:lnTo>
                  <a:pt x="1647233" y="1353673"/>
                </a:lnTo>
                <a:lnTo>
                  <a:pt x="1647238" y="1353680"/>
                </a:lnTo>
                <a:lnTo>
                  <a:pt x="1647243" y="1353687"/>
                </a:lnTo>
                <a:lnTo>
                  <a:pt x="1647248" y="1353694"/>
                </a:lnTo>
                <a:lnTo>
                  <a:pt x="1647253" y="1353701"/>
                </a:lnTo>
                <a:lnTo>
                  <a:pt x="1647259" y="1353708"/>
                </a:lnTo>
                <a:lnTo>
                  <a:pt x="1647264" y="1353715"/>
                </a:lnTo>
                <a:lnTo>
                  <a:pt x="1647269" y="1353722"/>
                </a:lnTo>
                <a:lnTo>
                  <a:pt x="1647274" y="1353729"/>
                </a:lnTo>
                <a:lnTo>
                  <a:pt x="1647279" y="1353736"/>
                </a:lnTo>
                <a:lnTo>
                  <a:pt x="1647285" y="1353742"/>
                </a:lnTo>
                <a:lnTo>
                  <a:pt x="1647290" y="1353749"/>
                </a:lnTo>
                <a:lnTo>
                  <a:pt x="1647295" y="1353756"/>
                </a:lnTo>
                <a:lnTo>
                  <a:pt x="1647301" y="1353763"/>
                </a:lnTo>
                <a:lnTo>
                  <a:pt x="1647306" y="1353770"/>
                </a:lnTo>
                <a:lnTo>
                  <a:pt x="1647311" y="1353777"/>
                </a:lnTo>
                <a:lnTo>
                  <a:pt x="1655632" y="1364444"/>
                </a:lnTo>
                <a:lnTo>
                  <a:pt x="1663375" y="1358404"/>
                </a:lnTo>
                <a:lnTo>
                  <a:pt x="1655115" y="1347816"/>
                </a:lnTo>
                <a:lnTo>
                  <a:pt x="1641929" y="1329346"/>
                </a:lnTo>
                <a:lnTo>
                  <a:pt x="1633937" y="1335051"/>
                </a:lnTo>
                <a:close/>
                <a:moveTo>
                  <a:pt x="1655179" y="1347905"/>
                </a:moveTo>
                <a:lnTo>
                  <a:pt x="1651183" y="1350757"/>
                </a:lnTo>
                <a:lnTo>
                  <a:pt x="1655054" y="1347738"/>
                </a:lnTo>
                <a:lnTo>
                  <a:pt x="1655115" y="1347816"/>
                </a:lnTo>
                <a:lnTo>
                  <a:pt x="1655179" y="1347905"/>
                </a:lnTo>
                <a:close/>
                <a:moveTo>
                  <a:pt x="1665295" y="1376831"/>
                </a:moveTo>
                <a:lnTo>
                  <a:pt x="1667438" y="1379578"/>
                </a:lnTo>
                <a:lnTo>
                  <a:pt x="1667443" y="1379585"/>
                </a:lnTo>
                <a:lnTo>
                  <a:pt x="1667449" y="1379593"/>
                </a:lnTo>
                <a:lnTo>
                  <a:pt x="1667455" y="1379600"/>
                </a:lnTo>
                <a:lnTo>
                  <a:pt x="1667461" y="1379607"/>
                </a:lnTo>
                <a:lnTo>
                  <a:pt x="1667466" y="1379614"/>
                </a:lnTo>
                <a:lnTo>
                  <a:pt x="1667472" y="1379622"/>
                </a:lnTo>
                <a:lnTo>
                  <a:pt x="1667478" y="1379629"/>
                </a:lnTo>
                <a:lnTo>
                  <a:pt x="1667484" y="1379636"/>
                </a:lnTo>
                <a:lnTo>
                  <a:pt x="1667490" y="1379644"/>
                </a:lnTo>
                <a:lnTo>
                  <a:pt x="1667496" y="1379651"/>
                </a:lnTo>
                <a:lnTo>
                  <a:pt x="1667502" y="1379658"/>
                </a:lnTo>
                <a:lnTo>
                  <a:pt x="1667508" y="1379665"/>
                </a:lnTo>
                <a:lnTo>
                  <a:pt x="1667513" y="1379673"/>
                </a:lnTo>
                <a:lnTo>
                  <a:pt x="1667519" y="1379680"/>
                </a:lnTo>
                <a:lnTo>
                  <a:pt x="1667525" y="1379687"/>
                </a:lnTo>
                <a:lnTo>
                  <a:pt x="1667531" y="1379694"/>
                </a:lnTo>
                <a:lnTo>
                  <a:pt x="1667537" y="1379701"/>
                </a:lnTo>
                <a:lnTo>
                  <a:pt x="1667543" y="1379708"/>
                </a:lnTo>
                <a:lnTo>
                  <a:pt x="1667549" y="1379716"/>
                </a:lnTo>
                <a:lnTo>
                  <a:pt x="1667555" y="1379723"/>
                </a:lnTo>
                <a:lnTo>
                  <a:pt x="1667561" y="1379730"/>
                </a:lnTo>
                <a:lnTo>
                  <a:pt x="1667567" y="1379737"/>
                </a:lnTo>
                <a:lnTo>
                  <a:pt x="1667573" y="1379744"/>
                </a:lnTo>
                <a:lnTo>
                  <a:pt x="1667579" y="1379751"/>
                </a:lnTo>
                <a:lnTo>
                  <a:pt x="1687706" y="1403257"/>
                </a:lnTo>
                <a:lnTo>
                  <a:pt x="1687712" y="1403265"/>
                </a:lnTo>
                <a:lnTo>
                  <a:pt x="1687719" y="1403272"/>
                </a:lnTo>
                <a:lnTo>
                  <a:pt x="1687725" y="1403280"/>
                </a:lnTo>
                <a:lnTo>
                  <a:pt x="1687732" y="1403287"/>
                </a:lnTo>
                <a:lnTo>
                  <a:pt x="1687738" y="1403295"/>
                </a:lnTo>
                <a:lnTo>
                  <a:pt x="1687745" y="1403302"/>
                </a:lnTo>
                <a:lnTo>
                  <a:pt x="1687751" y="1403310"/>
                </a:lnTo>
                <a:lnTo>
                  <a:pt x="1687758" y="1403317"/>
                </a:lnTo>
                <a:lnTo>
                  <a:pt x="1687765" y="1403325"/>
                </a:lnTo>
                <a:lnTo>
                  <a:pt x="1687771" y="1403332"/>
                </a:lnTo>
                <a:lnTo>
                  <a:pt x="1687778" y="1403340"/>
                </a:lnTo>
                <a:lnTo>
                  <a:pt x="1687784" y="1403347"/>
                </a:lnTo>
                <a:lnTo>
                  <a:pt x="1687791" y="1403354"/>
                </a:lnTo>
                <a:lnTo>
                  <a:pt x="1687798" y="1403362"/>
                </a:lnTo>
                <a:lnTo>
                  <a:pt x="1687804" y="1403369"/>
                </a:lnTo>
                <a:lnTo>
                  <a:pt x="1687811" y="1403376"/>
                </a:lnTo>
                <a:lnTo>
                  <a:pt x="1687818" y="1403384"/>
                </a:lnTo>
                <a:lnTo>
                  <a:pt x="1687824" y="1403391"/>
                </a:lnTo>
                <a:lnTo>
                  <a:pt x="1687831" y="1403398"/>
                </a:lnTo>
                <a:lnTo>
                  <a:pt x="1687838" y="1403406"/>
                </a:lnTo>
                <a:lnTo>
                  <a:pt x="1687845" y="1403413"/>
                </a:lnTo>
                <a:lnTo>
                  <a:pt x="1687851" y="1403420"/>
                </a:lnTo>
                <a:lnTo>
                  <a:pt x="1687858" y="1403427"/>
                </a:lnTo>
                <a:lnTo>
                  <a:pt x="1687865" y="1403435"/>
                </a:lnTo>
                <a:lnTo>
                  <a:pt x="1689171" y="1404818"/>
                </a:lnTo>
                <a:lnTo>
                  <a:pt x="1696312" y="1398078"/>
                </a:lnTo>
                <a:lnTo>
                  <a:pt x="1695087" y="1396780"/>
                </a:lnTo>
                <a:lnTo>
                  <a:pt x="1675112" y="1373451"/>
                </a:lnTo>
                <a:lnTo>
                  <a:pt x="1673038" y="1370792"/>
                </a:lnTo>
                <a:lnTo>
                  <a:pt x="1665295" y="1376831"/>
                </a:lnTo>
                <a:close/>
                <a:moveTo>
                  <a:pt x="1695165" y="1396871"/>
                </a:moveTo>
                <a:lnTo>
                  <a:pt x="1691435" y="1400064"/>
                </a:lnTo>
                <a:lnTo>
                  <a:pt x="1695006" y="1396694"/>
                </a:lnTo>
                <a:lnTo>
                  <a:pt x="1695087" y="1396780"/>
                </a:lnTo>
                <a:lnTo>
                  <a:pt x="1695165" y="1396871"/>
                </a:lnTo>
                <a:close/>
                <a:moveTo>
                  <a:pt x="1675181" y="1373539"/>
                </a:moveTo>
                <a:lnTo>
                  <a:pt x="1671309" y="1376558"/>
                </a:lnTo>
                <a:lnTo>
                  <a:pt x="1675039" y="1373365"/>
                </a:lnTo>
                <a:lnTo>
                  <a:pt x="1675112" y="1373451"/>
                </a:lnTo>
                <a:lnTo>
                  <a:pt x="1675181" y="1373539"/>
                </a:lnTo>
                <a:close/>
                <a:moveTo>
                  <a:pt x="1699957" y="1416243"/>
                </a:moveTo>
                <a:lnTo>
                  <a:pt x="1707991" y="1424753"/>
                </a:lnTo>
                <a:lnTo>
                  <a:pt x="1707998" y="1424761"/>
                </a:lnTo>
                <a:lnTo>
                  <a:pt x="1708006" y="1424768"/>
                </a:lnTo>
                <a:lnTo>
                  <a:pt x="1708013" y="1424776"/>
                </a:lnTo>
                <a:lnTo>
                  <a:pt x="1708020" y="1424783"/>
                </a:lnTo>
                <a:lnTo>
                  <a:pt x="1708027" y="1424791"/>
                </a:lnTo>
                <a:lnTo>
                  <a:pt x="1708035" y="1424798"/>
                </a:lnTo>
                <a:lnTo>
                  <a:pt x="1708042" y="1424806"/>
                </a:lnTo>
                <a:lnTo>
                  <a:pt x="1708049" y="1424813"/>
                </a:lnTo>
                <a:lnTo>
                  <a:pt x="1708056" y="1424821"/>
                </a:lnTo>
                <a:lnTo>
                  <a:pt x="1708064" y="1424828"/>
                </a:lnTo>
                <a:lnTo>
                  <a:pt x="1708071" y="1424836"/>
                </a:lnTo>
                <a:lnTo>
                  <a:pt x="1708079" y="1424843"/>
                </a:lnTo>
                <a:lnTo>
                  <a:pt x="1708086" y="1424851"/>
                </a:lnTo>
                <a:lnTo>
                  <a:pt x="1708093" y="1424858"/>
                </a:lnTo>
                <a:lnTo>
                  <a:pt x="1708101" y="1424865"/>
                </a:lnTo>
                <a:lnTo>
                  <a:pt x="1708108" y="1424873"/>
                </a:lnTo>
                <a:lnTo>
                  <a:pt x="1708116" y="1424880"/>
                </a:lnTo>
                <a:lnTo>
                  <a:pt x="1708123" y="1424887"/>
                </a:lnTo>
                <a:lnTo>
                  <a:pt x="1708130" y="1424895"/>
                </a:lnTo>
                <a:lnTo>
                  <a:pt x="1708138" y="1424902"/>
                </a:lnTo>
                <a:lnTo>
                  <a:pt x="1708145" y="1424909"/>
                </a:lnTo>
                <a:lnTo>
                  <a:pt x="1708153" y="1424916"/>
                </a:lnTo>
                <a:lnTo>
                  <a:pt x="1708160" y="1424924"/>
                </a:lnTo>
                <a:lnTo>
                  <a:pt x="1708168" y="1424931"/>
                </a:lnTo>
                <a:lnTo>
                  <a:pt x="1725967" y="1441952"/>
                </a:lnTo>
                <a:lnTo>
                  <a:pt x="1732754" y="1434856"/>
                </a:lnTo>
                <a:lnTo>
                  <a:pt x="1715046" y="1417922"/>
                </a:lnTo>
                <a:lnTo>
                  <a:pt x="1707097" y="1409502"/>
                </a:lnTo>
                <a:lnTo>
                  <a:pt x="1699957" y="1416243"/>
                </a:lnTo>
                <a:close/>
                <a:moveTo>
                  <a:pt x="1715132" y="1418013"/>
                </a:moveTo>
                <a:lnTo>
                  <a:pt x="1711562" y="1421383"/>
                </a:lnTo>
                <a:lnTo>
                  <a:pt x="1714955" y="1417835"/>
                </a:lnTo>
                <a:lnTo>
                  <a:pt x="1715046" y="1417922"/>
                </a:lnTo>
                <a:lnTo>
                  <a:pt x="1715132" y="1418013"/>
                </a:lnTo>
                <a:close/>
                <a:moveTo>
                  <a:pt x="1737959" y="1452495"/>
                </a:moveTo>
                <a:lnTo>
                  <a:pt x="1748613" y="1461654"/>
                </a:lnTo>
                <a:lnTo>
                  <a:pt x="1748622" y="1461661"/>
                </a:lnTo>
                <a:lnTo>
                  <a:pt x="1748630" y="1461668"/>
                </a:lnTo>
                <a:lnTo>
                  <a:pt x="1748639" y="1461676"/>
                </a:lnTo>
                <a:lnTo>
                  <a:pt x="1748647" y="1461683"/>
                </a:lnTo>
                <a:lnTo>
                  <a:pt x="1748656" y="1461690"/>
                </a:lnTo>
                <a:lnTo>
                  <a:pt x="1748664" y="1461697"/>
                </a:lnTo>
                <a:lnTo>
                  <a:pt x="1748673" y="1461704"/>
                </a:lnTo>
                <a:lnTo>
                  <a:pt x="1748681" y="1461711"/>
                </a:lnTo>
                <a:lnTo>
                  <a:pt x="1748690" y="1461718"/>
                </a:lnTo>
                <a:lnTo>
                  <a:pt x="1748699" y="1461726"/>
                </a:lnTo>
                <a:lnTo>
                  <a:pt x="1748707" y="1461733"/>
                </a:lnTo>
                <a:lnTo>
                  <a:pt x="1748716" y="1461740"/>
                </a:lnTo>
                <a:lnTo>
                  <a:pt x="1748724" y="1461747"/>
                </a:lnTo>
                <a:lnTo>
                  <a:pt x="1748733" y="1461754"/>
                </a:lnTo>
                <a:lnTo>
                  <a:pt x="1748742" y="1461761"/>
                </a:lnTo>
                <a:lnTo>
                  <a:pt x="1748750" y="1461768"/>
                </a:lnTo>
                <a:lnTo>
                  <a:pt x="1748759" y="1461774"/>
                </a:lnTo>
                <a:lnTo>
                  <a:pt x="1748768" y="1461781"/>
                </a:lnTo>
                <a:lnTo>
                  <a:pt x="1748777" y="1461788"/>
                </a:lnTo>
                <a:lnTo>
                  <a:pt x="1748785" y="1461795"/>
                </a:lnTo>
                <a:lnTo>
                  <a:pt x="1748794" y="1461802"/>
                </a:lnTo>
                <a:lnTo>
                  <a:pt x="1748803" y="1461809"/>
                </a:lnTo>
                <a:lnTo>
                  <a:pt x="1748812" y="1461816"/>
                </a:lnTo>
                <a:lnTo>
                  <a:pt x="1748820" y="1461822"/>
                </a:lnTo>
                <a:lnTo>
                  <a:pt x="1766481" y="1475409"/>
                </a:lnTo>
                <a:lnTo>
                  <a:pt x="1772469" y="1467626"/>
                </a:lnTo>
                <a:lnTo>
                  <a:pt x="1754912" y="1454120"/>
                </a:lnTo>
                <a:lnTo>
                  <a:pt x="1744361" y="1445050"/>
                </a:lnTo>
                <a:lnTo>
                  <a:pt x="1737959" y="1452495"/>
                </a:lnTo>
                <a:close/>
                <a:moveTo>
                  <a:pt x="1755015" y="1454208"/>
                </a:moveTo>
                <a:lnTo>
                  <a:pt x="1751814" y="1457931"/>
                </a:lnTo>
                <a:lnTo>
                  <a:pt x="1754808" y="1454040"/>
                </a:lnTo>
                <a:lnTo>
                  <a:pt x="1754912" y="1454120"/>
                </a:lnTo>
                <a:lnTo>
                  <a:pt x="1755015" y="1454208"/>
                </a:lnTo>
                <a:close/>
                <a:moveTo>
                  <a:pt x="1779558" y="1484587"/>
                </a:moveTo>
                <a:lnTo>
                  <a:pt x="1789291" y="1491259"/>
                </a:lnTo>
                <a:lnTo>
                  <a:pt x="1789300" y="1491265"/>
                </a:lnTo>
                <a:lnTo>
                  <a:pt x="1789309" y="1491271"/>
                </a:lnTo>
                <a:lnTo>
                  <a:pt x="1789318" y="1491277"/>
                </a:lnTo>
                <a:lnTo>
                  <a:pt x="1789328" y="1491284"/>
                </a:lnTo>
                <a:lnTo>
                  <a:pt x="1789337" y="1491290"/>
                </a:lnTo>
                <a:lnTo>
                  <a:pt x="1789346" y="1491296"/>
                </a:lnTo>
                <a:lnTo>
                  <a:pt x="1789355" y="1491302"/>
                </a:lnTo>
                <a:lnTo>
                  <a:pt x="1789365" y="1491308"/>
                </a:lnTo>
                <a:lnTo>
                  <a:pt x="1789374" y="1491314"/>
                </a:lnTo>
                <a:lnTo>
                  <a:pt x="1789383" y="1491321"/>
                </a:lnTo>
                <a:lnTo>
                  <a:pt x="1789393" y="1491327"/>
                </a:lnTo>
                <a:lnTo>
                  <a:pt x="1789402" y="1491333"/>
                </a:lnTo>
                <a:lnTo>
                  <a:pt x="1789411" y="1491339"/>
                </a:lnTo>
                <a:lnTo>
                  <a:pt x="1789421" y="1491345"/>
                </a:lnTo>
                <a:lnTo>
                  <a:pt x="1789430" y="1491351"/>
                </a:lnTo>
                <a:lnTo>
                  <a:pt x="1789440" y="1491357"/>
                </a:lnTo>
                <a:lnTo>
                  <a:pt x="1789449" y="1491363"/>
                </a:lnTo>
                <a:lnTo>
                  <a:pt x="1789459" y="1491369"/>
                </a:lnTo>
                <a:lnTo>
                  <a:pt x="1789468" y="1491374"/>
                </a:lnTo>
                <a:lnTo>
                  <a:pt x="1789478" y="1491380"/>
                </a:lnTo>
                <a:lnTo>
                  <a:pt x="1789487" y="1491386"/>
                </a:lnTo>
                <a:lnTo>
                  <a:pt x="1789496" y="1491392"/>
                </a:lnTo>
                <a:lnTo>
                  <a:pt x="1789506" y="1491398"/>
                </a:lnTo>
                <a:lnTo>
                  <a:pt x="1789516" y="1491404"/>
                </a:lnTo>
                <a:lnTo>
                  <a:pt x="1809642" y="1503642"/>
                </a:lnTo>
                <a:lnTo>
                  <a:pt x="1809651" y="1503648"/>
                </a:lnTo>
                <a:lnTo>
                  <a:pt x="1809661" y="1503654"/>
                </a:lnTo>
                <a:lnTo>
                  <a:pt x="1809670" y="1503659"/>
                </a:lnTo>
                <a:lnTo>
                  <a:pt x="1809679" y="1503665"/>
                </a:lnTo>
                <a:lnTo>
                  <a:pt x="1809689" y="1503671"/>
                </a:lnTo>
                <a:lnTo>
                  <a:pt x="1809698" y="1503676"/>
                </a:lnTo>
                <a:lnTo>
                  <a:pt x="1809708" y="1503682"/>
                </a:lnTo>
                <a:lnTo>
                  <a:pt x="1809717" y="1503687"/>
                </a:lnTo>
                <a:lnTo>
                  <a:pt x="1809726" y="1503693"/>
                </a:lnTo>
                <a:lnTo>
                  <a:pt x="1809736" y="1503698"/>
                </a:lnTo>
                <a:lnTo>
                  <a:pt x="1809745" y="1503704"/>
                </a:lnTo>
                <a:lnTo>
                  <a:pt x="1809755" y="1503709"/>
                </a:lnTo>
                <a:lnTo>
                  <a:pt x="1809764" y="1503715"/>
                </a:lnTo>
                <a:lnTo>
                  <a:pt x="1809774" y="1503720"/>
                </a:lnTo>
                <a:lnTo>
                  <a:pt x="1809783" y="1503725"/>
                </a:lnTo>
                <a:lnTo>
                  <a:pt x="1809793" y="1503731"/>
                </a:lnTo>
                <a:lnTo>
                  <a:pt x="1809802" y="1503736"/>
                </a:lnTo>
                <a:lnTo>
                  <a:pt x="1809812" y="1503741"/>
                </a:lnTo>
                <a:lnTo>
                  <a:pt x="1809821" y="1503747"/>
                </a:lnTo>
                <a:lnTo>
                  <a:pt x="1809831" y="1503752"/>
                </a:lnTo>
                <a:lnTo>
                  <a:pt x="1809841" y="1503757"/>
                </a:lnTo>
                <a:lnTo>
                  <a:pt x="1809850" y="1503762"/>
                </a:lnTo>
                <a:lnTo>
                  <a:pt x="1809860" y="1503768"/>
                </a:lnTo>
                <a:lnTo>
                  <a:pt x="1809870" y="1503773"/>
                </a:lnTo>
                <a:lnTo>
                  <a:pt x="1810731" y="1504235"/>
                </a:lnTo>
                <a:lnTo>
                  <a:pt x="1815377" y="1495585"/>
                </a:lnTo>
                <a:lnTo>
                  <a:pt x="1814630" y="1495183"/>
                </a:lnTo>
                <a:lnTo>
                  <a:pt x="1794735" y="1483085"/>
                </a:lnTo>
                <a:lnTo>
                  <a:pt x="1785110" y="1476488"/>
                </a:lnTo>
                <a:lnTo>
                  <a:pt x="1779558" y="1484587"/>
                </a:lnTo>
                <a:close/>
                <a:moveTo>
                  <a:pt x="1814744" y="1495253"/>
                </a:moveTo>
                <a:lnTo>
                  <a:pt x="1812193" y="1499448"/>
                </a:lnTo>
                <a:lnTo>
                  <a:pt x="1814516" y="1495123"/>
                </a:lnTo>
                <a:lnTo>
                  <a:pt x="1814630" y="1495183"/>
                </a:lnTo>
                <a:lnTo>
                  <a:pt x="1814744" y="1495253"/>
                </a:lnTo>
                <a:close/>
                <a:moveTo>
                  <a:pt x="1794843" y="1483159"/>
                </a:moveTo>
                <a:lnTo>
                  <a:pt x="1792067" y="1487209"/>
                </a:lnTo>
                <a:lnTo>
                  <a:pt x="1794618" y="1483014"/>
                </a:lnTo>
                <a:lnTo>
                  <a:pt x="1794735" y="1483085"/>
                </a:lnTo>
                <a:lnTo>
                  <a:pt x="1794843" y="1483159"/>
                </a:lnTo>
                <a:close/>
                <a:moveTo>
                  <a:pt x="1824571" y="1511670"/>
                </a:moveTo>
                <a:lnTo>
                  <a:pt x="1829996" y="1514584"/>
                </a:lnTo>
                <a:lnTo>
                  <a:pt x="1830005" y="1514589"/>
                </a:lnTo>
                <a:lnTo>
                  <a:pt x="1830014" y="1514594"/>
                </a:lnTo>
                <a:lnTo>
                  <a:pt x="1830024" y="1514599"/>
                </a:lnTo>
                <a:lnTo>
                  <a:pt x="1830033" y="1514604"/>
                </a:lnTo>
                <a:lnTo>
                  <a:pt x="1830042" y="1514609"/>
                </a:lnTo>
                <a:lnTo>
                  <a:pt x="1830052" y="1514614"/>
                </a:lnTo>
                <a:lnTo>
                  <a:pt x="1830061" y="1514618"/>
                </a:lnTo>
                <a:lnTo>
                  <a:pt x="1830070" y="1514623"/>
                </a:lnTo>
                <a:lnTo>
                  <a:pt x="1830080" y="1514628"/>
                </a:lnTo>
                <a:lnTo>
                  <a:pt x="1830089" y="1514633"/>
                </a:lnTo>
                <a:lnTo>
                  <a:pt x="1830099" y="1514638"/>
                </a:lnTo>
                <a:lnTo>
                  <a:pt x="1830108" y="1514642"/>
                </a:lnTo>
                <a:lnTo>
                  <a:pt x="1830117" y="1514647"/>
                </a:lnTo>
                <a:lnTo>
                  <a:pt x="1830127" y="1514652"/>
                </a:lnTo>
                <a:lnTo>
                  <a:pt x="1830136" y="1514657"/>
                </a:lnTo>
                <a:lnTo>
                  <a:pt x="1830146" y="1514661"/>
                </a:lnTo>
                <a:lnTo>
                  <a:pt x="1830155" y="1514666"/>
                </a:lnTo>
                <a:lnTo>
                  <a:pt x="1830165" y="1514670"/>
                </a:lnTo>
                <a:lnTo>
                  <a:pt x="1830174" y="1514675"/>
                </a:lnTo>
                <a:lnTo>
                  <a:pt x="1830184" y="1514680"/>
                </a:lnTo>
                <a:lnTo>
                  <a:pt x="1830193" y="1514684"/>
                </a:lnTo>
                <a:lnTo>
                  <a:pt x="1830203" y="1514689"/>
                </a:lnTo>
                <a:lnTo>
                  <a:pt x="1830212" y="1514693"/>
                </a:lnTo>
                <a:lnTo>
                  <a:pt x="1830222" y="1514698"/>
                </a:lnTo>
                <a:lnTo>
                  <a:pt x="1850348" y="1524207"/>
                </a:lnTo>
                <a:lnTo>
                  <a:pt x="1850357" y="1524212"/>
                </a:lnTo>
                <a:lnTo>
                  <a:pt x="1850366" y="1524216"/>
                </a:lnTo>
                <a:lnTo>
                  <a:pt x="1850375" y="1524220"/>
                </a:lnTo>
                <a:lnTo>
                  <a:pt x="1850384" y="1524224"/>
                </a:lnTo>
                <a:lnTo>
                  <a:pt x="1850393" y="1524228"/>
                </a:lnTo>
                <a:lnTo>
                  <a:pt x="1850402" y="1524233"/>
                </a:lnTo>
                <a:lnTo>
                  <a:pt x="1850412" y="1524237"/>
                </a:lnTo>
                <a:lnTo>
                  <a:pt x="1850421" y="1524241"/>
                </a:lnTo>
                <a:lnTo>
                  <a:pt x="1850430" y="1524245"/>
                </a:lnTo>
                <a:lnTo>
                  <a:pt x="1850439" y="1524249"/>
                </a:lnTo>
                <a:lnTo>
                  <a:pt x="1850448" y="1524253"/>
                </a:lnTo>
                <a:lnTo>
                  <a:pt x="1850457" y="1524257"/>
                </a:lnTo>
                <a:lnTo>
                  <a:pt x="1850466" y="1524261"/>
                </a:lnTo>
                <a:lnTo>
                  <a:pt x="1850476" y="1524265"/>
                </a:lnTo>
                <a:lnTo>
                  <a:pt x="1850485" y="1524269"/>
                </a:lnTo>
                <a:lnTo>
                  <a:pt x="1850494" y="1524273"/>
                </a:lnTo>
                <a:lnTo>
                  <a:pt x="1850503" y="1524277"/>
                </a:lnTo>
                <a:lnTo>
                  <a:pt x="1850512" y="1524281"/>
                </a:lnTo>
                <a:lnTo>
                  <a:pt x="1850522" y="1524285"/>
                </a:lnTo>
                <a:lnTo>
                  <a:pt x="1850531" y="1524289"/>
                </a:lnTo>
                <a:lnTo>
                  <a:pt x="1850540" y="1524293"/>
                </a:lnTo>
                <a:lnTo>
                  <a:pt x="1850549" y="1524297"/>
                </a:lnTo>
                <a:lnTo>
                  <a:pt x="1850559" y="1524301"/>
                </a:lnTo>
                <a:lnTo>
                  <a:pt x="1850568" y="1524305"/>
                </a:lnTo>
                <a:lnTo>
                  <a:pt x="1857882" y="1527331"/>
                </a:lnTo>
                <a:lnTo>
                  <a:pt x="1861637" y="1518259"/>
                </a:lnTo>
                <a:lnTo>
                  <a:pt x="1854434" y="1515278"/>
                </a:lnTo>
                <a:lnTo>
                  <a:pt x="1834532" y="1505875"/>
                </a:lnTo>
                <a:lnTo>
                  <a:pt x="1829219" y="1503020"/>
                </a:lnTo>
                <a:lnTo>
                  <a:pt x="1824571" y="1511670"/>
                </a:lnTo>
                <a:close/>
                <a:moveTo>
                  <a:pt x="1854543" y="1515329"/>
                </a:moveTo>
                <a:lnTo>
                  <a:pt x="1852445" y="1519768"/>
                </a:lnTo>
                <a:lnTo>
                  <a:pt x="1854323" y="1515232"/>
                </a:lnTo>
                <a:lnTo>
                  <a:pt x="1854434" y="1515278"/>
                </a:lnTo>
                <a:lnTo>
                  <a:pt x="1854543" y="1515329"/>
                </a:lnTo>
                <a:close/>
                <a:moveTo>
                  <a:pt x="1834643" y="1505934"/>
                </a:moveTo>
                <a:lnTo>
                  <a:pt x="1832319" y="1510259"/>
                </a:lnTo>
                <a:lnTo>
                  <a:pt x="1834417" y="1505820"/>
                </a:lnTo>
                <a:lnTo>
                  <a:pt x="1834532" y="1505875"/>
                </a:lnTo>
                <a:lnTo>
                  <a:pt x="1834643" y="1505934"/>
                </a:lnTo>
                <a:close/>
                <a:moveTo>
                  <a:pt x="1872640" y="1533342"/>
                </a:moveTo>
                <a:lnTo>
                  <a:pt x="1891031" y="1539980"/>
                </a:lnTo>
                <a:lnTo>
                  <a:pt x="1891039" y="1539983"/>
                </a:lnTo>
                <a:lnTo>
                  <a:pt x="1891047" y="1539986"/>
                </a:lnTo>
                <a:lnTo>
                  <a:pt x="1891056" y="1539989"/>
                </a:lnTo>
                <a:lnTo>
                  <a:pt x="1891064" y="1539992"/>
                </a:lnTo>
                <a:lnTo>
                  <a:pt x="1891072" y="1539995"/>
                </a:lnTo>
                <a:lnTo>
                  <a:pt x="1891080" y="1539998"/>
                </a:lnTo>
                <a:lnTo>
                  <a:pt x="1891089" y="1540000"/>
                </a:lnTo>
                <a:lnTo>
                  <a:pt x="1891097" y="1540003"/>
                </a:lnTo>
                <a:lnTo>
                  <a:pt x="1891105" y="1540006"/>
                </a:lnTo>
                <a:lnTo>
                  <a:pt x="1891113" y="1540009"/>
                </a:lnTo>
                <a:lnTo>
                  <a:pt x="1891122" y="1540012"/>
                </a:lnTo>
                <a:lnTo>
                  <a:pt x="1891130" y="1540015"/>
                </a:lnTo>
                <a:lnTo>
                  <a:pt x="1891138" y="1540017"/>
                </a:lnTo>
                <a:lnTo>
                  <a:pt x="1891146" y="1540020"/>
                </a:lnTo>
                <a:lnTo>
                  <a:pt x="1891155" y="1540023"/>
                </a:lnTo>
                <a:lnTo>
                  <a:pt x="1891163" y="1540026"/>
                </a:lnTo>
                <a:lnTo>
                  <a:pt x="1891171" y="1540028"/>
                </a:lnTo>
                <a:lnTo>
                  <a:pt x="1891179" y="1540031"/>
                </a:lnTo>
                <a:lnTo>
                  <a:pt x="1891188" y="1540034"/>
                </a:lnTo>
                <a:lnTo>
                  <a:pt x="1891196" y="1540036"/>
                </a:lnTo>
                <a:lnTo>
                  <a:pt x="1891204" y="1540039"/>
                </a:lnTo>
                <a:lnTo>
                  <a:pt x="1891213" y="1540042"/>
                </a:lnTo>
                <a:lnTo>
                  <a:pt x="1891221" y="1540044"/>
                </a:lnTo>
                <a:lnTo>
                  <a:pt x="1891229" y="1540047"/>
                </a:lnTo>
                <a:lnTo>
                  <a:pt x="1907241" y="1545067"/>
                </a:lnTo>
                <a:lnTo>
                  <a:pt x="1910179" y="1535697"/>
                </a:lnTo>
                <a:lnTo>
                  <a:pt x="1894267" y="1530709"/>
                </a:lnTo>
                <a:lnTo>
                  <a:pt x="1875974" y="1524106"/>
                </a:lnTo>
                <a:lnTo>
                  <a:pt x="1872640" y="1533342"/>
                </a:lnTo>
                <a:close/>
                <a:moveTo>
                  <a:pt x="1894365" y="1530744"/>
                </a:moveTo>
                <a:lnTo>
                  <a:pt x="1892698" y="1535362"/>
                </a:lnTo>
                <a:lnTo>
                  <a:pt x="1894167" y="1530678"/>
                </a:lnTo>
                <a:lnTo>
                  <a:pt x="1894267" y="1530709"/>
                </a:lnTo>
                <a:lnTo>
                  <a:pt x="1894365" y="1530744"/>
                </a:lnTo>
                <a:close/>
                <a:moveTo>
                  <a:pt x="1922541" y="1549394"/>
                </a:moveTo>
                <a:lnTo>
                  <a:pt x="1931666" y="1551868"/>
                </a:lnTo>
                <a:lnTo>
                  <a:pt x="1931673" y="1551870"/>
                </a:lnTo>
                <a:lnTo>
                  <a:pt x="1931680" y="1551872"/>
                </a:lnTo>
                <a:lnTo>
                  <a:pt x="1931687" y="1551874"/>
                </a:lnTo>
                <a:lnTo>
                  <a:pt x="1931694" y="1551875"/>
                </a:lnTo>
                <a:lnTo>
                  <a:pt x="1931701" y="1551877"/>
                </a:lnTo>
                <a:lnTo>
                  <a:pt x="1931707" y="1551879"/>
                </a:lnTo>
                <a:lnTo>
                  <a:pt x="1931714" y="1551881"/>
                </a:lnTo>
                <a:lnTo>
                  <a:pt x="1931721" y="1551883"/>
                </a:lnTo>
                <a:lnTo>
                  <a:pt x="1931728" y="1551885"/>
                </a:lnTo>
                <a:lnTo>
                  <a:pt x="1931735" y="1551886"/>
                </a:lnTo>
                <a:lnTo>
                  <a:pt x="1931742" y="1551888"/>
                </a:lnTo>
                <a:lnTo>
                  <a:pt x="1931750" y="1551890"/>
                </a:lnTo>
                <a:lnTo>
                  <a:pt x="1931757" y="1551892"/>
                </a:lnTo>
                <a:lnTo>
                  <a:pt x="1931764" y="1551893"/>
                </a:lnTo>
                <a:lnTo>
                  <a:pt x="1931771" y="1551895"/>
                </a:lnTo>
                <a:lnTo>
                  <a:pt x="1931778" y="1551897"/>
                </a:lnTo>
                <a:lnTo>
                  <a:pt x="1931785" y="1551899"/>
                </a:lnTo>
                <a:lnTo>
                  <a:pt x="1931792" y="1551900"/>
                </a:lnTo>
                <a:lnTo>
                  <a:pt x="1931799" y="1551902"/>
                </a:lnTo>
                <a:lnTo>
                  <a:pt x="1931806" y="1551904"/>
                </a:lnTo>
                <a:lnTo>
                  <a:pt x="1931813" y="1551905"/>
                </a:lnTo>
                <a:lnTo>
                  <a:pt x="1931820" y="1551907"/>
                </a:lnTo>
                <a:lnTo>
                  <a:pt x="1931827" y="1551909"/>
                </a:lnTo>
                <a:lnTo>
                  <a:pt x="1931834" y="1551910"/>
                </a:lnTo>
                <a:lnTo>
                  <a:pt x="1951960" y="1556611"/>
                </a:lnTo>
                <a:lnTo>
                  <a:pt x="1951966" y="1556613"/>
                </a:lnTo>
                <a:lnTo>
                  <a:pt x="1951973" y="1556614"/>
                </a:lnTo>
                <a:lnTo>
                  <a:pt x="1951979" y="1556616"/>
                </a:lnTo>
                <a:lnTo>
                  <a:pt x="1951985" y="1556617"/>
                </a:lnTo>
                <a:lnTo>
                  <a:pt x="1951992" y="1556619"/>
                </a:lnTo>
                <a:lnTo>
                  <a:pt x="1951998" y="1556620"/>
                </a:lnTo>
                <a:lnTo>
                  <a:pt x="1952004" y="1556621"/>
                </a:lnTo>
                <a:lnTo>
                  <a:pt x="1952011" y="1556623"/>
                </a:lnTo>
                <a:lnTo>
                  <a:pt x="1952017" y="1556624"/>
                </a:lnTo>
                <a:lnTo>
                  <a:pt x="1952023" y="1556626"/>
                </a:lnTo>
                <a:lnTo>
                  <a:pt x="1952030" y="1556627"/>
                </a:lnTo>
                <a:lnTo>
                  <a:pt x="1952036" y="1556628"/>
                </a:lnTo>
                <a:lnTo>
                  <a:pt x="1952042" y="1556630"/>
                </a:lnTo>
                <a:lnTo>
                  <a:pt x="1952049" y="1556631"/>
                </a:lnTo>
                <a:lnTo>
                  <a:pt x="1952055" y="1556632"/>
                </a:lnTo>
                <a:lnTo>
                  <a:pt x="1952061" y="1556634"/>
                </a:lnTo>
                <a:lnTo>
                  <a:pt x="1952068" y="1556635"/>
                </a:lnTo>
                <a:lnTo>
                  <a:pt x="1952074" y="1556636"/>
                </a:lnTo>
                <a:lnTo>
                  <a:pt x="1952080" y="1556638"/>
                </a:lnTo>
                <a:lnTo>
                  <a:pt x="1952087" y="1556639"/>
                </a:lnTo>
                <a:lnTo>
                  <a:pt x="1952093" y="1556640"/>
                </a:lnTo>
                <a:lnTo>
                  <a:pt x="1952100" y="1556642"/>
                </a:lnTo>
                <a:lnTo>
                  <a:pt x="1952106" y="1556643"/>
                </a:lnTo>
                <a:lnTo>
                  <a:pt x="1952112" y="1556644"/>
                </a:lnTo>
                <a:lnTo>
                  <a:pt x="1958202" y="1557864"/>
                </a:lnTo>
                <a:lnTo>
                  <a:pt x="1960131" y="1548237"/>
                </a:lnTo>
                <a:lnTo>
                  <a:pt x="1954120" y="1547032"/>
                </a:lnTo>
                <a:lnTo>
                  <a:pt x="1934152" y="1542368"/>
                </a:lnTo>
                <a:lnTo>
                  <a:pt x="1925111" y="1539917"/>
                </a:lnTo>
                <a:lnTo>
                  <a:pt x="1922541" y="1549394"/>
                </a:lnTo>
                <a:close/>
                <a:moveTo>
                  <a:pt x="1954194" y="1547050"/>
                </a:moveTo>
                <a:lnTo>
                  <a:pt x="1953077" y="1551830"/>
                </a:lnTo>
                <a:lnTo>
                  <a:pt x="1954041" y="1547017"/>
                </a:lnTo>
                <a:lnTo>
                  <a:pt x="1954120" y="1547032"/>
                </a:lnTo>
                <a:lnTo>
                  <a:pt x="1954194" y="1547050"/>
                </a:lnTo>
                <a:close/>
                <a:moveTo>
                  <a:pt x="1934236" y="1542391"/>
                </a:moveTo>
                <a:lnTo>
                  <a:pt x="1932951" y="1547130"/>
                </a:lnTo>
                <a:lnTo>
                  <a:pt x="1934067" y="1542349"/>
                </a:lnTo>
                <a:lnTo>
                  <a:pt x="1934152" y="1542368"/>
                </a:lnTo>
                <a:lnTo>
                  <a:pt x="1934236" y="1542391"/>
                </a:lnTo>
                <a:close/>
                <a:moveTo>
                  <a:pt x="1994158" y="1554469"/>
                </a:moveTo>
                <a:lnTo>
                  <a:pt x="1975407" y="1551259"/>
                </a:lnTo>
                <a:lnTo>
                  <a:pt x="1974008" y="1559434"/>
                </a:lnTo>
                <a:lnTo>
                  <a:pt x="1993308" y="1559434"/>
                </a:lnTo>
                <a:lnTo>
                  <a:pt x="1994158" y="1554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Reward">
            <a:extLst xmlns:a="http://schemas.openxmlformats.org/drawingml/2006/main">
              <a:ext uri="{FF2B5EF4-FFF2-40B4-BE49-F238E27FC236}">
                <a16:creationId xmlns:a16="http://schemas.microsoft.com/office/drawing/2014/main" id="{7785DCC7-1D44-404A-9190-63978ED2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24" y="4365763"/>
            <a:ext cx="403814" cy="92366"/>
          </a:xfrm>
          <a:custGeom xmlns:a="http://schemas.openxmlformats.org/drawingml/2006/main">
            <a:pathLst>
              <a:path w="403814" h="92366">
                <a:moveTo>
                  <a:pt x="85932" y="90582"/>
                </a:moveTo>
                <a:lnTo>
                  <a:pt x="62872" y="90582"/>
                </a:lnTo>
                <a:lnTo>
                  <a:pt x="33634" y="50196"/>
                </a:lnTo>
                <a:cubicBezTo>
                  <a:pt x="31468" y="50281"/>
                  <a:pt x="29706" y="50323"/>
                  <a:pt x="28347" y="50323"/>
                </a:cubicBezTo>
                <a:cubicBezTo>
                  <a:pt x="27795" y="50323"/>
                  <a:pt x="27200" y="50313"/>
                  <a:pt x="26563" y="50292"/>
                </a:cubicBezTo>
                <a:cubicBezTo>
                  <a:pt x="25926" y="50270"/>
                  <a:pt x="25268" y="50238"/>
                  <a:pt x="24588" y="50196"/>
                </a:cubicBezTo>
                <a:lnTo>
                  <a:pt x="24588" y="75294"/>
                </a:lnTo>
                <a:cubicBezTo>
                  <a:pt x="24588" y="80703"/>
                  <a:pt x="25183" y="84063"/>
                  <a:pt x="26372" y="85373"/>
                </a:cubicBezTo>
                <a:cubicBezTo>
                  <a:pt x="27986" y="87232"/>
                  <a:pt x="30406" y="88161"/>
                  <a:pt x="33634" y="88161"/>
                </a:cubicBezTo>
                <a:lnTo>
                  <a:pt x="37010" y="88161"/>
                </a:lnTo>
                <a:lnTo>
                  <a:pt x="37010" y="90582"/>
                </a:lnTo>
                <a:lnTo>
                  <a:pt x="0" y="90582"/>
                </a:lnTo>
                <a:lnTo>
                  <a:pt x="0" y="88161"/>
                </a:lnTo>
                <a:lnTo>
                  <a:pt x="3249" y="88161"/>
                </a:lnTo>
                <a:cubicBezTo>
                  <a:pt x="6901" y="88161"/>
                  <a:pt x="9513" y="86978"/>
                  <a:pt x="11084" y="84612"/>
                </a:cubicBezTo>
                <a:cubicBezTo>
                  <a:pt x="11976" y="83302"/>
                  <a:pt x="12422" y="80196"/>
                  <a:pt x="12422" y="75294"/>
                </a:cubicBezTo>
                <a:lnTo>
                  <a:pt x="12422" y="19492"/>
                </a:lnTo>
                <a:cubicBezTo>
                  <a:pt x="12422" y="14083"/>
                  <a:pt x="11827" y="10724"/>
                  <a:pt x="10638" y="9414"/>
                </a:cubicBezTo>
                <a:cubicBezTo>
                  <a:pt x="8982" y="7554"/>
                  <a:pt x="6519" y="6625"/>
                  <a:pt x="3249" y="6625"/>
                </a:cubicBezTo>
                <a:lnTo>
                  <a:pt x="0" y="6625"/>
                </a:lnTo>
                <a:lnTo>
                  <a:pt x="0" y="4204"/>
                </a:lnTo>
                <a:lnTo>
                  <a:pt x="31468" y="4204"/>
                </a:lnTo>
                <a:cubicBezTo>
                  <a:pt x="40641" y="4204"/>
                  <a:pt x="47404" y="4872"/>
                  <a:pt x="51757" y="6209"/>
                </a:cubicBezTo>
                <a:cubicBezTo>
                  <a:pt x="56109" y="7545"/>
                  <a:pt x="59804" y="10006"/>
                  <a:pt x="62841" y="13592"/>
                </a:cubicBezTo>
                <a:cubicBezTo>
                  <a:pt x="65877" y="17177"/>
                  <a:pt x="67395" y="21450"/>
                  <a:pt x="67395" y="26414"/>
                </a:cubicBezTo>
                <a:cubicBezTo>
                  <a:pt x="67395" y="31718"/>
                  <a:pt x="65665" y="36322"/>
                  <a:pt x="62204" y="40225"/>
                </a:cubicBezTo>
                <a:cubicBezTo>
                  <a:pt x="58742" y="44128"/>
                  <a:pt x="53381" y="46886"/>
                  <a:pt x="46119" y="48498"/>
                </a:cubicBezTo>
                <a:lnTo>
                  <a:pt x="63955" y="73256"/>
                </a:lnTo>
                <a:cubicBezTo>
                  <a:pt x="68032" y="78946"/>
                  <a:pt x="71536" y="82726"/>
                  <a:pt x="74466" y="84594"/>
                </a:cubicBezTo>
                <a:cubicBezTo>
                  <a:pt x="77396" y="86463"/>
                  <a:pt x="81218" y="87652"/>
                  <a:pt x="85932" y="88161"/>
                </a:cubicBezTo>
                <a:lnTo>
                  <a:pt x="85932" y="90582"/>
                </a:lnTo>
                <a:moveTo>
                  <a:pt x="24588" y="46119"/>
                </a:moveTo>
                <a:cubicBezTo>
                  <a:pt x="25395" y="46119"/>
                  <a:pt x="26096" y="46130"/>
                  <a:pt x="26690" y="46151"/>
                </a:cubicBezTo>
                <a:cubicBezTo>
                  <a:pt x="27285" y="46172"/>
                  <a:pt x="27773" y="46183"/>
                  <a:pt x="28156" y="46183"/>
                </a:cubicBezTo>
                <a:cubicBezTo>
                  <a:pt x="36394" y="46183"/>
                  <a:pt x="42605" y="44403"/>
                  <a:pt x="46788" y="40842"/>
                </a:cubicBezTo>
                <a:cubicBezTo>
                  <a:pt x="50971" y="37280"/>
                  <a:pt x="53062" y="32743"/>
                  <a:pt x="53062" y="27232"/>
                </a:cubicBezTo>
                <a:cubicBezTo>
                  <a:pt x="53062" y="21848"/>
                  <a:pt x="51374" y="17471"/>
                  <a:pt x="47998" y="14102"/>
                </a:cubicBezTo>
                <a:cubicBezTo>
                  <a:pt x="44622" y="10731"/>
                  <a:pt x="40153" y="9045"/>
                  <a:pt x="34589" y="9045"/>
                </a:cubicBezTo>
                <a:cubicBezTo>
                  <a:pt x="32126" y="9045"/>
                  <a:pt x="28793" y="9470"/>
                  <a:pt x="24588" y="10319"/>
                </a:cubicBezTo>
                <a:lnTo>
                  <a:pt x="24588" y="46119"/>
                </a:lnTo>
                <a:close/>
                <a:moveTo>
                  <a:pt x="98673" y="54273"/>
                </a:moveTo>
                <a:cubicBezTo>
                  <a:pt x="98630" y="62896"/>
                  <a:pt x="100732" y="69660"/>
                  <a:pt x="104979" y="74563"/>
                </a:cubicBezTo>
                <a:cubicBezTo>
                  <a:pt x="109226" y="79467"/>
                  <a:pt x="114216" y="81919"/>
                  <a:pt x="119949" y="81919"/>
                </a:cubicBezTo>
                <a:cubicBezTo>
                  <a:pt x="123771" y="81919"/>
                  <a:pt x="127094" y="80863"/>
                  <a:pt x="129918" y="78752"/>
                </a:cubicBezTo>
                <a:cubicBezTo>
                  <a:pt x="132742" y="76640"/>
                  <a:pt x="135109" y="73025"/>
                  <a:pt x="137020" y="67905"/>
                </a:cubicBezTo>
                <a:lnTo>
                  <a:pt x="138995" y="69185"/>
                </a:lnTo>
                <a:cubicBezTo>
                  <a:pt x="138103" y="75033"/>
                  <a:pt x="135513" y="80359"/>
                  <a:pt x="131224" y="85162"/>
                </a:cubicBezTo>
                <a:cubicBezTo>
                  <a:pt x="126934" y="89964"/>
                  <a:pt x="121562" y="92366"/>
                  <a:pt x="115107" y="92366"/>
                </a:cubicBezTo>
                <a:cubicBezTo>
                  <a:pt x="108100" y="92366"/>
                  <a:pt x="102102" y="89643"/>
                  <a:pt x="97112" y="84198"/>
                </a:cubicBezTo>
                <a:cubicBezTo>
                  <a:pt x="92122" y="78752"/>
                  <a:pt x="89627" y="71430"/>
                  <a:pt x="89627" y="62233"/>
                </a:cubicBezTo>
                <a:cubicBezTo>
                  <a:pt x="89627" y="52275"/>
                  <a:pt x="92186" y="44509"/>
                  <a:pt x="97303" y="38937"/>
                </a:cubicBezTo>
                <a:cubicBezTo>
                  <a:pt x="102420" y="33363"/>
                  <a:pt x="108843" y="30576"/>
                  <a:pt x="116572" y="30576"/>
                </a:cubicBezTo>
                <a:cubicBezTo>
                  <a:pt x="123112" y="30576"/>
                  <a:pt x="128484" y="32726"/>
                  <a:pt x="132689" y="37026"/>
                </a:cubicBezTo>
                <a:cubicBezTo>
                  <a:pt x="136893" y="41324"/>
                  <a:pt x="138995" y="47073"/>
                  <a:pt x="138995" y="54273"/>
                </a:cubicBezTo>
                <a:lnTo>
                  <a:pt x="98673" y="54273"/>
                </a:lnTo>
                <a:moveTo>
                  <a:pt x="98673" y="50578"/>
                </a:moveTo>
                <a:lnTo>
                  <a:pt x="125682" y="50578"/>
                </a:lnTo>
                <a:cubicBezTo>
                  <a:pt x="125469" y="46872"/>
                  <a:pt x="125023" y="44261"/>
                  <a:pt x="124344" y="42745"/>
                </a:cubicBezTo>
                <a:cubicBezTo>
                  <a:pt x="123282" y="40385"/>
                  <a:pt x="121700" y="38532"/>
                  <a:pt x="119598" y="37185"/>
                </a:cubicBezTo>
                <a:cubicBezTo>
                  <a:pt x="117496" y="35837"/>
                  <a:pt x="115298" y="35163"/>
                  <a:pt x="113005" y="35163"/>
                </a:cubicBezTo>
                <a:cubicBezTo>
                  <a:pt x="109480" y="35163"/>
                  <a:pt x="106327" y="36521"/>
                  <a:pt x="103546" y="39237"/>
                </a:cubicBezTo>
                <a:cubicBezTo>
                  <a:pt x="100764" y="41954"/>
                  <a:pt x="99140" y="45734"/>
                  <a:pt x="98673" y="50578"/>
                </a:cubicBezTo>
                <a:close/>
                <a:moveTo>
                  <a:pt x="143538" y="32232"/>
                </a:moveTo>
                <a:lnTo>
                  <a:pt x="167999" y="32232"/>
                </a:lnTo>
                <a:lnTo>
                  <a:pt x="167999" y="34526"/>
                </a:lnTo>
                <a:cubicBezTo>
                  <a:pt x="165748" y="34697"/>
                  <a:pt x="164272" y="35104"/>
                  <a:pt x="163572" y="35746"/>
                </a:cubicBezTo>
                <a:cubicBezTo>
                  <a:pt x="162871" y="36387"/>
                  <a:pt x="162521" y="37306"/>
                  <a:pt x="162521" y="38503"/>
                </a:cubicBezTo>
                <a:cubicBezTo>
                  <a:pt x="162521" y="39830"/>
                  <a:pt x="162882" y="41435"/>
                  <a:pt x="163603" y="43316"/>
                </a:cubicBezTo>
                <a:lnTo>
                  <a:pt x="176089" y="76815"/>
                </a:lnTo>
                <a:lnTo>
                  <a:pt x="188638" y="49491"/>
                </a:lnTo>
                <a:lnTo>
                  <a:pt x="185325" y="40959"/>
                </a:lnTo>
                <a:cubicBezTo>
                  <a:pt x="184306" y="38386"/>
                  <a:pt x="182968" y="36606"/>
                  <a:pt x="181312" y="35619"/>
                </a:cubicBezTo>
                <a:cubicBezTo>
                  <a:pt x="180378" y="35019"/>
                  <a:pt x="178637" y="34654"/>
                  <a:pt x="176089" y="34526"/>
                </a:cubicBezTo>
                <a:lnTo>
                  <a:pt x="176089" y="32232"/>
                </a:lnTo>
                <a:lnTo>
                  <a:pt x="203862" y="32232"/>
                </a:lnTo>
                <a:lnTo>
                  <a:pt x="203862" y="34526"/>
                </a:lnTo>
                <a:cubicBezTo>
                  <a:pt x="200805" y="34654"/>
                  <a:pt x="198639" y="35213"/>
                  <a:pt x="197365" y="36202"/>
                </a:cubicBezTo>
                <a:cubicBezTo>
                  <a:pt x="196515" y="36891"/>
                  <a:pt x="196091" y="37987"/>
                  <a:pt x="196091" y="39492"/>
                </a:cubicBezTo>
                <a:cubicBezTo>
                  <a:pt x="196091" y="40342"/>
                  <a:pt x="196261" y="41213"/>
                  <a:pt x="196600" y="42106"/>
                </a:cubicBezTo>
                <a:lnTo>
                  <a:pt x="209850" y="75648"/>
                </a:lnTo>
                <a:lnTo>
                  <a:pt x="222144" y="43316"/>
                </a:lnTo>
                <a:cubicBezTo>
                  <a:pt x="222994" y="41006"/>
                  <a:pt x="223418" y="39167"/>
                  <a:pt x="223418" y="37798"/>
                </a:cubicBezTo>
                <a:cubicBezTo>
                  <a:pt x="223418" y="36985"/>
                  <a:pt x="223004" y="36258"/>
                  <a:pt x="222176" y="35617"/>
                </a:cubicBezTo>
                <a:cubicBezTo>
                  <a:pt x="221348" y="34974"/>
                  <a:pt x="219724" y="34611"/>
                  <a:pt x="217303" y="34526"/>
                </a:cubicBezTo>
                <a:lnTo>
                  <a:pt x="217303" y="32232"/>
                </a:lnTo>
                <a:lnTo>
                  <a:pt x="235712" y="32232"/>
                </a:lnTo>
                <a:lnTo>
                  <a:pt x="235712" y="34526"/>
                </a:lnTo>
                <a:cubicBezTo>
                  <a:pt x="232018" y="35080"/>
                  <a:pt x="229300" y="37597"/>
                  <a:pt x="227559" y="42076"/>
                </a:cubicBezTo>
                <a:lnTo>
                  <a:pt x="208066" y="92366"/>
                </a:lnTo>
                <a:lnTo>
                  <a:pt x="205455" y="92366"/>
                </a:lnTo>
                <a:lnTo>
                  <a:pt x="190867" y="55169"/>
                </a:lnTo>
                <a:lnTo>
                  <a:pt x="173859" y="92366"/>
                </a:lnTo>
                <a:lnTo>
                  <a:pt x="171502" y="92366"/>
                </a:lnTo>
                <a:lnTo>
                  <a:pt x="152774" y="43316"/>
                </a:lnTo>
                <a:cubicBezTo>
                  <a:pt x="151543" y="40194"/>
                  <a:pt x="150333" y="38087"/>
                  <a:pt x="149143" y="36996"/>
                </a:cubicBezTo>
                <a:cubicBezTo>
                  <a:pt x="147954" y="35905"/>
                  <a:pt x="146086" y="35082"/>
                  <a:pt x="143538" y="34526"/>
                </a:cubicBezTo>
                <a:lnTo>
                  <a:pt x="143538" y="32232"/>
                </a:lnTo>
                <a:close/>
                <a:moveTo>
                  <a:pt x="274038" y="82241"/>
                </a:moveTo>
                <a:cubicBezTo>
                  <a:pt x="268050" y="86869"/>
                  <a:pt x="264292" y="89543"/>
                  <a:pt x="262763" y="90264"/>
                </a:cubicBezTo>
                <a:cubicBezTo>
                  <a:pt x="260470" y="91325"/>
                  <a:pt x="258028" y="91856"/>
                  <a:pt x="255437" y="91856"/>
                </a:cubicBezTo>
                <a:cubicBezTo>
                  <a:pt x="251403" y="91856"/>
                  <a:pt x="248080" y="90476"/>
                  <a:pt x="245468" y="87716"/>
                </a:cubicBezTo>
                <a:cubicBezTo>
                  <a:pt x="242856" y="84955"/>
                  <a:pt x="241551" y="81324"/>
                  <a:pt x="241551" y="76823"/>
                </a:cubicBezTo>
                <a:cubicBezTo>
                  <a:pt x="241551" y="73977"/>
                  <a:pt x="242188" y="71514"/>
                  <a:pt x="243462" y="69434"/>
                </a:cubicBezTo>
                <a:cubicBezTo>
                  <a:pt x="245203" y="66546"/>
                  <a:pt x="248228" y="63828"/>
                  <a:pt x="252539" y="61280"/>
                </a:cubicBezTo>
                <a:cubicBezTo>
                  <a:pt x="256849" y="58732"/>
                  <a:pt x="264016" y="55632"/>
                  <a:pt x="274038" y="51980"/>
                </a:cubicBezTo>
                <a:lnTo>
                  <a:pt x="274038" y="49694"/>
                </a:lnTo>
                <a:cubicBezTo>
                  <a:pt x="274038" y="43898"/>
                  <a:pt x="273114" y="39920"/>
                  <a:pt x="271267" y="37762"/>
                </a:cubicBezTo>
                <a:cubicBezTo>
                  <a:pt x="269419" y="35605"/>
                  <a:pt x="266733" y="34526"/>
                  <a:pt x="263209" y="34526"/>
                </a:cubicBezTo>
                <a:cubicBezTo>
                  <a:pt x="260533" y="34526"/>
                  <a:pt x="258410" y="35248"/>
                  <a:pt x="256839" y="36691"/>
                </a:cubicBezTo>
                <a:cubicBezTo>
                  <a:pt x="255225" y="38135"/>
                  <a:pt x="254418" y="39792"/>
                  <a:pt x="254418" y="41660"/>
                </a:cubicBezTo>
                <a:lnTo>
                  <a:pt x="254545" y="45355"/>
                </a:lnTo>
                <a:cubicBezTo>
                  <a:pt x="254545" y="47308"/>
                  <a:pt x="254046" y="48816"/>
                  <a:pt x="253048" y="49877"/>
                </a:cubicBezTo>
                <a:cubicBezTo>
                  <a:pt x="252050" y="50939"/>
                  <a:pt x="250745" y="51470"/>
                  <a:pt x="249131" y="51470"/>
                </a:cubicBezTo>
                <a:cubicBezTo>
                  <a:pt x="247560" y="51470"/>
                  <a:pt x="246275" y="50917"/>
                  <a:pt x="245277" y="49810"/>
                </a:cubicBezTo>
                <a:cubicBezTo>
                  <a:pt x="244279" y="48702"/>
                  <a:pt x="243780" y="47189"/>
                  <a:pt x="243780" y="45273"/>
                </a:cubicBezTo>
                <a:cubicBezTo>
                  <a:pt x="243780" y="41609"/>
                  <a:pt x="245649" y="38244"/>
                  <a:pt x="249386" y="35177"/>
                </a:cubicBezTo>
                <a:cubicBezTo>
                  <a:pt x="253123" y="32110"/>
                  <a:pt x="258367" y="30576"/>
                  <a:pt x="265120" y="30576"/>
                </a:cubicBezTo>
                <a:cubicBezTo>
                  <a:pt x="270301" y="30576"/>
                  <a:pt x="274547" y="31445"/>
                  <a:pt x="277860" y="33184"/>
                </a:cubicBezTo>
                <a:cubicBezTo>
                  <a:pt x="280365" y="34499"/>
                  <a:pt x="282213" y="36557"/>
                  <a:pt x="283402" y="39357"/>
                </a:cubicBezTo>
                <a:cubicBezTo>
                  <a:pt x="284166" y="41180"/>
                  <a:pt x="284548" y="44913"/>
                  <a:pt x="284548" y="50554"/>
                </a:cubicBezTo>
                <a:lnTo>
                  <a:pt x="284548" y="70341"/>
                </a:lnTo>
                <a:cubicBezTo>
                  <a:pt x="284548" y="75898"/>
                  <a:pt x="284654" y="79302"/>
                  <a:pt x="284867" y="80553"/>
                </a:cubicBezTo>
                <a:cubicBezTo>
                  <a:pt x="285079" y="81805"/>
                  <a:pt x="285430" y="82643"/>
                  <a:pt x="285918" y="83067"/>
                </a:cubicBezTo>
                <a:cubicBezTo>
                  <a:pt x="286406" y="83491"/>
                  <a:pt x="286969" y="83702"/>
                  <a:pt x="287606" y="83702"/>
                </a:cubicBezTo>
                <a:cubicBezTo>
                  <a:pt x="288285" y="83702"/>
                  <a:pt x="288880" y="83554"/>
                  <a:pt x="289390" y="83257"/>
                </a:cubicBezTo>
                <a:cubicBezTo>
                  <a:pt x="290281" y="82704"/>
                  <a:pt x="292001" y="81154"/>
                  <a:pt x="294549" y="78606"/>
                </a:cubicBezTo>
                <a:lnTo>
                  <a:pt x="294549" y="82174"/>
                </a:lnTo>
                <a:cubicBezTo>
                  <a:pt x="289793" y="88544"/>
                  <a:pt x="285249" y="91729"/>
                  <a:pt x="280917" y="91729"/>
                </a:cubicBezTo>
                <a:cubicBezTo>
                  <a:pt x="278837" y="91729"/>
                  <a:pt x="277180" y="91012"/>
                  <a:pt x="275949" y="89579"/>
                </a:cubicBezTo>
                <a:cubicBezTo>
                  <a:pt x="274717" y="88144"/>
                  <a:pt x="274080" y="85698"/>
                  <a:pt x="274038" y="82241"/>
                </a:cubicBezTo>
                <a:moveTo>
                  <a:pt x="274038" y="78111"/>
                </a:moveTo>
                <a:lnTo>
                  <a:pt x="274038" y="55929"/>
                </a:lnTo>
                <a:cubicBezTo>
                  <a:pt x="267625" y="58472"/>
                  <a:pt x="263485" y="60273"/>
                  <a:pt x="261616" y="61332"/>
                </a:cubicBezTo>
                <a:cubicBezTo>
                  <a:pt x="258261" y="63196"/>
                  <a:pt x="255862" y="65146"/>
                  <a:pt x="254418" y="67180"/>
                </a:cubicBezTo>
                <a:cubicBezTo>
                  <a:pt x="252974" y="69213"/>
                  <a:pt x="252252" y="71437"/>
                  <a:pt x="252252" y="73853"/>
                </a:cubicBezTo>
                <a:cubicBezTo>
                  <a:pt x="252252" y="76904"/>
                  <a:pt x="253165" y="79436"/>
                  <a:pt x="254991" y="81449"/>
                </a:cubicBezTo>
                <a:cubicBezTo>
                  <a:pt x="256817" y="83461"/>
                  <a:pt x="258919" y="84467"/>
                  <a:pt x="261298" y="84467"/>
                </a:cubicBezTo>
                <a:cubicBezTo>
                  <a:pt x="264525" y="84467"/>
                  <a:pt x="268772" y="82348"/>
                  <a:pt x="274038" y="78111"/>
                </a:cubicBezTo>
                <a:close/>
                <a:moveTo>
                  <a:pt x="315972" y="30576"/>
                </a:moveTo>
                <a:lnTo>
                  <a:pt x="315972" y="43699"/>
                </a:lnTo>
                <a:cubicBezTo>
                  <a:pt x="320856" y="34950"/>
                  <a:pt x="325867" y="30576"/>
                  <a:pt x="331006" y="30576"/>
                </a:cubicBezTo>
                <a:cubicBezTo>
                  <a:pt x="333341" y="30576"/>
                  <a:pt x="335274" y="31288"/>
                  <a:pt x="336803" y="32710"/>
                </a:cubicBezTo>
                <a:cubicBezTo>
                  <a:pt x="338331" y="34133"/>
                  <a:pt x="339096" y="35778"/>
                  <a:pt x="339096" y="37647"/>
                </a:cubicBezTo>
                <a:cubicBezTo>
                  <a:pt x="339096" y="39303"/>
                  <a:pt x="338544" y="40705"/>
                  <a:pt x="337440" y="41851"/>
                </a:cubicBezTo>
                <a:cubicBezTo>
                  <a:pt x="336335" y="42998"/>
                  <a:pt x="335019" y="43571"/>
                  <a:pt x="333490" y="43571"/>
                </a:cubicBezTo>
                <a:cubicBezTo>
                  <a:pt x="332004" y="43571"/>
                  <a:pt x="330337" y="42849"/>
                  <a:pt x="328490" y="41405"/>
                </a:cubicBezTo>
                <a:cubicBezTo>
                  <a:pt x="326642" y="39961"/>
                  <a:pt x="325273" y="39239"/>
                  <a:pt x="324381" y="39239"/>
                </a:cubicBezTo>
                <a:cubicBezTo>
                  <a:pt x="323617" y="39239"/>
                  <a:pt x="322788" y="39661"/>
                  <a:pt x="321897" y="40504"/>
                </a:cubicBezTo>
                <a:cubicBezTo>
                  <a:pt x="319986" y="42233"/>
                  <a:pt x="318011" y="45079"/>
                  <a:pt x="315972" y="49041"/>
                </a:cubicBezTo>
                <a:lnTo>
                  <a:pt x="315972" y="76950"/>
                </a:lnTo>
                <a:cubicBezTo>
                  <a:pt x="315972" y="80180"/>
                  <a:pt x="316376" y="82623"/>
                  <a:pt x="317183" y="84280"/>
                </a:cubicBezTo>
                <a:cubicBezTo>
                  <a:pt x="317735" y="85428"/>
                  <a:pt x="318712" y="86383"/>
                  <a:pt x="320113" y="87146"/>
                </a:cubicBezTo>
                <a:cubicBezTo>
                  <a:pt x="321514" y="87908"/>
                  <a:pt x="323532" y="88289"/>
                  <a:pt x="326165" y="88289"/>
                </a:cubicBezTo>
                <a:lnTo>
                  <a:pt x="326165" y="90582"/>
                </a:lnTo>
                <a:lnTo>
                  <a:pt x="296289" y="90582"/>
                </a:lnTo>
                <a:lnTo>
                  <a:pt x="296289" y="88289"/>
                </a:lnTo>
                <a:cubicBezTo>
                  <a:pt x="299262" y="88289"/>
                  <a:pt x="301470" y="87816"/>
                  <a:pt x="302914" y="86872"/>
                </a:cubicBezTo>
                <a:cubicBezTo>
                  <a:pt x="303976" y="86184"/>
                  <a:pt x="304719" y="85089"/>
                  <a:pt x="305143" y="83585"/>
                </a:cubicBezTo>
                <a:cubicBezTo>
                  <a:pt x="305356" y="82854"/>
                  <a:pt x="305462" y="80770"/>
                  <a:pt x="305462" y="77332"/>
                </a:cubicBezTo>
                <a:lnTo>
                  <a:pt x="305462" y="54910"/>
                </a:lnTo>
                <a:cubicBezTo>
                  <a:pt x="305462" y="48115"/>
                  <a:pt x="305324" y="44070"/>
                  <a:pt x="305048" y="42775"/>
                </a:cubicBezTo>
                <a:cubicBezTo>
                  <a:pt x="304772" y="41480"/>
                  <a:pt x="304262" y="40535"/>
                  <a:pt x="303519" y="39940"/>
                </a:cubicBezTo>
                <a:cubicBezTo>
                  <a:pt x="302776" y="39346"/>
                  <a:pt x="301852" y="39048"/>
                  <a:pt x="300748" y="39048"/>
                </a:cubicBezTo>
                <a:cubicBezTo>
                  <a:pt x="299432" y="39048"/>
                  <a:pt x="297945" y="39367"/>
                  <a:pt x="296289" y="40004"/>
                </a:cubicBezTo>
                <a:lnTo>
                  <a:pt x="295652" y="37711"/>
                </a:lnTo>
                <a:lnTo>
                  <a:pt x="313297" y="30576"/>
                </a:lnTo>
                <a:lnTo>
                  <a:pt x="315972" y="30576"/>
                </a:lnTo>
                <a:close/>
                <a:moveTo>
                  <a:pt x="383557" y="84025"/>
                </a:moveTo>
                <a:cubicBezTo>
                  <a:pt x="380712" y="86996"/>
                  <a:pt x="377930" y="89130"/>
                  <a:pt x="375212" y="90425"/>
                </a:cubicBezTo>
                <a:cubicBezTo>
                  <a:pt x="372495" y="91719"/>
                  <a:pt x="369564" y="92366"/>
                  <a:pt x="366422" y="92366"/>
                </a:cubicBezTo>
                <a:cubicBezTo>
                  <a:pt x="360052" y="92366"/>
                  <a:pt x="354489" y="89707"/>
                  <a:pt x="349732" y="84389"/>
                </a:cubicBezTo>
                <a:cubicBezTo>
                  <a:pt x="344976" y="79070"/>
                  <a:pt x="342598" y="72236"/>
                  <a:pt x="342598" y="63886"/>
                </a:cubicBezTo>
                <a:cubicBezTo>
                  <a:pt x="342598" y="55537"/>
                  <a:pt x="345231" y="47898"/>
                  <a:pt x="350497" y="40969"/>
                </a:cubicBezTo>
                <a:cubicBezTo>
                  <a:pt x="355763" y="34041"/>
                  <a:pt x="362536" y="30576"/>
                  <a:pt x="370817" y="30576"/>
                </a:cubicBezTo>
                <a:cubicBezTo>
                  <a:pt x="375956" y="30576"/>
                  <a:pt x="380202" y="32211"/>
                  <a:pt x="383557" y="35479"/>
                </a:cubicBezTo>
                <a:lnTo>
                  <a:pt x="383557" y="24588"/>
                </a:lnTo>
                <a:cubicBezTo>
                  <a:pt x="383557" y="17949"/>
                  <a:pt x="383398" y="13868"/>
                  <a:pt x="383079" y="12346"/>
                </a:cubicBezTo>
                <a:cubicBezTo>
                  <a:pt x="382761" y="10824"/>
                  <a:pt x="382262" y="9787"/>
                  <a:pt x="381583" y="9237"/>
                </a:cubicBezTo>
                <a:cubicBezTo>
                  <a:pt x="380903" y="8685"/>
                  <a:pt x="380054" y="8408"/>
                  <a:pt x="379034" y="8408"/>
                </a:cubicBezTo>
                <a:cubicBezTo>
                  <a:pt x="377930" y="8408"/>
                  <a:pt x="376465" y="8748"/>
                  <a:pt x="374639" y="9428"/>
                </a:cubicBezTo>
                <a:lnTo>
                  <a:pt x="373811" y="7134"/>
                </a:lnTo>
                <a:lnTo>
                  <a:pt x="391201" y="0"/>
                </a:lnTo>
                <a:lnTo>
                  <a:pt x="394068" y="0"/>
                </a:lnTo>
                <a:lnTo>
                  <a:pt x="394068" y="67523"/>
                </a:lnTo>
                <a:cubicBezTo>
                  <a:pt x="394068" y="74332"/>
                  <a:pt x="394227" y="78487"/>
                  <a:pt x="394546" y="79988"/>
                </a:cubicBezTo>
                <a:cubicBezTo>
                  <a:pt x="394864" y="81489"/>
                  <a:pt x="395374" y="82537"/>
                  <a:pt x="396074" y="83131"/>
                </a:cubicBezTo>
                <a:cubicBezTo>
                  <a:pt x="396775" y="83724"/>
                  <a:pt x="397593" y="84021"/>
                  <a:pt x="398527" y="84021"/>
                </a:cubicBezTo>
                <a:cubicBezTo>
                  <a:pt x="399673" y="84021"/>
                  <a:pt x="401202" y="83660"/>
                  <a:pt x="403113" y="82938"/>
                </a:cubicBezTo>
                <a:lnTo>
                  <a:pt x="403814" y="85231"/>
                </a:lnTo>
                <a:lnTo>
                  <a:pt x="386487" y="92366"/>
                </a:lnTo>
                <a:lnTo>
                  <a:pt x="383557" y="92366"/>
                </a:lnTo>
                <a:lnTo>
                  <a:pt x="383557" y="84025"/>
                </a:lnTo>
                <a:moveTo>
                  <a:pt x="383557" y="79576"/>
                </a:moveTo>
                <a:lnTo>
                  <a:pt x="383557" y="49585"/>
                </a:lnTo>
                <a:cubicBezTo>
                  <a:pt x="383302" y="46704"/>
                  <a:pt x="382538" y="44077"/>
                  <a:pt x="381264" y="41706"/>
                </a:cubicBezTo>
                <a:cubicBezTo>
                  <a:pt x="379990" y="39333"/>
                  <a:pt x="378302" y="37543"/>
                  <a:pt x="376200" y="36337"/>
                </a:cubicBezTo>
                <a:cubicBezTo>
                  <a:pt x="374098" y="35129"/>
                  <a:pt x="372049" y="34526"/>
                  <a:pt x="370053" y="34526"/>
                </a:cubicBezTo>
                <a:cubicBezTo>
                  <a:pt x="366316" y="34526"/>
                  <a:pt x="362982" y="36199"/>
                  <a:pt x="360052" y="39546"/>
                </a:cubicBezTo>
                <a:cubicBezTo>
                  <a:pt x="356187" y="43951"/>
                  <a:pt x="354255" y="50389"/>
                  <a:pt x="354255" y="58861"/>
                </a:cubicBezTo>
                <a:cubicBezTo>
                  <a:pt x="354255" y="67418"/>
                  <a:pt x="356124" y="73974"/>
                  <a:pt x="359861" y="78529"/>
                </a:cubicBezTo>
                <a:cubicBezTo>
                  <a:pt x="363598" y="83082"/>
                  <a:pt x="367760" y="85359"/>
                  <a:pt x="372346" y="85359"/>
                </a:cubicBezTo>
                <a:cubicBezTo>
                  <a:pt x="376210" y="85359"/>
                  <a:pt x="379948" y="83431"/>
                  <a:pt x="383557" y="79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BasePolic">
            <a:extLst xmlns:a="http://schemas.openxmlformats.org/drawingml/2006/main">
              <a:ext uri="{FF2B5EF4-FFF2-40B4-BE49-F238E27FC236}">
                <a16:creationId xmlns:a16="http://schemas.microsoft.com/office/drawing/2014/main" id="{0850275C-B8CE-4A9D-8F68-43F964F6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47" y="4364930"/>
            <a:ext cx="691989" cy="113367"/>
          </a:xfrm>
          <a:custGeom xmlns:a="http://schemas.openxmlformats.org/drawingml/2006/main">
            <a:pathLst>
              <a:path w="691989" h="113367">
                <a:moveTo>
                  <a:pt x="27440" y="7997"/>
                </a:moveTo>
                <a:lnTo>
                  <a:pt x="28538" y="5174"/>
                </a:lnTo>
                <a:lnTo>
                  <a:pt x="66484" y="5174"/>
                </a:lnTo>
                <a:cubicBezTo>
                  <a:pt x="72860" y="5174"/>
                  <a:pt x="78544" y="6168"/>
                  <a:pt x="83536" y="8154"/>
                </a:cubicBezTo>
                <a:cubicBezTo>
                  <a:pt x="88527" y="10140"/>
                  <a:pt x="92264" y="12910"/>
                  <a:pt x="94747" y="16464"/>
                </a:cubicBezTo>
                <a:cubicBezTo>
                  <a:pt x="97230" y="20018"/>
                  <a:pt x="98471" y="23782"/>
                  <a:pt x="98471" y="27754"/>
                </a:cubicBezTo>
                <a:cubicBezTo>
                  <a:pt x="98471" y="33869"/>
                  <a:pt x="96263" y="39396"/>
                  <a:pt x="91846" y="44336"/>
                </a:cubicBezTo>
                <a:cubicBezTo>
                  <a:pt x="87430" y="49275"/>
                  <a:pt x="80230" y="52920"/>
                  <a:pt x="70247" y="55272"/>
                </a:cubicBezTo>
                <a:cubicBezTo>
                  <a:pt x="76676" y="57677"/>
                  <a:pt x="81406" y="60865"/>
                  <a:pt x="84437" y="64837"/>
                </a:cubicBezTo>
                <a:cubicBezTo>
                  <a:pt x="87469" y="68810"/>
                  <a:pt x="88985" y="73174"/>
                  <a:pt x="88985" y="77930"/>
                </a:cubicBezTo>
                <a:cubicBezTo>
                  <a:pt x="88985" y="83209"/>
                  <a:pt x="87626" y="88253"/>
                  <a:pt x="84908" y="93061"/>
                </a:cubicBezTo>
                <a:cubicBezTo>
                  <a:pt x="82190" y="97870"/>
                  <a:pt x="78701" y="101607"/>
                  <a:pt x="74441" y="104273"/>
                </a:cubicBezTo>
                <a:cubicBezTo>
                  <a:pt x="70182" y="106938"/>
                  <a:pt x="65046" y="108898"/>
                  <a:pt x="59036" y="110153"/>
                </a:cubicBezTo>
                <a:cubicBezTo>
                  <a:pt x="54750" y="111041"/>
                  <a:pt x="48060" y="111486"/>
                  <a:pt x="38965" y="111486"/>
                </a:cubicBezTo>
                <a:lnTo>
                  <a:pt x="0" y="111486"/>
                </a:lnTo>
                <a:lnTo>
                  <a:pt x="1019" y="108663"/>
                </a:lnTo>
                <a:cubicBezTo>
                  <a:pt x="5096" y="108559"/>
                  <a:pt x="7866" y="108165"/>
                  <a:pt x="9330" y="107482"/>
                </a:cubicBezTo>
                <a:cubicBezTo>
                  <a:pt x="11420" y="106590"/>
                  <a:pt x="12910" y="105410"/>
                  <a:pt x="13799" y="103940"/>
                </a:cubicBezTo>
                <a:cubicBezTo>
                  <a:pt x="15053" y="101945"/>
                  <a:pt x="16725" y="97378"/>
                  <a:pt x="18816" y="90239"/>
                </a:cubicBezTo>
                <a:lnTo>
                  <a:pt x="37867" y="25811"/>
                </a:lnTo>
                <a:cubicBezTo>
                  <a:pt x="39488" y="20370"/>
                  <a:pt x="40298" y="16551"/>
                  <a:pt x="40298" y="14352"/>
                </a:cubicBezTo>
                <a:cubicBezTo>
                  <a:pt x="40298" y="12417"/>
                  <a:pt x="39579" y="10887"/>
                  <a:pt x="38142" y="9763"/>
                </a:cubicBezTo>
                <a:cubicBezTo>
                  <a:pt x="36705" y="8638"/>
                  <a:pt x="33974" y="8075"/>
                  <a:pt x="29949" y="8075"/>
                </a:cubicBezTo>
                <a:cubicBezTo>
                  <a:pt x="29060" y="8075"/>
                  <a:pt x="28224" y="8049"/>
                  <a:pt x="27440" y="7997"/>
                </a:cubicBezTo>
                <a:moveTo>
                  <a:pt x="43356" y="52215"/>
                </a:moveTo>
                <a:cubicBezTo>
                  <a:pt x="46753" y="52319"/>
                  <a:pt x="49209" y="52372"/>
                  <a:pt x="50725" y="52372"/>
                </a:cubicBezTo>
                <a:cubicBezTo>
                  <a:pt x="61597" y="52372"/>
                  <a:pt x="69685" y="50020"/>
                  <a:pt x="74990" y="45316"/>
                </a:cubicBezTo>
                <a:cubicBezTo>
                  <a:pt x="80295" y="40612"/>
                  <a:pt x="82948" y="34726"/>
                  <a:pt x="82948" y="27658"/>
                </a:cubicBezTo>
                <a:cubicBezTo>
                  <a:pt x="82948" y="22304"/>
                  <a:pt x="81328" y="18133"/>
                  <a:pt x="78087" y="15146"/>
                </a:cubicBezTo>
                <a:cubicBezTo>
                  <a:pt x="74846" y="12157"/>
                  <a:pt x="69672" y="10662"/>
                  <a:pt x="62564" y="10662"/>
                </a:cubicBezTo>
                <a:cubicBezTo>
                  <a:pt x="60682" y="10662"/>
                  <a:pt x="58278" y="10974"/>
                  <a:pt x="55351" y="11598"/>
                </a:cubicBezTo>
                <a:lnTo>
                  <a:pt x="43356" y="52215"/>
                </a:lnTo>
                <a:moveTo>
                  <a:pt x="27911" y="104589"/>
                </a:moveTo>
                <a:cubicBezTo>
                  <a:pt x="33555" y="105319"/>
                  <a:pt x="37972" y="105684"/>
                  <a:pt x="41160" y="105684"/>
                </a:cubicBezTo>
                <a:cubicBezTo>
                  <a:pt x="49314" y="105684"/>
                  <a:pt x="56540" y="103227"/>
                  <a:pt x="62838" y="98314"/>
                </a:cubicBezTo>
                <a:cubicBezTo>
                  <a:pt x="69136" y="93401"/>
                  <a:pt x="72285" y="86737"/>
                  <a:pt x="72285" y="78322"/>
                </a:cubicBezTo>
                <a:cubicBezTo>
                  <a:pt x="72285" y="71893"/>
                  <a:pt x="70338" y="66876"/>
                  <a:pt x="66444" y="63269"/>
                </a:cubicBezTo>
                <a:cubicBezTo>
                  <a:pt x="62551" y="59663"/>
                  <a:pt x="56265" y="57860"/>
                  <a:pt x="47589" y="57860"/>
                </a:cubicBezTo>
                <a:cubicBezTo>
                  <a:pt x="45917" y="57860"/>
                  <a:pt x="43878" y="57964"/>
                  <a:pt x="41474" y="58173"/>
                </a:cubicBezTo>
                <a:lnTo>
                  <a:pt x="27911" y="104589"/>
                </a:lnTo>
                <a:close/>
                <a:moveTo>
                  <a:pt x="177133" y="40455"/>
                </a:moveTo>
                <a:lnTo>
                  <a:pt x="161844" y="93691"/>
                </a:lnTo>
                <a:lnTo>
                  <a:pt x="160120" y="100845"/>
                </a:lnTo>
                <a:cubicBezTo>
                  <a:pt x="159963" y="101517"/>
                  <a:pt x="159884" y="102084"/>
                  <a:pt x="159884" y="102548"/>
                </a:cubicBezTo>
                <a:cubicBezTo>
                  <a:pt x="159884" y="103384"/>
                  <a:pt x="160146" y="104116"/>
                  <a:pt x="160668" y="104743"/>
                </a:cubicBezTo>
                <a:cubicBezTo>
                  <a:pt x="161087" y="105214"/>
                  <a:pt x="161609" y="105449"/>
                  <a:pt x="162236" y="105449"/>
                </a:cubicBezTo>
                <a:cubicBezTo>
                  <a:pt x="162916" y="105449"/>
                  <a:pt x="163804" y="105031"/>
                  <a:pt x="164902" y="104194"/>
                </a:cubicBezTo>
                <a:cubicBezTo>
                  <a:pt x="166940" y="102679"/>
                  <a:pt x="169658" y="99543"/>
                  <a:pt x="173056" y="94786"/>
                </a:cubicBezTo>
                <a:lnTo>
                  <a:pt x="175721" y="96668"/>
                </a:lnTo>
                <a:cubicBezTo>
                  <a:pt x="172115" y="102104"/>
                  <a:pt x="168404" y="106246"/>
                  <a:pt x="164588" y="109094"/>
                </a:cubicBezTo>
                <a:cubicBezTo>
                  <a:pt x="160773" y="111943"/>
                  <a:pt x="157245" y="113367"/>
                  <a:pt x="154004" y="113367"/>
                </a:cubicBezTo>
                <a:cubicBezTo>
                  <a:pt x="151757" y="113367"/>
                  <a:pt x="150071" y="112805"/>
                  <a:pt x="148948" y="111682"/>
                </a:cubicBezTo>
                <a:cubicBezTo>
                  <a:pt x="147824" y="110558"/>
                  <a:pt x="147262" y="108925"/>
                  <a:pt x="147262" y="106782"/>
                </a:cubicBezTo>
                <a:cubicBezTo>
                  <a:pt x="147262" y="104221"/>
                  <a:pt x="147837" y="100849"/>
                  <a:pt x="148987" y="96668"/>
                </a:cubicBezTo>
                <a:lnTo>
                  <a:pt x="150633" y="90594"/>
                </a:lnTo>
                <a:cubicBezTo>
                  <a:pt x="143786" y="99609"/>
                  <a:pt x="137488" y="105909"/>
                  <a:pt x="131739" y="109494"/>
                </a:cubicBezTo>
                <a:cubicBezTo>
                  <a:pt x="127609" y="112076"/>
                  <a:pt x="123559" y="113367"/>
                  <a:pt x="119587" y="113367"/>
                </a:cubicBezTo>
                <a:cubicBezTo>
                  <a:pt x="115771" y="113367"/>
                  <a:pt x="112478" y="111785"/>
                  <a:pt x="109708" y="108619"/>
                </a:cubicBezTo>
                <a:cubicBezTo>
                  <a:pt x="106938" y="105454"/>
                  <a:pt x="105553" y="101098"/>
                  <a:pt x="105553" y="95551"/>
                </a:cubicBezTo>
                <a:cubicBezTo>
                  <a:pt x="105553" y="87232"/>
                  <a:pt x="108049" y="78455"/>
                  <a:pt x="113040" y="69220"/>
                </a:cubicBezTo>
                <a:cubicBezTo>
                  <a:pt x="118032" y="59985"/>
                  <a:pt x="124369" y="52595"/>
                  <a:pt x="132052" y="47048"/>
                </a:cubicBezTo>
                <a:cubicBezTo>
                  <a:pt x="138063" y="42652"/>
                  <a:pt x="143734" y="40455"/>
                  <a:pt x="149065" y="40455"/>
                </a:cubicBezTo>
                <a:cubicBezTo>
                  <a:pt x="152253" y="40455"/>
                  <a:pt x="154906" y="41298"/>
                  <a:pt x="157023" y="42986"/>
                </a:cubicBezTo>
                <a:cubicBezTo>
                  <a:pt x="159140" y="44673"/>
                  <a:pt x="160747" y="47467"/>
                  <a:pt x="161844" y="51367"/>
                </a:cubicBezTo>
                <a:lnTo>
                  <a:pt x="164667" y="42336"/>
                </a:lnTo>
                <a:lnTo>
                  <a:pt x="177133" y="40455"/>
                </a:lnTo>
                <a:moveTo>
                  <a:pt x="149222" y="44375"/>
                </a:moveTo>
                <a:cubicBezTo>
                  <a:pt x="145877" y="44375"/>
                  <a:pt x="142323" y="45949"/>
                  <a:pt x="138559" y="49098"/>
                </a:cubicBezTo>
                <a:cubicBezTo>
                  <a:pt x="133228" y="53557"/>
                  <a:pt x="128485" y="60168"/>
                  <a:pt x="124330" y="68931"/>
                </a:cubicBezTo>
                <a:cubicBezTo>
                  <a:pt x="120175" y="77694"/>
                  <a:pt x="118097" y="85618"/>
                  <a:pt x="118097" y="92701"/>
                </a:cubicBezTo>
                <a:cubicBezTo>
                  <a:pt x="118097" y="96270"/>
                  <a:pt x="118985" y="99091"/>
                  <a:pt x="120763" y="101164"/>
                </a:cubicBezTo>
                <a:cubicBezTo>
                  <a:pt x="122540" y="103236"/>
                  <a:pt x="124578" y="104273"/>
                  <a:pt x="126878" y="104273"/>
                </a:cubicBezTo>
                <a:cubicBezTo>
                  <a:pt x="132575" y="104273"/>
                  <a:pt x="138769" y="100049"/>
                  <a:pt x="145459" y="91601"/>
                </a:cubicBezTo>
                <a:cubicBezTo>
                  <a:pt x="154396" y="80372"/>
                  <a:pt x="158865" y="68854"/>
                  <a:pt x="158865" y="57046"/>
                </a:cubicBezTo>
                <a:cubicBezTo>
                  <a:pt x="158865" y="52587"/>
                  <a:pt x="158003" y="49361"/>
                  <a:pt x="156278" y="47366"/>
                </a:cubicBezTo>
                <a:cubicBezTo>
                  <a:pt x="154553" y="45372"/>
                  <a:pt x="152201" y="44375"/>
                  <a:pt x="149222" y="44375"/>
                </a:cubicBezTo>
                <a:close/>
                <a:moveTo>
                  <a:pt x="240323" y="40455"/>
                </a:moveTo>
                <a:lnTo>
                  <a:pt x="235541" y="64602"/>
                </a:lnTo>
                <a:lnTo>
                  <a:pt x="232640" y="64602"/>
                </a:lnTo>
                <a:cubicBezTo>
                  <a:pt x="232379" y="57543"/>
                  <a:pt x="230889" y="52407"/>
                  <a:pt x="228171" y="49194"/>
                </a:cubicBezTo>
                <a:cubicBezTo>
                  <a:pt x="225453" y="45981"/>
                  <a:pt x="222082" y="44375"/>
                  <a:pt x="218058" y="44375"/>
                </a:cubicBezTo>
                <a:cubicBezTo>
                  <a:pt x="214817" y="44375"/>
                  <a:pt x="212243" y="45266"/>
                  <a:pt x="210335" y="47048"/>
                </a:cubicBezTo>
                <a:cubicBezTo>
                  <a:pt x="208427" y="48828"/>
                  <a:pt x="207474" y="50975"/>
                  <a:pt x="207474" y="53489"/>
                </a:cubicBezTo>
                <a:cubicBezTo>
                  <a:pt x="207474" y="55219"/>
                  <a:pt x="207853" y="56869"/>
                  <a:pt x="208610" y="58440"/>
                </a:cubicBezTo>
                <a:cubicBezTo>
                  <a:pt x="209368" y="60012"/>
                  <a:pt x="211028" y="62212"/>
                  <a:pt x="213589" y="65041"/>
                </a:cubicBezTo>
                <a:cubicBezTo>
                  <a:pt x="220384" y="72481"/>
                  <a:pt x="224774" y="78086"/>
                  <a:pt x="226760" y="81858"/>
                </a:cubicBezTo>
                <a:cubicBezTo>
                  <a:pt x="228746" y="85629"/>
                  <a:pt x="229739" y="89191"/>
                  <a:pt x="229739" y="92545"/>
                </a:cubicBezTo>
                <a:cubicBezTo>
                  <a:pt x="229739" y="97992"/>
                  <a:pt x="227479" y="102824"/>
                  <a:pt x="222958" y="107041"/>
                </a:cubicBezTo>
                <a:cubicBezTo>
                  <a:pt x="218437" y="111259"/>
                  <a:pt x="212726" y="113367"/>
                  <a:pt x="205827" y="113367"/>
                </a:cubicBezTo>
                <a:cubicBezTo>
                  <a:pt x="202064" y="113367"/>
                  <a:pt x="197726" y="112479"/>
                  <a:pt x="192813" y="110702"/>
                </a:cubicBezTo>
                <a:cubicBezTo>
                  <a:pt x="191088" y="110074"/>
                  <a:pt x="189755" y="109761"/>
                  <a:pt x="188814" y="109761"/>
                </a:cubicBezTo>
                <a:cubicBezTo>
                  <a:pt x="186462" y="109761"/>
                  <a:pt x="184685" y="110963"/>
                  <a:pt x="183483" y="113367"/>
                </a:cubicBezTo>
                <a:lnTo>
                  <a:pt x="180582" y="113367"/>
                </a:lnTo>
                <a:lnTo>
                  <a:pt x="185365" y="87809"/>
                </a:lnTo>
                <a:lnTo>
                  <a:pt x="188265" y="87809"/>
                </a:lnTo>
                <a:cubicBezTo>
                  <a:pt x="188579" y="95810"/>
                  <a:pt x="190225" y="101470"/>
                  <a:pt x="193205" y="104787"/>
                </a:cubicBezTo>
                <a:cubicBezTo>
                  <a:pt x="196184" y="108103"/>
                  <a:pt x="200261" y="109761"/>
                  <a:pt x="205435" y="109761"/>
                </a:cubicBezTo>
                <a:cubicBezTo>
                  <a:pt x="209407" y="109761"/>
                  <a:pt x="212557" y="108649"/>
                  <a:pt x="214882" y="106426"/>
                </a:cubicBezTo>
                <a:cubicBezTo>
                  <a:pt x="217208" y="104202"/>
                  <a:pt x="218371" y="101468"/>
                  <a:pt x="218371" y="98224"/>
                </a:cubicBezTo>
                <a:cubicBezTo>
                  <a:pt x="218371" y="96130"/>
                  <a:pt x="217953" y="94193"/>
                  <a:pt x="217117" y="92415"/>
                </a:cubicBezTo>
                <a:cubicBezTo>
                  <a:pt x="215653" y="89275"/>
                  <a:pt x="212583" y="84932"/>
                  <a:pt x="207905" y="79385"/>
                </a:cubicBezTo>
                <a:cubicBezTo>
                  <a:pt x="203227" y="73839"/>
                  <a:pt x="200222" y="69679"/>
                  <a:pt x="198889" y="66905"/>
                </a:cubicBezTo>
                <a:cubicBezTo>
                  <a:pt x="197556" y="64132"/>
                  <a:pt x="196890" y="61358"/>
                  <a:pt x="196890" y="58585"/>
                </a:cubicBezTo>
                <a:cubicBezTo>
                  <a:pt x="196890" y="53510"/>
                  <a:pt x="198732" y="49220"/>
                  <a:pt x="202417" y="45715"/>
                </a:cubicBezTo>
                <a:cubicBezTo>
                  <a:pt x="206102" y="42208"/>
                  <a:pt x="210845" y="40455"/>
                  <a:pt x="216646" y="40455"/>
                </a:cubicBezTo>
                <a:cubicBezTo>
                  <a:pt x="218319" y="40455"/>
                  <a:pt x="219835" y="40588"/>
                  <a:pt x="221194" y="40854"/>
                </a:cubicBezTo>
                <a:cubicBezTo>
                  <a:pt x="221925" y="41014"/>
                  <a:pt x="223637" y="41615"/>
                  <a:pt x="226329" y="42657"/>
                </a:cubicBezTo>
                <a:cubicBezTo>
                  <a:pt x="229021" y="43698"/>
                  <a:pt x="230811" y="44218"/>
                  <a:pt x="231699" y="44218"/>
                </a:cubicBezTo>
                <a:cubicBezTo>
                  <a:pt x="233947" y="44218"/>
                  <a:pt x="235828" y="42964"/>
                  <a:pt x="237344" y="40455"/>
                </a:cubicBezTo>
                <a:lnTo>
                  <a:pt x="240323" y="40455"/>
                </a:lnTo>
                <a:close/>
                <a:moveTo>
                  <a:pt x="263661" y="82007"/>
                </a:moveTo>
                <a:cubicBezTo>
                  <a:pt x="263295" y="84612"/>
                  <a:pt x="263112" y="86774"/>
                  <a:pt x="263112" y="88492"/>
                </a:cubicBezTo>
                <a:cubicBezTo>
                  <a:pt x="263112" y="93128"/>
                  <a:pt x="264759" y="97074"/>
                  <a:pt x="268052" y="100331"/>
                </a:cubicBezTo>
                <a:cubicBezTo>
                  <a:pt x="271344" y="103586"/>
                  <a:pt x="275343" y="105214"/>
                  <a:pt x="280047" y="105214"/>
                </a:cubicBezTo>
                <a:cubicBezTo>
                  <a:pt x="283810" y="105214"/>
                  <a:pt x="287430" y="104445"/>
                  <a:pt x="290905" y="102908"/>
                </a:cubicBezTo>
                <a:cubicBezTo>
                  <a:pt x="294381" y="101370"/>
                  <a:pt x="299542" y="97968"/>
                  <a:pt x="306389" y="92704"/>
                </a:cubicBezTo>
                <a:lnTo>
                  <a:pt x="308036" y="94977"/>
                </a:lnTo>
                <a:cubicBezTo>
                  <a:pt x="295649" y="107237"/>
                  <a:pt x="283836" y="113367"/>
                  <a:pt x="272599" y="113367"/>
                </a:cubicBezTo>
                <a:cubicBezTo>
                  <a:pt x="264968" y="113367"/>
                  <a:pt x="259218" y="110961"/>
                  <a:pt x="255351" y="106147"/>
                </a:cubicBezTo>
                <a:cubicBezTo>
                  <a:pt x="251483" y="101334"/>
                  <a:pt x="249549" y="96023"/>
                  <a:pt x="249549" y="90215"/>
                </a:cubicBezTo>
                <a:cubicBezTo>
                  <a:pt x="249549" y="82419"/>
                  <a:pt x="251953" y="74440"/>
                  <a:pt x="256762" y="66278"/>
                </a:cubicBezTo>
                <a:cubicBezTo>
                  <a:pt x="261570" y="58114"/>
                  <a:pt x="267607" y="51770"/>
                  <a:pt x="274872" y="47244"/>
                </a:cubicBezTo>
                <a:cubicBezTo>
                  <a:pt x="282137" y="42718"/>
                  <a:pt x="289612" y="40455"/>
                  <a:pt x="297295" y="40455"/>
                </a:cubicBezTo>
                <a:cubicBezTo>
                  <a:pt x="302835" y="40455"/>
                  <a:pt x="306938" y="41583"/>
                  <a:pt x="309604" y="43838"/>
                </a:cubicBezTo>
                <a:cubicBezTo>
                  <a:pt x="312269" y="46094"/>
                  <a:pt x="313602" y="48770"/>
                  <a:pt x="313602" y="51867"/>
                </a:cubicBezTo>
                <a:cubicBezTo>
                  <a:pt x="313602" y="56221"/>
                  <a:pt x="311877" y="60392"/>
                  <a:pt x="308428" y="64379"/>
                </a:cubicBezTo>
                <a:cubicBezTo>
                  <a:pt x="303881" y="69573"/>
                  <a:pt x="297190" y="73770"/>
                  <a:pt x="288357" y="76970"/>
                </a:cubicBezTo>
                <a:cubicBezTo>
                  <a:pt x="282503" y="79121"/>
                  <a:pt x="274271" y="80800"/>
                  <a:pt x="263661" y="82007"/>
                </a:cubicBezTo>
                <a:moveTo>
                  <a:pt x="264210" y="78087"/>
                </a:moveTo>
                <a:cubicBezTo>
                  <a:pt x="271945" y="77197"/>
                  <a:pt x="278244" y="75678"/>
                  <a:pt x="283104" y="73530"/>
                </a:cubicBezTo>
                <a:cubicBezTo>
                  <a:pt x="289533" y="70649"/>
                  <a:pt x="294355" y="67204"/>
                  <a:pt x="297569" y="63196"/>
                </a:cubicBezTo>
                <a:cubicBezTo>
                  <a:pt x="300784" y="59188"/>
                  <a:pt x="302391" y="55376"/>
                  <a:pt x="302391" y="51762"/>
                </a:cubicBezTo>
                <a:cubicBezTo>
                  <a:pt x="302391" y="49561"/>
                  <a:pt x="301698" y="47780"/>
                  <a:pt x="300313" y="46418"/>
                </a:cubicBezTo>
                <a:cubicBezTo>
                  <a:pt x="298928" y="45056"/>
                  <a:pt x="296955" y="44375"/>
                  <a:pt x="294394" y="44375"/>
                </a:cubicBezTo>
                <a:cubicBezTo>
                  <a:pt x="289063" y="44375"/>
                  <a:pt x="283405" y="47217"/>
                  <a:pt x="277420" y="52901"/>
                </a:cubicBezTo>
                <a:cubicBezTo>
                  <a:pt x="271436" y="58585"/>
                  <a:pt x="267032" y="66980"/>
                  <a:pt x="264210" y="78087"/>
                </a:cubicBezTo>
                <a:close/>
                <a:moveTo>
                  <a:pt x="381051" y="5174"/>
                </a:moveTo>
                <a:lnTo>
                  <a:pt x="422917" y="5174"/>
                </a:lnTo>
                <a:cubicBezTo>
                  <a:pt x="433893" y="5174"/>
                  <a:pt x="442099" y="7536"/>
                  <a:pt x="447535" y="12260"/>
                </a:cubicBezTo>
                <a:cubicBezTo>
                  <a:pt x="452971" y="16984"/>
                  <a:pt x="455689" y="22738"/>
                  <a:pt x="455689" y="29523"/>
                </a:cubicBezTo>
                <a:cubicBezTo>
                  <a:pt x="455689" y="34900"/>
                  <a:pt x="453964" y="40120"/>
                  <a:pt x="450514" y="45183"/>
                </a:cubicBezTo>
                <a:cubicBezTo>
                  <a:pt x="447065" y="50245"/>
                  <a:pt x="441942" y="54355"/>
                  <a:pt x="435148" y="57514"/>
                </a:cubicBezTo>
                <a:cubicBezTo>
                  <a:pt x="428353" y="60671"/>
                  <a:pt x="421009" y="62250"/>
                  <a:pt x="413117" y="62250"/>
                </a:cubicBezTo>
                <a:cubicBezTo>
                  <a:pt x="408204" y="62250"/>
                  <a:pt x="401958" y="61356"/>
                  <a:pt x="394379" y="59567"/>
                </a:cubicBezTo>
                <a:lnTo>
                  <a:pt x="385912" y="88671"/>
                </a:lnTo>
                <a:cubicBezTo>
                  <a:pt x="383926" y="95598"/>
                  <a:pt x="382933" y="100163"/>
                  <a:pt x="382933" y="102367"/>
                </a:cubicBezTo>
                <a:cubicBezTo>
                  <a:pt x="382933" y="104046"/>
                  <a:pt x="383638" y="105437"/>
                  <a:pt x="385050" y="106539"/>
                </a:cubicBezTo>
                <a:cubicBezTo>
                  <a:pt x="386461" y="107640"/>
                  <a:pt x="389832" y="108348"/>
                  <a:pt x="395163" y="108663"/>
                </a:cubicBezTo>
                <a:lnTo>
                  <a:pt x="394379" y="111486"/>
                </a:lnTo>
                <a:lnTo>
                  <a:pt x="352121" y="111486"/>
                </a:lnTo>
                <a:lnTo>
                  <a:pt x="352984" y="108663"/>
                </a:lnTo>
                <a:cubicBezTo>
                  <a:pt x="358524" y="108663"/>
                  <a:pt x="362379" y="107705"/>
                  <a:pt x="364548" y="105789"/>
                </a:cubicBezTo>
                <a:cubicBezTo>
                  <a:pt x="366717" y="103873"/>
                  <a:pt x="369056" y="98585"/>
                  <a:pt x="371565" y="89925"/>
                </a:cubicBezTo>
                <a:lnTo>
                  <a:pt x="389127" y="29341"/>
                </a:lnTo>
                <a:cubicBezTo>
                  <a:pt x="391217" y="22070"/>
                  <a:pt x="392263" y="17205"/>
                  <a:pt x="392263" y="14747"/>
                </a:cubicBezTo>
                <a:cubicBezTo>
                  <a:pt x="392263" y="12916"/>
                  <a:pt x="391518" y="11398"/>
                  <a:pt x="390028" y="10195"/>
                </a:cubicBezTo>
                <a:cubicBezTo>
                  <a:pt x="388538" y="8991"/>
                  <a:pt x="385259" y="8258"/>
                  <a:pt x="380189" y="7997"/>
                </a:cubicBezTo>
                <a:lnTo>
                  <a:pt x="381051" y="5174"/>
                </a:lnTo>
                <a:moveTo>
                  <a:pt x="395712" y="54682"/>
                </a:moveTo>
                <a:cubicBezTo>
                  <a:pt x="401618" y="56173"/>
                  <a:pt x="406375" y="56919"/>
                  <a:pt x="409981" y="56919"/>
                </a:cubicBezTo>
                <a:cubicBezTo>
                  <a:pt x="415678" y="56919"/>
                  <a:pt x="420866" y="55747"/>
                  <a:pt x="425544" y="53403"/>
                </a:cubicBezTo>
                <a:cubicBezTo>
                  <a:pt x="430221" y="51059"/>
                  <a:pt x="433880" y="47543"/>
                  <a:pt x="436520" y="42856"/>
                </a:cubicBezTo>
                <a:cubicBezTo>
                  <a:pt x="439159" y="38166"/>
                  <a:pt x="440479" y="33296"/>
                  <a:pt x="440479" y="28244"/>
                </a:cubicBezTo>
                <a:cubicBezTo>
                  <a:pt x="440479" y="22983"/>
                  <a:pt x="438859" y="18816"/>
                  <a:pt x="435618" y="15744"/>
                </a:cubicBezTo>
                <a:cubicBezTo>
                  <a:pt x="432377" y="12670"/>
                  <a:pt x="427464" y="11133"/>
                  <a:pt x="420879" y="11133"/>
                </a:cubicBezTo>
                <a:cubicBezTo>
                  <a:pt x="417325" y="11133"/>
                  <a:pt x="413013" y="11576"/>
                  <a:pt x="407943" y="12463"/>
                </a:cubicBezTo>
                <a:lnTo>
                  <a:pt x="395712" y="54682"/>
                </a:lnTo>
                <a:close/>
                <a:moveTo>
                  <a:pt x="528313" y="65021"/>
                </a:moveTo>
                <a:cubicBezTo>
                  <a:pt x="528313" y="72869"/>
                  <a:pt x="526236" y="80639"/>
                  <a:pt x="522080" y="88331"/>
                </a:cubicBezTo>
                <a:cubicBezTo>
                  <a:pt x="517925" y="96022"/>
                  <a:pt x="512137" y="102118"/>
                  <a:pt x="504715" y="106617"/>
                </a:cubicBezTo>
                <a:cubicBezTo>
                  <a:pt x="497293" y="111117"/>
                  <a:pt x="490080" y="113367"/>
                  <a:pt x="483076" y="113367"/>
                </a:cubicBezTo>
                <a:cubicBezTo>
                  <a:pt x="475916" y="113367"/>
                  <a:pt x="470075" y="111078"/>
                  <a:pt x="465554" y="106500"/>
                </a:cubicBezTo>
                <a:cubicBezTo>
                  <a:pt x="461032" y="101922"/>
                  <a:pt x="458772" y="95996"/>
                  <a:pt x="458772" y="88723"/>
                </a:cubicBezTo>
                <a:cubicBezTo>
                  <a:pt x="458772" y="81031"/>
                  <a:pt x="460980" y="73314"/>
                  <a:pt x="465397" y="65570"/>
                </a:cubicBezTo>
                <a:cubicBezTo>
                  <a:pt x="469813" y="57826"/>
                  <a:pt x="475720" y="51704"/>
                  <a:pt x="483115" y="47204"/>
                </a:cubicBezTo>
                <a:cubicBezTo>
                  <a:pt x="490511" y="42705"/>
                  <a:pt x="497659" y="40455"/>
                  <a:pt x="504558" y="40455"/>
                </a:cubicBezTo>
                <a:cubicBezTo>
                  <a:pt x="511457" y="40455"/>
                  <a:pt x="517141" y="42731"/>
                  <a:pt x="521610" y="47283"/>
                </a:cubicBezTo>
                <a:cubicBezTo>
                  <a:pt x="526079" y="51835"/>
                  <a:pt x="528313" y="57748"/>
                  <a:pt x="528313" y="65021"/>
                </a:cubicBezTo>
                <a:moveTo>
                  <a:pt x="515299" y="59482"/>
                </a:moveTo>
                <a:cubicBezTo>
                  <a:pt x="515299" y="54603"/>
                  <a:pt x="514110" y="50866"/>
                  <a:pt x="511732" y="48270"/>
                </a:cubicBezTo>
                <a:cubicBezTo>
                  <a:pt x="509353" y="45673"/>
                  <a:pt x="506283" y="44375"/>
                  <a:pt x="502519" y="44375"/>
                </a:cubicBezTo>
                <a:cubicBezTo>
                  <a:pt x="494836" y="44375"/>
                  <a:pt x="487767" y="49896"/>
                  <a:pt x="481312" y="60939"/>
                </a:cubicBezTo>
                <a:cubicBezTo>
                  <a:pt x="474857" y="71981"/>
                  <a:pt x="471630" y="82957"/>
                  <a:pt x="471630" y="93868"/>
                </a:cubicBezTo>
                <a:cubicBezTo>
                  <a:pt x="471630" y="98851"/>
                  <a:pt x="472884" y="102693"/>
                  <a:pt x="475393" y="105395"/>
                </a:cubicBezTo>
                <a:cubicBezTo>
                  <a:pt x="477902" y="108096"/>
                  <a:pt x="481064" y="109447"/>
                  <a:pt x="484879" y="109447"/>
                </a:cubicBezTo>
                <a:cubicBezTo>
                  <a:pt x="492249" y="109447"/>
                  <a:pt x="499161" y="103953"/>
                  <a:pt x="505616" y="92963"/>
                </a:cubicBezTo>
                <a:cubicBezTo>
                  <a:pt x="512071" y="81973"/>
                  <a:pt x="515299" y="70812"/>
                  <a:pt x="515299" y="59482"/>
                </a:cubicBezTo>
                <a:close/>
                <a:moveTo>
                  <a:pt x="582096" y="0"/>
                </a:moveTo>
                <a:lnTo>
                  <a:pt x="555283" y="93321"/>
                </a:lnTo>
                <a:cubicBezTo>
                  <a:pt x="553976" y="97975"/>
                  <a:pt x="553323" y="100824"/>
                  <a:pt x="553323" y="101869"/>
                </a:cubicBezTo>
                <a:cubicBezTo>
                  <a:pt x="553323" y="102653"/>
                  <a:pt x="553571" y="103307"/>
                  <a:pt x="554068" y="103829"/>
                </a:cubicBezTo>
                <a:cubicBezTo>
                  <a:pt x="554564" y="104352"/>
                  <a:pt x="555178" y="104613"/>
                  <a:pt x="555910" y="104613"/>
                </a:cubicBezTo>
                <a:cubicBezTo>
                  <a:pt x="556903" y="104613"/>
                  <a:pt x="557975" y="104169"/>
                  <a:pt x="559125" y="103281"/>
                </a:cubicBezTo>
                <a:cubicBezTo>
                  <a:pt x="561843" y="101134"/>
                  <a:pt x="564691" y="97806"/>
                  <a:pt x="567670" y="93297"/>
                </a:cubicBezTo>
                <a:lnTo>
                  <a:pt x="570022" y="95727"/>
                </a:lnTo>
                <a:cubicBezTo>
                  <a:pt x="565057" y="102731"/>
                  <a:pt x="560484" y="107618"/>
                  <a:pt x="556302" y="110388"/>
                </a:cubicBezTo>
                <a:cubicBezTo>
                  <a:pt x="553218" y="112374"/>
                  <a:pt x="550291" y="113367"/>
                  <a:pt x="547521" y="113367"/>
                </a:cubicBezTo>
                <a:cubicBezTo>
                  <a:pt x="545535" y="113367"/>
                  <a:pt x="543876" y="112688"/>
                  <a:pt x="542543" y="111329"/>
                </a:cubicBezTo>
                <a:cubicBezTo>
                  <a:pt x="541210" y="109970"/>
                  <a:pt x="540544" y="108402"/>
                  <a:pt x="540544" y="106625"/>
                </a:cubicBezTo>
                <a:cubicBezTo>
                  <a:pt x="540544" y="104740"/>
                  <a:pt x="541380" y="100865"/>
                  <a:pt x="543053" y="94999"/>
                </a:cubicBezTo>
                <a:lnTo>
                  <a:pt x="564299" y="21325"/>
                </a:lnTo>
                <a:cubicBezTo>
                  <a:pt x="566024" y="15314"/>
                  <a:pt x="566886" y="11865"/>
                  <a:pt x="566886" y="10976"/>
                </a:cubicBezTo>
                <a:cubicBezTo>
                  <a:pt x="566886" y="9722"/>
                  <a:pt x="566390" y="8689"/>
                  <a:pt x="565397" y="7879"/>
                </a:cubicBezTo>
                <a:cubicBezTo>
                  <a:pt x="564404" y="7069"/>
                  <a:pt x="562862" y="6664"/>
                  <a:pt x="560771" y="6664"/>
                </a:cubicBezTo>
                <a:cubicBezTo>
                  <a:pt x="559569" y="6664"/>
                  <a:pt x="557740" y="6847"/>
                  <a:pt x="555283" y="7213"/>
                </a:cubicBezTo>
                <a:lnTo>
                  <a:pt x="555283" y="4390"/>
                </a:lnTo>
                <a:lnTo>
                  <a:pt x="582096" y="0"/>
                </a:lnTo>
                <a:close/>
                <a:moveTo>
                  <a:pt x="614894" y="9251"/>
                </a:moveTo>
                <a:cubicBezTo>
                  <a:pt x="617090" y="9251"/>
                  <a:pt x="618945" y="10009"/>
                  <a:pt x="620461" y="11525"/>
                </a:cubicBezTo>
                <a:cubicBezTo>
                  <a:pt x="621977" y="13041"/>
                  <a:pt x="622734" y="14896"/>
                  <a:pt x="622734" y="17091"/>
                </a:cubicBezTo>
                <a:cubicBezTo>
                  <a:pt x="622734" y="19234"/>
                  <a:pt x="621964" y="21077"/>
                  <a:pt x="620422" y="22619"/>
                </a:cubicBezTo>
                <a:cubicBezTo>
                  <a:pt x="618880" y="24160"/>
                  <a:pt x="617037" y="24931"/>
                  <a:pt x="614894" y="24931"/>
                </a:cubicBezTo>
                <a:cubicBezTo>
                  <a:pt x="612751" y="24931"/>
                  <a:pt x="610909" y="24160"/>
                  <a:pt x="609367" y="22619"/>
                </a:cubicBezTo>
                <a:cubicBezTo>
                  <a:pt x="607825" y="21077"/>
                  <a:pt x="607054" y="19234"/>
                  <a:pt x="607054" y="17091"/>
                </a:cubicBezTo>
                <a:cubicBezTo>
                  <a:pt x="607054" y="14896"/>
                  <a:pt x="607812" y="13041"/>
                  <a:pt x="609328" y="11525"/>
                </a:cubicBezTo>
                <a:cubicBezTo>
                  <a:pt x="610844" y="10009"/>
                  <a:pt x="612699" y="9251"/>
                  <a:pt x="614894" y="9251"/>
                </a:cubicBezTo>
                <a:moveTo>
                  <a:pt x="615914" y="40455"/>
                </a:moveTo>
                <a:lnTo>
                  <a:pt x="600390" y="95440"/>
                </a:lnTo>
                <a:cubicBezTo>
                  <a:pt x="599345" y="99153"/>
                  <a:pt x="598822" y="101375"/>
                  <a:pt x="598822" y="102107"/>
                </a:cubicBezTo>
                <a:cubicBezTo>
                  <a:pt x="598822" y="102946"/>
                  <a:pt x="599071" y="103629"/>
                  <a:pt x="599567" y="104155"/>
                </a:cubicBezTo>
                <a:cubicBezTo>
                  <a:pt x="600064" y="104679"/>
                  <a:pt x="600652" y="104942"/>
                  <a:pt x="601331" y="104942"/>
                </a:cubicBezTo>
                <a:cubicBezTo>
                  <a:pt x="602115" y="104942"/>
                  <a:pt x="603056" y="104522"/>
                  <a:pt x="604154" y="103682"/>
                </a:cubicBezTo>
                <a:cubicBezTo>
                  <a:pt x="607133" y="101325"/>
                  <a:pt x="610138" y="97978"/>
                  <a:pt x="613170" y="93640"/>
                </a:cubicBezTo>
                <a:lnTo>
                  <a:pt x="615914" y="95443"/>
                </a:lnTo>
                <a:cubicBezTo>
                  <a:pt x="612359" y="100884"/>
                  <a:pt x="608178" y="105468"/>
                  <a:pt x="603370" y="109195"/>
                </a:cubicBezTo>
                <a:cubicBezTo>
                  <a:pt x="599815" y="111976"/>
                  <a:pt x="596418" y="113367"/>
                  <a:pt x="593177" y="113367"/>
                </a:cubicBezTo>
                <a:cubicBezTo>
                  <a:pt x="591034" y="113367"/>
                  <a:pt x="589284" y="112727"/>
                  <a:pt x="587925" y="111446"/>
                </a:cubicBezTo>
                <a:cubicBezTo>
                  <a:pt x="586566" y="110166"/>
                  <a:pt x="585886" y="108559"/>
                  <a:pt x="585886" y="106625"/>
                </a:cubicBezTo>
                <a:cubicBezTo>
                  <a:pt x="585886" y="104688"/>
                  <a:pt x="586540" y="101468"/>
                  <a:pt x="587846" y="96964"/>
                </a:cubicBezTo>
                <a:lnTo>
                  <a:pt x="598038" y="61780"/>
                </a:lnTo>
                <a:cubicBezTo>
                  <a:pt x="599711" y="56063"/>
                  <a:pt x="600547" y="52477"/>
                  <a:pt x="600547" y="51022"/>
                </a:cubicBezTo>
                <a:cubicBezTo>
                  <a:pt x="600547" y="49878"/>
                  <a:pt x="600142" y="48942"/>
                  <a:pt x="599332" y="48214"/>
                </a:cubicBezTo>
                <a:cubicBezTo>
                  <a:pt x="598522" y="47484"/>
                  <a:pt x="597411" y="47119"/>
                  <a:pt x="596000" y="47119"/>
                </a:cubicBezTo>
                <a:cubicBezTo>
                  <a:pt x="594850" y="47119"/>
                  <a:pt x="592472" y="47406"/>
                  <a:pt x="588865" y="47981"/>
                </a:cubicBezTo>
                <a:lnTo>
                  <a:pt x="588865" y="44845"/>
                </a:lnTo>
                <a:lnTo>
                  <a:pt x="615914" y="40455"/>
                </a:lnTo>
                <a:close/>
                <a:moveTo>
                  <a:pt x="685639" y="94394"/>
                </a:moveTo>
                <a:cubicBezTo>
                  <a:pt x="680203" y="100928"/>
                  <a:pt x="674715" y="105723"/>
                  <a:pt x="669175" y="108781"/>
                </a:cubicBezTo>
                <a:cubicBezTo>
                  <a:pt x="663634" y="111838"/>
                  <a:pt x="657780" y="113367"/>
                  <a:pt x="651613" y="113367"/>
                </a:cubicBezTo>
                <a:cubicBezTo>
                  <a:pt x="644191" y="113367"/>
                  <a:pt x="638402" y="111274"/>
                  <a:pt x="634247" y="107088"/>
                </a:cubicBezTo>
                <a:cubicBezTo>
                  <a:pt x="630092" y="102902"/>
                  <a:pt x="628014" y="97277"/>
                  <a:pt x="628014" y="90215"/>
                </a:cubicBezTo>
                <a:cubicBezTo>
                  <a:pt x="628014" y="82210"/>
                  <a:pt x="630249" y="74335"/>
                  <a:pt x="634718" y="66591"/>
                </a:cubicBezTo>
                <a:cubicBezTo>
                  <a:pt x="639186" y="58846"/>
                  <a:pt x="645197" y="52554"/>
                  <a:pt x="652750" y="47714"/>
                </a:cubicBezTo>
                <a:cubicBezTo>
                  <a:pt x="660302" y="42874"/>
                  <a:pt x="667711" y="40455"/>
                  <a:pt x="674976" y="40455"/>
                </a:cubicBezTo>
                <a:cubicBezTo>
                  <a:pt x="680673" y="40455"/>
                  <a:pt x="684933" y="41640"/>
                  <a:pt x="687755" y="44010"/>
                </a:cubicBezTo>
                <a:cubicBezTo>
                  <a:pt x="690578" y="46380"/>
                  <a:pt x="691989" y="49284"/>
                  <a:pt x="691989" y="52722"/>
                </a:cubicBezTo>
                <a:cubicBezTo>
                  <a:pt x="691989" y="55951"/>
                  <a:pt x="690996" y="58712"/>
                  <a:pt x="689010" y="61005"/>
                </a:cubicBezTo>
                <a:cubicBezTo>
                  <a:pt x="687546" y="62776"/>
                  <a:pt x="685743" y="63661"/>
                  <a:pt x="683600" y="63661"/>
                </a:cubicBezTo>
                <a:cubicBezTo>
                  <a:pt x="681980" y="63661"/>
                  <a:pt x="680634" y="63143"/>
                  <a:pt x="679563" y="62106"/>
                </a:cubicBezTo>
                <a:cubicBezTo>
                  <a:pt x="678491" y="61068"/>
                  <a:pt x="677955" y="59772"/>
                  <a:pt x="677955" y="58217"/>
                </a:cubicBezTo>
                <a:cubicBezTo>
                  <a:pt x="677955" y="57232"/>
                  <a:pt x="678151" y="56325"/>
                  <a:pt x="678543" y="55495"/>
                </a:cubicBezTo>
                <a:cubicBezTo>
                  <a:pt x="678935" y="54666"/>
                  <a:pt x="679746" y="53668"/>
                  <a:pt x="680974" y="52501"/>
                </a:cubicBezTo>
                <a:cubicBezTo>
                  <a:pt x="682202" y="51334"/>
                  <a:pt x="682947" y="50491"/>
                  <a:pt x="683208" y="49973"/>
                </a:cubicBezTo>
                <a:cubicBezTo>
                  <a:pt x="683470" y="49454"/>
                  <a:pt x="683600" y="48909"/>
                  <a:pt x="683600" y="48339"/>
                </a:cubicBezTo>
                <a:cubicBezTo>
                  <a:pt x="683600" y="47249"/>
                  <a:pt x="683104" y="46342"/>
                  <a:pt x="682111" y="45617"/>
                </a:cubicBezTo>
                <a:cubicBezTo>
                  <a:pt x="680595" y="44580"/>
                  <a:pt x="678452" y="44061"/>
                  <a:pt x="675682" y="44061"/>
                </a:cubicBezTo>
                <a:cubicBezTo>
                  <a:pt x="670560" y="44061"/>
                  <a:pt x="665490" y="45864"/>
                  <a:pt x="660472" y="49471"/>
                </a:cubicBezTo>
                <a:cubicBezTo>
                  <a:pt x="655454" y="53077"/>
                  <a:pt x="651169" y="58199"/>
                  <a:pt x="647614" y="64837"/>
                </a:cubicBezTo>
                <a:cubicBezTo>
                  <a:pt x="643329" y="72886"/>
                  <a:pt x="641186" y="80936"/>
                  <a:pt x="641186" y="88985"/>
                </a:cubicBezTo>
                <a:cubicBezTo>
                  <a:pt x="641186" y="94316"/>
                  <a:pt x="642701" y="98536"/>
                  <a:pt x="645733" y="101646"/>
                </a:cubicBezTo>
                <a:cubicBezTo>
                  <a:pt x="648764" y="104756"/>
                  <a:pt x="652893" y="106311"/>
                  <a:pt x="658120" y="106311"/>
                </a:cubicBezTo>
                <a:cubicBezTo>
                  <a:pt x="662145" y="106311"/>
                  <a:pt x="666130" y="105305"/>
                  <a:pt x="670076" y="103293"/>
                </a:cubicBezTo>
                <a:cubicBezTo>
                  <a:pt x="674022" y="101280"/>
                  <a:pt x="678452" y="97635"/>
                  <a:pt x="683365" y="92356"/>
                </a:cubicBezTo>
                <a:lnTo>
                  <a:pt x="685639" y="94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y">
            <a:extLst xmlns:a="http://schemas.openxmlformats.org/drawingml/2006/main">
              <a:ext uri="{FF2B5EF4-FFF2-40B4-BE49-F238E27FC236}">
                <a16:creationId xmlns:a16="http://schemas.microsoft.com/office/drawing/2014/main" id="{C5E02198-A79A-4868-AC46-586CCC38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804" y="4405385"/>
            <a:ext cx="83261" cy="105684"/>
          </a:xfrm>
          <a:custGeom xmlns:a="http://schemas.openxmlformats.org/drawingml/2006/main">
            <a:pathLst>
              <a:path w="83261" h="105684">
                <a:moveTo>
                  <a:pt x="38495" y="0"/>
                </a:moveTo>
                <a:cubicBezTo>
                  <a:pt x="40272" y="3030"/>
                  <a:pt x="41500" y="5864"/>
                  <a:pt x="42180" y="8502"/>
                </a:cubicBezTo>
                <a:cubicBezTo>
                  <a:pt x="42859" y="11139"/>
                  <a:pt x="43538" y="16324"/>
                  <a:pt x="44218" y="24057"/>
                </a:cubicBezTo>
                <a:lnTo>
                  <a:pt x="47668" y="62608"/>
                </a:lnTo>
                <a:cubicBezTo>
                  <a:pt x="50804" y="58846"/>
                  <a:pt x="55351" y="52891"/>
                  <a:pt x="61309" y="44742"/>
                </a:cubicBezTo>
                <a:cubicBezTo>
                  <a:pt x="64184" y="40772"/>
                  <a:pt x="67738" y="35365"/>
                  <a:pt x="71972" y="28523"/>
                </a:cubicBezTo>
                <a:cubicBezTo>
                  <a:pt x="74533" y="24343"/>
                  <a:pt x="76101" y="21418"/>
                  <a:pt x="76676" y="19747"/>
                </a:cubicBezTo>
                <a:cubicBezTo>
                  <a:pt x="76989" y="18911"/>
                  <a:pt x="77146" y="18048"/>
                  <a:pt x="77146" y="17160"/>
                </a:cubicBezTo>
                <a:cubicBezTo>
                  <a:pt x="77146" y="16585"/>
                  <a:pt x="76963" y="16115"/>
                  <a:pt x="76597" y="15751"/>
                </a:cubicBezTo>
                <a:cubicBezTo>
                  <a:pt x="76231" y="15385"/>
                  <a:pt x="75278" y="14954"/>
                  <a:pt x="73736" y="14458"/>
                </a:cubicBezTo>
                <a:cubicBezTo>
                  <a:pt x="72194" y="13961"/>
                  <a:pt x="70913" y="13047"/>
                  <a:pt x="69894" y="11716"/>
                </a:cubicBezTo>
                <a:cubicBezTo>
                  <a:pt x="68875" y="10383"/>
                  <a:pt x="68365" y="8854"/>
                  <a:pt x="68365" y="7130"/>
                </a:cubicBezTo>
                <a:cubicBezTo>
                  <a:pt x="68365" y="4988"/>
                  <a:pt x="68993" y="3265"/>
                  <a:pt x="70247" y="1960"/>
                </a:cubicBezTo>
                <a:cubicBezTo>
                  <a:pt x="71501" y="653"/>
                  <a:pt x="73069" y="0"/>
                  <a:pt x="74951" y="0"/>
                </a:cubicBezTo>
                <a:cubicBezTo>
                  <a:pt x="77251" y="0"/>
                  <a:pt x="79211" y="956"/>
                  <a:pt x="80831" y="2867"/>
                </a:cubicBezTo>
                <a:cubicBezTo>
                  <a:pt x="82451" y="4776"/>
                  <a:pt x="83261" y="7405"/>
                  <a:pt x="83261" y="10753"/>
                </a:cubicBezTo>
                <a:cubicBezTo>
                  <a:pt x="83261" y="14887"/>
                  <a:pt x="81850" y="19610"/>
                  <a:pt x="79028" y="24922"/>
                </a:cubicBezTo>
                <a:cubicBezTo>
                  <a:pt x="76205" y="30233"/>
                  <a:pt x="70770" y="38384"/>
                  <a:pt x="62720" y="49373"/>
                </a:cubicBezTo>
                <a:cubicBezTo>
                  <a:pt x="54671" y="60362"/>
                  <a:pt x="44924" y="72338"/>
                  <a:pt x="33477" y="85300"/>
                </a:cubicBezTo>
                <a:cubicBezTo>
                  <a:pt x="25585" y="94237"/>
                  <a:pt x="19731" y="99869"/>
                  <a:pt x="15915" y="102195"/>
                </a:cubicBezTo>
                <a:cubicBezTo>
                  <a:pt x="12100" y="104521"/>
                  <a:pt x="8833" y="105684"/>
                  <a:pt x="6115" y="105684"/>
                </a:cubicBezTo>
                <a:cubicBezTo>
                  <a:pt x="4495" y="105684"/>
                  <a:pt x="3071" y="105067"/>
                  <a:pt x="1842" y="103832"/>
                </a:cubicBezTo>
                <a:cubicBezTo>
                  <a:pt x="614" y="102597"/>
                  <a:pt x="0" y="101165"/>
                  <a:pt x="0" y="99534"/>
                </a:cubicBezTo>
                <a:cubicBezTo>
                  <a:pt x="0" y="97485"/>
                  <a:pt x="849" y="95618"/>
                  <a:pt x="2548" y="93936"/>
                </a:cubicBezTo>
                <a:cubicBezTo>
                  <a:pt x="4247" y="92255"/>
                  <a:pt x="6089" y="91415"/>
                  <a:pt x="8075" y="91415"/>
                </a:cubicBezTo>
                <a:cubicBezTo>
                  <a:pt x="9121" y="91415"/>
                  <a:pt x="9983" y="91650"/>
                  <a:pt x="10662" y="92121"/>
                </a:cubicBezTo>
                <a:cubicBezTo>
                  <a:pt x="11081" y="92382"/>
                  <a:pt x="11538" y="93127"/>
                  <a:pt x="12034" y="94355"/>
                </a:cubicBezTo>
                <a:cubicBezTo>
                  <a:pt x="12531" y="95583"/>
                  <a:pt x="12988" y="96407"/>
                  <a:pt x="13406" y="96825"/>
                </a:cubicBezTo>
                <a:cubicBezTo>
                  <a:pt x="13668" y="97086"/>
                  <a:pt x="13981" y="97217"/>
                  <a:pt x="14347" y="97217"/>
                </a:cubicBezTo>
                <a:cubicBezTo>
                  <a:pt x="14661" y="97217"/>
                  <a:pt x="15210" y="96957"/>
                  <a:pt x="15994" y="96438"/>
                </a:cubicBezTo>
                <a:cubicBezTo>
                  <a:pt x="18868" y="94670"/>
                  <a:pt x="22213" y="91864"/>
                  <a:pt x="26029" y="88019"/>
                </a:cubicBezTo>
                <a:cubicBezTo>
                  <a:pt x="31047" y="82927"/>
                  <a:pt x="34758" y="78733"/>
                  <a:pt x="37162" y="75439"/>
                </a:cubicBezTo>
                <a:lnTo>
                  <a:pt x="32771" y="25777"/>
                </a:lnTo>
                <a:cubicBezTo>
                  <a:pt x="32040" y="17579"/>
                  <a:pt x="30942" y="12592"/>
                  <a:pt x="29479" y="10817"/>
                </a:cubicBezTo>
                <a:cubicBezTo>
                  <a:pt x="28015" y="9041"/>
                  <a:pt x="25559" y="8154"/>
                  <a:pt x="22109" y="8154"/>
                </a:cubicBezTo>
                <a:cubicBezTo>
                  <a:pt x="21011" y="8154"/>
                  <a:pt x="19051" y="8310"/>
                  <a:pt x="16229" y="8624"/>
                </a:cubicBezTo>
                <a:lnTo>
                  <a:pt x="15523" y="5645"/>
                </a:lnTo>
                <a:lnTo>
                  <a:pt x="384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O">
            <a:extLst xmlns:a="http://schemas.openxmlformats.org/drawingml/2006/main">
              <a:ext uri="{FF2B5EF4-FFF2-40B4-BE49-F238E27FC236}">
                <a16:creationId xmlns:a16="http://schemas.microsoft.com/office/drawing/2014/main" id="{1457631A-01D5-4F9F-A1C2-56AEBF17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035" y="4367752"/>
            <a:ext cx="105684" cy="111015"/>
          </a:xfrm>
          <a:custGeom xmlns:a="http://schemas.openxmlformats.org/drawingml/2006/main">
            <a:pathLst>
              <a:path w="105684" h="111015">
                <a:moveTo>
                  <a:pt x="69541" y="0"/>
                </a:moveTo>
                <a:cubicBezTo>
                  <a:pt x="76597" y="0"/>
                  <a:pt x="82843" y="1527"/>
                  <a:pt x="88279" y="4582"/>
                </a:cubicBezTo>
                <a:cubicBezTo>
                  <a:pt x="93715" y="7634"/>
                  <a:pt x="97975" y="12149"/>
                  <a:pt x="101058" y="18125"/>
                </a:cubicBezTo>
                <a:cubicBezTo>
                  <a:pt x="104142" y="24100"/>
                  <a:pt x="105684" y="30298"/>
                  <a:pt x="105684" y="36718"/>
                </a:cubicBezTo>
                <a:cubicBezTo>
                  <a:pt x="105684" y="48096"/>
                  <a:pt x="102378" y="60035"/>
                  <a:pt x="95766" y="72535"/>
                </a:cubicBezTo>
                <a:cubicBezTo>
                  <a:pt x="89155" y="85035"/>
                  <a:pt x="80517" y="94574"/>
                  <a:pt x="69855" y="101151"/>
                </a:cubicBezTo>
                <a:cubicBezTo>
                  <a:pt x="59192" y="107727"/>
                  <a:pt x="48164" y="111015"/>
                  <a:pt x="36770" y="111015"/>
                </a:cubicBezTo>
                <a:cubicBezTo>
                  <a:pt x="28564" y="111015"/>
                  <a:pt x="21704" y="109201"/>
                  <a:pt x="16190" y="105574"/>
                </a:cubicBezTo>
                <a:cubicBezTo>
                  <a:pt x="10676" y="101946"/>
                  <a:pt x="6599" y="97158"/>
                  <a:pt x="3959" y="91209"/>
                </a:cubicBezTo>
                <a:cubicBezTo>
                  <a:pt x="1320" y="85259"/>
                  <a:pt x="0" y="79491"/>
                  <a:pt x="0" y="73905"/>
                </a:cubicBezTo>
                <a:cubicBezTo>
                  <a:pt x="0" y="63989"/>
                  <a:pt x="2391" y="54190"/>
                  <a:pt x="7174" y="44509"/>
                </a:cubicBezTo>
                <a:cubicBezTo>
                  <a:pt x="11956" y="34827"/>
                  <a:pt x="17666" y="26737"/>
                  <a:pt x="24304" y="20240"/>
                </a:cubicBezTo>
                <a:cubicBezTo>
                  <a:pt x="30942" y="13741"/>
                  <a:pt x="38024" y="8742"/>
                  <a:pt x="45551" y="5245"/>
                </a:cubicBezTo>
                <a:cubicBezTo>
                  <a:pt x="53077" y="1748"/>
                  <a:pt x="61074" y="0"/>
                  <a:pt x="69541" y="0"/>
                </a:cubicBezTo>
                <a:moveTo>
                  <a:pt x="66876" y="5018"/>
                </a:moveTo>
                <a:cubicBezTo>
                  <a:pt x="61649" y="5018"/>
                  <a:pt x="56540" y="6310"/>
                  <a:pt x="51548" y="8894"/>
                </a:cubicBezTo>
                <a:cubicBezTo>
                  <a:pt x="46557" y="11476"/>
                  <a:pt x="41605" y="15703"/>
                  <a:pt x="36691" y="21575"/>
                </a:cubicBezTo>
                <a:cubicBezTo>
                  <a:pt x="31778" y="27445"/>
                  <a:pt x="27362" y="35129"/>
                  <a:pt x="23442" y="44627"/>
                </a:cubicBezTo>
                <a:cubicBezTo>
                  <a:pt x="18633" y="56317"/>
                  <a:pt x="16229" y="67354"/>
                  <a:pt x="16229" y="77739"/>
                </a:cubicBezTo>
                <a:cubicBezTo>
                  <a:pt x="16229" y="85150"/>
                  <a:pt x="18137" y="91712"/>
                  <a:pt x="21952" y="97427"/>
                </a:cubicBezTo>
                <a:cubicBezTo>
                  <a:pt x="25768" y="103141"/>
                  <a:pt x="31622" y="105998"/>
                  <a:pt x="39514" y="105998"/>
                </a:cubicBezTo>
                <a:cubicBezTo>
                  <a:pt x="44270" y="105998"/>
                  <a:pt x="48935" y="104823"/>
                  <a:pt x="53508" y="102474"/>
                </a:cubicBezTo>
                <a:cubicBezTo>
                  <a:pt x="58082" y="100126"/>
                  <a:pt x="62851" y="96108"/>
                  <a:pt x="67817" y="90420"/>
                </a:cubicBezTo>
                <a:cubicBezTo>
                  <a:pt x="74036" y="83271"/>
                  <a:pt x="79263" y="74152"/>
                  <a:pt x="83497" y="63063"/>
                </a:cubicBezTo>
                <a:cubicBezTo>
                  <a:pt x="87730" y="51973"/>
                  <a:pt x="89847" y="41627"/>
                  <a:pt x="89847" y="32024"/>
                </a:cubicBezTo>
                <a:cubicBezTo>
                  <a:pt x="89847" y="24927"/>
                  <a:pt x="87939" y="18652"/>
                  <a:pt x="84124" y="13198"/>
                </a:cubicBezTo>
                <a:cubicBezTo>
                  <a:pt x="80308" y="7745"/>
                  <a:pt x="74559" y="5018"/>
                  <a:pt x="66876" y="50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ptimalPolic">
            <a:extLst xmlns:a="http://schemas.openxmlformats.org/drawingml/2006/main">
              <a:ext uri="{FF2B5EF4-FFF2-40B4-BE49-F238E27FC236}">
                <a16:creationId xmlns:a16="http://schemas.microsoft.com/office/drawing/2014/main" id="{86EB8AD2-63ED-4118-BA8A-553E89A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679" y="4364930"/>
            <a:ext cx="804289" cy="145825"/>
          </a:xfrm>
          <a:custGeom xmlns:a="http://schemas.openxmlformats.org/drawingml/2006/main">
            <a:pathLst>
              <a:path w="804289" h="145825">
                <a:moveTo>
                  <a:pt x="53234" y="40455"/>
                </a:moveTo>
                <a:lnTo>
                  <a:pt x="47824" y="58553"/>
                </a:lnTo>
                <a:cubicBezTo>
                  <a:pt x="53521" y="51838"/>
                  <a:pt x="58604" y="47143"/>
                  <a:pt x="63073" y="44468"/>
                </a:cubicBezTo>
                <a:cubicBezTo>
                  <a:pt x="67542" y="41792"/>
                  <a:pt x="72102" y="40455"/>
                  <a:pt x="76754" y="40455"/>
                </a:cubicBezTo>
                <a:cubicBezTo>
                  <a:pt x="81406" y="40455"/>
                  <a:pt x="85378" y="42300"/>
                  <a:pt x="88671" y="45989"/>
                </a:cubicBezTo>
                <a:cubicBezTo>
                  <a:pt x="91964" y="49677"/>
                  <a:pt x="93610" y="54478"/>
                  <a:pt x="93610" y="60390"/>
                </a:cubicBezTo>
                <a:cubicBezTo>
                  <a:pt x="93610" y="71901"/>
                  <a:pt x="88932" y="83608"/>
                  <a:pt x="79577" y="95512"/>
                </a:cubicBezTo>
                <a:cubicBezTo>
                  <a:pt x="70221" y="107415"/>
                  <a:pt x="59323" y="113367"/>
                  <a:pt x="46884" y="113367"/>
                </a:cubicBezTo>
                <a:cubicBezTo>
                  <a:pt x="44270" y="113367"/>
                  <a:pt x="41957" y="113082"/>
                  <a:pt x="39945" y="112512"/>
                </a:cubicBezTo>
                <a:cubicBezTo>
                  <a:pt x="37933" y="111942"/>
                  <a:pt x="35672" y="110932"/>
                  <a:pt x="33163" y="109482"/>
                </a:cubicBezTo>
                <a:lnTo>
                  <a:pt x="27440" y="129675"/>
                </a:lnTo>
                <a:cubicBezTo>
                  <a:pt x="26290" y="133670"/>
                  <a:pt x="25715" y="136272"/>
                  <a:pt x="25715" y="137483"/>
                </a:cubicBezTo>
                <a:cubicBezTo>
                  <a:pt x="25715" y="138639"/>
                  <a:pt x="26016" y="139625"/>
                  <a:pt x="26617" y="140440"/>
                </a:cubicBezTo>
                <a:cubicBezTo>
                  <a:pt x="27218" y="141255"/>
                  <a:pt x="28198" y="141885"/>
                  <a:pt x="29557" y="142331"/>
                </a:cubicBezTo>
                <a:cubicBezTo>
                  <a:pt x="30916" y="142779"/>
                  <a:pt x="33608" y="143003"/>
                  <a:pt x="37632" y="143003"/>
                </a:cubicBezTo>
                <a:lnTo>
                  <a:pt x="36927" y="145825"/>
                </a:lnTo>
                <a:lnTo>
                  <a:pt x="0" y="145825"/>
                </a:lnTo>
                <a:lnTo>
                  <a:pt x="784" y="143003"/>
                </a:lnTo>
                <a:cubicBezTo>
                  <a:pt x="5645" y="142792"/>
                  <a:pt x="8925" y="141951"/>
                  <a:pt x="10623" y="140479"/>
                </a:cubicBezTo>
                <a:cubicBezTo>
                  <a:pt x="12322" y="139009"/>
                  <a:pt x="14112" y="134937"/>
                  <a:pt x="15994" y="128263"/>
                </a:cubicBezTo>
                <a:lnTo>
                  <a:pt x="35829" y="59584"/>
                </a:lnTo>
                <a:cubicBezTo>
                  <a:pt x="37031" y="55274"/>
                  <a:pt x="37632" y="52600"/>
                  <a:pt x="37632" y="51563"/>
                </a:cubicBezTo>
                <a:cubicBezTo>
                  <a:pt x="37632" y="50160"/>
                  <a:pt x="37227" y="49069"/>
                  <a:pt x="36417" y="48290"/>
                </a:cubicBezTo>
                <a:cubicBezTo>
                  <a:pt x="35607" y="47509"/>
                  <a:pt x="34366" y="47119"/>
                  <a:pt x="32693" y="47119"/>
                </a:cubicBezTo>
                <a:cubicBezTo>
                  <a:pt x="31177" y="47119"/>
                  <a:pt x="29060" y="47302"/>
                  <a:pt x="26343" y="47668"/>
                </a:cubicBezTo>
                <a:lnTo>
                  <a:pt x="26343" y="44532"/>
                </a:lnTo>
                <a:lnTo>
                  <a:pt x="53234" y="40455"/>
                </a:lnTo>
                <a:moveTo>
                  <a:pt x="34967" y="103217"/>
                </a:moveTo>
                <a:cubicBezTo>
                  <a:pt x="38207" y="107057"/>
                  <a:pt x="42572" y="108977"/>
                  <a:pt x="48060" y="108977"/>
                </a:cubicBezTo>
                <a:cubicBezTo>
                  <a:pt x="50777" y="108977"/>
                  <a:pt x="53548" y="108220"/>
                  <a:pt x="56370" y="106706"/>
                </a:cubicBezTo>
                <a:cubicBezTo>
                  <a:pt x="59192" y="105192"/>
                  <a:pt x="61950" y="102947"/>
                  <a:pt x="64641" y="99973"/>
                </a:cubicBezTo>
                <a:cubicBezTo>
                  <a:pt x="67333" y="96997"/>
                  <a:pt x="69750" y="93565"/>
                  <a:pt x="71893" y="89676"/>
                </a:cubicBezTo>
                <a:cubicBezTo>
                  <a:pt x="74036" y="85787"/>
                  <a:pt x="75957" y="81206"/>
                  <a:pt x="77656" y="75933"/>
                </a:cubicBezTo>
                <a:cubicBezTo>
                  <a:pt x="79354" y="70661"/>
                  <a:pt x="80204" y="65441"/>
                  <a:pt x="80204" y="60273"/>
                </a:cubicBezTo>
                <a:cubicBezTo>
                  <a:pt x="80204" y="56098"/>
                  <a:pt x="79250" y="52902"/>
                  <a:pt x="77342" y="50684"/>
                </a:cubicBezTo>
                <a:cubicBezTo>
                  <a:pt x="75434" y="48464"/>
                  <a:pt x="73200" y="47354"/>
                  <a:pt x="70639" y="47354"/>
                </a:cubicBezTo>
                <a:cubicBezTo>
                  <a:pt x="64994" y="47354"/>
                  <a:pt x="59415" y="50595"/>
                  <a:pt x="53900" y="57076"/>
                </a:cubicBezTo>
                <a:cubicBezTo>
                  <a:pt x="48386" y="63555"/>
                  <a:pt x="44349" y="71140"/>
                  <a:pt x="41788" y="79829"/>
                </a:cubicBezTo>
                <a:lnTo>
                  <a:pt x="34967" y="103217"/>
                </a:lnTo>
                <a:close/>
                <a:moveTo>
                  <a:pt x="139710" y="21168"/>
                </a:moveTo>
                <a:lnTo>
                  <a:pt x="133595" y="42336"/>
                </a:lnTo>
                <a:lnTo>
                  <a:pt x="145904" y="42336"/>
                </a:lnTo>
                <a:lnTo>
                  <a:pt x="144571" y="47354"/>
                </a:lnTo>
                <a:lnTo>
                  <a:pt x="132341" y="47354"/>
                </a:lnTo>
                <a:lnTo>
                  <a:pt x="118856" y="93618"/>
                </a:lnTo>
                <a:cubicBezTo>
                  <a:pt x="117392" y="98591"/>
                  <a:pt x="116660" y="101811"/>
                  <a:pt x="116660" y="103278"/>
                </a:cubicBezTo>
                <a:cubicBezTo>
                  <a:pt x="116660" y="104165"/>
                  <a:pt x="116870" y="104843"/>
                  <a:pt x="117288" y="105312"/>
                </a:cubicBezTo>
                <a:cubicBezTo>
                  <a:pt x="117706" y="105780"/>
                  <a:pt x="118202" y="106015"/>
                  <a:pt x="118777" y="106015"/>
                </a:cubicBezTo>
                <a:cubicBezTo>
                  <a:pt x="120084" y="106015"/>
                  <a:pt x="121809" y="105103"/>
                  <a:pt x="123952" y="103278"/>
                </a:cubicBezTo>
                <a:cubicBezTo>
                  <a:pt x="125206" y="102233"/>
                  <a:pt x="128002" y="99018"/>
                  <a:pt x="132341" y="93635"/>
                </a:cubicBezTo>
                <a:lnTo>
                  <a:pt x="134928" y="95595"/>
                </a:lnTo>
                <a:cubicBezTo>
                  <a:pt x="130119" y="102594"/>
                  <a:pt x="125572" y="107527"/>
                  <a:pt x="121286" y="110395"/>
                </a:cubicBezTo>
                <a:cubicBezTo>
                  <a:pt x="118359" y="112377"/>
                  <a:pt x="115406" y="113367"/>
                  <a:pt x="112427" y="113367"/>
                </a:cubicBezTo>
                <a:cubicBezTo>
                  <a:pt x="110127" y="113367"/>
                  <a:pt x="108245" y="112649"/>
                  <a:pt x="106782" y="111211"/>
                </a:cubicBezTo>
                <a:cubicBezTo>
                  <a:pt x="105319" y="109774"/>
                  <a:pt x="104587" y="107931"/>
                  <a:pt x="104587" y="105684"/>
                </a:cubicBezTo>
                <a:cubicBezTo>
                  <a:pt x="104587" y="102862"/>
                  <a:pt x="105423" y="98550"/>
                  <a:pt x="107096" y="92748"/>
                </a:cubicBezTo>
                <a:lnTo>
                  <a:pt x="120188" y="47354"/>
                </a:lnTo>
                <a:lnTo>
                  <a:pt x="108350" y="47354"/>
                </a:lnTo>
                <a:lnTo>
                  <a:pt x="109134" y="44247"/>
                </a:lnTo>
                <a:cubicBezTo>
                  <a:pt x="114883" y="42661"/>
                  <a:pt x="119666" y="40319"/>
                  <a:pt x="123481" y="37221"/>
                </a:cubicBezTo>
                <a:cubicBezTo>
                  <a:pt x="127297" y="34122"/>
                  <a:pt x="131557" y="28771"/>
                  <a:pt x="136261" y="21168"/>
                </a:cubicBezTo>
                <a:lnTo>
                  <a:pt x="139710" y="21168"/>
                </a:lnTo>
                <a:close/>
                <a:moveTo>
                  <a:pt x="178546" y="9251"/>
                </a:moveTo>
                <a:cubicBezTo>
                  <a:pt x="180741" y="9251"/>
                  <a:pt x="182596" y="10009"/>
                  <a:pt x="184112" y="11525"/>
                </a:cubicBezTo>
                <a:cubicBezTo>
                  <a:pt x="185628" y="13041"/>
                  <a:pt x="186386" y="14896"/>
                  <a:pt x="186386" y="17091"/>
                </a:cubicBezTo>
                <a:cubicBezTo>
                  <a:pt x="186386" y="19234"/>
                  <a:pt x="185615" y="21077"/>
                  <a:pt x="184073" y="22619"/>
                </a:cubicBezTo>
                <a:cubicBezTo>
                  <a:pt x="182531" y="24160"/>
                  <a:pt x="180689" y="24931"/>
                  <a:pt x="178546" y="24931"/>
                </a:cubicBezTo>
                <a:cubicBezTo>
                  <a:pt x="176403" y="24931"/>
                  <a:pt x="174560" y="24160"/>
                  <a:pt x="173018" y="22619"/>
                </a:cubicBezTo>
                <a:cubicBezTo>
                  <a:pt x="171476" y="21077"/>
                  <a:pt x="170706" y="19234"/>
                  <a:pt x="170706" y="17091"/>
                </a:cubicBezTo>
                <a:cubicBezTo>
                  <a:pt x="170706" y="14896"/>
                  <a:pt x="171463" y="13041"/>
                  <a:pt x="172979" y="11525"/>
                </a:cubicBezTo>
                <a:cubicBezTo>
                  <a:pt x="174495" y="10009"/>
                  <a:pt x="176350" y="9251"/>
                  <a:pt x="178546" y="9251"/>
                </a:cubicBezTo>
                <a:moveTo>
                  <a:pt x="179565" y="40455"/>
                </a:moveTo>
                <a:lnTo>
                  <a:pt x="164042" y="95440"/>
                </a:lnTo>
                <a:cubicBezTo>
                  <a:pt x="162996" y="99153"/>
                  <a:pt x="162473" y="101375"/>
                  <a:pt x="162473" y="102107"/>
                </a:cubicBezTo>
                <a:cubicBezTo>
                  <a:pt x="162473" y="102946"/>
                  <a:pt x="162722" y="103629"/>
                  <a:pt x="163218" y="104155"/>
                </a:cubicBezTo>
                <a:cubicBezTo>
                  <a:pt x="163715" y="104679"/>
                  <a:pt x="164303" y="104942"/>
                  <a:pt x="164982" y="104942"/>
                </a:cubicBezTo>
                <a:cubicBezTo>
                  <a:pt x="165766" y="104942"/>
                  <a:pt x="166707" y="104522"/>
                  <a:pt x="167805" y="103682"/>
                </a:cubicBezTo>
                <a:cubicBezTo>
                  <a:pt x="170784" y="101325"/>
                  <a:pt x="173789" y="97978"/>
                  <a:pt x="176821" y="93640"/>
                </a:cubicBezTo>
                <a:lnTo>
                  <a:pt x="179565" y="95443"/>
                </a:lnTo>
                <a:cubicBezTo>
                  <a:pt x="176011" y="100884"/>
                  <a:pt x="171829" y="105468"/>
                  <a:pt x="167021" y="109195"/>
                </a:cubicBezTo>
                <a:cubicBezTo>
                  <a:pt x="163467" y="111976"/>
                  <a:pt x="160069" y="113367"/>
                  <a:pt x="156829" y="113367"/>
                </a:cubicBezTo>
                <a:cubicBezTo>
                  <a:pt x="154686" y="113367"/>
                  <a:pt x="152935" y="112727"/>
                  <a:pt x="151576" y="111446"/>
                </a:cubicBezTo>
                <a:cubicBezTo>
                  <a:pt x="150217" y="110166"/>
                  <a:pt x="149537" y="108559"/>
                  <a:pt x="149537" y="106625"/>
                </a:cubicBezTo>
                <a:cubicBezTo>
                  <a:pt x="149537" y="104688"/>
                  <a:pt x="150191" y="101468"/>
                  <a:pt x="151497" y="96964"/>
                </a:cubicBezTo>
                <a:lnTo>
                  <a:pt x="161689" y="61780"/>
                </a:lnTo>
                <a:cubicBezTo>
                  <a:pt x="163362" y="56063"/>
                  <a:pt x="164198" y="52477"/>
                  <a:pt x="164198" y="51022"/>
                </a:cubicBezTo>
                <a:cubicBezTo>
                  <a:pt x="164198" y="49878"/>
                  <a:pt x="163793" y="48942"/>
                  <a:pt x="162983" y="48214"/>
                </a:cubicBezTo>
                <a:cubicBezTo>
                  <a:pt x="162173" y="47484"/>
                  <a:pt x="161062" y="47119"/>
                  <a:pt x="159651" y="47119"/>
                </a:cubicBezTo>
                <a:cubicBezTo>
                  <a:pt x="158501" y="47119"/>
                  <a:pt x="156123" y="47406"/>
                  <a:pt x="152517" y="47981"/>
                </a:cubicBezTo>
                <a:lnTo>
                  <a:pt x="152517" y="44845"/>
                </a:lnTo>
                <a:lnTo>
                  <a:pt x="179565" y="40455"/>
                </a:lnTo>
                <a:close/>
                <a:moveTo>
                  <a:pt x="222084" y="40455"/>
                </a:moveTo>
                <a:lnTo>
                  <a:pt x="211892" y="75848"/>
                </a:lnTo>
                <a:cubicBezTo>
                  <a:pt x="216440" y="67529"/>
                  <a:pt x="220307" y="61277"/>
                  <a:pt x="223496" y="57093"/>
                </a:cubicBezTo>
                <a:cubicBezTo>
                  <a:pt x="228461" y="50605"/>
                  <a:pt x="233296" y="45896"/>
                  <a:pt x="238000" y="42966"/>
                </a:cubicBezTo>
                <a:cubicBezTo>
                  <a:pt x="240770" y="41292"/>
                  <a:pt x="243671" y="40455"/>
                  <a:pt x="246702" y="40455"/>
                </a:cubicBezTo>
                <a:cubicBezTo>
                  <a:pt x="249316" y="40455"/>
                  <a:pt x="251485" y="41300"/>
                  <a:pt x="253209" y="42990"/>
                </a:cubicBezTo>
                <a:cubicBezTo>
                  <a:pt x="254934" y="44679"/>
                  <a:pt x="255797" y="46844"/>
                  <a:pt x="255797" y="49485"/>
                </a:cubicBezTo>
                <a:cubicBezTo>
                  <a:pt x="255797" y="52042"/>
                  <a:pt x="255196" y="55381"/>
                  <a:pt x="253993" y="59504"/>
                </a:cubicBezTo>
                <a:lnTo>
                  <a:pt x="248427" y="79385"/>
                </a:lnTo>
                <a:cubicBezTo>
                  <a:pt x="256947" y="63426"/>
                  <a:pt x="265022" y="52228"/>
                  <a:pt x="272653" y="45791"/>
                </a:cubicBezTo>
                <a:cubicBezTo>
                  <a:pt x="276886" y="42233"/>
                  <a:pt x="281068" y="40455"/>
                  <a:pt x="285197" y="40455"/>
                </a:cubicBezTo>
                <a:cubicBezTo>
                  <a:pt x="287601" y="40455"/>
                  <a:pt x="289574" y="41283"/>
                  <a:pt x="291116" y="42939"/>
                </a:cubicBezTo>
                <a:cubicBezTo>
                  <a:pt x="292658" y="44594"/>
                  <a:pt x="293429" y="47155"/>
                  <a:pt x="293429" y="50625"/>
                </a:cubicBezTo>
                <a:cubicBezTo>
                  <a:pt x="293429" y="53658"/>
                  <a:pt x="292959" y="56874"/>
                  <a:pt x="292018" y="60273"/>
                </a:cubicBezTo>
                <a:lnTo>
                  <a:pt x="283394" y="90788"/>
                </a:lnTo>
                <a:cubicBezTo>
                  <a:pt x="281512" y="97429"/>
                  <a:pt x="280571" y="101116"/>
                  <a:pt x="280571" y="101847"/>
                </a:cubicBezTo>
                <a:cubicBezTo>
                  <a:pt x="280571" y="102579"/>
                  <a:pt x="280806" y="103206"/>
                  <a:pt x="281277" y="103729"/>
                </a:cubicBezTo>
                <a:cubicBezTo>
                  <a:pt x="281590" y="104095"/>
                  <a:pt x="282009" y="104278"/>
                  <a:pt x="282531" y="104278"/>
                </a:cubicBezTo>
                <a:cubicBezTo>
                  <a:pt x="283054" y="104278"/>
                  <a:pt x="283969" y="103781"/>
                  <a:pt x="285275" y="102788"/>
                </a:cubicBezTo>
                <a:cubicBezTo>
                  <a:pt x="288255" y="100488"/>
                  <a:pt x="291051" y="97457"/>
                  <a:pt x="293664" y="93694"/>
                </a:cubicBezTo>
                <a:lnTo>
                  <a:pt x="296251" y="95340"/>
                </a:lnTo>
                <a:cubicBezTo>
                  <a:pt x="294945" y="97431"/>
                  <a:pt x="292632" y="100305"/>
                  <a:pt x="289313" y="103964"/>
                </a:cubicBezTo>
                <a:cubicBezTo>
                  <a:pt x="285994" y="107621"/>
                  <a:pt x="283158" y="110103"/>
                  <a:pt x="280806" y="111410"/>
                </a:cubicBezTo>
                <a:cubicBezTo>
                  <a:pt x="278454" y="112715"/>
                  <a:pt x="276285" y="113367"/>
                  <a:pt x="274299" y="113367"/>
                </a:cubicBezTo>
                <a:cubicBezTo>
                  <a:pt x="272470" y="113367"/>
                  <a:pt x="270941" y="112740"/>
                  <a:pt x="269713" y="111486"/>
                </a:cubicBezTo>
                <a:cubicBezTo>
                  <a:pt x="268485" y="110231"/>
                  <a:pt x="267870" y="108689"/>
                  <a:pt x="267870" y="106860"/>
                </a:cubicBezTo>
                <a:cubicBezTo>
                  <a:pt x="267870" y="104351"/>
                  <a:pt x="268942" y="99307"/>
                  <a:pt x="271085" y="91729"/>
                </a:cubicBezTo>
                <a:lnTo>
                  <a:pt x="278219" y="66562"/>
                </a:lnTo>
                <a:cubicBezTo>
                  <a:pt x="279840" y="60760"/>
                  <a:pt x="280702" y="57546"/>
                  <a:pt x="280806" y="56919"/>
                </a:cubicBezTo>
                <a:cubicBezTo>
                  <a:pt x="280963" y="55926"/>
                  <a:pt x="281042" y="54959"/>
                  <a:pt x="281042" y="54018"/>
                </a:cubicBezTo>
                <a:cubicBezTo>
                  <a:pt x="281042" y="52711"/>
                  <a:pt x="280754" y="51692"/>
                  <a:pt x="280179" y="50960"/>
                </a:cubicBezTo>
                <a:cubicBezTo>
                  <a:pt x="279552" y="50229"/>
                  <a:pt x="278846" y="49863"/>
                  <a:pt x="278062" y="49863"/>
                </a:cubicBezTo>
                <a:cubicBezTo>
                  <a:pt x="275867" y="49863"/>
                  <a:pt x="273541" y="50987"/>
                  <a:pt x="271085" y="53234"/>
                </a:cubicBezTo>
                <a:cubicBezTo>
                  <a:pt x="263872" y="59872"/>
                  <a:pt x="257129" y="69175"/>
                  <a:pt x="250857" y="81145"/>
                </a:cubicBezTo>
                <a:cubicBezTo>
                  <a:pt x="246728" y="89037"/>
                  <a:pt x="242861" y="99151"/>
                  <a:pt x="239254" y="111486"/>
                </a:cubicBezTo>
                <a:lnTo>
                  <a:pt x="227416" y="111486"/>
                </a:lnTo>
                <a:lnTo>
                  <a:pt x="240822" y="63992"/>
                </a:lnTo>
                <a:cubicBezTo>
                  <a:pt x="242286" y="58863"/>
                  <a:pt x="243017" y="55436"/>
                  <a:pt x="243017" y="53709"/>
                </a:cubicBezTo>
                <a:cubicBezTo>
                  <a:pt x="243017" y="52296"/>
                  <a:pt x="242730" y="51250"/>
                  <a:pt x="242155" y="50571"/>
                </a:cubicBezTo>
                <a:cubicBezTo>
                  <a:pt x="241580" y="49890"/>
                  <a:pt x="240874" y="49549"/>
                  <a:pt x="240038" y="49549"/>
                </a:cubicBezTo>
                <a:cubicBezTo>
                  <a:pt x="238313" y="49549"/>
                  <a:pt x="236484" y="50177"/>
                  <a:pt x="234550" y="51433"/>
                </a:cubicBezTo>
                <a:cubicBezTo>
                  <a:pt x="231414" y="53475"/>
                  <a:pt x="227376" y="57845"/>
                  <a:pt x="222437" y="64543"/>
                </a:cubicBezTo>
                <a:cubicBezTo>
                  <a:pt x="217498" y="71242"/>
                  <a:pt x="213669" y="77653"/>
                  <a:pt x="210952" y="83776"/>
                </a:cubicBezTo>
                <a:cubicBezTo>
                  <a:pt x="209645" y="86654"/>
                  <a:pt x="206535" y="95890"/>
                  <a:pt x="201622" y="111486"/>
                </a:cubicBezTo>
                <a:lnTo>
                  <a:pt x="190019" y="111486"/>
                </a:lnTo>
                <a:lnTo>
                  <a:pt x="204523" y="60682"/>
                </a:lnTo>
                <a:lnTo>
                  <a:pt x="206404" y="54096"/>
                </a:lnTo>
                <a:cubicBezTo>
                  <a:pt x="206770" y="53090"/>
                  <a:pt x="206953" y="52349"/>
                  <a:pt x="206953" y="51872"/>
                </a:cubicBezTo>
                <a:cubicBezTo>
                  <a:pt x="206953" y="50706"/>
                  <a:pt x="206430" y="49661"/>
                  <a:pt x="205385" y="48738"/>
                </a:cubicBezTo>
                <a:cubicBezTo>
                  <a:pt x="204340" y="47815"/>
                  <a:pt x="203007" y="47354"/>
                  <a:pt x="201387" y="47354"/>
                </a:cubicBezTo>
                <a:cubicBezTo>
                  <a:pt x="200707" y="47354"/>
                  <a:pt x="198826" y="47668"/>
                  <a:pt x="195742" y="48295"/>
                </a:cubicBezTo>
                <a:lnTo>
                  <a:pt x="195036" y="45472"/>
                </a:lnTo>
                <a:lnTo>
                  <a:pt x="222084" y="40455"/>
                </a:lnTo>
                <a:close/>
                <a:moveTo>
                  <a:pt x="378545" y="40455"/>
                </a:moveTo>
                <a:lnTo>
                  <a:pt x="363257" y="93691"/>
                </a:lnTo>
                <a:lnTo>
                  <a:pt x="361533" y="100845"/>
                </a:lnTo>
                <a:cubicBezTo>
                  <a:pt x="361376" y="101517"/>
                  <a:pt x="361297" y="102084"/>
                  <a:pt x="361297" y="102548"/>
                </a:cubicBezTo>
                <a:cubicBezTo>
                  <a:pt x="361297" y="103384"/>
                  <a:pt x="361559" y="104116"/>
                  <a:pt x="362081" y="104743"/>
                </a:cubicBezTo>
                <a:cubicBezTo>
                  <a:pt x="362499" y="105214"/>
                  <a:pt x="363022" y="105449"/>
                  <a:pt x="363649" y="105449"/>
                </a:cubicBezTo>
                <a:cubicBezTo>
                  <a:pt x="364329" y="105449"/>
                  <a:pt x="365217" y="105031"/>
                  <a:pt x="366315" y="104194"/>
                </a:cubicBezTo>
                <a:cubicBezTo>
                  <a:pt x="368353" y="102679"/>
                  <a:pt x="371071" y="99543"/>
                  <a:pt x="374469" y="94786"/>
                </a:cubicBezTo>
                <a:lnTo>
                  <a:pt x="377134" y="96668"/>
                </a:lnTo>
                <a:cubicBezTo>
                  <a:pt x="373528" y="102104"/>
                  <a:pt x="369817" y="106246"/>
                  <a:pt x="366001" y="109094"/>
                </a:cubicBezTo>
                <a:cubicBezTo>
                  <a:pt x="362186" y="111943"/>
                  <a:pt x="358658" y="113367"/>
                  <a:pt x="355417" y="113367"/>
                </a:cubicBezTo>
                <a:cubicBezTo>
                  <a:pt x="353170" y="113367"/>
                  <a:pt x="351484" y="112805"/>
                  <a:pt x="350360" y="111682"/>
                </a:cubicBezTo>
                <a:cubicBezTo>
                  <a:pt x="349237" y="110558"/>
                  <a:pt x="348675" y="108925"/>
                  <a:pt x="348675" y="106782"/>
                </a:cubicBezTo>
                <a:cubicBezTo>
                  <a:pt x="348675" y="104221"/>
                  <a:pt x="349250" y="100849"/>
                  <a:pt x="350400" y="96668"/>
                </a:cubicBezTo>
                <a:lnTo>
                  <a:pt x="352046" y="90594"/>
                </a:lnTo>
                <a:cubicBezTo>
                  <a:pt x="345199" y="99609"/>
                  <a:pt x="338901" y="105909"/>
                  <a:pt x="333152" y="109494"/>
                </a:cubicBezTo>
                <a:cubicBezTo>
                  <a:pt x="329022" y="112076"/>
                  <a:pt x="324972" y="113367"/>
                  <a:pt x="320999" y="113367"/>
                </a:cubicBezTo>
                <a:cubicBezTo>
                  <a:pt x="317184" y="113367"/>
                  <a:pt x="313891" y="111785"/>
                  <a:pt x="311121" y="108619"/>
                </a:cubicBezTo>
                <a:cubicBezTo>
                  <a:pt x="308351" y="105454"/>
                  <a:pt x="306966" y="101098"/>
                  <a:pt x="306966" y="95551"/>
                </a:cubicBezTo>
                <a:cubicBezTo>
                  <a:pt x="306966" y="87232"/>
                  <a:pt x="309461" y="78455"/>
                  <a:pt x="314453" y="69220"/>
                </a:cubicBezTo>
                <a:cubicBezTo>
                  <a:pt x="319444" y="59985"/>
                  <a:pt x="325782" y="52595"/>
                  <a:pt x="333465" y="47048"/>
                </a:cubicBezTo>
                <a:cubicBezTo>
                  <a:pt x="339476" y="42652"/>
                  <a:pt x="345147" y="40455"/>
                  <a:pt x="350478" y="40455"/>
                </a:cubicBezTo>
                <a:cubicBezTo>
                  <a:pt x="353666" y="40455"/>
                  <a:pt x="356319" y="41298"/>
                  <a:pt x="358436" y="42986"/>
                </a:cubicBezTo>
                <a:cubicBezTo>
                  <a:pt x="360553" y="44673"/>
                  <a:pt x="362160" y="47467"/>
                  <a:pt x="363257" y="51367"/>
                </a:cubicBezTo>
                <a:lnTo>
                  <a:pt x="366080" y="42336"/>
                </a:lnTo>
                <a:lnTo>
                  <a:pt x="378545" y="40455"/>
                </a:lnTo>
                <a:moveTo>
                  <a:pt x="350635" y="44375"/>
                </a:moveTo>
                <a:cubicBezTo>
                  <a:pt x="347290" y="44375"/>
                  <a:pt x="343736" y="45949"/>
                  <a:pt x="339972" y="49098"/>
                </a:cubicBezTo>
                <a:cubicBezTo>
                  <a:pt x="334641" y="53557"/>
                  <a:pt x="329898" y="60168"/>
                  <a:pt x="325743" y="68931"/>
                </a:cubicBezTo>
                <a:cubicBezTo>
                  <a:pt x="321587" y="77694"/>
                  <a:pt x="319510" y="85618"/>
                  <a:pt x="319510" y="92701"/>
                </a:cubicBezTo>
                <a:cubicBezTo>
                  <a:pt x="319510" y="96270"/>
                  <a:pt x="320398" y="99091"/>
                  <a:pt x="322175" y="101164"/>
                </a:cubicBezTo>
                <a:cubicBezTo>
                  <a:pt x="323953" y="103236"/>
                  <a:pt x="325991" y="104273"/>
                  <a:pt x="328291" y="104273"/>
                </a:cubicBezTo>
                <a:cubicBezTo>
                  <a:pt x="333988" y="104273"/>
                  <a:pt x="340181" y="100049"/>
                  <a:pt x="346872" y="91601"/>
                </a:cubicBezTo>
                <a:cubicBezTo>
                  <a:pt x="355809" y="80372"/>
                  <a:pt x="360278" y="68854"/>
                  <a:pt x="360278" y="57046"/>
                </a:cubicBezTo>
                <a:cubicBezTo>
                  <a:pt x="360278" y="52587"/>
                  <a:pt x="359416" y="49361"/>
                  <a:pt x="357691" y="47366"/>
                </a:cubicBezTo>
                <a:cubicBezTo>
                  <a:pt x="355966" y="45372"/>
                  <a:pt x="353614" y="44375"/>
                  <a:pt x="350635" y="44375"/>
                </a:cubicBezTo>
                <a:close/>
                <a:moveTo>
                  <a:pt x="431230" y="0"/>
                </a:moveTo>
                <a:lnTo>
                  <a:pt x="404417" y="93321"/>
                </a:lnTo>
                <a:cubicBezTo>
                  <a:pt x="403111" y="97975"/>
                  <a:pt x="402457" y="100824"/>
                  <a:pt x="402457" y="101869"/>
                </a:cubicBezTo>
                <a:cubicBezTo>
                  <a:pt x="402457" y="102653"/>
                  <a:pt x="402705" y="103307"/>
                  <a:pt x="403202" y="103829"/>
                </a:cubicBezTo>
                <a:cubicBezTo>
                  <a:pt x="403699" y="104352"/>
                  <a:pt x="404313" y="104613"/>
                  <a:pt x="405044" y="104613"/>
                </a:cubicBezTo>
                <a:cubicBezTo>
                  <a:pt x="406037" y="104613"/>
                  <a:pt x="407109" y="104169"/>
                  <a:pt x="408259" y="103281"/>
                </a:cubicBezTo>
                <a:cubicBezTo>
                  <a:pt x="410977" y="101134"/>
                  <a:pt x="413825" y="97806"/>
                  <a:pt x="416804" y="93297"/>
                </a:cubicBezTo>
                <a:lnTo>
                  <a:pt x="419157" y="95727"/>
                </a:lnTo>
                <a:cubicBezTo>
                  <a:pt x="414191" y="102731"/>
                  <a:pt x="409618" y="107618"/>
                  <a:pt x="405436" y="110388"/>
                </a:cubicBezTo>
                <a:cubicBezTo>
                  <a:pt x="402353" y="112374"/>
                  <a:pt x="399426" y="113367"/>
                  <a:pt x="396656" y="113367"/>
                </a:cubicBezTo>
                <a:cubicBezTo>
                  <a:pt x="394669" y="113367"/>
                  <a:pt x="393010" y="112688"/>
                  <a:pt x="391677" y="111329"/>
                </a:cubicBezTo>
                <a:cubicBezTo>
                  <a:pt x="390344" y="109970"/>
                  <a:pt x="389678" y="108402"/>
                  <a:pt x="389678" y="106625"/>
                </a:cubicBezTo>
                <a:cubicBezTo>
                  <a:pt x="389678" y="104740"/>
                  <a:pt x="390514" y="100865"/>
                  <a:pt x="392187" y="94999"/>
                </a:cubicBezTo>
                <a:lnTo>
                  <a:pt x="413433" y="21325"/>
                </a:lnTo>
                <a:cubicBezTo>
                  <a:pt x="415158" y="15314"/>
                  <a:pt x="416020" y="11865"/>
                  <a:pt x="416020" y="10976"/>
                </a:cubicBezTo>
                <a:cubicBezTo>
                  <a:pt x="416020" y="9722"/>
                  <a:pt x="415524" y="8689"/>
                  <a:pt x="414531" y="7879"/>
                </a:cubicBezTo>
                <a:cubicBezTo>
                  <a:pt x="413538" y="7069"/>
                  <a:pt x="411996" y="6664"/>
                  <a:pt x="409905" y="6664"/>
                </a:cubicBezTo>
                <a:cubicBezTo>
                  <a:pt x="408703" y="6664"/>
                  <a:pt x="406874" y="6847"/>
                  <a:pt x="404417" y="7213"/>
                </a:cubicBezTo>
                <a:lnTo>
                  <a:pt x="404417" y="4390"/>
                </a:lnTo>
                <a:lnTo>
                  <a:pt x="431230" y="0"/>
                </a:lnTo>
                <a:close/>
                <a:moveTo>
                  <a:pt x="493350" y="5174"/>
                </a:moveTo>
                <a:lnTo>
                  <a:pt x="535216" y="5174"/>
                </a:lnTo>
                <a:cubicBezTo>
                  <a:pt x="546192" y="5174"/>
                  <a:pt x="554398" y="7536"/>
                  <a:pt x="559834" y="12260"/>
                </a:cubicBezTo>
                <a:cubicBezTo>
                  <a:pt x="565270" y="16984"/>
                  <a:pt x="567988" y="22738"/>
                  <a:pt x="567988" y="29523"/>
                </a:cubicBezTo>
                <a:cubicBezTo>
                  <a:pt x="567988" y="34900"/>
                  <a:pt x="566263" y="40120"/>
                  <a:pt x="562813" y="45183"/>
                </a:cubicBezTo>
                <a:cubicBezTo>
                  <a:pt x="559363" y="50245"/>
                  <a:pt x="554241" y="54355"/>
                  <a:pt x="547447" y="57514"/>
                </a:cubicBezTo>
                <a:cubicBezTo>
                  <a:pt x="540652" y="60671"/>
                  <a:pt x="533308" y="62250"/>
                  <a:pt x="525416" y="62250"/>
                </a:cubicBezTo>
                <a:cubicBezTo>
                  <a:pt x="520503" y="62250"/>
                  <a:pt x="514257" y="61356"/>
                  <a:pt x="506678" y="59567"/>
                </a:cubicBezTo>
                <a:lnTo>
                  <a:pt x="498211" y="88671"/>
                </a:lnTo>
                <a:cubicBezTo>
                  <a:pt x="496225" y="95598"/>
                  <a:pt x="495232" y="100163"/>
                  <a:pt x="495232" y="102367"/>
                </a:cubicBezTo>
                <a:cubicBezTo>
                  <a:pt x="495232" y="104046"/>
                  <a:pt x="495937" y="105437"/>
                  <a:pt x="497349" y="106539"/>
                </a:cubicBezTo>
                <a:cubicBezTo>
                  <a:pt x="498760" y="107640"/>
                  <a:pt x="502131" y="108348"/>
                  <a:pt x="507462" y="108663"/>
                </a:cubicBezTo>
                <a:lnTo>
                  <a:pt x="506678" y="111486"/>
                </a:lnTo>
                <a:lnTo>
                  <a:pt x="464420" y="111486"/>
                </a:lnTo>
                <a:lnTo>
                  <a:pt x="465283" y="108663"/>
                </a:lnTo>
                <a:cubicBezTo>
                  <a:pt x="470823" y="108663"/>
                  <a:pt x="474678" y="107705"/>
                  <a:pt x="476847" y="105789"/>
                </a:cubicBezTo>
                <a:cubicBezTo>
                  <a:pt x="479016" y="103873"/>
                  <a:pt x="481355" y="98585"/>
                  <a:pt x="483864" y="89925"/>
                </a:cubicBezTo>
                <a:lnTo>
                  <a:pt x="501425" y="29341"/>
                </a:lnTo>
                <a:cubicBezTo>
                  <a:pt x="503516" y="22070"/>
                  <a:pt x="504561" y="17205"/>
                  <a:pt x="504561" y="14747"/>
                </a:cubicBezTo>
                <a:cubicBezTo>
                  <a:pt x="504561" y="12916"/>
                  <a:pt x="503817" y="11398"/>
                  <a:pt x="502327" y="10195"/>
                </a:cubicBezTo>
                <a:cubicBezTo>
                  <a:pt x="500837" y="8991"/>
                  <a:pt x="497558" y="8258"/>
                  <a:pt x="492488" y="7997"/>
                </a:cubicBezTo>
                <a:lnTo>
                  <a:pt x="493350" y="5174"/>
                </a:lnTo>
                <a:moveTo>
                  <a:pt x="508011" y="54682"/>
                </a:moveTo>
                <a:cubicBezTo>
                  <a:pt x="513917" y="56173"/>
                  <a:pt x="518674" y="56919"/>
                  <a:pt x="522280" y="56919"/>
                </a:cubicBezTo>
                <a:cubicBezTo>
                  <a:pt x="527977" y="56919"/>
                  <a:pt x="533165" y="55747"/>
                  <a:pt x="537842" y="53403"/>
                </a:cubicBezTo>
                <a:cubicBezTo>
                  <a:pt x="542520" y="51059"/>
                  <a:pt x="546179" y="47543"/>
                  <a:pt x="548819" y="42856"/>
                </a:cubicBezTo>
                <a:cubicBezTo>
                  <a:pt x="551458" y="38166"/>
                  <a:pt x="552778" y="33296"/>
                  <a:pt x="552778" y="28244"/>
                </a:cubicBezTo>
                <a:cubicBezTo>
                  <a:pt x="552778" y="22983"/>
                  <a:pt x="551158" y="18816"/>
                  <a:pt x="547917" y="15744"/>
                </a:cubicBezTo>
                <a:cubicBezTo>
                  <a:pt x="544676" y="12670"/>
                  <a:pt x="539763" y="11133"/>
                  <a:pt x="533178" y="11133"/>
                </a:cubicBezTo>
                <a:cubicBezTo>
                  <a:pt x="529624" y="11133"/>
                  <a:pt x="525311" y="11576"/>
                  <a:pt x="520242" y="12463"/>
                </a:cubicBezTo>
                <a:lnTo>
                  <a:pt x="508011" y="54682"/>
                </a:lnTo>
                <a:close/>
                <a:moveTo>
                  <a:pt x="640613" y="65021"/>
                </a:moveTo>
                <a:cubicBezTo>
                  <a:pt x="640613" y="72869"/>
                  <a:pt x="638535" y="80639"/>
                  <a:pt x="634380" y="88331"/>
                </a:cubicBezTo>
                <a:cubicBezTo>
                  <a:pt x="630225" y="96022"/>
                  <a:pt x="624436" y="102118"/>
                  <a:pt x="617014" y="106617"/>
                </a:cubicBezTo>
                <a:cubicBezTo>
                  <a:pt x="609593" y="111117"/>
                  <a:pt x="602380" y="113367"/>
                  <a:pt x="595376" y="113367"/>
                </a:cubicBezTo>
                <a:cubicBezTo>
                  <a:pt x="588215" y="113367"/>
                  <a:pt x="582374" y="111078"/>
                  <a:pt x="577853" y="106500"/>
                </a:cubicBezTo>
                <a:cubicBezTo>
                  <a:pt x="573332" y="101922"/>
                  <a:pt x="571072" y="95996"/>
                  <a:pt x="571072" y="88723"/>
                </a:cubicBezTo>
                <a:cubicBezTo>
                  <a:pt x="571072" y="81031"/>
                  <a:pt x="573280" y="73314"/>
                  <a:pt x="577697" y="65570"/>
                </a:cubicBezTo>
                <a:cubicBezTo>
                  <a:pt x="582113" y="57826"/>
                  <a:pt x="588019" y="51704"/>
                  <a:pt x="595415" y="47204"/>
                </a:cubicBezTo>
                <a:cubicBezTo>
                  <a:pt x="602811" y="42705"/>
                  <a:pt x="609958" y="40455"/>
                  <a:pt x="616858" y="40455"/>
                </a:cubicBezTo>
                <a:cubicBezTo>
                  <a:pt x="623757" y="40455"/>
                  <a:pt x="629441" y="42731"/>
                  <a:pt x="633910" y="47283"/>
                </a:cubicBezTo>
                <a:cubicBezTo>
                  <a:pt x="638379" y="51835"/>
                  <a:pt x="640613" y="57748"/>
                  <a:pt x="640613" y="65021"/>
                </a:cubicBezTo>
                <a:moveTo>
                  <a:pt x="627599" y="59482"/>
                </a:moveTo>
                <a:cubicBezTo>
                  <a:pt x="627599" y="54603"/>
                  <a:pt x="626409" y="50866"/>
                  <a:pt x="624031" y="48270"/>
                </a:cubicBezTo>
                <a:cubicBezTo>
                  <a:pt x="621653" y="45673"/>
                  <a:pt x="618582" y="44375"/>
                  <a:pt x="614819" y="44375"/>
                </a:cubicBezTo>
                <a:cubicBezTo>
                  <a:pt x="607136" y="44375"/>
                  <a:pt x="600067" y="49896"/>
                  <a:pt x="593612" y="60939"/>
                </a:cubicBezTo>
                <a:cubicBezTo>
                  <a:pt x="587157" y="71981"/>
                  <a:pt x="583929" y="82957"/>
                  <a:pt x="583929" y="93868"/>
                </a:cubicBezTo>
                <a:cubicBezTo>
                  <a:pt x="583929" y="98851"/>
                  <a:pt x="585184" y="102693"/>
                  <a:pt x="587693" y="105395"/>
                </a:cubicBezTo>
                <a:cubicBezTo>
                  <a:pt x="590201" y="108096"/>
                  <a:pt x="593364" y="109447"/>
                  <a:pt x="597179" y="109447"/>
                </a:cubicBezTo>
                <a:cubicBezTo>
                  <a:pt x="604549" y="109447"/>
                  <a:pt x="611461" y="103953"/>
                  <a:pt x="617916" y="92963"/>
                </a:cubicBezTo>
                <a:cubicBezTo>
                  <a:pt x="624371" y="81973"/>
                  <a:pt x="627599" y="70812"/>
                  <a:pt x="627599" y="59482"/>
                </a:cubicBezTo>
                <a:close/>
                <a:moveTo>
                  <a:pt x="694395" y="0"/>
                </a:moveTo>
                <a:lnTo>
                  <a:pt x="667582" y="93321"/>
                </a:lnTo>
                <a:cubicBezTo>
                  <a:pt x="666276" y="97975"/>
                  <a:pt x="665622" y="100824"/>
                  <a:pt x="665622" y="101869"/>
                </a:cubicBezTo>
                <a:cubicBezTo>
                  <a:pt x="665622" y="102653"/>
                  <a:pt x="665871" y="103307"/>
                  <a:pt x="666367" y="103829"/>
                </a:cubicBezTo>
                <a:cubicBezTo>
                  <a:pt x="666864" y="104352"/>
                  <a:pt x="667478" y="104613"/>
                  <a:pt x="668210" y="104613"/>
                </a:cubicBezTo>
                <a:cubicBezTo>
                  <a:pt x="669203" y="104613"/>
                  <a:pt x="670274" y="104169"/>
                  <a:pt x="671424" y="103281"/>
                </a:cubicBezTo>
                <a:cubicBezTo>
                  <a:pt x="674142" y="101134"/>
                  <a:pt x="676990" y="97806"/>
                  <a:pt x="679970" y="93297"/>
                </a:cubicBezTo>
                <a:lnTo>
                  <a:pt x="682322" y="95727"/>
                </a:lnTo>
                <a:cubicBezTo>
                  <a:pt x="677356" y="102731"/>
                  <a:pt x="672783" y="107618"/>
                  <a:pt x="668602" y="110388"/>
                </a:cubicBezTo>
                <a:cubicBezTo>
                  <a:pt x="665518" y="112374"/>
                  <a:pt x="662591" y="113367"/>
                  <a:pt x="659821" y="113367"/>
                </a:cubicBezTo>
                <a:cubicBezTo>
                  <a:pt x="657835" y="113367"/>
                  <a:pt x="656175" y="112688"/>
                  <a:pt x="654842" y="111329"/>
                </a:cubicBezTo>
                <a:cubicBezTo>
                  <a:pt x="653509" y="109970"/>
                  <a:pt x="652843" y="108402"/>
                  <a:pt x="652843" y="106625"/>
                </a:cubicBezTo>
                <a:cubicBezTo>
                  <a:pt x="652843" y="104740"/>
                  <a:pt x="653679" y="100865"/>
                  <a:pt x="655352" y="94999"/>
                </a:cubicBezTo>
                <a:lnTo>
                  <a:pt x="676598" y="21325"/>
                </a:lnTo>
                <a:cubicBezTo>
                  <a:pt x="678323" y="15314"/>
                  <a:pt x="679186" y="11865"/>
                  <a:pt x="679186" y="10976"/>
                </a:cubicBezTo>
                <a:cubicBezTo>
                  <a:pt x="679186" y="9722"/>
                  <a:pt x="678689" y="8689"/>
                  <a:pt x="677696" y="7879"/>
                </a:cubicBezTo>
                <a:cubicBezTo>
                  <a:pt x="676703" y="7069"/>
                  <a:pt x="675161" y="6664"/>
                  <a:pt x="673070" y="6664"/>
                </a:cubicBezTo>
                <a:cubicBezTo>
                  <a:pt x="671868" y="6664"/>
                  <a:pt x="670039" y="6847"/>
                  <a:pt x="667582" y="7213"/>
                </a:cubicBezTo>
                <a:lnTo>
                  <a:pt x="667582" y="4390"/>
                </a:lnTo>
                <a:lnTo>
                  <a:pt x="694395" y="0"/>
                </a:lnTo>
                <a:close/>
                <a:moveTo>
                  <a:pt x="727194" y="9251"/>
                </a:moveTo>
                <a:cubicBezTo>
                  <a:pt x="729389" y="9251"/>
                  <a:pt x="731245" y="10009"/>
                  <a:pt x="732760" y="11525"/>
                </a:cubicBezTo>
                <a:cubicBezTo>
                  <a:pt x="734276" y="13041"/>
                  <a:pt x="735034" y="14896"/>
                  <a:pt x="735034" y="17091"/>
                </a:cubicBezTo>
                <a:cubicBezTo>
                  <a:pt x="735034" y="19234"/>
                  <a:pt x="734263" y="21077"/>
                  <a:pt x="732721" y="22619"/>
                </a:cubicBezTo>
                <a:cubicBezTo>
                  <a:pt x="731179" y="24160"/>
                  <a:pt x="729337" y="24931"/>
                  <a:pt x="727194" y="24931"/>
                </a:cubicBezTo>
                <a:cubicBezTo>
                  <a:pt x="725051" y="24931"/>
                  <a:pt x="723209" y="24160"/>
                  <a:pt x="721667" y="22619"/>
                </a:cubicBezTo>
                <a:cubicBezTo>
                  <a:pt x="720125" y="21077"/>
                  <a:pt x="719354" y="19234"/>
                  <a:pt x="719354" y="17091"/>
                </a:cubicBezTo>
                <a:cubicBezTo>
                  <a:pt x="719354" y="14896"/>
                  <a:pt x="720112" y="13041"/>
                  <a:pt x="721627" y="11525"/>
                </a:cubicBezTo>
                <a:cubicBezTo>
                  <a:pt x="723143" y="10009"/>
                  <a:pt x="724999" y="9251"/>
                  <a:pt x="727194" y="9251"/>
                </a:cubicBezTo>
                <a:moveTo>
                  <a:pt x="728213" y="40455"/>
                </a:moveTo>
                <a:lnTo>
                  <a:pt x="712690" y="95440"/>
                </a:lnTo>
                <a:cubicBezTo>
                  <a:pt x="711644" y="99153"/>
                  <a:pt x="711122" y="101375"/>
                  <a:pt x="711122" y="102107"/>
                </a:cubicBezTo>
                <a:cubicBezTo>
                  <a:pt x="711122" y="102946"/>
                  <a:pt x="711370" y="103629"/>
                  <a:pt x="711867" y="104155"/>
                </a:cubicBezTo>
                <a:cubicBezTo>
                  <a:pt x="712363" y="104679"/>
                  <a:pt x="712951" y="104942"/>
                  <a:pt x="713631" y="104942"/>
                </a:cubicBezTo>
                <a:cubicBezTo>
                  <a:pt x="714415" y="104942"/>
                  <a:pt x="715355" y="104522"/>
                  <a:pt x="716453" y="103682"/>
                </a:cubicBezTo>
                <a:cubicBezTo>
                  <a:pt x="719432" y="101325"/>
                  <a:pt x="722438" y="97978"/>
                  <a:pt x="725469" y="93640"/>
                </a:cubicBezTo>
                <a:lnTo>
                  <a:pt x="728213" y="95443"/>
                </a:lnTo>
                <a:cubicBezTo>
                  <a:pt x="724659" y="100884"/>
                  <a:pt x="720478" y="105468"/>
                  <a:pt x="715669" y="109195"/>
                </a:cubicBezTo>
                <a:cubicBezTo>
                  <a:pt x="712115" y="111976"/>
                  <a:pt x="708717" y="113367"/>
                  <a:pt x="705477" y="113367"/>
                </a:cubicBezTo>
                <a:cubicBezTo>
                  <a:pt x="703334" y="113367"/>
                  <a:pt x="701583" y="112727"/>
                  <a:pt x="700224" y="111446"/>
                </a:cubicBezTo>
                <a:cubicBezTo>
                  <a:pt x="698865" y="110166"/>
                  <a:pt x="698186" y="108559"/>
                  <a:pt x="698186" y="106625"/>
                </a:cubicBezTo>
                <a:cubicBezTo>
                  <a:pt x="698186" y="104688"/>
                  <a:pt x="698839" y="101468"/>
                  <a:pt x="700146" y="96964"/>
                </a:cubicBezTo>
                <a:lnTo>
                  <a:pt x="710338" y="61780"/>
                </a:lnTo>
                <a:cubicBezTo>
                  <a:pt x="712010" y="56063"/>
                  <a:pt x="712847" y="52477"/>
                  <a:pt x="712847" y="51022"/>
                </a:cubicBezTo>
                <a:cubicBezTo>
                  <a:pt x="712847" y="49878"/>
                  <a:pt x="712442" y="48942"/>
                  <a:pt x="711631" y="48214"/>
                </a:cubicBezTo>
                <a:cubicBezTo>
                  <a:pt x="710821" y="47484"/>
                  <a:pt x="709711" y="47119"/>
                  <a:pt x="708299" y="47119"/>
                </a:cubicBezTo>
                <a:cubicBezTo>
                  <a:pt x="707149" y="47119"/>
                  <a:pt x="704771" y="47406"/>
                  <a:pt x="701165" y="47981"/>
                </a:cubicBezTo>
                <a:lnTo>
                  <a:pt x="701165" y="44845"/>
                </a:lnTo>
                <a:lnTo>
                  <a:pt x="728213" y="40455"/>
                </a:lnTo>
                <a:close/>
                <a:moveTo>
                  <a:pt x="797938" y="94394"/>
                </a:moveTo>
                <a:cubicBezTo>
                  <a:pt x="792503" y="100928"/>
                  <a:pt x="787014" y="105723"/>
                  <a:pt x="781474" y="108781"/>
                </a:cubicBezTo>
                <a:cubicBezTo>
                  <a:pt x="775934" y="111838"/>
                  <a:pt x="770080" y="113367"/>
                  <a:pt x="763912" y="113367"/>
                </a:cubicBezTo>
                <a:cubicBezTo>
                  <a:pt x="756491" y="113367"/>
                  <a:pt x="750702" y="111274"/>
                  <a:pt x="746547" y="107088"/>
                </a:cubicBezTo>
                <a:cubicBezTo>
                  <a:pt x="742391" y="102902"/>
                  <a:pt x="740314" y="97277"/>
                  <a:pt x="740314" y="90215"/>
                </a:cubicBezTo>
                <a:cubicBezTo>
                  <a:pt x="740314" y="82210"/>
                  <a:pt x="742548" y="74335"/>
                  <a:pt x="747017" y="66591"/>
                </a:cubicBezTo>
                <a:cubicBezTo>
                  <a:pt x="751486" y="58846"/>
                  <a:pt x="757497" y="52554"/>
                  <a:pt x="765049" y="47714"/>
                </a:cubicBezTo>
                <a:cubicBezTo>
                  <a:pt x="772602" y="42874"/>
                  <a:pt x="780011" y="40455"/>
                  <a:pt x="787276" y="40455"/>
                </a:cubicBezTo>
                <a:cubicBezTo>
                  <a:pt x="792973" y="40455"/>
                  <a:pt x="797233" y="41640"/>
                  <a:pt x="800055" y="44010"/>
                </a:cubicBezTo>
                <a:cubicBezTo>
                  <a:pt x="802878" y="46380"/>
                  <a:pt x="804289" y="49284"/>
                  <a:pt x="804289" y="52722"/>
                </a:cubicBezTo>
                <a:cubicBezTo>
                  <a:pt x="804289" y="55951"/>
                  <a:pt x="803296" y="58712"/>
                  <a:pt x="801310" y="61005"/>
                </a:cubicBezTo>
                <a:cubicBezTo>
                  <a:pt x="799846" y="62776"/>
                  <a:pt x="798043" y="63661"/>
                  <a:pt x="795900" y="63661"/>
                </a:cubicBezTo>
                <a:cubicBezTo>
                  <a:pt x="794280" y="63661"/>
                  <a:pt x="792934" y="63143"/>
                  <a:pt x="791862" y="62106"/>
                </a:cubicBezTo>
                <a:cubicBezTo>
                  <a:pt x="790791" y="61068"/>
                  <a:pt x="790255" y="59772"/>
                  <a:pt x="790255" y="58217"/>
                </a:cubicBezTo>
                <a:cubicBezTo>
                  <a:pt x="790255" y="57232"/>
                  <a:pt x="790451" y="56325"/>
                  <a:pt x="790843" y="55495"/>
                </a:cubicBezTo>
                <a:cubicBezTo>
                  <a:pt x="791235" y="54666"/>
                  <a:pt x="792045" y="53668"/>
                  <a:pt x="793273" y="52501"/>
                </a:cubicBezTo>
                <a:cubicBezTo>
                  <a:pt x="794502" y="51334"/>
                  <a:pt x="795247" y="50491"/>
                  <a:pt x="795508" y="49973"/>
                </a:cubicBezTo>
                <a:cubicBezTo>
                  <a:pt x="795769" y="49454"/>
                  <a:pt x="795900" y="48909"/>
                  <a:pt x="795900" y="48339"/>
                </a:cubicBezTo>
                <a:cubicBezTo>
                  <a:pt x="795900" y="47249"/>
                  <a:pt x="795403" y="46342"/>
                  <a:pt x="794410" y="45617"/>
                </a:cubicBezTo>
                <a:cubicBezTo>
                  <a:pt x="792895" y="44580"/>
                  <a:pt x="790752" y="44061"/>
                  <a:pt x="787981" y="44061"/>
                </a:cubicBezTo>
                <a:cubicBezTo>
                  <a:pt x="782859" y="44061"/>
                  <a:pt x="777789" y="45864"/>
                  <a:pt x="772772" y="49471"/>
                </a:cubicBezTo>
                <a:cubicBezTo>
                  <a:pt x="767754" y="53077"/>
                  <a:pt x="763468" y="58199"/>
                  <a:pt x="759914" y="64837"/>
                </a:cubicBezTo>
                <a:cubicBezTo>
                  <a:pt x="755628" y="72886"/>
                  <a:pt x="753485" y="80936"/>
                  <a:pt x="753485" y="88985"/>
                </a:cubicBezTo>
                <a:cubicBezTo>
                  <a:pt x="753485" y="94316"/>
                  <a:pt x="755001" y="98536"/>
                  <a:pt x="758032" y="101646"/>
                </a:cubicBezTo>
                <a:cubicBezTo>
                  <a:pt x="761064" y="104756"/>
                  <a:pt x="765193" y="106311"/>
                  <a:pt x="770420" y="106311"/>
                </a:cubicBezTo>
                <a:cubicBezTo>
                  <a:pt x="774444" y="106311"/>
                  <a:pt x="778430" y="105305"/>
                  <a:pt x="782376" y="103293"/>
                </a:cubicBezTo>
                <a:cubicBezTo>
                  <a:pt x="786322" y="101280"/>
                  <a:pt x="790752" y="97635"/>
                  <a:pt x="795665" y="92356"/>
                </a:cubicBezTo>
                <a:lnTo>
                  <a:pt x="797938" y="94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y">
            <a:extLst xmlns:a="http://schemas.openxmlformats.org/drawingml/2006/main">
              <a:ext uri="{FF2B5EF4-FFF2-40B4-BE49-F238E27FC236}">
                <a16:creationId xmlns:a16="http://schemas.microsoft.com/office/drawing/2014/main" id="{6498EEFA-18C0-4A53-9525-C7A3A1A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035" y="4405385"/>
            <a:ext cx="83261" cy="105684"/>
          </a:xfrm>
          <a:custGeom xmlns:a="http://schemas.openxmlformats.org/drawingml/2006/main">
            <a:pathLst>
              <a:path w="83261" h="105684">
                <a:moveTo>
                  <a:pt x="38495" y="0"/>
                </a:moveTo>
                <a:cubicBezTo>
                  <a:pt x="40272" y="3030"/>
                  <a:pt x="41500" y="5864"/>
                  <a:pt x="42180" y="8502"/>
                </a:cubicBezTo>
                <a:cubicBezTo>
                  <a:pt x="42859" y="11139"/>
                  <a:pt x="43538" y="16324"/>
                  <a:pt x="44218" y="24057"/>
                </a:cubicBezTo>
                <a:lnTo>
                  <a:pt x="47668" y="62608"/>
                </a:lnTo>
                <a:cubicBezTo>
                  <a:pt x="50804" y="58846"/>
                  <a:pt x="55351" y="52891"/>
                  <a:pt x="61309" y="44742"/>
                </a:cubicBezTo>
                <a:cubicBezTo>
                  <a:pt x="64184" y="40772"/>
                  <a:pt x="67738" y="35365"/>
                  <a:pt x="71972" y="28523"/>
                </a:cubicBezTo>
                <a:cubicBezTo>
                  <a:pt x="74533" y="24343"/>
                  <a:pt x="76101" y="21418"/>
                  <a:pt x="76676" y="19747"/>
                </a:cubicBezTo>
                <a:cubicBezTo>
                  <a:pt x="76989" y="18911"/>
                  <a:pt x="77146" y="18048"/>
                  <a:pt x="77146" y="17160"/>
                </a:cubicBezTo>
                <a:cubicBezTo>
                  <a:pt x="77146" y="16585"/>
                  <a:pt x="76963" y="16115"/>
                  <a:pt x="76597" y="15751"/>
                </a:cubicBezTo>
                <a:cubicBezTo>
                  <a:pt x="76231" y="15385"/>
                  <a:pt x="75278" y="14954"/>
                  <a:pt x="73736" y="14458"/>
                </a:cubicBezTo>
                <a:cubicBezTo>
                  <a:pt x="72194" y="13961"/>
                  <a:pt x="70913" y="13047"/>
                  <a:pt x="69894" y="11716"/>
                </a:cubicBezTo>
                <a:cubicBezTo>
                  <a:pt x="68875" y="10383"/>
                  <a:pt x="68365" y="8854"/>
                  <a:pt x="68365" y="7130"/>
                </a:cubicBezTo>
                <a:cubicBezTo>
                  <a:pt x="68365" y="4988"/>
                  <a:pt x="68993" y="3265"/>
                  <a:pt x="70247" y="1960"/>
                </a:cubicBezTo>
                <a:cubicBezTo>
                  <a:pt x="71501" y="653"/>
                  <a:pt x="73069" y="0"/>
                  <a:pt x="74951" y="0"/>
                </a:cubicBezTo>
                <a:cubicBezTo>
                  <a:pt x="77251" y="0"/>
                  <a:pt x="79211" y="956"/>
                  <a:pt x="80831" y="2867"/>
                </a:cubicBezTo>
                <a:cubicBezTo>
                  <a:pt x="82451" y="4776"/>
                  <a:pt x="83261" y="7405"/>
                  <a:pt x="83261" y="10753"/>
                </a:cubicBezTo>
                <a:cubicBezTo>
                  <a:pt x="83261" y="14887"/>
                  <a:pt x="81850" y="19610"/>
                  <a:pt x="79028" y="24922"/>
                </a:cubicBezTo>
                <a:cubicBezTo>
                  <a:pt x="76205" y="30233"/>
                  <a:pt x="70770" y="38384"/>
                  <a:pt x="62720" y="49373"/>
                </a:cubicBezTo>
                <a:cubicBezTo>
                  <a:pt x="54671" y="60362"/>
                  <a:pt x="44924" y="72338"/>
                  <a:pt x="33477" y="85300"/>
                </a:cubicBezTo>
                <a:cubicBezTo>
                  <a:pt x="25585" y="94237"/>
                  <a:pt x="19731" y="99869"/>
                  <a:pt x="15915" y="102195"/>
                </a:cubicBezTo>
                <a:cubicBezTo>
                  <a:pt x="12100" y="104521"/>
                  <a:pt x="8833" y="105684"/>
                  <a:pt x="6115" y="105684"/>
                </a:cubicBezTo>
                <a:cubicBezTo>
                  <a:pt x="4495" y="105684"/>
                  <a:pt x="3071" y="105067"/>
                  <a:pt x="1842" y="103832"/>
                </a:cubicBezTo>
                <a:cubicBezTo>
                  <a:pt x="614" y="102597"/>
                  <a:pt x="0" y="101165"/>
                  <a:pt x="0" y="99534"/>
                </a:cubicBezTo>
                <a:cubicBezTo>
                  <a:pt x="0" y="97485"/>
                  <a:pt x="849" y="95618"/>
                  <a:pt x="2548" y="93936"/>
                </a:cubicBezTo>
                <a:cubicBezTo>
                  <a:pt x="4247" y="92255"/>
                  <a:pt x="6089" y="91415"/>
                  <a:pt x="8075" y="91415"/>
                </a:cubicBezTo>
                <a:cubicBezTo>
                  <a:pt x="9121" y="91415"/>
                  <a:pt x="9983" y="91650"/>
                  <a:pt x="10662" y="92121"/>
                </a:cubicBezTo>
                <a:cubicBezTo>
                  <a:pt x="11081" y="92382"/>
                  <a:pt x="11538" y="93127"/>
                  <a:pt x="12034" y="94355"/>
                </a:cubicBezTo>
                <a:cubicBezTo>
                  <a:pt x="12531" y="95583"/>
                  <a:pt x="12988" y="96407"/>
                  <a:pt x="13406" y="96825"/>
                </a:cubicBezTo>
                <a:cubicBezTo>
                  <a:pt x="13668" y="97086"/>
                  <a:pt x="13981" y="97217"/>
                  <a:pt x="14347" y="97217"/>
                </a:cubicBezTo>
                <a:cubicBezTo>
                  <a:pt x="14661" y="97217"/>
                  <a:pt x="15210" y="96957"/>
                  <a:pt x="15994" y="96438"/>
                </a:cubicBezTo>
                <a:cubicBezTo>
                  <a:pt x="18868" y="94670"/>
                  <a:pt x="22213" y="91864"/>
                  <a:pt x="26029" y="88019"/>
                </a:cubicBezTo>
                <a:cubicBezTo>
                  <a:pt x="31047" y="82927"/>
                  <a:pt x="34758" y="78733"/>
                  <a:pt x="37162" y="75439"/>
                </a:cubicBezTo>
                <a:lnTo>
                  <a:pt x="32771" y="25777"/>
                </a:lnTo>
                <a:cubicBezTo>
                  <a:pt x="32040" y="17579"/>
                  <a:pt x="30942" y="12592"/>
                  <a:pt x="29479" y="10817"/>
                </a:cubicBezTo>
                <a:cubicBezTo>
                  <a:pt x="28015" y="9041"/>
                  <a:pt x="25559" y="8154"/>
                  <a:pt x="22109" y="8154"/>
                </a:cubicBezTo>
                <a:cubicBezTo>
                  <a:pt x="21011" y="8154"/>
                  <a:pt x="19051" y="8310"/>
                  <a:pt x="16229" y="8624"/>
                </a:cubicBezTo>
                <a:lnTo>
                  <a:pt x="15523" y="5645"/>
                </a:lnTo>
                <a:lnTo>
                  <a:pt x="384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GuidedPolic">
            <a:extLst xmlns:a="http://schemas.openxmlformats.org/drawingml/2006/main">
              <a:ext uri="{FF2B5EF4-FFF2-40B4-BE49-F238E27FC236}">
                <a16:creationId xmlns:a16="http://schemas.microsoft.com/office/drawing/2014/main" id="{E4AC90B3-C128-4BA6-8B5B-047998A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455" y="4364930"/>
            <a:ext cx="837736" cy="113838"/>
          </a:xfrm>
          <a:custGeom xmlns:a="http://schemas.openxmlformats.org/drawingml/2006/main">
            <a:pathLst>
              <a:path w="837736" h="113838">
                <a:moveTo>
                  <a:pt x="104430" y="2822"/>
                </a:moveTo>
                <a:lnTo>
                  <a:pt x="96511" y="36378"/>
                </a:lnTo>
                <a:lnTo>
                  <a:pt x="93532" y="36378"/>
                </a:lnTo>
                <a:cubicBezTo>
                  <a:pt x="94002" y="32458"/>
                  <a:pt x="94237" y="29557"/>
                  <a:pt x="94237" y="27675"/>
                </a:cubicBezTo>
                <a:cubicBezTo>
                  <a:pt x="94237" y="22553"/>
                  <a:pt x="91977" y="18019"/>
                  <a:pt x="87456" y="14073"/>
                </a:cubicBezTo>
                <a:cubicBezTo>
                  <a:pt x="82935" y="10127"/>
                  <a:pt x="76702" y="8154"/>
                  <a:pt x="68757" y="8154"/>
                </a:cubicBezTo>
                <a:cubicBezTo>
                  <a:pt x="52502" y="8154"/>
                  <a:pt x="39226" y="15754"/>
                  <a:pt x="28930" y="30956"/>
                </a:cubicBezTo>
                <a:cubicBezTo>
                  <a:pt x="20724" y="42982"/>
                  <a:pt x="16621" y="56440"/>
                  <a:pt x="16621" y="71330"/>
                </a:cubicBezTo>
                <a:cubicBezTo>
                  <a:pt x="16621" y="81223"/>
                  <a:pt x="19156" y="89762"/>
                  <a:pt x="24226" y="96947"/>
                </a:cubicBezTo>
                <a:cubicBezTo>
                  <a:pt x="29296" y="104131"/>
                  <a:pt x="37110" y="107722"/>
                  <a:pt x="47668" y="107722"/>
                </a:cubicBezTo>
                <a:cubicBezTo>
                  <a:pt x="50281" y="107722"/>
                  <a:pt x="52751" y="107500"/>
                  <a:pt x="55076" y="107056"/>
                </a:cubicBezTo>
                <a:cubicBezTo>
                  <a:pt x="57402" y="106610"/>
                  <a:pt x="60917" y="105620"/>
                  <a:pt x="65621" y="104087"/>
                </a:cubicBezTo>
                <a:lnTo>
                  <a:pt x="73383" y="76766"/>
                </a:lnTo>
                <a:cubicBezTo>
                  <a:pt x="74481" y="73000"/>
                  <a:pt x="75029" y="69992"/>
                  <a:pt x="75029" y="67743"/>
                </a:cubicBezTo>
                <a:cubicBezTo>
                  <a:pt x="75029" y="65860"/>
                  <a:pt x="74350" y="64422"/>
                  <a:pt x="72991" y="63429"/>
                </a:cubicBezTo>
                <a:cubicBezTo>
                  <a:pt x="70796" y="61911"/>
                  <a:pt x="67242" y="61152"/>
                  <a:pt x="62328" y="61152"/>
                </a:cubicBezTo>
                <a:lnTo>
                  <a:pt x="60133" y="61152"/>
                </a:lnTo>
                <a:lnTo>
                  <a:pt x="60996" y="58016"/>
                </a:lnTo>
                <a:lnTo>
                  <a:pt x="105214" y="58016"/>
                </a:lnTo>
                <a:lnTo>
                  <a:pt x="104430" y="61152"/>
                </a:lnTo>
                <a:cubicBezTo>
                  <a:pt x="100405" y="61205"/>
                  <a:pt x="97478" y="61675"/>
                  <a:pt x="95649" y="62564"/>
                </a:cubicBezTo>
                <a:cubicBezTo>
                  <a:pt x="93819" y="63452"/>
                  <a:pt x="92251" y="64968"/>
                  <a:pt x="90945" y="67111"/>
                </a:cubicBezTo>
                <a:cubicBezTo>
                  <a:pt x="90056" y="68522"/>
                  <a:pt x="88619" y="72625"/>
                  <a:pt x="86633" y="79420"/>
                </a:cubicBezTo>
                <a:lnTo>
                  <a:pt x="78793" y="106311"/>
                </a:lnTo>
                <a:cubicBezTo>
                  <a:pt x="71632" y="109331"/>
                  <a:pt x="65856" y="111340"/>
                  <a:pt x="61466" y="112338"/>
                </a:cubicBezTo>
                <a:cubicBezTo>
                  <a:pt x="57076" y="113338"/>
                  <a:pt x="52450" y="113838"/>
                  <a:pt x="47589" y="113838"/>
                </a:cubicBezTo>
                <a:cubicBezTo>
                  <a:pt x="36404" y="113838"/>
                  <a:pt x="27336" y="111739"/>
                  <a:pt x="20384" y="107541"/>
                </a:cubicBezTo>
                <a:cubicBezTo>
                  <a:pt x="13433" y="103342"/>
                  <a:pt x="8297" y="97787"/>
                  <a:pt x="4978" y="90876"/>
                </a:cubicBezTo>
                <a:cubicBezTo>
                  <a:pt x="1659" y="83965"/>
                  <a:pt x="0" y="77094"/>
                  <a:pt x="0" y="70262"/>
                </a:cubicBezTo>
                <a:cubicBezTo>
                  <a:pt x="0" y="61082"/>
                  <a:pt x="1934" y="52359"/>
                  <a:pt x="5802" y="44093"/>
                </a:cubicBezTo>
                <a:cubicBezTo>
                  <a:pt x="9669" y="35825"/>
                  <a:pt x="14491" y="28836"/>
                  <a:pt x="20267" y="23126"/>
                </a:cubicBezTo>
                <a:cubicBezTo>
                  <a:pt x="26042" y="17414"/>
                  <a:pt x="32327" y="12915"/>
                  <a:pt x="39122" y="9629"/>
                </a:cubicBezTo>
                <a:cubicBezTo>
                  <a:pt x="48478" y="5091"/>
                  <a:pt x="58304" y="2822"/>
                  <a:pt x="68601" y="2822"/>
                </a:cubicBezTo>
                <a:cubicBezTo>
                  <a:pt x="76179" y="2822"/>
                  <a:pt x="83026" y="4096"/>
                  <a:pt x="89141" y="6642"/>
                </a:cubicBezTo>
                <a:cubicBezTo>
                  <a:pt x="91598" y="7650"/>
                  <a:pt x="93401" y="8154"/>
                  <a:pt x="94551" y="8154"/>
                </a:cubicBezTo>
                <a:cubicBezTo>
                  <a:pt x="95858" y="8154"/>
                  <a:pt x="96968" y="7849"/>
                  <a:pt x="97883" y="7240"/>
                </a:cubicBezTo>
                <a:cubicBezTo>
                  <a:pt x="98798" y="6629"/>
                  <a:pt x="99987" y="5156"/>
                  <a:pt x="101450" y="2822"/>
                </a:cubicBezTo>
                <a:lnTo>
                  <a:pt x="104430" y="2822"/>
                </a:lnTo>
                <a:close/>
                <a:moveTo>
                  <a:pt x="180373" y="42336"/>
                </a:moveTo>
                <a:lnTo>
                  <a:pt x="166731" y="89124"/>
                </a:lnTo>
                <a:cubicBezTo>
                  <a:pt x="164693" y="96086"/>
                  <a:pt x="163673" y="100482"/>
                  <a:pt x="163673" y="102313"/>
                </a:cubicBezTo>
                <a:cubicBezTo>
                  <a:pt x="163673" y="103254"/>
                  <a:pt x="163843" y="103946"/>
                  <a:pt x="164183" y="104390"/>
                </a:cubicBezTo>
                <a:cubicBezTo>
                  <a:pt x="164523" y="104835"/>
                  <a:pt x="164980" y="105057"/>
                  <a:pt x="165555" y="105057"/>
                </a:cubicBezTo>
                <a:cubicBezTo>
                  <a:pt x="166444" y="105057"/>
                  <a:pt x="167424" y="104652"/>
                  <a:pt x="168495" y="103842"/>
                </a:cubicBezTo>
                <a:cubicBezTo>
                  <a:pt x="169566" y="103031"/>
                  <a:pt x="172271" y="99804"/>
                  <a:pt x="176609" y="94159"/>
                </a:cubicBezTo>
                <a:lnTo>
                  <a:pt x="178961" y="95962"/>
                </a:lnTo>
                <a:cubicBezTo>
                  <a:pt x="174832" y="102496"/>
                  <a:pt x="170599" y="107304"/>
                  <a:pt x="166261" y="110388"/>
                </a:cubicBezTo>
                <a:cubicBezTo>
                  <a:pt x="163386" y="112374"/>
                  <a:pt x="160616" y="113367"/>
                  <a:pt x="157950" y="113367"/>
                </a:cubicBezTo>
                <a:cubicBezTo>
                  <a:pt x="155912" y="113367"/>
                  <a:pt x="154318" y="112792"/>
                  <a:pt x="153168" y="111642"/>
                </a:cubicBezTo>
                <a:cubicBezTo>
                  <a:pt x="152018" y="110493"/>
                  <a:pt x="151443" y="109003"/>
                  <a:pt x="151443" y="107174"/>
                </a:cubicBezTo>
                <a:cubicBezTo>
                  <a:pt x="151443" y="105397"/>
                  <a:pt x="151783" y="103044"/>
                  <a:pt x="152462" y="100118"/>
                </a:cubicBezTo>
                <a:cubicBezTo>
                  <a:pt x="153298" y="96255"/>
                  <a:pt x="155677" y="87842"/>
                  <a:pt x="159597" y="74880"/>
                </a:cubicBezTo>
                <a:cubicBezTo>
                  <a:pt x="150711" y="89462"/>
                  <a:pt x="143276" y="99523"/>
                  <a:pt x="137292" y="105062"/>
                </a:cubicBezTo>
                <a:cubicBezTo>
                  <a:pt x="131307" y="110599"/>
                  <a:pt x="125754" y="113367"/>
                  <a:pt x="120631" y="113367"/>
                </a:cubicBezTo>
                <a:cubicBezTo>
                  <a:pt x="118227" y="113367"/>
                  <a:pt x="116189" y="112531"/>
                  <a:pt x="114516" y="110858"/>
                </a:cubicBezTo>
                <a:cubicBezTo>
                  <a:pt x="112844" y="109186"/>
                  <a:pt x="112007" y="107069"/>
                  <a:pt x="112007" y="104508"/>
                </a:cubicBezTo>
                <a:cubicBezTo>
                  <a:pt x="112007" y="100583"/>
                  <a:pt x="113157" y="94565"/>
                  <a:pt x="115457" y="86454"/>
                </a:cubicBezTo>
                <a:lnTo>
                  <a:pt x="122278" y="62199"/>
                </a:lnTo>
                <a:cubicBezTo>
                  <a:pt x="123950" y="56390"/>
                  <a:pt x="124787" y="52779"/>
                  <a:pt x="124787" y="51365"/>
                </a:cubicBezTo>
                <a:cubicBezTo>
                  <a:pt x="124787" y="50737"/>
                  <a:pt x="124565" y="50202"/>
                  <a:pt x="124120" y="49757"/>
                </a:cubicBezTo>
                <a:cubicBezTo>
                  <a:pt x="123676" y="49312"/>
                  <a:pt x="123193" y="49089"/>
                  <a:pt x="122670" y="49089"/>
                </a:cubicBezTo>
                <a:cubicBezTo>
                  <a:pt x="121572" y="49089"/>
                  <a:pt x="120475" y="49481"/>
                  <a:pt x="119377" y="50267"/>
                </a:cubicBezTo>
                <a:cubicBezTo>
                  <a:pt x="118279" y="51051"/>
                  <a:pt x="115797" y="53955"/>
                  <a:pt x="111929" y="58979"/>
                </a:cubicBezTo>
                <a:lnTo>
                  <a:pt x="109499" y="57252"/>
                </a:lnTo>
                <a:cubicBezTo>
                  <a:pt x="113419" y="51183"/>
                  <a:pt x="117574" y="46709"/>
                  <a:pt x="121964" y="43831"/>
                </a:cubicBezTo>
                <a:cubicBezTo>
                  <a:pt x="125309" y="41580"/>
                  <a:pt x="128393" y="40455"/>
                  <a:pt x="131216" y="40455"/>
                </a:cubicBezTo>
                <a:cubicBezTo>
                  <a:pt x="133149" y="40455"/>
                  <a:pt x="134731" y="41076"/>
                  <a:pt x="135959" y="42319"/>
                </a:cubicBezTo>
                <a:cubicBezTo>
                  <a:pt x="137187" y="43561"/>
                  <a:pt x="137801" y="45159"/>
                  <a:pt x="137801" y="47114"/>
                </a:cubicBezTo>
                <a:cubicBezTo>
                  <a:pt x="137801" y="49938"/>
                  <a:pt x="136756" y="54985"/>
                  <a:pt x="134665" y="62255"/>
                </a:cubicBezTo>
                <a:lnTo>
                  <a:pt x="127296" y="87595"/>
                </a:lnTo>
                <a:cubicBezTo>
                  <a:pt x="125257" y="94500"/>
                  <a:pt x="124238" y="98867"/>
                  <a:pt x="124238" y="100698"/>
                </a:cubicBezTo>
                <a:cubicBezTo>
                  <a:pt x="124238" y="101691"/>
                  <a:pt x="124565" y="102488"/>
                  <a:pt x="125218" y="103089"/>
                </a:cubicBezTo>
                <a:cubicBezTo>
                  <a:pt x="125871" y="103690"/>
                  <a:pt x="126747" y="103991"/>
                  <a:pt x="127844" y="103991"/>
                </a:cubicBezTo>
                <a:cubicBezTo>
                  <a:pt x="129569" y="103991"/>
                  <a:pt x="131817" y="103129"/>
                  <a:pt x="134587" y="101404"/>
                </a:cubicBezTo>
                <a:cubicBezTo>
                  <a:pt x="137357" y="99679"/>
                  <a:pt x="141055" y="95850"/>
                  <a:pt x="145680" y="89916"/>
                </a:cubicBezTo>
                <a:cubicBezTo>
                  <a:pt x="150306" y="83980"/>
                  <a:pt x="154122" y="78411"/>
                  <a:pt x="157127" y="73209"/>
                </a:cubicBezTo>
                <a:cubicBezTo>
                  <a:pt x="160132" y="68007"/>
                  <a:pt x="163334" y="59733"/>
                  <a:pt x="166731" y="48388"/>
                </a:cubicBezTo>
                <a:lnTo>
                  <a:pt x="168456" y="42336"/>
                </a:lnTo>
                <a:lnTo>
                  <a:pt x="180373" y="42336"/>
                </a:lnTo>
                <a:close/>
                <a:moveTo>
                  <a:pt x="220984" y="9251"/>
                </a:moveTo>
                <a:cubicBezTo>
                  <a:pt x="223180" y="9251"/>
                  <a:pt x="225035" y="10009"/>
                  <a:pt x="226551" y="11525"/>
                </a:cubicBezTo>
                <a:cubicBezTo>
                  <a:pt x="228067" y="13041"/>
                  <a:pt x="228824" y="14896"/>
                  <a:pt x="228824" y="17091"/>
                </a:cubicBezTo>
                <a:cubicBezTo>
                  <a:pt x="228824" y="19234"/>
                  <a:pt x="228053" y="21077"/>
                  <a:pt x="226512" y="22619"/>
                </a:cubicBezTo>
                <a:cubicBezTo>
                  <a:pt x="224970" y="24160"/>
                  <a:pt x="223127" y="24931"/>
                  <a:pt x="220984" y="24931"/>
                </a:cubicBezTo>
                <a:cubicBezTo>
                  <a:pt x="218841" y="24931"/>
                  <a:pt x="216999" y="24160"/>
                  <a:pt x="215457" y="22619"/>
                </a:cubicBezTo>
                <a:cubicBezTo>
                  <a:pt x="213915" y="21077"/>
                  <a:pt x="213144" y="19234"/>
                  <a:pt x="213144" y="17091"/>
                </a:cubicBezTo>
                <a:cubicBezTo>
                  <a:pt x="213144" y="14896"/>
                  <a:pt x="213902" y="13041"/>
                  <a:pt x="215418" y="11525"/>
                </a:cubicBezTo>
                <a:cubicBezTo>
                  <a:pt x="216934" y="10009"/>
                  <a:pt x="218789" y="9251"/>
                  <a:pt x="220984" y="9251"/>
                </a:cubicBezTo>
                <a:moveTo>
                  <a:pt x="222004" y="40455"/>
                </a:moveTo>
                <a:lnTo>
                  <a:pt x="206480" y="95440"/>
                </a:lnTo>
                <a:cubicBezTo>
                  <a:pt x="205435" y="99153"/>
                  <a:pt x="204912" y="101375"/>
                  <a:pt x="204912" y="102107"/>
                </a:cubicBezTo>
                <a:cubicBezTo>
                  <a:pt x="204912" y="102946"/>
                  <a:pt x="205160" y="103629"/>
                  <a:pt x="205657" y="104155"/>
                </a:cubicBezTo>
                <a:cubicBezTo>
                  <a:pt x="206154" y="104679"/>
                  <a:pt x="206742" y="104942"/>
                  <a:pt x="207421" y="104942"/>
                </a:cubicBezTo>
                <a:cubicBezTo>
                  <a:pt x="208205" y="104942"/>
                  <a:pt x="209146" y="104522"/>
                  <a:pt x="210243" y="103682"/>
                </a:cubicBezTo>
                <a:cubicBezTo>
                  <a:pt x="213223" y="101325"/>
                  <a:pt x="216228" y="97978"/>
                  <a:pt x="219260" y="93640"/>
                </a:cubicBezTo>
                <a:lnTo>
                  <a:pt x="222004" y="95443"/>
                </a:lnTo>
                <a:cubicBezTo>
                  <a:pt x="218449" y="100884"/>
                  <a:pt x="214268" y="105468"/>
                  <a:pt x="209459" y="109195"/>
                </a:cubicBezTo>
                <a:cubicBezTo>
                  <a:pt x="205905" y="111976"/>
                  <a:pt x="202508" y="113367"/>
                  <a:pt x="199267" y="113367"/>
                </a:cubicBezTo>
                <a:cubicBezTo>
                  <a:pt x="197124" y="113367"/>
                  <a:pt x="195373" y="112727"/>
                  <a:pt x="194015" y="111446"/>
                </a:cubicBezTo>
                <a:cubicBezTo>
                  <a:pt x="192656" y="110166"/>
                  <a:pt x="191976" y="108559"/>
                  <a:pt x="191976" y="106625"/>
                </a:cubicBezTo>
                <a:cubicBezTo>
                  <a:pt x="191976" y="104688"/>
                  <a:pt x="192629" y="101468"/>
                  <a:pt x="193936" y="96964"/>
                </a:cubicBezTo>
                <a:lnTo>
                  <a:pt x="204128" y="61780"/>
                </a:lnTo>
                <a:cubicBezTo>
                  <a:pt x="205801" y="56063"/>
                  <a:pt x="206637" y="52477"/>
                  <a:pt x="206637" y="51022"/>
                </a:cubicBezTo>
                <a:cubicBezTo>
                  <a:pt x="206637" y="49878"/>
                  <a:pt x="206232" y="48942"/>
                  <a:pt x="205422" y="48214"/>
                </a:cubicBezTo>
                <a:cubicBezTo>
                  <a:pt x="204612" y="47484"/>
                  <a:pt x="203501" y="47119"/>
                  <a:pt x="202090" y="47119"/>
                </a:cubicBezTo>
                <a:cubicBezTo>
                  <a:pt x="200940" y="47119"/>
                  <a:pt x="198562" y="47406"/>
                  <a:pt x="194955" y="47981"/>
                </a:cubicBezTo>
                <a:lnTo>
                  <a:pt x="194955" y="44845"/>
                </a:lnTo>
                <a:lnTo>
                  <a:pt x="222004" y="40455"/>
                </a:lnTo>
                <a:close/>
                <a:moveTo>
                  <a:pt x="316582" y="0"/>
                </a:moveTo>
                <a:lnTo>
                  <a:pt x="289612" y="92513"/>
                </a:lnTo>
                <a:cubicBezTo>
                  <a:pt x="288148" y="97530"/>
                  <a:pt x="287417" y="100823"/>
                  <a:pt x="287417" y="102391"/>
                </a:cubicBezTo>
                <a:cubicBezTo>
                  <a:pt x="287417" y="102914"/>
                  <a:pt x="287639" y="103410"/>
                  <a:pt x="288083" y="103881"/>
                </a:cubicBezTo>
                <a:cubicBezTo>
                  <a:pt x="288527" y="104351"/>
                  <a:pt x="288985" y="104586"/>
                  <a:pt x="289455" y="104586"/>
                </a:cubicBezTo>
                <a:cubicBezTo>
                  <a:pt x="290135" y="104586"/>
                  <a:pt x="290945" y="104247"/>
                  <a:pt x="291885" y="103567"/>
                </a:cubicBezTo>
                <a:cubicBezTo>
                  <a:pt x="293663" y="102313"/>
                  <a:pt x="296642" y="99177"/>
                  <a:pt x="300823" y="94159"/>
                </a:cubicBezTo>
                <a:lnTo>
                  <a:pt x="303489" y="95806"/>
                </a:lnTo>
                <a:cubicBezTo>
                  <a:pt x="299726" y="101032"/>
                  <a:pt x="295923" y="105266"/>
                  <a:pt x="292081" y="108506"/>
                </a:cubicBezTo>
                <a:cubicBezTo>
                  <a:pt x="288240" y="111747"/>
                  <a:pt x="284646" y="113367"/>
                  <a:pt x="281301" y="113367"/>
                </a:cubicBezTo>
                <a:cubicBezTo>
                  <a:pt x="279524" y="113367"/>
                  <a:pt x="278061" y="112740"/>
                  <a:pt x="276911" y="111486"/>
                </a:cubicBezTo>
                <a:cubicBezTo>
                  <a:pt x="275761" y="110231"/>
                  <a:pt x="275186" y="108454"/>
                  <a:pt x="275186" y="106154"/>
                </a:cubicBezTo>
                <a:cubicBezTo>
                  <a:pt x="275186" y="103175"/>
                  <a:pt x="275970" y="99177"/>
                  <a:pt x="277538" y="94159"/>
                </a:cubicBezTo>
                <a:lnTo>
                  <a:pt x="280596" y="84795"/>
                </a:lnTo>
                <a:cubicBezTo>
                  <a:pt x="273017" y="96358"/>
                  <a:pt x="266118" y="104359"/>
                  <a:pt x="259898" y="108798"/>
                </a:cubicBezTo>
                <a:cubicBezTo>
                  <a:pt x="255612" y="111844"/>
                  <a:pt x="251509" y="113367"/>
                  <a:pt x="247589" y="113367"/>
                </a:cubicBezTo>
                <a:cubicBezTo>
                  <a:pt x="243617" y="113367"/>
                  <a:pt x="240154" y="111602"/>
                  <a:pt x="237201" y="108070"/>
                </a:cubicBezTo>
                <a:cubicBezTo>
                  <a:pt x="234248" y="104537"/>
                  <a:pt x="232771" y="99736"/>
                  <a:pt x="232771" y="93667"/>
                </a:cubicBezTo>
                <a:cubicBezTo>
                  <a:pt x="232771" y="85871"/>
                  <a:pt x="235254" y="77552"/>
                  <a:pt x="240219" y="68711"/>
                </a:cubicBezTo>
                <a:cubicBezTo>
                  <a:pt x="245185" y="59868"/>
                  <a:pt x="251744" y="52673"/>
                  <a:pt x="259898" y="47126"/>
                </a:cubicBezTo>
                <a:cubicBezTo>
                  <a:pt x="266327" y="42678"/>
                  <a:pt x="272233" y="40455"/>
                  <a:pt x="277617" y="40455"/>
                </a:cubicBezTo>
                <a:cubicBezTo>
                  <a:pt x="280439" y="40455"/>
                  <a:pt x="282869" y="41024"/>
                  <a:pt x="284908" y="42162"/>
                </a:cubicBezTo>
                <a:cubicBezTo>
                  <a:pt x="286946" y="43299"/>
                  <a:pt x="288959" y="45186"/>
                  <a:pt x="290945" y="47822"/>
                </a:cubicBezTo>
                <a:lnTo>
                  <a:pt x="298628" y="20712"/>
                </a:lnTo>
                <a:cubicBezTo>
                  <a:pt x="299203" y="18739"/>
                  <a:pt x="299673" y="17166"/>
                  <a:pt x="300039" y="15994"/>
                </a:cubicBezTo>
                <a:cubicBezTo>
                  <a:pt x="300666" y="13883"/>
                  <a:pt x="300980" y="12143"/>
                  <a:pt x="300980" y="10773"/>
                </a:cubicBezTo>
                <a:cubicBezTo>
                  <a:pt x="300980" y="9665"/>
                  <a:pt x="300588" y="8742"/>
                  <a:pt x="299804" y="8004"/>
                </a:cubicBezTo>
                <a:cubicBezTo>
                  <a:pt x="298706" y="7111"/>
                  <a:pt x="297295" y="6664"/>
                  <a:pt x="295570" y="6664"/>
                </a:cubicBezTo>
                <a:cubicBezTo>
                  <a:pt x="294368" y="6664"/>
                  <a:pt x="292382" y="6847"/>
                  <a:pt x="289612" y="7213"/>
                </a:cubicBezTo>
                <a:lnTo>
                  <a:pt x="289612" y="4390"/>
                </a:lnTo>
                <a:lnTo>
                  <a:pt x="316582" y="0"/>
                </a:lnTo>
                <a:moveTo>
                  <a:pt x="287495" y="55566"/>
                </a:moveTo>
                <a:cubicBezTo>
                  <a:pt x="287495" y="52203"/>
                  <a:pt x="286528" y="49498"/>
                  <a:pt x="284594" y="47450"/>
                </a:cubicBezTo>
                <a:cubicBezTo>
                  <a:pt x="282660" y="45400"/>
                  <a:pt x="280204" y="44375"/>
                  <a:pt x="277225" y="44375"/>
                </a:cubicBezTo>
                <a:cubicBezTo>
                  <a:pt x="270639" y="44375"/>
                  <a:pt x="263779" y="49839"/>
                  <a:pt x="256644" y="60768"/>
                </a:cubicBezTo>
                <a:cubicBezTo>
                  <a:pt x="249510" y="71697"/>
                  <a:pt x="245943" y="82152"/>
                  <a:pt x="245943" y="92135"/>
                </a:cubicBezTo>
                <a:cubicBezTo>
                  <a:pt x="245943" y="96077"/>
                  <a:pt x="246805" y="99085"/>
                  <a:pt x="248530" y="101161"/>
                </a:cubicBezTo>
                <a:cubicBezTo>
                  <a:pt x="250255" y="103236"/>
                  <a:pt x="252319" y="104273"/>
                  <a:pt x="254724" y="104273"/>
                </a:cubicBezTo>
                <a:cubicBezTo>
                  <a:pt x="260159" y="104273"/>
                  <a:pt x="266980" y="98362"/>
                  <a:pt x="275186" y="86540"/>
                </a:cubicBezTo>
                <a:cubicBezTo>
                  <a:pt x="283392" y="74717"/>
                  <a:pt x="287495" y="64393"/>
                  <a:pt x="287495" y="55566"/>
                </a:cubicBezTo>
                <a:close/>
                <a:moveTo>
                  <a:pt x="329126" y="82007"/>
                </a:moveTo>
                <a:cubicBezTo>
                  <a:pt x="328760" y="84612"/>
                  <a:pt x="328577" y="86774"/>
                  <a:pt x="328577" y="88492"/>
                </a:cubicBezTo>
                <a:cubicBezTo>
                  <a:pt x="328577" y="93128"/>
                  <a:pt x="330223" y="97074"/>
                  <a:pt x="333516" y="100331"/>
                </a:cubicBezTo>
                <a:cubicBezTo>
                  <a:pt x="336809" y="103586"/>
                  <a:pt x="340807" y="105214"/>
                  <a:pt x="345511" y="105214"/>
                </a:cubicBezTo>
                <a:cubicBezTo>
                  <a:pt x="349275" y="105214"/>
                  <a:pt x="352894" y="104445"/>
                  <a:pt x="356370" y="102908"/>
                </a:cubicBezTo>
                <a:cubicBezTo>
                  <a:pt x="359846" y="101370"/>
                  <a:pt x="365007" y="97968"/>
                  <a:pt x="371854" y="92704"/>
                </a:cubicBezTo>
                <a:lnTo>
                  <a:pt x="373500" y="94977"/>
                </a:lnTo>
                <a:cubicBezTo>
                  <a:pt x="361113" y="107237"/>
                  <a:pt x="349301" y="113367"/>
                  <a:pt x="338063" y="113367"/>
                </a:cubicBezTo>
                <a:cubicBezTo>
                  <a:pt x="330432" y="113367"/>
                  <a:pt x="324683" y="110961"/>
                  <a:pt x="320815" y="106147"/>
                </a:cubicBezTo>
                <a:cubicBezTo>
                  <a:pt x="316947" y="101334"/>
                  <a:pt x="315014" y="96023"/>
                  <a:pt x="315014" y="90215"/>
                </a:cubicBezTo>
                <a:cubicBezTo>
                  <a:pt x="315014" y="82419"/>
                  <a:pt x="317418" y="74440"/>
                  <a:pt x="322226" y="66278"/>
                </a:cubicBezTo>
                <a:cubicBezTo>
                  <a:pt x="327035" y="58114"/>
                  <a:pt x="333072" y="51770"/>
                  <a:pt x="340337" y="47244"/>
                </a:cubicBezTo>
                <a:cubicBezTo>
                  <a:pt x="347602" y="42718"/>
                  <a:pt x="355076" y="40455"/>
                  <a:pt x="362760" y="40455"/>
                </a:cubicBezTo>
                <a:cubicBezTo>
                  <a:pt x="368300" y="40455"/>
                  <a:pt x="372403" y="41583"/>
                  <a:pt x="375068" y="43838"/>
                </a:cubicBezTo>
                <a:cubicBezTo>
                  <a:pt x="377734" y="46094"/>
                  <a:pt x="379067" y="48770"/>
                  <a:pt x="379067" y="51867"/>
                </a:cubicBezTo>
                <a:cubicBezTo>
                  <a:pt x="379067" y="56221"/>
                  <a:pt x="377342" y="60392"/>
                  <a:pt x="373892" y="64379"/>
                </a:cubicBezTo>
                <a:cubicBezTo>
                  <a:pt x="369345" y="69573"/>
                  <a:pt x="362655" y="73770"/>
                  <a:pt x="353822" y="76970"/>
                </a:cubicBezTo>
                <a:cubicBezTo>
                  <a:pt x="347968" y="79121"/>
                  <a:pt x="339736" y="80800"/>
                  <a:pt x="329126" y="82007"/>
                </a:cubicBezTo>
                <a:moveTo>
                  <a:pt x="329674" y="78087"/>
                </a:moveTo>
                <a:cubicBezTo>
                  <a:pt x="337410" y="77197"/>
                  <a:pt x="343708" y="75678"/>
                  <a:pt x="348569" y="73530"/>
                </a:cubicBezTo>
                <a:cubicBezTo>
                  <a:pt x="354998" y="70649"/>
                  <a:pt x="359819" y="67204"/>
                  <a:pt x="363034" y="63196"/>
                </a:cubicBezTo>
                <a:cubicBezTo>
                  <a:pt x="366248" y="59188"/>
                  <a:pt x="367856" y="55376"/>
                  <a:pt x="367856" y="51762"/>
                </a:cubicBezTo>
                <a:cubicBezTo>
                  <a:pt x="367856" y="49561"/>
                  <a:pt x="367163" y="47780"/>
                  <a:pt x="365778" y="46418"/>
                </a:cubicBezTo>
                <a:cubicBezTo>
                  <a:pt x="364393" y="45056"/>
                  <a:pt x="362420" y="44375"/>
                  <a:pt x="359859" y="44375"/>
                </a:cubicBezTo>
                <a:cubicBezTo>
                  <a:pt x="354527" y="44375"/>
                  <a:pt x="348870" y="47217"/>
                  <a:pt x="342885" y="52901"/>
                </a:cubicBezTo>
                <a:cubicBezTo>
                  <a:pt x="336900" y="58585"/>
                  <a:pt x="332497" y="66980"/>
                  <a:pt x="329674" y="78087"/>
                </a:cubicBezTo>
                <a:close/>
                <a:moveTo>
                  <a:pt x="468154" y="0"/>
                </a:moveTo>
                <a:lnTo>
                  <a:pt x="441185" y="92513"/>
                </a:lnTo>
                <a:cubicBezTo>
                  <a:pt x="439721" y="97530"/>
                  <a:pt x="438989" y="100823"/>
                  <a:pt x="438989" y="102391"/>
                </a:cubicBezTo>
                <a:cubicBezTo>
                  <a:pt x="438989" y="102914"/>
                  <a:pt x="439211" y="103410"/>
                  <a:pt x="439656" y="103881"/>
                </a:cubicBezTo>
                <a:cubicBezTo>
                  <a:pt x="440100" y="104351"/>
                  <a:pt x="440557" y="104586"/>
                  <a:pt x="441028" y="104586"/>
                </a:cubicBezTo>
                <a:cubicBezTo>
                  <a:pt x="441707" y="104586"/>
                  <a:pt x="442517" y="104247"/>
                  <a:pt x="443458" y="103567"/>
                </a:cubicBezTo>
                <a:cubicBezTo>
                  <a:pt x="445235" y="102313"/>
                  <a:pt x="448214" y="99177"/>
                  <a:pt x="452396" y="94159"/>
                </a:cubicBezTo>
                <a:lnTo>
                  <a:pt x="455061" y="95806"/>
                </a:lnTo>
                <a:cubicBezTo>
                  <a:pt x="451298" y="101032"/>
                  <a:pt x="447496" y="105266"/>
                  <a:pt x="443654" y="108506"/>
                </a:cubicBezTo>
                <a:cubicBezTo>
                  <a:pt x="439813" y="111747"/>
                  <a:pt x="436219" y="113367"/>
                  <a:pt x="432874" y="113367"/>
                </a:cubicBezTo>
                <a:cubicBezTo>
                  <a:pt x="431097" y="113367"/>
                  <a:pt x="429634" y="112740"/>
                  <a:pt x="428484" y="111486"/>
                </a:cubicBezTo>
                <a:cubicBezTo>
                  <a:pt x="427334" y="110231"/>
                  <a:pt x="426759" y="108454"/>
                  <a:pt x="426759" y="106154"/>
                </a:cubicBezTo>
                <a:cubicBezTo>
                  <a:pt x="426759" y="103175"/>
                  <a:pt x="427543" y="99177"/>
                  <a:pt x="429111" y="94159"/>
                </a:cubicBezTo>
                <a:lnTo>
                  <a:pt x="432169" y="84795"/>
                </a:lnTo>
                <a:cubicBezTo>
                  <a:pt x="424590" y="96358"/>
                  <a:pt x="417691" y="104359"/>
                  <a:pt x="411471" y="108798"/>
                </a:cubicBezTo>
                <a:cubicBezTo>
                  <a:pt x="407185" y="111844"/>
                  <a:pt x="403082" y="113367"/>
                  <a:pt x="399162" y="113367"/>
                </a:cubicBezTo>
                <a:cubicBezTo>
                  <a:pt x="395190" y="113367"/>
                  <a:pt x="391727" y="111602"/>
                  <a:pt x="388774" y="108070"/>
                </a:cubicBezTo>
                <a:cubicBezTo>
                  <a:pt x="385821" y="104537"/>
                  <a:pt x="384344" y="99736"/>
                  <a:pt x="384344" y="93667"/>
                </a:cubicBezTo>
                <a:cubicBezTo>
                  <a:pt x="384344" y="85871"/>
                  <a:pt x="386827" y="77552"/>
                  <a:pt x="391792" y="68711"/>
                </a:cubicBezTo>
                <a:cubicBezTo>
                  <a:pt x="396758" y="59868"/>
                  <a:pt x="403317" y="52673"/>
                  <a:pt x="411471" y="47126"/>
                </a:cubicBezTo>
                <a:cubicBezTo>
                  <a:pt x="417900" y="42678"/>
                  <a:pt x="423806" y="40455"/>
                  <a:pt x="429189" y="40455"/>
                </a:cubicBezTo>
                <a:cubicBezTo>
                  <a:pt x="432012" y="40455"/>
                  <a:pt x="434442" y="41024"/>
                  <a:pt x="436481" y="42162"/>
                </a:cubicBezTo>
                <a:cubicBezTo>
                  <a:pt x="438519" y="43299"/>
                  <a:pt x="440531" y="45186"/>
                  <a:pt x="442517" y="47822"/>
                </a:cubicBezTo>
                <a:lnTo>
                  <a:pt x="450201" y="20712"/>
                </a:lnTo>
                <a:cubicBezTo>
                  <a:pt x="450776" y="18739"/>
                  <a:pt x="451246" y="17166"/>
                  <a:pt x="451612" y="15994"/>
                </a:cubicBezTo>
                <a:cubicBezTo>
                  <a:pt x="452239" y="13883"/>
                  <a:pt x="452553" y="12143"/>
                  <a:pt x="452553" y="10773"/>
                </a:cubicBezTo>
                <a:cubicBezTo>
                  <a:pt x="452553" y="9665"/>
                  <a:pt x="452161" y="8742"/>
                  <a:pt x="451377" y="8004"/>
                </a:cubicBezTo>
                <a:cubicBezTo>
                  <a:pt x="450279" y="7111"/>
                  <a:pt x="448868" y="6664"/>
                  <a:pt x="447143" y="6664"/>
                </a:cubicBezTo>
                <a:cubicBezTo>
                  <a:pt x="445941" y="6664"/>
                  <a:pt x="443955" y="6847"/>
                  <a:pt x="441185" y="7213"/>
                </a:cubicBezTo>
                <a:lnTo>
                  <a:pt x="441185" y="4390"/>
                </a:lnTo>
                <a:lnTo>
                  <a:pt x="468154" y="0"/>
                </a:lnTo>
                <a:moveTo>
                  <a:pt x="439068" y="55566"/>
                </a:moveTo>
                <a:cubicBezTo>
                  <a:pt x="439068" y="52203"/>
                  <a:pt x="438101" y="49498"/>
                  <a:pt x="436167" y="47450"/>
                </a:cubicBezTo>
                <a:cubicBezTo>
                  <a:pt x="434233" y="45400"/>
                  <a:pt x="431777" y="44375"/>
                  <a:pt x="428797" y="44375"/>
                </a:cubicBezTo>
                <a:cubicBezTo>
                  <a:pt x="422212" y="44375"/>
                  <a:pt x="415352" y="49839"/>
                  <a:pt x="408217" y="60768"/>
                </a:cubicBezTo>
                <a:cubicBezTo>
                  <a:pt x="401083" y="71697"/>
                  <a:pt x="397515" y="82152"/>
                  <a:pt x="397515" y="92135"/>
                </a:cubicBezTo>
                <a:cubicBezTo>
                  <a:pt x="397515" y="96077"/>
                  <a:pt x="398378" y="99085"/>
                  <a:pt x="400103" y="101161"/>
                </a:cubicBezTo>
                <a:cubicBezTo>
                  <a:pt x="401827" y="103236"/>
                  <a:pt x="403892" y="104273"/>
                  <a:pt x="406296" y="104273"/>
                </a:cubicBezTo>
                <a:cubicBezTo>
                  <a:pt x="411732" y="104273"/>
                  <a:pt x="418553" y="98362"/>
                  <a:pt x="426759" y="86540"/>
                </a:cubicBezTo>
                <a:cubicBezTo>
                  <a:pt x="434965" y="74717"/>
                  <a:pt x="439068" y="64393"/>
                  <a:pt x="439068" y="55566"/>
                </a:cubicBezTo>
                <a:close/>
                <a:moveTo>
                  <a:pt x="526798" y="5174"/>
                </a:moveTo>
                <a:lnTo>
                  <a:pt x="568664" y="5174"/>
                </a:lnTo>
                <a:cubicBezTo>
                  <a:pt x="579640" y="5174"/>
                  <a:pt x="587846" y="7536"/>
                  <a:pt x="593282" y="12260"/>
                </a:cubicBezTo>
                <a:cubicBezTo>
                  <a:pt x="598717" y="16984"/>
                  <a:pt x="601435" y="22738"/>
                  <a:pt x="601435" y="29523"/>
                </a:cubicBezTo>
                <a:cubicBezTo>
                  <a:pt x="601435" y="34900"/>
                  <a:pt x="599711" y="40120"/>
                  <a:pt x="596261" y="45183"/>
                </a:cubicBezTo>
                <a:cubicBezTo>
                  <a:pt x="592811" y="50245"/>
                  <a:pt x="587689" y="54355"/>
                  <a:pt x="580894" y="57514"/>
                </a:cubicBezTo>
                <a:cubicBezTo>
                  <a:pt x="574100" y="60671"/>
                  <a:pt x="566756" y="62250"/>
                  <a:pt x="558864" y="62250"/>
                </a:cubicBezTo>
                <a:cubicBezTo>
                  <a:pt x="553951" y="62250"/>
                  <a:pt x="547705" y="61356"/>
                  <a:pt x="540126" y="59567"/>
                </a:cubicBezTo>
                <a:lnTo>
                  <a:pt x="531659" y="88671"/>
                </a:lnTo>
                <a:cubicBezTo>
                  <a:pt x="529673" y="95598"/>
                  <a:pt x="528680" y="100163"/>
                  <a:pt x="528680" y="102367"/>
                </a:cubicBezTo>
                <a:cubicBezTo>
                  <a:pt x="528680" y="104046"/>
                  <a:pt x="529385" y="105437"/>
                  <a:pt x="530796" y="106539"/>
                </a:cubicBezTo>
                <a:cubicBezTo>
                  <a:pt x="532208" y="107640"/>
                  <a:pt x="535579" y="108348"/>
                  <a:pt x="540910" y="108663"/>
                </a:cubicBezTo>
                <a:lnTo>
                  <a:pt x="540126" y="111486"/>
                </a:lnTo>
                <a:lnTo>
                  <a:pt x="497868" y="111486"/>
                </a:lnTo>
                <a:lnTo>
                  <a:pt x="498731" y="108663"/>
                </a:lnTo>
                <a:cubicBezTo>
                  <a:pt x="504271" y="108663"/>
                  <a:pt x="508126" y="107705"/>
                  <a:pt x="510295" y="105789"/>
                </a:cubicBezTo>
                <a:cubicBezTo>
                  <a:pt x="512464" y="103873"/>
                  <a:pt x="514803" y="98585"/>
                  <a:pt x="517312" y="89925"/>
                </a:cubicBezTo>
                <a:lnTo>
                  <a:pt x="534873" y="29341"/>
                </a:lnTo>
                <a:cubicBezTo>
                  <a:pt x="536964" y="22070"/>
                  <a:pt x="538009" y="17205"/>
                  <a:pt x="538009" y="14747"/>
                </a:cubicBezTo>
                <a:cubicBezTo>
                  <a:pt x="538009" y="12916"/>
                  <a:pt x="537264" y="11398"/>
                  <a:pt x="535775" y="10195"/>
                </a:cubicBezTo>
                <a:cubicBezTo>
                  <a:pt x="534285" y="8991"/>
                  <a:pt x="531005" y="8258"/>
                  <a:pt x="525936" y="7997"/>
                </a:cubicBezTo>
                <a:lnTo>
                  <a:pt x="526798" y="5174"/>
                </a:lnTo>
                <a:moveTo>
                  <a:pt x="541459" y="54682"/>
                </a:moveTo>
                <a:cubicBezTo>
                  <a:pt x="547365" y="56173"/>
                  <a:pt x="552121" y="56919"/>
                  <a:pt x="555728" y="56919"/>
                </a:cubicBezTo>
                <a:cubicBezTo>
                  <a:pt x="561425" y="56919"/>
                  <a:pt x="566612" y="55747"/>
                  <a:pt x="571290" y="53403"/>
                </a:cubicBezTo>
                <a:cubicBezTo>
                  <a:pt x="575968" y="51059"/>
                  <a:pt x="579627" y="47543"/>
                  <a:pt x="582266" y="42856"/>
                </a:cubicBezTo>
                <a:cubicBezTo>
                  <a:pt x="584906" y="38166"/>
                  <a:pt x="586226" y="33296"/>
                  <a:pt x="586226" y="28244"/>
                </a:cubicBezTo>
                <a:cubicBezTo>
                  <a:pt x="586226" y="22983"/>
                  <a:pt x="584605" y="18816"/>
                  <a:pt x="581365" y="15744"/>
                </a:cubicBezTo>
                <a:cubicBezTo>
                  <a:pt x="578124" y="12670"/>
                  <a:pt x="573211" y="11133"/>
                  <a:pt x="566625" y="11133"/>
                </a:cubicBezTo>
                <a:cubicBezTo>
                  <a:pt x="563071" y="11133"/>
                  <a:pt x="558759" y="11576"/>
                  <a:pt x="553689" y="12463"/>
                </a:cubicBezTo>
                <a:lnTo>
                  <a:pt x="541459" y="54682"/>
                </a:lnTo>
                <a:close/>
                <a:moveTo>
                  <a:pt x="674060" y="65021"/>
                </a:moveTo>
                <a:cubicBezTo>
                  <a:pt x="674060" y="72869"/>
                  <a:pt x="671982" y="80639"/>
                  <a:pt x="667827" y="88331"/>
                </a:cubicBezTo>
                <a:cubicBezTo>
                  <a:pt x="663672" y="96022"/>
                  <a:pt x="657883" y="102118"/>
                  <a:pt x="650461" y="106617"/>
                </a:cubicBezTo>
                <a:cubicBezTo>
                  <a:pt x="643039" y="111117"/>
                  <a:pt x="635826" y="113367"/>
                  <a:pt x="628823" y="113367"/>
                </a:cubicBezTo>
                <a:cubicBezTo>
                  <a:pt x="621662" y="113367"/>
                  <a:pt x="615821" y="111078"/>
                  <a:pt x="611300" y="106500"/>
                </a:cubicBezTo>
                <a:cubicBezTo>
                  <a:pt x="606779" y="101922"/>
                  <a:pt x="604518" y="95996"/>
                  <a:pt x="604518" y="88723"/>
                </a:cubicBezTo>
                <a:cubicBezTo>
                  <a:pt x="604518" y="81031"/>
                  <a:pt x="606727" y="73314"/>
                  <a:pt x="611143" y="65570"/>
                </a:cubicBezTo>
                <a:cubicBezTo>
                  <a:pt x="615560" y="57826"/>
                  <a:pt x="621466" y="51704"/>
                  <a:pt x="628862" y="47204"/>
                </a:cubicBezTo>
                <a:cubicBezTo>
                  <a:pt x="636258" y="42705"/>
                  <a:pt x="643405" y="40455"/>
                  <a:pt x="650304" y="40455"/>
                </a:cubicBezTo>
                <a:cubicBezTo>
                  <a:pt x="657204" y="40455"/>
                  <a:pt x="662888" y="42731"/>
                  <a:pt x="667357" y="47283"/>
                </a:cubicBezTo>
                <a:cubicBezTo>
                  <a:pt x="671825" y="51835"/>
                  <a:pt x="674060" y="57748"/>
                  <a:pt x="674060" y="65021"/>
                </a:cubicBezTo>
                <a:moveTo>
                  <a:pt x="661045" y="59482"/>
                </a:moveTo>
                <a:cubicBezTo>
                  <a:pt x="661045" y="54603"/>
                  <a:pt x="659856" y="50866"/>
                  <a:pt x="657478" y="48270"/>
                </a:cubicBezTo>
                <a:cubicBezTo>
                  <a:pt x="655100" y="45673"/>
                  <a:pt x="652029" y="44375"/>
                  <a:pt x="648266" y="44375"/>
                </a:cubicBezTo>
                <a:cubicBezTo>
                  <a:pt x="640583" y="44375"/>
                  <a:pt x="633514" y="49896"/>
                  <a:pt x="627059" y="60939"/>
                </a:cubicBezTo>
                <a:cubicBezTo>
                  <a:pt x="620604" y="71981"/>
                  <a:pt x="617376" y="82957"/>
                  <a:pt x="617376" y="93868"/>
                </a:cubicBezTo>
                <a:cubicBezTo>
                  <a:pt x="617376" y="98851"/>
                  <a:pt x="618631" y="102693"/>
                  <a:pt x="621139" y="105395"/>
                </a:cubicBezTo>
                <a:cubicBezTo>
                  <a:pt x="623648" y="108096"/>
                  <a:pt x="626810" y="109447"/>
                  <a:pt x="630626" y="109447"/>
                </a:cubicBezTo>
                <a:cubicBezTo>
                  <a:pt x="637996" y="109447"/>
                  <a:pt x="644908" y="103953"/>
                  <a:pt x="651363" y="92963"/>
                </a:cubicBezTo>
                <a:cubicBezTo>
                  <a:pt x="657818" y="81973"/>
                  <a:pt x="661045" y="70812"/>
                  <a:pt x="661045" y="59482"/>
                </a:cubicBezTo>
                <a:close/>
                <a:moveTo>
                  <a:pt x="727843" y="0"/>
                </a:moveTo>
                <a:lnTo>
                  <a:pt x="701030" y="93321"/>
                </a:lnTo>
                <a:cubicBezTo>
                  <a:pt x="699723" y="97975"/>
                  <a:pt x="699070" y="100824"/>
                  <a:pt x="699070" y="101869"/>
                </a:cubicBezTo>
                <a:cubicBezTo>
                  <a:pt x="699070" y="102653"/>
                  <a:pt x="699318" y="103307"/>
                  <a:pt x="699815" y="103829"/>
                </a:cubicBezTo>
                <a:cubicBezTo>
                  <a:pt x="700311" y="104352"/>
                  <a:pt x="700925" y="104613"/>
                  <a:pt x="701657" y="104613"/>
                </a:cubicBezTo>
                <a:cubicBezTo>
                  <a:pt x="702650" y="104613"/>
                  <a:pt x="703722" y="104169"/>
                  <a:pt x="704872" y="103281"/>
                </a:cubicBezTo>
                <a:cubicBezTo>
                  <a:pt x="707589" y="101134"/>
                  <a:pt x="710438" y="97806"/>
                  <a:pt x="713417" y="93297"/>
                </a:cubicBezTo>
                <a:lnTo>
                  <a:pt x="715769" y="95727"/>
                </a:lnTo>
                <a:cubicBezTo>
                  <a:pt x="710804" y="102731"/>
                  <a:pt x="706231" y="107618"/>
                  <a:pt x="702049" y="110388"/>
                </a:cubicBezTo>
                <a:cubicBezTo>
                  <a:pt x="698965" y="112374"/>
                  <a:pt x="696038" y="113367"/>
                  <a:pt x="693268" y="113367"/>
                </a:cubicBezTo>
                <a:cubicBezTo>
                  <a:pt x="691282" y="113367"/>
                  <a:pt x="689623" y="112688"/>
                  <a:pt x="688290" y="111329"/>
                </a:cubicBezTo>
                <a:cubicBezTo>
                  <a:pt x="686957" y="109970"/>
                  <a:pt x="686291" y="108402"/>
                  <a:pt x="686291" y="106625"/>
                </a:cubicBezTo>
                <a:cubicBezTo>
                  <a:pt x="686291" y="104740"/>
                  <a:pt x="687127" y="100865"/>
                  <a:pt x="688799" y="94999"/>
                </a:cubicBezTo>
                <a:lnTo>
                  <a:pt x="710046" y="21325"/>
                </a:lnTo>
                <a:cubicBezTo>
                  <a:pt x="711771" y="15314"/>
                  <a:pt x="712633" y="11865"/>
                  <a:pt x="712633" y="10976"/>
                </a:cubicBezTo>
                <a:cubicBezTo>
                  <a:pt x="712633" y="9722"/>
                  <a:pt x="712137" y="8689"/>
                  <a:pt x="711144" y="7879"/>
                </a:cubicBezTo>
                <a:cubicBezTo>
                  <a:pt x="710151" y="7069"/>
                  <a:pt x="708609" y="6664"/>
                  <a:pt x="706518" y="6664"/>
                </a:cubicBezTo>
                <a:cubicBezTo>
                  <a:pt x="705316" y="6664"/>
                  <a:pt x="703487" y="6847"/>
                  <a:pt x="701030" y="7213"/>
                </a:cubicBezTo>
                <a:lnTo>
                  <a:pt x="701030" y="4390"/>
                </a:lnTo>
                <a:lnTo>
                  <a:pt x="727843" y="0"/>
                </a:lnTo>
                <a:close/>
                <a:moveTo>
                  <a:pt x="760641" y="9251"/>
                </a:moveTo>
                <a:cubicBezTo>
                  <a:pt x="762836" y="9251"/>
                  <a:pt x="764692" y="10009"/>
                  <a:pt x="766208" y="11525"/>
                </a:cubicBezTo>
                <a:cubicBezTo>
                  <a:pt x="767723" y="13041"/>
                  <a:pt x="768481" y="14896"/>
                  <a:pt x="768481" y="17091"/>
                </a:cubicBezTo>
                <a:cubicBezTo>
                  <a:pt x="768481" y="19234"/>
                  <a:pt x="767710" y="21077"/>
                  <a:pt x="766168" y="22619"/>
                </a:cubicBezTo>
                <a:cubicBezTo>
                  <a:pt x="764627" y="24160"/>
                  <a:pt x="762784" y="24931"/>
                  <a:pt x="760641" y="24931"/>
                </a:cubicBezTo>
                <a:cubicBezTo>
                  <a:pt x="758498" y="24931"/>
                  <a:pt x="756656" y="24160"/>
                  <a:pt x="755114" y="22619"/>
                </a:cubicBezTo>
                <a:cubicBezTo>
                  <a:pt x="753572" y="21077"/>
                  <a:pt x="752801" y="19234"/>
                  <a:pt x="752801" y="17091"/>
                </a:cubicBezTo>
                <a:cubicBezTo>
                  <a:pt x="752801" y="14896"/>
                  <a:pt x="753559" y="13041"/>
                  <a:pt x="755075" y="11525"/>
                </a:cubicBezTo>
                <a:cubicBezTo>
                  <a:pt x="756591" y="10009"/>
                  <a:pt x="758446" y="9251"/>
                  <a:pt x="760641" y="9251"/>
                </a:cubicBezTo>
                <a:moveTo>
                  <a:pt x="761660" y="40455"/>
                </a:moveTo>
                <a:lnTo>
                  <a:pt x="746137" y="95440"/>
                </a:lnTo>
                <a:cubicBezTo>
                  <a:pt x="745092" y="99153"/>
                  <a:pt x="744569" y="101375"/>
                  <a:pt x="744569" y="102107"/>
                </a:cubicBezTo>
                <a:cubicBezTo>
                  <a:pt x="744569" y="102946"/>
                  <a:pt x="744817" y="103629"/>
                  <a:pt x="745314" y="104155"/>
                </a:cubicBezTo>
                <a:cubicBezTo>
                  <a:pt x="745810" y="104679"/>
                  <a:pt x="746398" y="104942"/>
                  <a:pt x="747078" y="104942"/>
                </a:cubicBezTo>
                <a:cubicBezTo>
                  <a:pt x="747862" y="104942"/>
                  <a:pt x="748803" y="104522"/>
                  <a:pt x="749900" y="103682"/>
                </a:cubicBezTo>
                <a:cubicBezTo>
                  <a:pt x="752880" y="101325"/>
                  <a:pt x="755885" y="97978"/>
                  <a:pt x="758916" y="93640"/>
                </a:cubicBezTo>
                <a:lnTo>
                  <a:pt x="761660" y="95443"/>
                </a:lnTo>
                <a:cubicBezTo>
                  <a:pt x="758106" y="100884"/>
                  <a:pt x="753925" y="105468"/>
                  <a:pt x="749116" y="109195"/>
                </a:cubicBezTo>
                <a:cubicBezTo>
                  <a:pt x="745562" y="111976"/>
                  <a:pt x="742165" y="113367"/>
                  <a:pt x="738924" y="113367"/>
                </a:cubicBezTo>
                <a:cubicBezTo>
                  <a:pt x="736781" y="113367"/>
                  <a:pt x="735030" y="112727"/>
                  <a:pt x="733671" y="111446"/>
                </a:cubicBezTo>
                <a:cubicBezTo>
                  <a:pt x="732312" y="110166"/>
                  <a:pt x="731633" y="108559"/>
                  <a:pt x="731633" y="106625"/>
                </a:cubicBezTo>
                <a:cubicBezTo>
                  <a:pt x="731633" y="104688"/>
                  <a:pt x="732286" y="101468"/>
                  <a:pt x="733593" y="96964"/>
                </a:cubicBezTo>
                <a:lnTo>
                  <a:pt x="743785" y="61780"/>
                </a:lnTo>
                <a:cubicBezTo>
                  <a:pt x="745458" y="56063"/>
                  <a:pt x="746294" y="52477"/>
                  <a:pt x="746294" y="51022"/>
                </a:cubicBezTo>
                <a:cubicBezTo>
                  <a:pt x="746294" y="49878"/>
                  <a:pt x="745889" y="48942"/>
                  <a:pt x="745079" y="48214"/>
                </a:cubicBezTo>
                <a:cubicBezTo>
                  <a:pt x="744269" y="47484"/>
                  <a:pt x="743158" y="47119"/>
                  <a:pt x="741747" y="47119"/>
                </a:cubicBezTo>
                <a:cubicBezTo>
                  <a:pt x="740597" y="47119"/>
                  <a:pt x="738219" y="47406"/>
                  <a:pt x="734612" y="47981"/>
                </a:cubicBezTo>
                <a:lnTo>
                  <a:pt x="734612" y="44845"/>
                </a:lnTo>
                <a:lnTo>
                  <a:pt x="761660" y="40455"/>
                </a:lnTo>
                <a:close/>
                <a:moveTo>
                  <a:pt x="831385" y="94394"/>
                </a:moveTo>
                <a:cubicBezTo>
                  <a:pt x="825950" y="100928"/>
                  <a:pt x="820461" y="105723"/>
                  <a:pt x="814921" y="108781"/>
                </a:cubicBezTo>
                <a:cubicBezTo>
                  <a:pt x="809381" y="111838"/>
                  <a:pt x="803527" y="113367"/>
                  <a:pt x="797359" y="113367"/>
                </a:cubicBezTo>
                <a:cubicBezTo>
                  <a:pt x="789938" y="113367"/>
                  <a:pt x="784149" y="111274"/>
                  <a:pt x="779994" y="107088"/>
                </a:cubicBezTo>
                <a:cubicBezTo>
                  <a:pt x="775838" y="102902"/>
                  <a:pt x="773761" y="97277"/>
                  <a:pt x="773761" y="90215"/>
                </a:cubicBezTo>
                <a:cubicBezTo>
                  <a:pt x="773761" y="82210"/>
                  <a:pt x="775995" y="74335"/>
                  <a:pt x="780464" y="66591"/>
                </a:cubicBezTo>
                <a:cubicBezTo>
                  <a:pt x="784933" y="58846"/>
                  <a:pt x="790944" y="52554"/>
                  <a:pt x="798496" y="47714"/>
                </a:cubicBezTo>
                <a:cubicBezTo>
                  <a:pt x="806049" y="42874"/>
                  <a:pt x="813458" y="40455"/>
                  <a:pt x="820723" y="40455"/>
                </a:cubicBezTo>
                <a:cubicBezTo>
                  <a:pt x="826420" y="40455"/>
                  <a:pt x="830680" y="41640"/>
                  <a:pt x="833502" y="44010"/>
                </a:cubicBezTo>
                <a:cubicBezTo>
                  <a:pt x="836325" y="46380"/>
                  <a:pt x="837736" y="49284"/>
                  <a:pt x="837736" y="52722"/>
                </a:cubicBezTo>
                <a:cubicBezTo>
                  <a:pt x="837736" y="55951"/>
                  <a:pt x="836743" y="58712"/>
                  <a:pt x="834757" y="61005"/>
                </a:cubicBezTo>
                <a:cubicBezTo>
                  <a:pt x="833293" y="62776"/>
                  <a:pt x="831490" y="63661"/>
                  <a:pt x="829347" y="63661"/>
                </a:cubicBezTo>
                <a:cubicBezTo>
                  <a:pt x="827727" y="63661"/>
                  <a:pt x="826381" y="63143"/>
                  <a:pt x="825309" y="62106"/>
                </a:cubicBezTo>
                <a:cubicBezTo>
                  <a:pt x="824238" y="61068"/>
                  <a:pt x="823702" y="59772"/>
                  <a:pt x="823702" y="58217"/>
                </a:cubicBezTo>
                <a:cubicBezTo>
                  <a:pt x="823702" y="57232"/>
                  <a:pt x="823898" y="56325"/>
                  <a:pt x="824290" y="55495"/>
                </a:cubicBezTo>
                <a:cubicBezTo>
                  <a:pt x="824682" y="54666"/>
                  <a:pt x="825492" y="53668"/>
                  <a:pt x="826720" y="52501"/>
                </a:cubicBezTo>
                <a:cubicBezTo>
                  <a:pt x="827949" y="51334"/>
                  <a:pt x="828694" y="50491"/>
                  <a:pt x="828955" y="49973"/>
                </a:cubicBezTo>
                <a:cubicBezTo>
                  <a:pt x="829216" y="49454"/>
                  <a:pt x="829347" y="48909"/>
                  <a:pt x="829347" y="48339"/>
                </a:cubicBezTo>
                <a:cubicBezTo>
                  <a:pt x="829347" y="47249"/>
                  <a:pt x="828850" y="46342"/>
                  <a:pt x="827857" y="45617"/>
                </a:cubicBezTo>
                <a:cubicBezTo>
                  <a:pt x="826342" y="44580"/>
                  <a:pt x="824199" y="44061"/>
                  <a:pt x="821428" y="44061"/>
                </a:cubicBezTo>
                <a:cubicBezTo>
                  <a:pt x="816306" y="44061"/>
                  <a:pt x="811236" y="45864"/>
                  <a:pt x="806219" y="49471"/>
                </a:cubicBezTo>
                <a:cubicBezTo>
                  <a:pt x="801201" y="53077"/>
                  <a:pt x="796915" y="58199"/>
                  <a:pt x="793361" y="64837"/>
                </a:cubicBezTo>
                <a:cubicBezTo>
                  <a:pt x="789075" y="72886"/>
                  <a:pt x="786932" y="80936"/>
                  <a:pt x="786932" y="88985"/>
                </a:cubicBezTo>
                <a:cubicBezTo>
                  <a:pt x="786932" y="94316"/>
                  <a:pt x="788448" y="98536"/>
                  <a:pt x="791479" y="101646"/>
                </a:cubicBezTo>
                <a:cubicBezTo>
                  <a:pt x="794511" y="104756"/>
                  <a:pt x="798640" y="106311"/>
                  <a:pt x="803867" y="106311"/>
                </a:cubicBezTo>
                <a:cubicBezTo>
                  <a:pt x="807891" y="106311"/>
                  <a:pt x="811877" y="105305"/>
                  <a:pt x="815823" y="103293"/>
                </a:cubicBezTo>
                <a:cubicBezTo>
                  <a:pt x="819769" y="101280"/>
                  <a:pt x="824199" y="97635"/>
                  <a:pt x="829112" y="92356"/>
                </a:cubicBezTo>
                <a:lnTo>
                  <a:pt x="831385" y="94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y">
            <a:extLst xmlns:a="http://schemas.openxmlformats.org/drawingml/2006/main">
              <a:ext uri="{FF2B5EF4-FFF2-40B4-BE49-F238E27FC236}">
                <a16:creationId xmlns:a16="http://schemas.microsoft.com/office/drawing/2014/main" id="{0F6586C4-66F3-4DD0-9D85-22088E03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259" y="4405385"/>
            <a:ext cx="83261" cy="105684"/>
          </a:xfrm>
          <a:custGeom xmlns:a="http://schemas.openxmlformats.org/drawingml/2006/main">
            <a:pathLst>
              <a:path w="83261" h="105684">
                <a:moveTo>
                  <a:pt x="38495" y="0"/>
                </a:moveTo>
                <a:cubicBezTo>
                  <a:pt x="40272" y="3030"/>
                  <a:pt x="41500" y="5864"/>
                  <a:pt x="42180" y="8502"/>
                </a:cubicBezTo>
                <a:cubicBezTo>
                  <a:pt x="42859" y="11139"/>
                  <a:pt x="43538" y="16324"/>
                  <a:pt x="44218" y="24057"/>
                </a:cubicBezTo>
                <a:lnTo>
                  <a:pt x="47668" y="62608"/>
                </a:lnTo>
                <a:cubicBezTo>
                  <a:pt x="50804" y="58846"/>
                  <a:pt x="55351" y="52891"/>
                  <a:pt x="61309" y="44742"/>
                </a:cubicBezTo>
                <a:cubicBezTo>
                  <a:pt x="64184" y="40772"/>
                  <a:pt x="67738" y="35365"/>
                  <a:pt x="71972" y="28523"/>
                </a:cubicBezTo>
                <a:cubicBezTo>
                  <a:pt x="74533" y="24343"/>
                  <a:pt x="76101" y="21418"/>
                  <a:pt x="76676" y="19747"/>
                </a:cubicBezTo>
                <a:cubicBezTo>
                  <a:pt x="76989" y="18911"/>
                  <a:pt x="77146" y="18048"/>
                  <a:pt x="77146" y="17160"/>
                </a:cubicBezTo>
                <a:cubicBezTo>
                  <a:pt x="77146" y="16585"/>
                  <a:pt x="76963" y="16115"/>
                  <a:pt x="76597" y="15751"/>
                </a:cubicBezTo>
                <a:cubicBezTo>
                  <a:pt x="76231" y="15385"/>
                  <a:pt x="75278" y="14954"/>
                  <a:pt x="73736" y="14458"/>
                </a:cubicBezTo>
                <a:cubicBezTo>
                  <a:pt x="72194" y="13961"/>
                  <a:pt x="70913" y="13047"/>
                  <a:pt x="69894" y="11716"/>
                </a:cubicBezTo>
                <a:cubicBezTo>
                  <a:pt x="68875" y="10383"/>
                  <a:pt x="68365" y="8854"/>
                  <a:pt x="68365" y="7130"/>
                </a:cubicBezTo>
                <a:cubicBezTo>
                  <a:pt x="68365" y="4988"/>
                  <a:pt x="68993" y="3265"/>
                  <a:pt x="70247" y="1960"/>
                </a:cubicBezTo>
                <a:cubicBezTo>
                  <a:pt x="71501" y="653"/>
                  <a:pt x="73069" y="0"/>
                  <a:pt x="74951" y="0"/>
                </a:cubicBezTo>
                <a:cubicBezTo>
                  <a:pt x="77251" y="0"/>
                  <a:pt x="79211" y="956"/>
                  <a:pt x="80831" y="2867"/>
                </a:cubicBezTo>
                <a:cubicBezTo>
                  <a:pt x="82451" y="4776"/>
                  <a:pt x="83261" y="7405"/>
                  <a:pt x="83261" y="10753"/>
                </a:cubicBezTo>
                <a:cubicBezTo>
                  <a:pt x="83261" y="14887"/>
                  <a:pt x="81850" y="19610"/>
                  <a:pt x="79028" y="24922"/>
                </a:cubicBezTo>
                <a:cubicBezTo>
                  <a:pt x="76205" y="30233"/>
                  <a:pt x="70770" y="38384"/>
                  <a:pt x="62720" y="49373"/>
                </a:cubicBezTo>
                <a:cubicBezTo>
                  <a:pt x="54671" y="60362"/>
                  <a:pt x="44924" y="72338"/>
                  <a:pt x="33477" y="85300"/>
                </a:cubicBezTo>
                <a:cubicBezTo>
                  <a:pt x="25585" y="94237"/>
                  <a:pt x="19731" y="99869"/>
                  <a:pt x="15915" y="102195"/>
                </a:cubicBezTo>
                <a:cubicBezTo>
                  <a:pt x="12100" y="104521"/>
                  <a:pt x="8833" y="105684"/>
                  <a:pt x="6115" y="105684"/>
                </a:cubicBezTo>
                <a:cubicBezTo>
                  <a:pt x="4495" y="105684"/>
                  <a:pt x="3071" y="105067"/>
                  <a:pt x="1842" y="103832"/>
                </a:cubicBezTo>
                <a:cubicBezTo>
                  <a:pt x="614" y="102597"/>
                  <a:pt x="0" y="101165"/>
                  <a:pt x="0" y="99534"/>
                </a:cubicBezTo>
                <a:cubicBezTo>
                  <a:pt x="0" y="97485"/>
                  <a:pt x="849" y="95618"/>
                  <a:pt x="2548" y="93936"/>
                </a:cubicBezTo>
                <a:cubicBezTo>
                  <a:pt x="4247" y="92255"/>
                  <a:pt x="6089" y="91415"/>
                  <a:pt x="8075" y="91415"/>
                </a:cubicBezTo>
                <a:cubicBezTo>
                  <a:pt x="9121" y="91415"/>
                  <a:pt x="9983" y="91650"/>
                  <a:pt x="10662" y="92121"/>
                </a:cubicBezTo>
                <a:cubicBezTo>
                  <a:pt x="11081" y="92382"/>
                  <a:pt x="11538" y="93127"/>
                  <a:pt x="12034" y="94355"/>
                </a:cubicBezTo>
                <a:cubicBezTo>
                  <a:pt x="12531" y="95583"/>
                  <a:pt x="12988" y="96407"/>
                  <a:pt x="13406" y="96825"/>
                </a:cubicBezTo>
                <a:cubicBezTo>
                  <a:pt x="13668" y="97086"/>
                  <a:pt x="13981" y="97217"/>
                  <a:pt x="14347" y="97217"/>
                </a:cubicBezTo>
                <a:cubicBezTo>
                  <a:pt x="14661" y="97217"/>
                  <a:pt x="15210" y="96957"/>
                  <a:pt x="15994" y="96438"/>
                </a:cubicBezTo>
                <a:cubicBezTo>
                  <a:pt x="18868" y="94670"/>
                  <a:pt x="22213" y="91864"/>
                  <a:pt x="26029" y="88019"/>
                </a:cubicBezTo>
                <a:cubicBezTo>
                  <a:pt x="31047" y="82927"/>
                  <a:pt x="34758" y="78733"/>
                  <a:pt x="37162" y="75439"/>
                </a:cubicBezTo>
                <a:lnTo>
                  <a:pt x="32771" y="25777"/>
                </a:lnTo>
                <a:cubicBezTo>
                  <a:pt x="32040" y="17579"/>
                  <a:pt x="30942" y="12592"/>
                  <a:pt x="29479" y="10817"/>
                </a:cubicBezTo>
                <a:cubicBezTo>
                  <a:pt x="28015" y="9041"/>
                  <a:pt x="25559" y="8154"/>
                  <a:pt x="22109" y="8154"/>
                </a:cubicBezTo>
                <a:cubicBezTo>
                  <a:pt x="21011" y="8154"/>
                  <a:pt x="19051" y="8310"/>
                  <a:pt x="16229" y="8624"/>
                </a:cubicBezTo>
                <a:lnTo>
                  <a:pt x="15523" y="5645"/>
                </a:lnTo>
                <a:lnTo>
                  <a:pt x="384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23E5D-61E2-4874-9E2E-A67F4073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391" y="2744958"/>
            <a:ext cx="1992501" cy="1554524"/>
          </a:xfrm>
          <a:custGeom xmlns:a="http://schemas.openxmlformats.org/drawingml/2006/main">
            <a:pathLst>
              <a:path w="1992501" h="1554524">
                <a:moveTo>
                  <a:pt x="1992501" y="1554398"/>
                </a:moveTo>
                <a:lnTo>
                  <a:pt x="1972374" y="1550953"/>
                </a:lnTo>
                <a:lnTo>
                  <a:pt x="1952248" y="1546921"/>
                </a:lnTo>
                <a:lnTo>
                  <a:pt x="1932122" y="1542220"/>
                </a:lnTo>
                <a:lnTo>
                  <a:pt x="1911995" y="1536762"/>
                </a:lnTo>
                <a:lnTo>
                  <a:pt x="1891869" y="1530453"/>
                </a:lnTo>
                <a:lnTo>
                  <a:pt x="1871743" y="1523188"/>
                </a:lnTo>
                <a:lnTo>
                  <a:pt x="1851617" y="1514859"/>
                </a:lnTo>
                <a:lnTo>
                  <a:pt x="1831491" y="1505349"/>
                </a:lnTo>
                <a:lnTo>
                  <a:pt x="1811364" y="1494538"/>
                </a:lnTo>
                <a:lnTo>
                  <a:pt x="1791238" y="1482300"/>
                </a:lnTo>
                <a:lnTo>
                  <a:pt x="1771112" y="1468504"/>
                </a:lnTo>
                <a:lnTo>
                  <a:pt x="1750985" y="1453022"/>
                </a:lnTo>
                <a:lnTo>
                  <a:pt x="1730859" y="1435721"/>
                </a:lnTo>
                <a:lnTo>
                  <a:pt x="1710733" y="1416473"/>
                </a:lnTo>
                <a:lnTo>
                  <a:pt x="1690607" y="1395155"/>
                </a:lnTo>
                <a:lnTo>
                  <a:pt x="1670480" y="1371649"/>
                </a:lnTo>
                <a:lnTo>
                  <a:pt x="1650354" y="1345848"/>
                </a:lnTo>
                <a:lnTo>
                  <a:pt x="1630228" y="1317657"/>
                </a:lnTo>
                <a:lnTo>
                  <a:pt x="1610102" y="1286999"/>
                </a:lnTo>
                <a:lnTo>
                  <a:pt x="1589975" y="1253813"/>
                </a:lnTo>
                <a:lnTo>
                  <a:pt x="1569849" y="1218064"/>
                </a:lnTo>
                <a:lnTo>
                  <a:pt x="1549723" y="1179740"/>
                </a:lnTo>
                <a:lnTo>
                  <a:pt x="1529596" y="1138857"/>
                </a:lnTo>
                <a:lnTo>
                  <a:pt x="1509470" y="1095465"/>
                </a:lnTo>
                <a:lnTo>
                  <a:pt x="1489344" y="1049647"/>
                </a:lnTo>
                <a:lnTo>
                  <a:pt x="1469218" y="1001521"/>
                </a:lnTo>
                <a:lnTo>
                  <a:pt x="1449091" y="951243"/>
                </a:lnTo>
                <a:lnTo>
                  <a:pt x="1428965" y="899010"/>
                </a:lnTo>
                <a:lnTo>
                  <a:pt x="1408839" y="845055"/>
                </a:lnTo>
                <a:lnTo>
                  <a:pt x="1388713" y="789651"/>
                </a:lnTo>
                <a:lnTo>
                  <a:pt x="1368586" y="733111"/>
                </a:lnTo>
                <a:lnTo>
                  <a:pt x="1348460" y="675782"/>
                </a:lnTo>
                <a:lnTo>
                  <a:pt x="1328334" y="618044"/>
                </a:lnTo>
                <a:lnTo>
                  <a:pt x="1308207" y="560309"/>
                </a:lnTo>
                <a:lnTo>
                  <a:pt x="1288081" y="503011"/>
                </a:lnTo>
                <a:lnTo>
                  <a:pt x="1267955" y="446609"/>
                </a:lnTo>
                <a:lnTo>
                  <a:pt x="1247829" y="391574"/>
                </a:lnTo>
                <a:lnTo>
                  <a:pt x="1227702" y="338387"/>
                </a:lnTo>
                <a:lnTo>
                  <a:pt x="1207576" y="287529"/>
                </a:lnTo>
                <a:lnTo>
                  <a:pt x="1187450" y="239477"/>
                </a:lnTo>
                <a:lnTo>
                  <a:pt x="1167324" y="194694"/>
                </a:lnTo>
                <a:lnTo>
                  <a:pt x="1147197" y="153626"/>
                </a:lnTo>
                <a:lnTo>
                  <a:pt x="1127071" y="116688"/>
                </a:lnTo>
                <a:lnTo>
                  <a:pt x="1106945" y="84262"/>
                </a:lnTo>
                <a:lnTo>
                  <a:pt x="1086819" y="56689"/>
                </a:lnTo>
                <a:lnTo>
                  <a:pt x="1066692" y="34263"/>
                </a:lnTo>
                <a:lnTo>
                  <a:pt x="1046566" y="17226"/>
                </a:lnTo>
                <a:lnTo>
                  <a:pt x="1026440" y="5763"/>
                </a:lnTo>
                <a:lnTo>
                  <a:pt x="1006313" y="0"/>
                </a:lnTo>
                <a:lnTo>
                  <a:pt x="986187" y="0"/>
                </a:lnTo>
                <a:lnTo>
                  <a:pt x="966061" y="5763"/>
                </a:lnTo>
                <a:lnTo>
                  <a:pt x="945935" y="17226"/>
                </a:lnTo>
                <a:lnTo>
                  <a:pt x="925808" y="34263"/>
                </a:lnTo>
                <a:lnTo>
                  <a:pt x="905682" y="56689"/>
                </a:lnTo>
                <a:lnTo>
                  <a:pt x="885556" y="84262"/>
                </a:lnTo>
                <a:lnTo>
                  <a:pt x="865430" y="116688"/>
                </a:lnTo>
                <a:lnTo>
                  <a:pt x="845303" y="153626"/>
                </a:lnTo>
                <a:lnTo>
                  <a:pt x="825177" y="194694"/>
                </a:lnTo>
                <a:lnTo>
                  <a:pt x="805051" y="239477"/>
                </a:lnTo>
                <a:lnTo>
                  <a:pt x="784924" y="287529"/>
                </a:lnTo>
                <a:lnTo>
                  <a:pt x="764798" y="338387"/>
                </a:lnTo>
                <a:lnTo>
                  <a:pt x="744672" y="391574"/>
                </a:lnTo>
                <a:lnTo>
                  <a:pt x="724546" y="446609"/>
                </a:lnTo>
                <a:lnTo>
                  <a:pt x="704419" y="503011"/>
                </a:lnTo>
                <a:lnTo>
                  <a:pt x="684293" y="560309"/>
                </a:lnTo>
                <a:lnTo>
                  <a:pt x="664167" y="618044"/>
                </a:lnTo>
                <a:lnTo>
                  <a:pt x="644041" y="675782"/>
                </a:lnTo>
                <a:lnTo>
                  <a:pt x="623914" y="733111"/>
                </a:lnTo>
                <a:lnTo>
                  <a:pt x="603788" y="789651"/>
                </a:lnTo>
                <a:lnTo>
                  <a:pt x="583662" y="845055"/>
                </a:lnTo>
                <a:lnTo>
                  <a:pt x="563536" y="899010"/>
                </a:lnTo>
                <a:lnTo>
                  <a:pt x="543409" y="951243"/>
                </a:lnTo>
                <a:lnTo>
                  <a:pt x="523283" y="1001521"/>
                </a:lnTo>
                <a:lnTo>
                  <a:pt x="503157" y="1049647"/>
                </a:lnTo>
                <a:lnTo>
                  <a:pt x="483030" y="1095465"/>
                </a:lnTo>
                <a:lnTo>
                  <a:pt x="462904" y="1138857"/>
                </a:lnTo>
                <a:lnTo>
                  <a:pt x="442778" y="1179740"/>
                </a:lnTo>
                <a:lnTo>
                  <a:pt x="422652" y="1218064"/>
                </a:lnTo>
                <a:lnTo>
                  <a:pt x="402525" y="1253813"/>
                </a:lnTo>
                <a:lnTo>
                  <a:pt x="382399" y="1286999"/>
                </a:lnTo>
                <a:lnTo>
                  <a:pt x="362273" y="1317657"/>
                </a:lnTo>
                <a:lnTo>
                  <a:pt x="342147" y="1345848"/>
                </a:lnTo>
                <a:lnTo>
                  <a:pt x="322020" y="1371649"/>
                </a:lnTo>
                <a:lnTo>
                  <a:pt x="301894" y="1395155"/>
                </a:lnTo>
                <a:lnTo>
                  <a:pt x="281768" y="1416473"/>
                </a:lnTo>
                <a:lnTo>
                  <a:pt x="261642" y="1435721"/>
                </a:lnTo>
                <a:lnTo>
                  <a:pt x="241515" y="1453022"/>
                </a:lnTo>
                <a:lnTo>
                  <a:pt x="221389" y="1468504"/>
                </a:lnTo>
                <a:lnTo>
                  <a:pt x="201263" y="1482300"/>
                </a:lnTo>
                <a:lnTo>
                  <a:pt x="181136" y="1494538"/>
                </a:lnTo>
                <a:lnTo>
                  <a:pt x="161010" y="1505349"/>
                </a:lnTo>
                <a:lnTo>
                  <a:pt x="140884" y="1514859"/>
                </a:lnTo>
                <a:lnTo>
                  <a:pt x="120758" y="1523188"/>
                </a:lnTo>
                <a:lnTo>
                  <a:pt x="100631" y="1530453"/>
                </a:lnTo>
                <a:lnTo>
                  <a:pt x="80505" y="1536762"/>
                </a:lnTo>
                <a:lnTo>
                  <a:pt x="60379" y="1542220"/>
                </a:lnTo>
                <a:lnTo>
                  <a:pt x="40253" y="1546921"/>
                </a:lnTo>
                <a:lnTo>
                  <a:pt x="20126" y="1550953"/>
                </a:lnTo>
                <a:lnTo>
                  <a:pt x="0" y="1554398"/>
                </a:lnTo>
                <a:lnTo>
                  <a:pt x="0" y="1554524"/>
                </a:lnTo>
                <a:lnTo>
                  <a:pt x="1992501" y="1554524"/>
                </a:lnTo>
                <a:lnTo>
                  <a:pt x="1992501" y="1554398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37E29C8-15C7-4578-8EBB-8EFC5B9B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936" y="2742503"/>
            <a:ext cx="1997410" cy="1556979"/>
          </a:xfrm>
          <a:custGeom xmlns:a="http://schemas.openxmlformats.org/drawingml/2006/main">
            <a:pathLst>
              <a:path w="1997410" h="1556979">
                <a:moveTo>
                  <a:pt x="1997410" y="1556853"/>
                </a:moveTo>
                <a:lnTo>
                  <a:pt x="1997410" y="1556979"/>
                </a:lnTo>
                <a:lnTo>
                  <a:pt x="1981140" y="1556979"/>
                </a:lnTo>
                <a:lnTo>
                  <a:pt x="1974415" y="1555828"/>
                </a:lnTo>
                <a:lnTo>
                  <a:pt x="1974347" y="1555815"/>
                </a:lnTo>
                <a:lnTo>
                  <a:pt x="1954221" y="1551783"/>
                </a:lnTo>
                <a:lnTo>
                  <a:pt x="1954145" y="1551766"/>
                </a:lnTo>
                <a:lnTo>
                  <a:pt x="1934018" y="1547065"/>
                </a:lnTo>
                <a:lnTo>
                  <a:pt x="1933934" y="1547044"/>
                </a:lnTo>
                <a:lnTo>
                  <a:pt x="1913808" y="1541587"/>
                </a:lnTo>
                <a:lnTo>
                  <a:pt x="1913716" y="1541560"/>
                </a:lnTo>
                <a:lnTo>
                  <a:pt x="1893590" y="1535250"/>
                </a:lnTo>
                <a:lnTo>
                  <a:pt x="1893491" y="1535217"/>
                </a:lnTo>
                <a:lnTo>
                  <a:pt x="1873364" y="1527952"/>
                </a:lnTo>
                <a:lnTo>
                  <a:pt x="1873259" y="1527911"/>
                </a:lnTo>
                <a:lnTo>
                  <a:pt x="1853133" y="1519582"/>
                </a:lnTo>
                <a:lnTo>
                  <a:pt x="1853023" y="1519533"/>
                </a:lnTo>
                <a:lnTo>
                  <a:pt x="1832897" y="1510024"/>
                </a:lnTo>
                <a:lnTo>
                  <a:pt x="1832784" y="1509967"/>
                </a:lnTo>
                <a:lnTo>
                  <a:pt x="1812657" y="1499156"/>
                </a:lnTo>
                <a:lnTo>
                  <a:pt x="1812544" y="1499091"/>
                </a:lnTo>
                <a:lnTo>
                  <a:pt x="1792417" y="1486852"/>
                </a:lnTo>
                <a:lnTo>
                  <a:pt x="1792305" y="1486779"/>
                </a:lnTo>
                <a:lnTo>
                  <a:pt x="1772179" y="1472984"/>
                </a:lnTo>
                <a:lnTo>
                  <a:pt x="1772070" y="1472905"/>
                </a:lnTo>
                <a:lnTo>
                  <a:pt x="1751943" y="1457422"/>
                </a:lnTo>
                <a:lnTo>
                  <a:pt x="1751840" y="1457338"/>
                </a:lnTo>
                <a:lnTo>
                  <a:pt x="1731714" y="1440037"/>
                </a:lnTo>
                <a:lnTo>
                  <a:pt x="1731617" y="1439950"/>
                </a:lnTo>
                <a:lnTo>
                  <a:pt x="1711491" y="1420702"/>
                </a:lnTo>
                <a:lnTo>
                  <a:pt x="1711403" y="1420613"/>
                </a:lnTo>
                <a:lnTo>
                  <a:pt x="1691276" y="1399295"/>
                </a:lnTo>
                <a:lnTo>
                  <a:pt x="1691197" y="1399206"/>
                </a:lnTo>
                <a:lnTo>
                  <a:pt x="1671070" y="1375700"/>
                </a:lnTo>
                <a:lnTo>
                  <a:pt x="1671000" y="1375614"/>
                </a:lnTo>
                <a:lnTo>
                  <a:pt x="1650873" y="1349812"/>
                </a:lnTo>
                <a:lnTo>
                  <a:pt x="1650811" y="1349729"/>
                </a:lnTo>
                <a:lnTo>
                  <a:pt x="1630685" y="1321538"/>
                </a:lnTo>
                <a:lnTo>
                  <a:pt x="1630630" y="1321459"/>
                </a:lnTo>
                <a:lnTo>
                  <a:pt x="1610504" y="1290801"/>
                </a:lnTo>
                <a:lnTo>
                  <a:pt x="1610457" y="1290727"/>
                </a:lnTo>
                <a:lnTo>
                  <a:pt x="1590331" y="1257541"/>
                </a:lnTo>
                <a:lnTo>
                  <a:pt x="1590291" y="1257473"/>
                </a:lnTo>
                <a:lnTo>
                  <a:pt x="1570165" y="1221723"/>
                </a:lnTo>
                <a:lnTo>
                  <a:pt x="1570130" y="1221660"/>
                </a:lnTo>
                <a:lnTo>
                  <a:pt x="1550004" y="1183336"/>
                </a:lnTo>
                <a:lnTo>
                  <a:pt x="1549975" y="1183279"/>
                </a:lnTo>
                <a:lnTo>
                  <a:pt x="1529849" y="1142396"/>
                </a:lnTo>
                <a:lnTo>
                  <a:pt x="1529824" y="1142345"/>
                </a:lnTo>
                <a:lnTo>
                  <a:pt x="1509698" y="1098953"/>
                </a:lnTo>
                <a:lnTo>
                  <a:pt x="1509677" y="1098907"/>
                </a:lnTo>
                <a:lnTo>
                  <a:pt x="1489551" y="1053089"/>
                </a:lnTo>
                <a:lnTo>
                  <a:pt x="1489534" y="1053049"/>
                </a:lnTo>
                <a:lnTo>
                  <a:pt x="1469408" y="1004923"/>
                </a:lnTo>
                <a:lnTo>
                  <a:pt x="1469394" y="1004888"/>
                </a:lnTo>
                <a:lnTo>
                  <a:pt x="1449267" y="954610"/>
                </a:lnTo>
                <a:lnTo>
                  <a:pt x="1449255" y="954581"/>
                </a:lnTo>
                <a:lnTo>
                  <a:pt x="1429129" y="902347"/>
                </a:lnTo>
                <a:lnTo>
                  <a:pt x="1429120" y="902322"/>
                </a:lnTo>
                <a:lnTo>
                  <a:pt x="1408994" y="848367"/>
                </a:lnTo>
                <a:lnTo>
                  <a:pt x="1408986" y="848348"/>
                </a:lnTo>
                <a:lnTo>
                  <a:pt x="1388860" y="792944"/>
                </a:lnTo>
                <a:lnTo>
                  <a:pt x="1388855" y="792929"/>
                </a:lnTo>
                <a:lnTo>
                  <a:pt x="1368728" y="736390"/>
                </a:lnTo>
                <a:lnTo>
                  <a:pt x="1368725" y="736379"/>
                </a:lnTo>
                <a:lnTo>
                  <a:pt x="1348599" y="679050"/>
                </a:lnTo>
                <a:lnTo>
                  <a:pt x="1348597" y="679045"/>
                </a:lnTo>
                <a:lnTo>
                  <a:pt x="1328471" y="621307"/>
                </a:lnTo>
                <a:lnTo>
                  <a:pt x="1308345" y="563574"/>
                </a:lnTo>
                <a:lnTo>
                  <a:pt x="1288222" y="506285"/>
                </a:lnTo>
                <a:lnTo>
                  <a:pt x="1268101" y="449898"/>
                </a:lnTo>
                <a:lnTo>
                  <a:pt x="1247983" y="394885"/>
                </a:lnTo>
                <a:lnTo>
                  <a:pt x="1227868" y="341728"/>
                </a:lnTo>
                <a:lnTo>
                  <a:pt x="1207757" y="290910"/>
                </a:lnTo>
                <a:lnTo>
                  <a:pt x="1187653" y="242909"/>
                </a:lnTo>
                <a:lnTo>
                  <a:pt x="1167556" y="198193"/>
                </a:lnTo>
                <a:lnTo>
                  <a:pt x="1147471" y="157209"/>
                </a:lnTo>
                <a:lnTo>
                  <a:pt x="1127403" y="120378"/>
                </a:lnTo>
                <a:lnTo>
                  <a:pt x="1107362" y="88090"/>
                </a:lnTo>
                <a:lnTo>
                  <a:pt x="1087364" y="60691"/>
                </a:lnTo>
                <a:lnTo>
                  <a:pt x="1067432" y="38483"/>
                </a:lnTo>
                <a:lnTo>
                  <a:pt x="1047608" y="21701"/>
                </a:lnTo>
                <a:lnTo>
                  <a:pt x="1027936" y="10497"/>
                </a:lnTo>
                <a:lnTo>
                  <a:pt x="1008424" y="4910"/>
                </a:lnTo>
                <a:lnTo>
                  <a:pt x="988987" y="4910"/>
                </a:lnTo>
                <a:lnTo>
                  <a:pt x="969475" y="10497"/>
                </a:lnTo>
                <a:lnTo>
                  <a:pt x="949802" y="21701"/>
                </a:lnTo>
                <a:lnTo>
                  <a:pt x="929978" y="38483"/>
                </a:lnTo>
                <a:lnTo>
                  <a:pt x="910047" y="60691"/>
                </a:lnTo>
                <a:lnTo>
                  <a:pt x="890048" y="88090"/>
                </a:lnTo>
                <a:lnTo>
                  <a:pt x="870007" y="120378"/>
                </a:lnTo>
                <a:lnTo>
                  <a:pt x="849939" y="157209"/>
                </a:lnTo>
                <a:lnTo>
                  <a:pt x="829854" y="198193"/>
                </a:lnTo>
                <a:lnTo>
                  <a:pt x="809758" y="242909"/>
                </a:lnTo>
                <a:lnTo>
                  <a:pt x="789653" y="290910"/>
                </a:lnTo>
                <a:lnTo>
                  <a:pt x="769542" y="341728"/>
                </a:lnTo>
                <a:lnTo>
                  <a:pt x="749428" y="394885"/>
                </a:lnTo>
                <a:lnTo>
                  <a:pt x="729309" y="449898"/>
                </a:lnTo>
                <a:lnTo>
                  <a:pt x="709188" y="506285"/>
                </a:lnTo>
                <a:lnTo>
                  <a:pt x="689065" y="563574"/>
                </a:lnTo>
                <a:lnTo>
                  <a:pt x="668940" y="621307"/>
                </a:lnTo>
                <a:lnTo>
                  <a:pt x="648813" y="679045"/>
                </a:lnTo>
                <a:lnTo>
                  <a:pt x="648812" y="679050"/>
                </a:lnTo>
                <a:lnTo>
                  <a:pt x="628685" y="736379"/>
                </a:lnTo>
                <a:lnTo>
                  <a:pt x="628682" y="736389"/>
                </a:lnTo>
                <a:lnTo>
                  <a:pt x="608556" y="792929"/>
                </a:lnTo>
                <a:lnTo>
                  <a:pt x="608550" y="792944"/>
                </a:lnTo>
                <a:lnTo>
                  <a:pt x="588424" y="848348"/>
                </a:lnTo>
                <a:lnTo>
                  <a:pt x="588417" y="848367"/>
                </a:lnTo>
                <a:lnTo>
                  <a:pt x="568290" y="902322"/>
                </a:lnTo>
                <a:lnTo>
                  <a:pt x="568281" y="902347"/>
                </a:lnTo>
                <a:lnTo>
                  <a:pt x="548155" y="954581"/>
                </a:lnTo>
                <a:lnTo>
                  <a:pt x="548143" y="954610"/>
                </a:lnTo>
                <a:lnTo>
                  <a:pt x="528017" y="1004888"/>
                </a:lnTo>
                <a:lnTo>
                  <a:pt x="528003" y="1004923"/>
                </a:lnTo>
                <a:lnTo>
                  <a:pt x="507876" y="1053049"/>
                </a:lnTo>
                <a:lnTo>
                  <a:pt x="507859" y="1053089"/>
                </a:lnTo>
                <a:lnTo>
                  <a:pt x="487733" y="1098907"/>
                </a:lnTo>
                <a:lnTo>
                  <a:pt x="487712" y="1098953"/>
                </a:lnTo>
                <a:lnTo>
                  <a:pt x="467586" y="1142345"/>
                </a:lnTo>
                <a:lnTo>
                  <a:pt x="467561" y="1142396"/>
                </a:lnTo>
                <a:lnTo>
                  <a:pt x="447435" y="1183279"/>
                </a:lnTo>
                <a:lnTo>
                  <a:pt x="447406" y="1183336"/>
                </a:lnTo>
                <a:lnTo>
                  <a:pt x="427280" y="1221660"/>
                </a:lnTo>
                <a:lnTo>
                  <a:pt x="427246" y="1221723"/>
                </a:lnTo>
                <a:lnTo>
                  <a:pt x="407119" y="1257473"/>
                </a:lnTo>
                <a:lnTo>
                  <a:pt x="407079" y="1257541"/>
                </a:lnTo>
                <a:lnTo>
                  <a:pt x="386953" y="1290727"/>
                </a:lnTo>
                <a:lnTo>
                  <a:pt x="386906" y="1290801"/>
                </a:lnTo>
                <a:lnTo>
                  <a:pt x="366780" y="1321459"/>
                </a:lnTo>
                <a:lnTo>
                  <a:pt x="366726" y="1321538"/>
                </a:lnTo>
                <a:lnTo>
                  <a:pt x="346599" y="1349729"/>
                </a:lnTo>
                <a:lnTo>
                  <a:pt x="346537" y="1349812"/>
                </a:lnTo>
                <a:lnTo>
                  <a:pt x="326411" y="1375614"/>
                </a:lnTo>
                <a:lnTo>
                  <a:pt x="326340" y="1375700"/>
                </a:lnTo>
                <a:lnTo>
                  <a:pt x="306214" y="1399206"/>
                </a:lnTo>
                <a:lnTo>
                  <a:pt x="306134" y="1399295"/>
                </a:lnTo>
                <a:lnTo>
                  <a:pt x="286008" y="1420613"/>
                </a:lnTo>
                <a:lnTo>
                  <a:pt x="285919" y="1420702"/>
                </a:lnTo>
                <a:lnTo>
                  <a:pt x="265793" y="1439950"/>
                </a:lnTo>
                <a:lnTo>
                  <a:pt x="265697" y="1440037"/>
                </a:lnTo>
                <a:lnTo>
                  <a:pt x="245570" y="1457338"/>
                </a:lnTo>
                <a:lnTo>
                  <a:pt x="245467" y="1457422"/>
                </a:lnTo>
                <a:lnTo>
                  <a:pt x="225341" y="1472905"/>
                </a:lnTo>
                <a:lnTo>
                  <a:pt x="225232" y="1472984"/>
                </a:lnTo>
                <a:lnTo>
                  <a:pt x="205105" y="1486779"/>
                </a:lnTo>
                <a:lnTo>
                  <a:pt x="204993" y="1486852"/>
                </a:lnTo>
                <a:lnTo>
                  <a:pt x="184867" y="1499091"/>
                </a:lnTo>
                <a:lnTo>
                  <a:pt x="184753" y="1499156"/>
                </a:lnTo>
                <a:lnTo>
                  <a:pt x="164627" y="1509967"/>
                </a:lnTo>
                <a:lnTo>
                  <a:pt x="164514" y="1510024"/>
                </a:lnTo>
                <a:lnTo>
                  <a:pt x="144387" y="1519533"/>
                </a:lnTo>
                <a:lnTo>
                  <a:pt x="144277" y="1519582"/>
                </a:lnTo>
                <a:lnTo>
                  <a:pt x="124151" y="1527911"/>
                </a:lnTo>
                <a:lnTo>
                  <a:pt x="124046" y="1527952"/>
                </a:lnTo>
                <a:lnTo>
                  <a:pt x="103920" y="1535217"/>
                </a:lnTo>
                <a:lnTo>
                  <a:pt x="103821" y="1535250"/>
                </a:lnTo>
                <a:lnTo>
                  <a:pt x="83694" y="1541560"/>
                </a:lnTo>
                <a:lnTo>
                  <a:pt x="83602" y="1541587"/>
                </a:lnTo>
                <a:lnTo>
                  <a:pt x="63476" y="1547044"/>
                </a:lnTo>
                <a:lnTo>
                  <a:pt x="63392" y="1547065"/>
                </a:lnTo>
                <a:lnTo>
                  <a:pt x="43266" y="1551766"/>
                </a:lnTo>
                <a:lnTo>
                  <a:pt x="43190" y="1551783"/>
                </a:lnTo>
                <a:lnTo>
                  <a:pt x="23063" y="1555815"/>
                </a:lnTo>
                <a:lnTo>
                  <a:pt x="22995" y="1555828"/>
                </a:lnTo>
                <a:lnTo>
                  <a:pt x="16270" y="1556979"/>
                </a:lnTo>
                <a:lnTo>
                  <a:pt x="0" y="1556979"/>
                </a:lnTo>
                <a:lnTo>
                  <a:pt x="0" y="1556853"/>
                </a:lnTo>
                <a:lnTo>
                  <a:pt x="5" y="1556690"/>
                </a:lnTo>
                <a:lnTo>
                  <a:pt x="22" y="1556527"/>
                </a:lnTo>
                <a:lnTo>
                  <a:pt x="49" y="1556365"/>
                </a:lnTo>
                <a:lnTo>
                  <a:pt x="87" y="1556206"/>
                </a:lnTo>
                <a:lnTo>
                  <a:pt x="135" y="1556049"/>
                </a:lnTo>
                <a:lnTo>
                  <a:pt x="194" y="1555896"/>
                </a:lnTo>
                <a:lnTo>
                  <a:pt x="263" y="1555748"/>
                </a:lnTo>
                <a:lnTo>
                  <a:pt x="342" y="1555604"/>
                </a:lnTo>
                <a:lnTo>
                  <a:pt x="430" y="1555466"/>
                </a:lnTo>
                <a:lnTo>
                  <a:pt x="527" y="1555334"/>
                </a:lnTo>
                <a:lnTo>
                  <a:pt x="632" y="1555209"/>
                </a:lnTo>
                <a:lnTo>
                  <a:pt x="746" y="1555091"/>
                </a:lnTo>
                <a:lnTo>
                  <a:pt x="867" y="1554981"/>
                </a:lnTo>
                <a:lnTo>
                  <a:pt x="995" y="1554879"/>
                </a:lnTo>
                <a:lnTo>
                  <a:pt x="1130" y="1554786"/>
                </a:lnTo>
                <a:lnTo>
                  <a:pt x="1271" y="1554703"/>
                </a:lnTo>
                <a:lnTo>
                  <a:pt x="1417" y="1554629"/>
                </a:lnTo>
                <a:lnTo>
                  <a:pt x="1568" y="1554564"/>
                </a:lnTo>
                <a:lnTo>
                  <a:pt x="1722" y="1554510"/>
                </a:lnTo>
                <a:lnTo>
                  <a:pt x="1880" y="1554467"/>
                </a:lnTo>
                <a:lnTo>
                  <a:pt x="2041" y="1554434"/>
                </a:lnTo>
                <a:lnTo>
                  <a:pt x="22133" y="1550994"/>
                </a:lnTo>
                <a:lnTo>
                  <a:pt x="42187" y="1546976"/>
                </a:lnTo>
                <a:lnTo>
                  <a:pt x="62233" y="1542294"/>
                </a:lnTo>
                <a:lnTo>
                  <a:pt x="82271" y="1536861"/>
                </a:lnTo>
                <a:lnTo>
                  <a:pt x="102302" y="1530581"/>
                </a:lnTo>
                <a:lnTo>
                  <a:pt x="122326" y="1523353"/>
                </a:lnTo>
                <a:lnTo>
                  <a:pt x="142344" y="1515069"/>
                </a:lnTo>
                <a:lnTo>
                  <a:pt x="162359" y="1505612"/>
                </a:lnTo>
                <a:lnTo>
                  <a:pt x="182372" y="1494862"/>
                </a:lnTo>
                <a:lnTo>
                  <a:pt x="202385" y="1482692"/>
                </a:lnTo>
                <a:lnTo>
                  <a:pt x="222400" y="1468972"/>
                </a:lnTo>
                <a:lnTo>
                  <a:pt x="242420" y="1453571"/>
                </a:lnTo>
                <a:lnTo>
                  <a:pt x="262447" y="1436356"/>
                </a:lnTo>
                <a:lnTo>
                  <a:pt x="282481" y="1417197"/>
                </a:lnTo>
                <a:lnTo>
                  <a:pt x="302523" y="1395968"/>
                </a:lnTo>
                <a:lnTo>
                  <a:pt x="322574" y="1372550"/>
                </a:lnTo>
                <a:lnTo>
                  <a:pt x="342634" y="1346834"/>
                </a:lnTo>
                <a:lnTo>
                  <a:pt x="362702" y="1318725"/>
                </a:lnTo>
                <a:lnTo>
                  <a:pt x="382778" y="1288143"/>
                </a:lnTo>
                <a:lnTo>
                  <a:pt x="402861" y="1255029"/>
                </a:lnTo>
                <a:lnTo>
                  <a:pt x="422950" y="1219346"/>
                </a:lnTo>
                <a:lnTo>
                  <a:pt x="443044" y="1181081"/>
                </a:lnTo>
                <a:lnTo>
                  <a:pt x="463144" y="1140253"/>
                </a:lnTo>
                <a:lnTo>
                  <a:pt x="483248" y="1096910"/>
                </a:lnTo>
                <a:lnTo>
                  <a:pt x="503355" y="1051134"/>
                </a:lnTo>
                <a:lnTo>
                  <a:pt x="523466" y="1003046"/>
                </a:lnTo>
                <a:lnTo>
                  <a:pt x="543579" y="952801"/>
                </a:lnTo>
                <a:lnTo>
                  <a:pt x="563695" y="900594"/>
                </a:lnTo>
                <a:lnTo>
                  <a:pt x="583813" y="846661"/>
                </a:lnTo>
                <a:lnTo>
                  <a:pt x="603933" y="791275"/>
                </a:lnTo>
                <a:lnTo>
                  <a:pt x="624055" y="734748"/>
                </a:lnTo>
                <a:lnTo>
                  <a:pt x="644178" y="677426"/>
                </a:lnTo>
                <a:lnTo>
                  <a:pt x="664304" y="619691"/>
                </a:lnTo>
                <a:lnTo>
                  <a:pt x="684430" y="561955"/>
                </a:lnTo>
                <a:lnTo>
                  <a:pt x="684432" y="561950"/>
                </a:lnTo>
                <a:lnTo>
                  <a:pt x="704558" y="504653"/>
                </a:lnTo>
                <a:lnTo>
                  <a:pt x="704562" y="504641"/>
                </a:lnTo>
                <a:lnTo>
                  <a:pt x="724688" y="448239"/>
                </a:lnTo>
                <a:lnTo>
                  <a:pt x="724695" y="448221"/>
                </a:lnTo>
                <a:lnTo>
                  <a:pt x="744821" y="393186"/>
                </a:lnTo>
                <a:lnTo>
                  <a:pt x="744831" y="393161"/>
                </a:lnTo>
                <a:lnTo>
                  <a:pt x="764957" y="339973"/>
                </a:lnTo>
                <a:lnTo>
                  <a:pt x="764970" y="339938"/>
                </a:lnTo>
                <a:lnTo>
                  <a:pt x="785097" y="289080"/>
                </a:lnTo>
                <a:lnTo>
                  <a:pt x="785115" y="289035"/>
                </a:lnTo>
                <a:lnTo>
                  <a:pt x="805241" y="240983"/>
                </a:lnTo>
                <a:lnTo>
                  <a:pt x="805267" y="240925"/>
                </a:lnTo>
                <a:lnTo>
                  <a:pt x="825393" y="196143"/>
                </a:lnTo>
                <a:lnTo>
                  <a:pt x="825427" y="196069"/>
                </a:lnTo>
                <a:lnTo>
                  <a:pt x="845554" y="155001"/>
                </a:lnTo>
                <a:lnTo>
                  <a:pt x="845602" y="154906"/>
                </a:lnTo>
                <a:lnTo>
                  <a:pt x="865729" y="117968"/>
                </a:lnTo>
                <a:lnTo>
                  <a:pt x="865799" y="117848"/>
                </a:lnTo>
                <a:lnTo>
                  <a:pt x="885925" y="85422"/>
                </a:lnTo>
                <a:lnTo>
                  <a:pt x="886028" y="85269"/>
                </a:lnTo>
                <a:lnTo>
                  <a:pt x="906154" y="57696"/>
                </a:lnTo>
                <a:lnTo>
                  <a:pt x="906230" y="57598"/>
                </a:lnTo>
                <a:lnTo>
                  <a:pt x="906310" y="57504"/>
                </a:lnTo>
                <a:lnTo>
                  <a:pt x="926436" y="35078"/>
                </a:lnTo>
                <a:lnTo>
                  <a:pt x="926553" y="34957"/>
                </a:lnTo>
                <a:lnTo>
                  <a:pt x="926677" y="34844"/>
                </a:lnTo>
                <a:lnTo>
                  <a:pt x="946803" y="17807"/>
                </a:lnTo>
                <a:lnTo>
                  <a:pt x="946922" y="17713"/>
                </a:lnTo>
                <a:lnTo>
                  <a:pt x="947046" y="17626"/>
                </a:lnTo>
                <a:lnTo>
                  <a:pt x="947175" y="17548"/>
                </a:lnTo>
                <a:lnTo>
                  <a:pt x="967301" y="6085"/>
                </a:lnTo>
                <a:lnTo>
                  <a:pt x="967430" y="6016"/>
                </a:lnTo>
                <a:lnTo>
                  <a:pt x="967564" y="5955"/>
                </a:lnTo>
                <a:lnTo>
                  <a:pt x="967700" y="5903"/>
                </a:lnTo>
                <a:lnTo>
                  <a:pt x="967840" y="5858"/>
                </a:lnTo>
                <a:lnTo>
                  <a:pt x="987966" y="95"/>
                </a:lnTo>
                <a:lnTo>
                  <a:pt x="988132" y="54"/>
                </a:lnTo>
                <a:lnTo>
                  <a:pt x="988301" y="24"/>
                </a:lnTo>
                <a:lnTo>
                  <a:pt x="988471" y="6"/>
                </a:lnTo>
                <a:lnTo>
                  <a:pt x="988642" y="0"/>
                </a:lnTo>
                <a:lnTo>
                  <a:pt x="1008768" y="0"/>
                </a:lnTo>
                <a:lnTo>
                  <a:pt x="1008939" y="6"/>
                </a:lnTo>
                <a:lnTo>
                  <a:pt x="1009109" y="24"/>
                </a:lnTo>
                <a:lnTo>
                  <a:pt x="1009278" y="54"/>
                </a:lnTo>
                <a:lnTo>
                  <a:pt x="1009444" y="95"/>
                </a:lnTo>
                <a:lnTo>
                  <a:pt x="1029570" y="5858"/>
                </a:lnTo>
                <a:lnTo>
                  <a:pt x="1029710" y="5903"/>
                </a:lnTo>
                <a:lnTo>
                  <a:pt x="1029847" y="5955"/>
                </a:lnTo>
                <a:lnTo>
                  <a:pt x="1029980" y="6016"/>
                </a:lnTo>
                <a:lnTo>
                  <a:pt x="1030109" y="6085"/>
                </a:lnTo>
                <a:lnTo>
                  <a:pt x="1050236" y="17548"/>
                </a:lnTo>
                <a:lnTo>
                  <a:pt x="1050365" y="17626"/>
                </a:lnTo>
                <a:lnTo>
                  <a:pt x="1050489" y="17713"/>
                </a:lnTo>
                <a:lnTo>
                  <a:pt x="1050607" y="17807"/>
                </a:lnTo>
                <a:lnTo>
                  <a:pt x="1070733" y="34844"/>
                </a:lnTo>
                <a:lnTo>
                  <a:pt x="1070858" y="34957"/>
                </a:lnTo>
                <a:lnTo>
                  <a:pt x="1070974" y="35078"/>
                </a:lnTo>
                <a:lnTo>
                  <a:pt x="1091100" y="57504"/>
                </a:lnTo>
                <a:lnTo>
                  <a:pt x="1091181" y="57598"/>
                </a:lnTo>
                <a:lnTo>
                  <a:pt x="1091256" y="57696"/>
                </a:lnTo>
                <a:lnTo>
                  <a:pt x="1111382" y="85269"/>
                </a:lnTo>
                <a:lnTo>
                  <a:pt x="1111485" y="85422"/>
                </a:lnTo>
                <a:lnTo>
                  <a:pt x="1131612" y="117848"/>
                </a:lnTo>
                <a:lnTo>
                  <a:pt x="1131682" y="117968"/>
                </a:lnTo>
                <a:lnTo>
                  <a:pt x="1151808" y="154906"/>
                </a:lnTo>
                <a:lnTo>
                  <a:pt x="1151857" y="155001"/>
                </a:lnTo>
                <a:lnTo>
                  <a:pt x="1171983" y="196069"/>
                </a:lnTo>
                <a:lnTo>
                  <a:pt x="1172018" y="196143"/>
                </a:lnTo>
                <a:lnTo>
                  <a:pt x="1192144" y="240925"/>
                </a:lnTo>
                <a:lnTo>
                  <a:pt x="1192169" y="240983"/>
                </a:lnTo>
                <a:lnTo>
                  <a:pt x="1212295" y="289035"/>
                </a:lnTo>
                <a:lnTo>
                  <a:pt x="1212313" y="289080"/>
                </a:lnTo>
                <a:lnTo>
                  <a:pt x="1232440" y="339938"/>
                </a:lnTo>
                <a:lnTo>
                  <a:pt x="1232453" y="339973"/>
                </a:lnTo>
                <a:lnTo>
                  <a:pt x="1252580" y="393161"/>
                </a:lnTo>
                <a:lnTo>
                  <a:pt x="1252589" y="393186"/>
                </a:lnTo>
                <a:lnTo>
                  <a:pt x="1272715" y="448221"/>
                </a:lnTo>
                <a:lnTo>
                  <a:pt x="1272722" y="448239"/>
                </a:lnTo>
                <a:lnTo>
                  <a:pt x="1292848" y="504641"/>
                </a:lnTo>
                <a:lnTo>
                  <a:pt x="1292852" y="504653"/>
                </a:lnTo>
                <a:lnTo>
                  <a:pt x="1312978" y="561950"/>
                </a:lnTo>
                <a:lnTo>
                  <a:pt x="1312980" y="561955"/>
                </a:lnTo>
                <a:lnTo>
                  <a:pt x="1333107" y="619691"/>
                </a:lnTo>
                <a:lnTo>
                  <a:pt x="1353232" y="677426"/>
                </a:lnTo>
                <a:lnTo>
                  <a:pt x="1373356" y="734748"/>
                </a:lnTo>
                <a:lnTo>
                  <a:pt x="1393477" y="791275"/>
                </a:lnTo>
                <a:lnTo>
                  <a:pt x="1413597" y="846661"/>
                </a:lnTo>
                <a:lnTo>
                  <a:pt x="1433715" y="900594"/>
                </a:lnTo>
                <a:lnTo>
                  <a:pt x="1453831" y="952801"/>
                </a:lnTo>
                <a:lnTo>
                  <a:pt x="1473945" y="1003046"/>
                </a:lnTo>
                <a:lnTo>
                  <a:pt x="1494055" y="1051134"/>
                </a:lnTo>
                <a:lnTo>
                  <a:pt x="1514163" y="1096910"/>
                </a:lnTo>
                <a:lnTo>
                  <a:pt x="1534266" y="1140253"/>
                </a:lnTo>
                <a:lnTo>
                  <a:pt x="1554366" y="1181081"/>
                </a:lnTo>
                <a:lnTo>
                  <a:pt x="1574461" y="1219346"/>
                </a:lnTo>
                <a:lnTo>
                  <a:pt x="1594550" y="1255029"/>
                </a:lnTo>
                <a:lnTo>
                  <a:pt x="1614633" y="1288143"/>
                </a:lnTo>
                <a:lnTo>
                  <a:pt x="1634708" y="1318725"/>
                </a:lnTo>
                <a:lnTo>
                  <a:pt x="1654777" y="1346834"/>
                </a:lnTo>
                <a:lnTo>
                  <a:pt x="1674836" y="1372550"/>
                </a:lnTo>
                <a:lnTo>
                  <a:pt x="1694887" y="1395968"/>
                </a:lnTo>
                <a:lnTo>
                  <a:pt x="1714930" y="1417197"/>
                </a:lnTo>
                <a:lnTo>
                  <a:pt x="1734964" y="1436356"/>
                </a:lnTo>
                <a:lnTo>
                  <a:pt x="1754990" y="1453571"/>
                </a:lnTo>
                <a:lnTo>
                  <a:pt x="1775010" y="1468972"/>
                </a:lnTo>
                <a:lnTo>
                  <a:pt x="1795025" y="1482692"/>
                </a:lnTo>
                <a:lnTo>
                  <a:pt x="1815039" y="1494862"/>
                </a:lnTo>
                <a:lnTo>
                  <a:pt x="1835051" y="1505612"/>
                </a:lnTo>
                <a:lnTo>
                  <a:pt x="1855066" y="1515069"/>
                </a:lnTo>
                <a:lnTo>
                  <a:pt x="1875084" y="1523353"/>
                </a:lnTo>
                <a:lnTo>
                  <a:pt x="1895108" y="1530581"/>
                </a:lnTo>
                <a:lnTo>
                  <a:pt x="1915139" y="1536861"/>
                </a:lnTo>
                <a:lnTo>
                  <a:pt x="1935177" y="1542294"/>
                </a:lnTo>
                <a:lnTo>
                  <a:pt x="1955223" y="1546976"/>
                </a:lnTo>
                <a:lnTo>
                  <a:pt x="1975278" y="1550994"/>
                </a:lnTo>
                <a:lnTo>
                  <a:pt x="1995370" y="1554434"/>
                </a:lnTo>
                <a:lnTo>
                  <a:pt x="1995530" y="1554467"/>
                </a:lnTo>
                <a:lnTo>
                  <a:pt x="1995688" y="1554510"/>
                </a:lnTo>
                <a:lnTo>
                  <a:pt x="1995842" y="1554564"/>
                </a:lnTo>
                <a:lnTo>
                  <a:pt x="1995993" y="1554629"/>
                </a:lnTo>
                <a:lnTo>
                  <a:pt x="1996139" y="1554703"/>
                </a:lnTo>
                <a:lnTo>
                  <a:pt x="1996280" y="1554786"/>
                </a:lnTo>
                <a:lnTo>
                  <a:pt x="1996415" y="1554879"/>
                </a:lnTo>
                <a:lnTo>
                  <a:pt x="1996543" y="1554981"/>
                </a:lnTo>
                <a:lnTo>
                  <a:pt x="1996664" y="1555091"/>
                </a:lnTo>
                <a:lnTo>
                  <a:pt x="1996778" y="1555209"/>
                </a:lnTo>
                <a:lnTo>
                  <a:pt x="1996884" y="1555334"/>
                </a:lnTo>
                <a:lnTo>
                  <a:pt x="1996981" y="1555466"/>
                </a:lnTo>
                <a:lnTo>
                  <a:pt x="1997069" y="1555604"/>
                </a:lnTo>
                <a:lnTo>
                  <a:pt x="1997147" y="1555748"/>
                </a:lnTo>
                <a:lnTo>
                  <a:pt x="1997216" y="1555896"/>
                </a:lnTo>
                <a:lnTo>
                  <a:pt x="1997275" y="1556049"/>
                </a:lnTo>
                <a:lnTo>
                  <a:pt x="1997323" y="1556206"/>
                </a:lnTo>
                <a:lnTo>
                  <a:pt x="1997361" y="1556365"/>
                </a:lnTo>
                <a:lnTo>
                  <a:pt x="1997388" y="1556527"/>
                </a:lnTo>
                <a:lnTo>
                  <a:pt x="1997405" y="1556690"/>
                </a:lnTo>
                <a:lnTo>
                  <a:pt x="1997410" y="1556853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B0472-EC6E-4570-9F1C-D7264EF4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562" y="2740048"/>
            <a:ext cx="1994157" cy="1559434"/>
          </a:xfrm>
          <a:custGeom xmlns:a="http://schemas.openxmlformats.org/drawingml/2006/main">
            <a:pathLst>
              <a:path w="1994157" h="1559434">
                <a:moveTo>
                  <a:pt x="37523" y="1557550"/>
                </a:moveTo>
                <a:lnTo>
                  <a:pt x="35594" y="1547923"/>
                </a:lnTo>
                <a:lnTo>
                  <a:pt x="20058" y="1551036"/>
                </a:lnTo>
                <a:lnTo>
                  <a:pt x="0" y="1554469"/>
                </a:lnTo>
                <a:lnTo>
                  <a:pt x="850" y="1559434"/>
                </a:lnTo>
                <a:lnTo>
                  <a:pt x="28123" y="1559434"/>
                </a:lnTo>
                <a:lnTo>
                  <a:pt x="37523" y="1557550"/>
                </a:lnTo>
                <a:close/>
                <a:moveTo>
                  <a:pt x="20126" y="1551024"/>
                </a:moveTo>
                <a:lnTo>
                  <a:pt x="20955" y="1555863"/>
                </a:lnTo>
                <a:lnTo>
                  <a:pt x="19990" y="1551049"/>
                </a:lnTo>
                <a:lnTo>
                  <a:pt x="20058" y="1551036"/>
                </a:lnTo>
                <a:lnTo>
                  <a:pt x="20126" y="1551024"/>
                </a:lnTo>
                <a:close/>
                <a:moveTo>
                  <a:pt x="62492" y="1551868"/>
                </a:moveTo>
                <a:lnTo>
                  <a:pt x="82619" y="1546410"/>
                </a:lnTo>
                <a:lnTo>
                  <a:pt x="82626" y="1546408"/>
                </a:lnTo>
                <a:lnTo>
                  <a:pt x="82634" y="1546406"/>
                </a:lnTo>
                <a:lnTo>
                  <a:pt x="82642" y="1546404"/>
                </a:lnTo>
                <a:lnTo>
                  <a:pt x="82649" y="1546402"/>
                </a:lnTo>
                <a:lnTo>
                  <a:pt x="82657" y="1546400"/>
                </a:lnTo>
                <a:lnTo>
                  <a:pt x="82665" y="1546398"/>
                </a:lnTo>
                <a:lnTo>
                  <a:pt x="82672" y="1546395"/>
                </a:lnTo>
                <a:lnTo>
                  <a:pt x="82680" y="1546393"/>
                </a:lnTo>
                <a:lnTo>
                  <a:pt x="82688" y="1546391"/>
                </a:lnTo>
                <a:lnTo>
                  <a:pt x="82695" y="1546389"/>
                </a:lnTo>
                <a:lnTo>
                  <a:pt x="82703" y="1546387"/>
                </a:lnTo>
                <a:lnTo>
                  <a:pt x="82711" y="1546384"/>
                </a:lnTo>
                <a:lnTo>
                  <a:pt x="82718" y="1546382"/>
                </a:lnTo>
                <a:lnTo>
                  <a:pt x="82726" y="1546380"/>
                </a:lnTo>
                <a:lnTo>
                  <a:pt x="82734" y="1546378"/>
                </a:lnTo>
                <a:lnTo>
                  <a:pt x="82741" y="1546375"/>
                </a:lnTo>
                <a:lnTo>
                  <a:pt x="82749" y="1546373"/>
                </a:lnTo>
                <a:lnTo>
                  <a:pt x="82757" y="1546371"/>
                </a:lnTo>
                <a:lnTo>
                  <a:pt x="82764" y="1546368"/>
                </a:lnTo>
                <a:lnTo>
                  <a:pt x="82772" y="1546366"/>
                </a:lnTo>
                <a:lnTo>
                  <a:pt x="82779" y="1546364"/>
                </a:lnTo>
                <a:lnTo>
                  <a:pt x="82787" y="1546361"/>
                </a:lnTo>
                <a:lnTo>
                  <a:pt x="82795" y="1546359"/>
                </a:lnTo>
                <a:lnTo>
                  <a:pt x="82802" y="1546357"/>
                </a:lnTo>
                <a:lnTo>
                  <a:pt x="88442" y="1544588"/>
                </a:lnTo>
                <a:lnTo>
                  <a:pt x="85504" y="1535219"/>
                </a:lnTo>
                <a:lnTo>
                  <a:pt x="79961" y="1536957"/>
                </a:lnTo>
                <a:lnTo>
                  <a:pt x="60006" y="1542368"/>
                </a:lnTo>
                <a:lnTo>
                  <a:pt x="50772" y="1544525"/>
                </a:lnTo>
                <a:lnTo>
                  <a:pt x="53006" y="1554087"/>
                </a:lnTo>
                <a:lnTo>
                  <a:pt x="62324" y="1551910"/>
                </a:lnTo>
                <a:lnTo>
                  <a:pt x="62331" y="1551909"/>
                </a:lnTo>
                <a:lnTo>
                  <a:pt x="62338" y="1551907"/>
                </a:lnTo>
                <a:lnTo>
                  <a:pt x="62345" y="1551905"/>
                </a:lnTo>
                <a:lnTo>
                  <a:pt x="62352" y="1551904"/>
                </a:lnTo>
                <a:lnTo>
                  <a:pt x="62359" y="1551902"/>
                </a:lnTo>
                <a:lnTo>
                  <a:pt x="62366" y="1551900"/>
                </a:lnTo>
                <a:lnTo>
                  <a:pt x="62373" y="1551899"/>
                </a:lnTo>
                <a:lnTo>
                  <a:pt x="62380" y="1551897"/>
                </a:lnTo>
                <a:lnTo>
                  <a:pt x="62387" y="1551895"/>
                </a:lnTo>
                <a:lnTo>
                  <a:pt x="62394" y="1551893"/>
                </a:lnTo>
                <a:lnTo>
                  <a:pt x="62401" y="1551892"/>
                </a:lnTo>
                <a:lnTo>
                  <a:pt x="62408" y="1551890"/>
                </a:lnTo>
                <a:lnTo>
                  <a:pt x="62415" y="1551888"/>
                </a:lnTo>
                <a:lnTo>
                  <a:pt x="62422" y="1551886"/>
                </a:lnTo>
                <a:lnTo>
                  <a:pt x="62429" y="1551885"/>
                </a:lnTo>
                <a:lnTo>
                  <a:pt x="62436" y="1551883"/>
                </a:lnTo>
                <a:lnTo>
                  <a:pt x="62443" y="1551881"/>
                </a:lnTo>
                <a:lnTo>
                  <a:pt x="62450" y="1551879"/>
                </a:lnTo>
                <a:lnTo>
                  <a:pt x="62457" y="1551877"/>
                </a:lnTo>
                <a:lnTo>
                  <a:pt x="62464" y="1551875"/>
                </a:lnTo>
                <a:lnTo>
                  <a:pt x="62471" y="1551874"/>
                </a:lnTo>
                <a:lnTo>
                  <a:pt x="62478" y="1551872"/>
                </a:lnTo>
                <a:lnTo>
                  <a:pt x="62485" y="1551870"/>
                </a:lnTo>
                <a:lnTo>
                  <a:pt x="62492" y="1551868"/>
                </a:lnTo>
                <a:close/>
                <a:moveTo>
                  <a:pt x="80048" y="1536933"/>
                </a:moveTo>
                <a:lnTo>
                  <a:pt x="81333" y="1541672"/>
                </a:lnTo>
                <a:lnTo>
                  <a:pt x="79865" y="1536987"/>
                </a:lnTo>
                <a:lnTo>
                  <a:pt x="79961" y="1536957"/>
                </a:lnTo>
                <a:lnTo>
                  <a:pt x="80048" y="1536933"/>
                </a:lnTo>
                <a:close/>
                <a:moveTo>
                  <a:pt x="60090" y="1542349"/>
                </a:moveTo>
                <a:lnTo>
                  <a:pt x="61207" y="1547130"/>
                </a:lnTo>
                <a:lnTo>
                  <a:pt x="59922" y="1542391"/>
                </a:lnTo>
                <a:lnTo>
                  <a:pt x="60006" y="1542368"/>
                </a:lnTo>
                <a:lnTo>
                  <a:pt x="60090" y="1542349"/>
                </a:lnTo>
                <a:close/>
                <a:moveTo>
                  <a:pt x="123464" y="1532634"/>
                </a:moveTo>
                <a:lnTo>
                  <a:pt x="137753" y="1526720"/>
                </a:lnTo>
                <a:lnTo>
                  <a:pt x="133998" y="1517648"/>
                </a:lnTo>
                <a:lnTo>
                  <a:pt x="119815" y="1523517"/>
                </a:lnTo>
                <a:lnTo>
                  <a:pt x="100291" y="1530565"/>
                </a:lnTo>
                <a:lnTo>
                  <a:pt x="103625" y="1539800"/>
                </a:lnTo>
                <a:lnTo>
                  <a:pt x="123253" y="1532715"/>
                </a:lnTo>
                <a:lnTo>
                  <a:pt x="123262" y="1532712"/>
                </a:lnTo>
                <a:lnTo>
                  <a:pt x="123271" y="1532709"/>
                </a:lnTo>
                <a:lnTo>
                  <a:pt x="123280" y="1532706"/>
                </a:lnTo>
                <a:lnTo>
                  <a:pt x="123288" y="1532703"/>
                </a:lnTo>
                <a:lnTo>
                  <a:pt x="123297" y="1532699"/>
                </a:lnTo>
                <a:lnTo>
                  <a:pt x="123306" y="1532696"/>
                </a:lnTo>
                <a:lnTo>
                  <a:pt x="123315" y="1532693"/>
                </a:lnTo>
                <a:lnTo>
                  <a:pt x="123324" y="1532689"/>
                </a:lnTo>
                <a:lnTo>
                  <a:pt x="123332" y="1532686"/>
                </a:lnTo>
                <a:lnTo>
                  <a:pt x="123341" y="1532683"/>
                </a:lnTo>
                <a:lnTo>
                  <a:pt x="123350" y="1532679"/>
                </a:lnTo>
                <a:lnTo>
                  <a:pt x="123359" y="1532676"/>
                </a:lnTo>
                <a:lnTo>
                  <a:pt x="123368" y="1532673"/>
                </a:lnTo>
                <a:lnTo>
                  <a:pt x="123376" y="1532669"/>
                </a:lnTo>
                <a:lnTo>
                  <a:pt x="123385" y="1532666"/>
                </a:lnTo>
                <a:lnTo>
                  <a:pt x="123394" y="1532662"/>
                </a:lnTo>
                <a:lnTo>
                  <a:pt x="123403" y="1532659"/>
                </a:lnTo>
                <a:lnTo>
                  <a:pt x="123411" y="1532655"/>
                </a:lnTo>
                <a:lnTo>
                  <a:pt x="123420" y="1532652"/>
                </a:lnTo>
                <a:lnTo>
                  <a:pt x="123429" y="1532648"/>
                </a:lnTo>
                <a:lnTo>
                  <a:pt x="123437" y="1532645"/>
                </a:lnTo>
                <a:lnTo>
                  <a:pt x="123446" y="1532641"/>
                </a:lnTo>
                <a:lnTo>
                  <a:pt x="123455" y="1532638"/>
                </a:lnTo>
                <a:lnTo>
                  <a:pt x="123464" y="1532634"/>
                </a:lnTo>
                <a:close/>
                <a:moveTo>
                  <a:pt x="119919" y="1523480"/>
                </a:moveTo>
                <a:lnTo>
                  <a:pt x="121586" y="1528098"/>
                </a:lnTo>
                <a:lnTo>
                  <a:pt x="119708" y="1523561"/>
                </a:lnTo>
                <a:lnTo>
                  <a:pt x="119815" y="1523517"/>
                </a:lnTo>
                <a:lnTo>
                  <a:pt x="119919" y="1523480"/>
                </a:lnTo>
                <a:close/>
                <a:moveTo>
                  <a:pt x="164162" y="1514584"/>
                </a:moveTo>
                <a:lnTo>
                  <a:pt x="184288" y="1503773"/>
                </a:lnTo>
                <a:lnTo>
                  <a:pt x="184298" y="1503767"/>
                </a:lnTo>
                <a:lnTo>
                  <a:pt x="184308" y="1503762"/>
                </a:lnTo>
                <a:lnTo>
                  <a:pt x="184317" y="1503757"/>
                </a:lnTo>
                <a:lnTo>
                  <a:pt x="184327" y="1503752"/>
                </a:lnTo>
                <a:lnTo>
                  <a:pt x="184336" y="1503746"/>
                </a:lnTo>
                <a:lnTo>
                  <a:pt x="184346" y="1503741"/>
                </a:lnTo>
                <a:lnTo>
                  <a:pt x="184356" y="1503736"/>
                </a:lnTo>
                <a:lnTo>
                  <a:pt x="184365" y="1503731"/>
                </a:lnTo>
                <a:lnTo>
                  <a:pt x="184375" y="1503725"/>
                </a:lnTo>
                <a:lnTo>
                  <a:pt x="184384" y="1503720"/>
                </a:lnTo>
                <a:lnTo>
                  <a:pt x="184394" y="1503714"/>
                </a:lnTo>
                <a:lnTo>
                  <a:pt x="184403" y="1503709"/>
                </a:lnTo>
                <a:lnTo>
                  <a:pt x="184413" y="1503704"/>
                </a:lnTo>
                <a:lnTo>
                  <a:pt x="184422" y="1503698"/>
                </a:lnTo>
                <a:lnTo>
                  <a:pt x="184432" y="1503693"/>
                </a:lnTo>
                <a:lnTo>
                  <a:pt x="184441" y="1503687"/>
                </a:lnTo>
                <a:lnTo>
                  <a:pt x="184450" y="1503682"/>
                </a:lnTo>
                <a:lnTo>
                  <a:pt x="184460" y="1503676"/>
                </a:lnTo>
                <a:lnTo>
                  <a:pt x="184469" y="1503670"/>
                </a:lnTo>
                <a:lnTo>
                  <a:pt x="184479" y="1503665"/>
                </a:lnTo>
                <a:lnTo>
                  <a:pt x="184488" y="1503659"/>
                </a:lnTo>
                <a:lnTo>
                  <a:pt x="184497" y="1503654"/>
                </a:lnTo>
                <a:lnTo>
                  <a:pt x="184507" y="1503648"/>
                </a:lnTo>
                <a:lnTo>
                  <a:pt x="184516" y="1503642"/>
                </a:lnTo>
                <a:lnTo>
                  <a:pt x="185047" y="1503320"/>
                </a:lnTo>
                <a:lnTo>
                  <a:pt x="179944" y="1494930"/>
                </a:lnTo>
                <a:lnTo>
                  <a:pt x="179525" y="1495185"/>
                </a:lnTo>
                <a:lnTo>
                  <a:pt x="159628" y="1505873"/>
                </a:lnTo>
                <a:lnTo>
                  <a:pt x="148109" y="1511316"/>
                </a:lnTo>
                <a:lnTo>
                  <a:pt x="152304" y="1520194"/>
                </a:lnTo>
                <a:lnTo>
                  <a:pt x="163936" y="1514698"/>
                </a:lnTo>
                <a:lnTo>
                  <a:pt x="163946" y="1514693"/>
                </a:lnTo>
                <a:lnTo>
                  <a:pt x="163955" y="1514689"/>
                </a:lnTo>
                <a:lnTo>
                  <a:pt x="163965" y="1514684"/>
                </a:lnTo>
                <a:lnTo>
                  <a:pt x="163974" y="1514680"/>
                </a:lnTo>
                <a:lnTo>
                  <a:pt x="163984" y="1514675"/>
                </a:lnTo>
                <a:lnTo>
                  <a:pt x="163993" y="1514670"/>
                </a:lnTo>
                <a:lnTo>
                  <a:pt x="164003" y="1514666"/>
                </a:lnTo>
                <a:lnTo>
                  <a:pt x="164012" y="1514661"/>
                </a:lnTo>
                <a:lnTo>
                  <a:pt x="164022" y="1514656"/>
                </a:lnTo>
                <a:lnTo>
                  <a:pt x="164031" y="1514652"/>
                </a:lnTo>
                <a:lnTo>
                  <a:pt x="164040" y="1514647"/>
                </a:lnTo>
                <a:lnTo>
                  <a:pt x="164050" y="1514642"/>
                </a:lnTo>
                <a:lnTo>
                  <a:pt x="164059" y="1514638"/>
                </a:lnTo>
                <a:lnTo>
                  <a:pt x="164069" y="1514633"/>
                </a:lnTo>
                <a:lnTo>
                  <a:pt x="164078" y="1514628"/>
                </a:lnTo>
                <a:lnTo>
                  <a:pt x="164087" y="1514623"/>
                </a:lnTo>
                <a:lnTo>
                  <a:pt x="164097" y="1514618"/>
                </a:lnTo>
                <a:lnTo>
                  <a:pt x="164106" y="1514613"/>
                </a:lnTo>
                <a:lnTo>
                  <a:pt x="164116" y="1514609"/>
                </a:lnTo>
                <a:lnTo>
                  <a:pt x="164125" y="1514604"/>
                </a:lnTo>
                <a:lnTo>
                  <a:pt x="164134" y="1514599"/>
                </a:lnTo>
                <a:lnTo>
                  <a:pt x="164143" y="1514594"/>
                </a:lnTo>
                <a:lnTo>
                  <a:pt x="164153" y="1514589"/>
                </a:lnTo>
                <a:lnTo>
                  <a:pt x="164162" y="1514584"/>
                </a:lnTo>
                <a:close/>
                <a:moveTo>
                  <a:pt x="179641" y="1495123"/>
                </a:moveTo>
                <a:lnTo>
                  <a:pt x="181965" y="1499448"/>
                </a:lnTo>
                <a:lnTo>
                  <a:pt x="179413" y="1495253"/>
                </a:lnTo>
                <a:lnTo>
                  <a:pt x="179525" y="1495185"/>
                </a:lnTo>
                <a:lnTo>
                  <a:pt x="179641" y="1495123"/>
                </a:lnTo>
                <a:close/>
                <a:moveTo>
                  <a:pt x="159741" y="1505820"/>
                </a:moveTo>
                <a:lnTo>
                  <a:pt x="161839" y="1510259"/>
                </a:lnTo>
                <a:lnTo>
                  <a:pt x="159515" y="1505934"/>
                </a:lnTo>
                <a:lnTo>
                  <a:pt x="159628" y="1505873"/>
                </a:lnTo>
                <a:lnTo>
                  <a:pt x="159741" y="1505820"/>
                </a:lnTo>
                <a:close/>
                <a:moveTo>
                  <a:pt x="204867" y="1491259"/>
                </a:moveTo>
                <a:lnTo>
                  <a:pt x="224993" y="1477463"/>
                </a:lnTo>
                <a:lnTo>
                  <a:pt x="225003" y="1477457"/>
                </a:lnTo>
                <a:lnTo>
                  <a:pt x="225012" y="1477451"/>
                </a:lnTo>
                <a:lnTo>
                  <a:pt x="225021" y="1477444"/>
                </a:lnTo>
                <a:lnTo>
                  <a:pt x="225030" y="1477438"/>
                </a:lnTo>
                <a:lnTo>
                  <a:pt x="225039" y="1477431"/>
                </a:lnTo>
                <a:lnTo>
                  <a:pt x="225049" y="1477425"/>
                </a:lnTo>
                <a:lnTo>
                  <a:pt x="225058" y="1477418"/>
                </a:lnTo>
                <a:lnTo>
                  <a:pt x="225067" y="1477412"/>
                </a:lnTo>
                <a:lnTo>
                  <a:pt x="225076" y="1477405"/>
                </a:lnTo>
                <a:lnTo>
                  <a:pt x="225085" y="1477399"/>
                </a:lnTo>
                <a:lnTo>
                  <a:pt x="225094" y="1477392"/>
                </a:lnTo>
                <a:lnTo>
                  <a:pt x="225103" y="1477386"/>
                </a:lnTo>
                <a:lnTo>
                  <a:pt x="225112" y="1477379"/>
                </a:lnTo>
                <a:lnTo>
                  <a:pt x="225121" y="1477372"/>
                </a:lnTo>
                <a:lnTo>
                  <a:pt x="225131" y="1477366"/>
                </a:lnTo>
                <a:lnTo>
                  <a:pt x="225140" y="1477359"/>
                </a:lnTo>
                <a:lnTo>
                  <a:pt x="225149" y="1477352"/>
                </a:lnTo>
                <a:lnTo>
                  <a:pt x="225158" y="1477346"/>
                </a:lnTo>
                <a:lnTo>
                  <a:pt x="225167" y="1477339"/>
                </a:lnTo>
                <a:lnTo>
                  <a:pt x="225175" y="1477332"/>
                </a:lnTo>
                <a:lnTo>
                  <a:pt x="225184" y="1477325"/>
                </a:lnTo>
                <a:lnTo>
                  <a:pt x="225193" y="1477319"/>
                </a:lnTo>
                <a:lnTo>
                  <a:pt x="225202" y="1477312"/>
                </a:lnTo>
                <a:lnTo>
                  <a:pt x="225211" y="1477305"/>
                </a:lnTo>
                <a:lnTo>
                  <a:pt x="228943" y="1474434"/>
                </a:lnTo>
                <a:lnTo>
                  <a:pt x="222956" y="1466651"/>
                </a:lnTo>
                <a:lnTo>
                  <a:pt x="219331" y="1469440"/>
                </a:lnTo>
                <a:lnTo>
                  <a:pt x="199423" y="1483085"/>
                </a:lnTo>
                <a:lnTo>
                  <a:pt x="193368" y="1486767"/>
                </a:lnTo>
                <a:lnTo>
                  <a:pt x="198471" y="1495157"/>
                </a:lnTo>
                <a:lnTo>
                  <a:pt x="204642" y="1491404"/>
                </a:lnTo>
                <a:lnTo>
                  <a:pt x="204652" y="1491398"/>
                </a:lnTo>
                <a:lnTo>
                  <a:pt x="204661" y="1491392"/>
                </a:lnTo>
                <a:lnTo>
                  <a:pt x="204671" y="1491386"/>
                </a:lnTo>
                <a:lnTo>
                  <a:pt x="204680" y="1491380"/>
                </a:lnTo>
                <a:lnTo>
                  <a:pt x="204690" y="1491374"/>
                </a:lnTo>
                <a:lnTo>
                  <a:pt x="204699" y="1491369"/>
                </a:lnTo>
                <a:lnTo>
                  <a:pt x="204709" y="1491363"/>
                </a:lnTo>
                <a:lnTo>
                  <a:pt x="204718" y="1491357"/>
                </a:lnTo>
                <a:lnTo>
                  <a:pt x="204727" y="1491351"/>
                </a:lnTo>
                <a:lnTo>
                  <a:pt x="204737" y="1491345"/>
                </a:lnTo>
                <a:lnTo>
                  <a:pt x="204746" y="1491339"/>
                </a:lnTo>
                <a:lnTo>
                  <a:pt x="204756" y="1491333"/>
                </a:lnTo>
                <a:lnTo>
                  <a:pt x="204765" y="1491327"/>
                </a:lnTo>
                <a:lnTo>
                  <a:pt x="204774" y="1491321"/>
                </a:lnTo>
                <a:lnTo>
                  <a:pt x="204784" y="1491314"/>
                </a:lnTo>
                <a:lnTo>
                  <a:pt x="204793" y="1491308"/>
                </a:lnTo>
                <a:lnTo>
                  <a:pt x="204802" y="1491302"/>
                </a:lnTo>
                <a:lnTo>
                  <a:pt x="204812" y="1491296"/>
                </a:lnTo>
                <a:lnTo>
                  <a:pt x="204821" y="1491290"/>
                </a:lnTo>
                <a:lnTo>
                  <a:pt x="204830" y="1491284"/>
                </a:lnTo>
                <a:lnTo>
                  <a:pt x="204839" y="1491277"/>
                </a:lnTo>
                <a:lnTo>
                  <a:pt x="204849" y="1491271"/>
                </a:lnTo>
                <a:lnTo>
                  <a:pt x="204858" y="1491265"/>
                </a:lnTo>
                <a:lnTo>
                  <a:pt x="204867" y="1491259"/>
                </a:lnTo>
                <a:close/>
                <a:moveTo>
                  <a:pt x="219441" y="1469364"/>
                </a:moveTo>
                <a:lnTo>
                  <a:pt x="222217" y="1473414"/>
                </a:lnTo>
                <a:lnTo>
                  <a:pt x="219223" y="1469523"/>
                </a:lnTo>
                <a:lnTo>
                  <a:pt x="219331" y="1469440"/>
                </a:lnTo>
                <a:lnTo>
                  <a:pt x="219441" y="1469364"/>
                </a:lnTo>
                <a:close/>
                <a:moveTo>
                  <a:pt x="199540" y="1483014"/>
                </a:moveTo>
                <a:lnTo>
                  <a:pt x="202091" y="1487209"/>
                </a:lnTo>
                <a:lnTo>
                  <a:pt x="199315" y="1483159"/>
                </a:lnTo>
                <a:lnTo>
                  <a:pt x="199423" y="1483085"/>
                </a:lnTo>
                <a:lnTo>
                  <a:pt x="199540" y="1483014"/>
                </a:lnTo>
                <a:close/>
                <a:moveTo>
                  <a:pt x="245544" y="1461654"/>
                </a:moveTo>
                <a:lnTo>
                  <a:pt x="265671" y="1444353"/>
                </a:lnTo>
                <a:lnTo>
                  <a:pt x="265679" y="1444346"/>
                </a:lnTo>
                <a:lnTo>
                  <a:pt x="265687" y="1444339"/>
                </a:lnTo>
                <a:lnTo>
                  <a:pt x="265695" y="1444332"/>
                </a:lnTo>
                <a:lnTo>
                  <a:pt x="265703" y="1444325"/>
                </a:lnTo>
                <a:lnTo>
                  <a:pt x="265712" y="1444318"/>
                </a:lnTo>
                <a:lnTo>
                  <a:pt x="265720" y="1444311"/>
                </a:lnTo>
                <a:lnTo>
                  <a:pt x="265728" y="1444303"/>
                </a:lnTo>
                <a:lnTo>
                  <a:pt x="265736" y="1444296"/>
                </a:lnTo>
                <a:lnTo>
                  <a:pt x="265744" y="1444289"/>
                </a:lnTo>
                <a:lnTo>
                  <a:pt x="265752" y="1444282"/>
                </a:lnTo>
                <a:lnTo>
                  <a:pt x="265760" y="1444274"/>
                </a:lnTo>
                <a:lnTo>
                  <a:pt x="265768" y="1444267"/>
                </a:lnTo>
                <a:lnTo>
                  <a:pt x="265776" y="1444260"/>
                </a:lnTo>
                <a:lnTo>
                  <a:pt x="265784" y="1444253"/>
                </a:lnTo>
                <a:lnTo>
                  <a:pt x="265792" y="1444245"/>
                </a:lnTo>
                <a:lnTo>
                  <a:pt x="265800" y="1444238"/>
                </a:lnTo>
                <a:lnTo>
                  <a:pt x="265808" y="1444231"/>
                </a:lnTo>
                <a:lnTo>
                  <a:pt x="265816" y="1444223"/>
                </a:lnTo>
                <a:lnTo>
                  <a:pt x="265824" y="1444216"/>
                </a:lnTo>
                <a:lnTo>
                  <a:pt x="265832" y="1444208"/>
                </a:lnTo>
                <a:lnTo>
                  <a:pt x="265840" y="1444201"/>
                </a:lnTo>
                <a:lnTo>
                  <a:pt x="265848" y="1444193"/>
                </a:lnTo>
                <a:lnTo>
                  <a:pt x="265856" y="1444186"/>
                </a:lnTo>
                <a:lnTo>
                  <a:pt x="265863" y="1444178"/>
                </a:lnTo>
                <a:lnTo>
                  <a:pt x="269346" y="1440848"/>
                </a:lnTo>
                <a:lnTo>
                  <a:pt x="262559" y="1433751"/>
                </a:lnTo>
                <a:lnTo>
                  <a:pt x="259169" y="1436993"/>
                </a:lnTo>
                <a:lnTo>
                  <a:pt x="239245" y="1454120"/>
                </a:lnTo>
                <a:lnTo>
                  <a:pt x="235409" y="1457072"/>
                </a:lnTo>
                <a:lnTo>
                  <a:pt x="241396" y="1464854"/>
                </a:lnTo>
                <a:lnTo>
                  <a:pt x="245337" y="1461822"/>
                </a:lnTo>
                <a:lnTo>
                  <a:pt x="245346" y="1461816"/>
                </a:lnTo>
                <a:lnTo>
                  <a:pt x="245355" y="1461809"/>
                </a:lnTo>
                <a:lnTo>
                  <a:pt x="245364" y="1461802"/>
                </a:lnTo>
                <a:lnTo>
                  <a:pt x="245373" y="1461795"/>
                </a:lnTo>
                <a:lnTo>
                  <a:pt x="245381" y="1461788"/>
                </a:lnTo>
                <a:lnTo>
                  <a:pt x="245390" y="1461781"/>
                </a:lnTo>
                <a:lnTo>
                  <a:pt x="245399" y="1461774"/>
                </a:lnTo>
                <a:lnTo>
                  <a:pt x="245407" y="1461768"/>
                </a:lnTo>
                <a:lnTo>
                  <a:pt x="245416" y="1461761"/>
                </a:lnTo>
                <a:lnTo>
                  <a:pt x="245425" y="1461754"/>
                </a:lnTo>
                <a:lnTo>
                  <a:pt x="245433" y="1461747"/>
                </a:lnTo>
                <a:lnTo>
                  <a:pt x="245442" y="1461740"/>
                </a:lnTo>
                <a:lnTo>
                  <a:pt x="245451" y="1461733"/>
                </a:lnTo>
                <a:lnTo>
                  <a:pt x="245459" y="1461726"/>
                </a:lnTo>
                <a:lnTo>
                  <a:pt x="245468" y="1461718"/>
                </a:lnTo>
                <a:lnTo>
                  <a:pt x="245476" y="1461711"/>
                </a:lnTo>
                <a:lnTo>
                  <a:pt x="245485" y="1461704"/>
                </a:lnTo>
                <a:lnTo>
                  <a:pt x="245493" y="1461697"/>
                </a:lnTo>
                <a:lnTo>
                  <a:pt x="245502" y="1461690"/>
                </a:lnTo>
                <a:lnTo>
                  <a:pt x="245510" y="1461683"/>
                </a:lnTo>
                <a:lnTo>
                  <a:pt x="245519" y="1461676"/>
                </a:lnTo>
                <a:lnTo>
                  <a:pt x="245527" y="1461668"/>
                </a:lnTo>
                <a:lnTo>
                  <a:pt x="245536" y="1461661"/>
                </a:lnTo>
                <a:lnTo>
                  <a:pt x="245544" y="1461654"/>
                </a:lnTo>
                <a:close/>
                <a:moveTo>
                  <a:pt x="259269" y="1436907"/>
                </a:moveTo>
                <a:lnTo>
                  <a:pt x="262470" y="1440630"/>
                </a:lnTo>
                <a:lnTo>
                  <a:pt x="259076" y="1437082"/>
                </a:lnTo>
                <a:lnTo>
                  <a:pt x="259169" y="1436993"/>
                </a:lnTo>
                <a:lnTo>
                  <a:pt x="259269" y="1436907"/>
                </a:lnTo>
                <a:close/>
                <a:moveTo>
                  <a:pt x="239350" y="1454040"/>
                </a:moveTo>
                <a:lnTo>
                  <a:pt x="242344" y="1457931"/>
                </a:lnTo>
                <a:lnTo>
                  <a:pt x="239143" y="1454208"/>
                </a:lnTo>
                <a:lnTo>
                  <a:pt x="239245" y="1454120"/>
                </a:lnTo>
                <a:lnTo>
                  <a:pt x="239350" y="1454040"/>
                </a:lnTo>
                <a:close/>
                <a:moveTo>
                  <a:pt x="286166" y="1424753"/>
                </a:moveTo>
                <a:lnTo>
                  <a:pt x="306084" y="1403656"/>
                </a:lnTo>
                <a:lnTo>
                  <a:pt x="298943" y="1396915"/>
                </a:lnTo>
                <a:lnTo>
                  <a:pt x="279113" y="1417921"/>
                </a:lnTo>
                <a:lnTo>
                  <a:pt x="273914" y="1422893"/>
                </a:lnTo>
                <a:lnTo>
                  <a:pt x="280701" y="1429989"/>
                </a:lnTo>
                <a:lnTo>
                  <a:pt x="285990" y="1424931"/>
                </a:lnTo>
                <a:lnTo>
                  <a:pt x="285997" y="1424924"/>
                </a:lnTo>
                <a:lnTo>
                  <a:pt x="286005" y="1424916"/>
                </a:lnTo>
                <a:lnTo>
                  <a:pt x="286012" y="1424909"/>
                </a:lnTo>
                <a:lnTo>
                  <a:pt x="286020" y="1424902"/>
                </a:lnTo>
                <a:lnTo>
                  <a:pt x="286027" y="1424895"/>
                </a:lnTo>
                <a:lnTo>
                  <a:pt x="286035" y="1424887"/>
                </a:lnTo>
                <a:lnTo>
                  <a:pt x="286042" y="1424880"/>
                </a:lnTo>
                <a:lnTo>
                  <a:pt x="286050" y="1424873"/>
                </a:lnTo>
                <a:lnTo>
                  <a:pt x="286057" y="1424865"/>
                </a:lnTo>
                <a:lnTo>
                  <a:pt x="286064" y="1424858"/>
                </a:lnTo>
                <a:lnTo>
                  <a:pt x="286072" y="1424851"/>
                </a:lnTo>
                <a:lnTo>
                  <a:pt x="286079" y="1424843"/>
                </a:lnTo>
                <a:lnTo>
                  <a:pt x="286087" y="1424836"/>
                </a:lnTo>
                <a:lnTo>
                  <a:pt x="286094" y="1424828"/>
                </a:lnTo>
                <a:lnTo>
                  <a:pt x="286101" y="1424821"/>
                </a:lnTo>
                <a:lnTo>
                  <a:pt x="286109" y="1424813"/>
                </a:lnTo>
                <a:lnTo>
                  <a:pt x="286116" y="1424806"/>
                </a:lnTo>
                <a:lnTo>
                  <a:pt x="286123" y="1424798"/>
                </a:lnTo>
                <a:lnTo>
                  <a:pt x="286130" y="1424791"/>
                </a:lnTo>
                <a:lnTo>
                  <a:pt x="286138" y="1424783"/>
                </a:lnTo>
                <a:lnTo>
                  <a:pt x="286145" y="1424776"/>
                </a:lnTo>
                <a:lnTo>
                  <a:pt x="286152" y="1424768"/>
                </a:lnTo>
                <a:lnTo>
                  <a:pt x="286159" y="1424761"/>
                </a:lnTo>
                <a:lnTo>
                  <a:pt x="286166" y="1424753"/>
                </a:lnTo>
                <a:close/>
                <a:moveTo>
                  <a:pt x="279203" y="1417835"/>
                </a:moveTo>
                <a:lnTo>
                  <a:pt x="282596" y="1421383"/>
                </a:lnTo>
                <a:lnTo>
                  <a:pt x="279026" y="1418013"/>
                </a:lnTo>
                <a:lnTo>
                  <a:pt x="279113" y="1417921"/>
                </a:lnTo>
                <a:lnTo>
                  <a:pt x="279203" y="1417835"/>
                </a:lnTo>
                <a:close/>
                <a:moveTo>
                  <a:pt x="326720" y="1379578"/>
                </a:moveTo>
                <a:lnTo>
                  <a:pt x="339509" y="1363183"/>
                </a:lnTo>
                <a:lnTo>
                  <a:pt x="331766" y="1357144"/>
                </a:lnTo>
                <a:lnTo>
                  <a:pt x="319045" y="1373452"/>
                </a:lnTo>
                <a:lnTo>
                  <a:pt x="309013" y="1385168"/>
                </a:lnTo>
                <a:lnTo>
                  <a:pt x="316472" y="1391554"/>
                </a:lnTo>
                <a:lnTo>
                  <a:pt x="326578" y="1379751"/>
                </a:lnTo>
                <a:lnTo>
                  <a:pt x="326584" y="1379744"/>
                </a:lnTo>
                <a:lnTo>
                  <a:pt x="326590" y="1379737"/>
                </a:lnTo>
                <a:lnTo>
                  <a:pt x="326596" y="1379730"/>
                </a:lnTo>
                <a:lnTo>
                  <a:pt x="326602" y="1379723"/>
                </a:lnTo>
                <a:lnTo>
                  <a:pt x="326608" y="1379716"/>
                </a:lnTo>
                <a:lnTo>
                  <a:pt x="326614" y="1379709"/>
                </a:lnTo>
                <a:lnTo>
                  <a:pt x="326620" y="1379701"/>
                </a:lnTo>
                <a:lnTo>
                  <a:pt x="326626" y="1379694"/>
                </a:lnTo>
                <a:lnTo>
                  <a:pt x="326632" y="1379687"/>
                </a:lnTo>
                <a:lnTo>
                  <a:pt x="326638" y="1379680"/>
                </a:lnTo>
                <a:lnTo>
                  <a:pt x="326644" y="1379673"/>
                </a:lnTo>
                <a:lnTo>
                  <a:pt x="326650" y="1379665"/>
                </a:lnTo>
                <a:lnTo>
                  <a:pt x="326656" y="1379658"/>
                </a:lnTo>
                <a:lnTo>
                  <a:pt x="326662" y="1379651"/>
                </a:lnTo>
                <a:lnTo>
                  <a:pt x="326668" y="1379644"/>
                </a:lnTo>
                <a:lnTo>
                  <a:pt x="326674" y="1379636"/>
                </a:lnTo>
                <a:lnTo>
                  <a:pt x="326680" y="1379629"/>
                </a:lnTo>
                <a:lnTo>
                  <a:pt x="326685" y="1379622"/>
                </a:lnTo>
                <a:lnTo>
                  <a:pt x="326691" y="1379615"/>
                </a:lnTo>
                <a:lnTo>
                  <a:pt x="326697" y="1379607"/>
                </a:lnTo>
                <a:lnTo>
                  <a:pt x="326703" y="1379600"/>
                </a:lnTo>
                <a:lnTo>
                  <a:pt x="326709" y="1379593"/>
                </a:lnTo>
                <a:lnTo>
                  <a:pt x="326714" y="1379585"/>
                </a:lnTo>
                <a:lnTo>
                  <a:pt x="326720" y="1379578"/>
                </a:lnTo>
                <a:close/>
                <a:moveTo>
                  <a:pt x="319119" y="1373365"/>
                </a:moveTo>
                <a:lnTo>
                  <a:pt x="322849" y="1376558"/>
                </a:lnTo>
                <a:lnTo>
                  <a:pt x="318977" y="1373539"/>
                </a:lnTo>
                <a:lnTo>
                  <a:pt x="319045" y="1373452"/>
                </a:lnTo>
                <a:lnTo>
                  <a:pt x="319119" y="1373365"/>
                </a:lnTo>
                <a:close/>
                <a:moveTo>
                  <a:pt x="367206" y="1325261"/>
                </a:moveTo>
                <a:lnTo>
                  <a:pt x="370210" y="1320684"/>
                </a:lnTo>
                <a:lnTo>
                  <a:pt x="362001" y="1315295"/>
                </a:lnTo>
                <a:lnTo>
                  <a:pt x="359049" y="1319792"/>
                </a:lnTo>
                <a:lnTo>
                  <a:pt x="341176" y="1344827"/>
                </a:lnTo>
                <a:lnTo>
                  <a:pt x="349168" y="1350532"/>
                </a:lnTo>
                <a:lnTo>
                  <a:pt x="367097" y="1325419"/>
                </a:lnTo>
                <a:lnTo>
                  <a:pt x="367102" y="1325413"/>
                </a:lnTo>
                <a:lnTo>
                  <a:pt x="367107" y="1325406"/>
                </a:lnTo>
                <a:lnTo>
                  <a:pt x="367111" y="1325400"/>
                </a:lnTo>
                <a:lnTo>
                  <a:pt x="367116" y="1325393"/>
                </a:lnTo>
                <a:lnTo>
                  <a:pt x="367120" y="1325387"/>
                </a:lnTo>
                <a:lnTo>
                  <a:pt x="367125" y="1325380"/>
                </a:lnTo>
                <a:lnTo>
                  <a:pt x="367130" y="1325373"/>
                </a:lnTo>
                <a:lnTo>
                  <a:pt x="367134" y="1325367"/>
                </a:lnTo>
                <a:lnTo>
                  <a:pt x="367139" y="1325360"/>
                </a:lnTo>
                <a:lnTo>
                  <a:pt x="367143" y="1325354"/>
                </a:lnTo>
                <a:lnTo>
                  <a:pt x="367148" y="1325347"/>
                </a:lnTo>
                <a:lnTo>
                  <a:pt x="367152" y="1325341"/>
                </a:lnTo>
                <a:lnTo>
                  <a:pt x="367157" y="1325334"/>
                </a:lnTo>
                <a:lnTo>
                  <a:pt x="367161" y="1325327"/>
                </a:lnTo>
                <a:lnTo>
                  <a:pt x="367166" y="1325321"/>
                </a:lnTo>
                <a:lnTo>
                  <a:pt x="367170" y="1325314"/>
                </a:lnTo>
                <a:lnTo>
                  <a:pt x="367175" y="1325307"/>
                </a:lnTo>
                <a:lnTo>
                  <a:pt x="367179" y="1325301"/>
                </a:lnTo>
                <a:lnTo>
                  <a:pt x="367184" y="1325294"/>
                </a:lnTo>
                <a:lnTo>
                  <a:pt x="367188" y="1325288"/>
                </a:lnTo>
                <a:lnTo>
                  <a:pt x="367193" y="1325281"/>
                </a:lnTo>
                <a:lnTo>
                  <a:pt x="367197" y="1325274"/>
                </a:lnTo>
                <a:lnTo>
                  <a:pt x="367201" y="1325267"/>
                </a:lnTo>
                <a:lnTo>
                  <a:pt x="367206" y="1325261"/>
                </a:lnTo>
                <a:close/>
                <a:moveTo>
                  <a:pt x="359105" y="1319714"/>
                </a:moveTo>
                <a:lnTo>
                  <a:pt x="363101" y="1322567"/>
                </a:lnTo>
                <a:lnTo>
                  <a:pt x="358997" y="1319872"/>
                </a:lnTo>
                <a:lnTo>
                  <a:pt x="359049" y="1319792"/>
                </a:lnTo>
                <a:lnTo>
                  <a:pt x="359105" y="1319714"/>
                </a:lnTo>
                <a:close/>
                <a:moveTo>
                  <a:pt x="387426" y="1294454"/>
                </a:moveTo>
                <a:lnTo>
                  <a:pt x="398234" y="1276633"/>
                </a:lnTo>
                <a:lnTo>
                  <a:pt x="389838" y="1271541"/>
                </a:lnTo>
                <a:lnTo>
                  <a:pt x="379075" y="1289288"/>
                </a:lnTo>
                <a:lnTo>
                  <a:pt x="370623" y="1302162"/>
                </a:lnTo>
                <a:lnTo>
                  <a:pt x="378832" y="1307550"/>
                </a:lnTo>
                <a:lnTo>
                  <a:pt x="387332" y="1294603"/>
                </a:lnTo>
                <a:lnTo>
                  <a:pt x="387336" y="1294596"/>
                </a:lnTo>
                <a:lnTo>
                  <a:pt x="387340" y="1294590"/>
                </a:lnTo>
                <a:lnTo>
                  <a:pt x="387344" y="1294584"/>
                </a:lnTo>
                <a:lnTo>
                  <a:pt x="387348" y="1294578"/>
                </a:lnTo>
                <a:lnTo>
                  <a:pt x="387352" y="1294572"/>
                </a:lnTo>
                <a:lnTo>
                  <a:pt x="387356" y="1294566"/>
                </a:lnTo>
                <a:lnTo>
                  <a:pt x="387360" y="1294560"/>
                </a:lnTo>
                <a:lnTo>
                  <a:pt x="387364" y="1294553"/>
                </a:lnTo>
                <a:lnTo>
                  <a:pt x="387368" y="1294547"/>
                </a:lnTo>
                <a:lnTo>
                  <a:pt x="387372" y="1294541"/>
                </a:lnTo>
                <a:lnTo>
                  <a:pt x="387376" y="1294535"/>
                </a:lnTo>
                <a:lnTo>
                  <a:pt x="387379" y="1294529"/>
                </a:lnTo>
                <a:lnTo>
                  <a:pt x="387383" y="1294522"/>
                </a:lnTo>
                <a:lnTo>
                  <a:pt x="387387" y="1294516"/>
                </a:lnTo>
                <a:lnTo>
                  <a:pt x="387391" y="1294510"/>
                </a:lnTo>
                <a:lnTo>
                  <a:pt x="387395" y="1294504"/>
                </a:lnTo>
                <a:lnTo>
                  <a:pt x="387399" y="1294498"/>
                </a:lnTo>
                <a:lnTo>
                  <a:pt x="387403" y="1294492"/>
                </a:lnTo>
                <a:lnTo>
                  <a:pt x="387407" y="1294485"/>
                </a:lnTo>
                <a:lnTo>
                  <a:pt x="387410" y="1294479"/>
                </a:lnTo>
                <a:lnTo>
                  <a:pt x="387414" y="1294473"/>
                </a:lnTo>
                <a:lnTo>
                  <a:pt x="387418" y="1294467"/>
                </a:lnTo>
                <a:lnTo>
                  <a:pt x="387422" y="1294460"/>
                </a:lnTo>
                <a:lnTo>
                  <a:pt x="387426" y="1294454"/>
                </a:lnTo>
                <a:close/>
                <a:moveTo>
                  <a:pt x="379123" y="1289214"/>
                </a:moveTo>
                <a:lnTo>
                  <a:pt x="383228" y="1291908"/>
                </a:lnTo>
                <a:lnTo>
                  <a:pt x="379029" y="1289362"/>
                </a:lnTo>
                <a:lnTo>
                  <a:pt x="379075" y="1289288"/>
                </a:lnTo>
                <a:lnTo>
                  <a:pt x="379123" y="1289214"/>
                </a:lnTo>
                <a:close/>
                <a:moveTo>
                  <a:pt x="407632" y="1261131"/>
                </a:moveTo>
                <a:lnTo>
                  <a:pt x="424348" y="1231440"/>
                </a:lnTo>
                <a:lnTo>
                  <a:pt x="415791" y="1226623"/>
                </a:lnTo>
                <a:lnTo>
                  <a:pt x="399115" y="1256244"/>
                </a:lnTo>
                <a:lnTo>
                  <a:pt x="397985" y="1258107"/>
                </a:lnTo>
                <a:lnTo>
                  <a:pt x="406381" y="1263199"/>
                </a:lnTo>
                <a:lnTo>
                  <a:pt x="407552" y="1261269"/>
                </a:lnTo>
                <a:lnTo>
                  <a:pt x="407555" y="1261263"/>
                </a:lnTo>
                <a:lnTo>
                  <a:pt x="407559" y="1261257"/>
                </a:lnTo>
                <a:lnTo>
                  <a:pt x="407562" y="1261252"/>
                </a:lnTo>
                <a:lnTo>
                  <a:pt x="407566" y="1261246"/>
                </a:lnTo>
                <a:lnTo>
                  <a:pt x="407569" y="1261240"/>
                </a:lnTo>
                <a:lnTo>
                  <a:pt x="407572" y="1261235"/>
                </a:lnTo>
                <a:lnTo>
                  <a:pt x="407576" y="1261229"/>
                </a:lnTo>
                <a:lnTo>
                  <a:pt x="407579" y="1261223"/>
                </a:lnTo>
                <a:lnTo>
                  <a:pt x="407583" y="1261218"/>
                </a:lnTo>
                <a:lnTo>
                  <a:pt x="407586" y="1261212"/>
                </a:lnTo>
                <a:lnTo>
                  <a:pt x="407589" y="1261206"/>
                </a:lnTo>
                <a:lnTo>
                  <a:pt x="407593" y="1261200"/>
                </a:lnTo>
                <a:lnTo>
                  <a:pt x="407596" y="1261195"/>
                </a:lnTo>
                <a:lnTo>
                  <a:pt x="407599" y="1261189"/>
                </a:lnTo>
                <a:lnTo>
                  <a:pt x="407603" y="1261183"/>
                </a:lnTo>
                <a:lnTo>
                  <a:pt x="407606" y="1261178"/>
                </a:lnTo>
                <a:lnTo>
                  <a:pt x="407609" y="1261172"/>
                </a:lnTo>
                <a:lnTo>
                  <a:pt x="407613" y="1261166"/>
                </a:lnTo>
                <a:lnTo>
                  <a:pt x="407616" y="1261160"/>
                </a:lnTo>
                <a:lnTo>
                  <a:pt x="407619" y="1261155"/>
                </a:lnTo>
                <a:lnTo>
                  <a:pt x="407622" y="1261149"/>
                </a:lnTo>
                <a:lnTo>
                  <a:pt x="407626" y="1261143"/>
                </a:lnTo>
                <a:lnTo>
                  <a:pt x="407629" y="1261137"/>
                </a:lnTo>
                <a:lnTo>
                  <a:pt x="407632" y="1261131"/>
                </a:lnTo>
                <a:close/>
                <a:moveTo>
                  <a:pt x="399156" y="1256177"/>
                </a:moveTo>
                <a:lnTo>
                  <a:pt x="403354" y="1258723"/>
                </a:lnTo>
                <a:lnTo>
                  <a:pt x="399075" y="1256314"/>
                </a:lnTo>
                <a:lnTo>
                  <a:pt x="399115" y="1256244"/>
                </a:lnTo>
                <a:lnTo>
                  <a:pt x="399156" y="1256177"/>
                </a:lnTo>
                <a:close/>
                <a:moveTo>
                  <a:pt x="448011" y="1186817"/>
                </a:moveTo>
                <a:lnTo>
                  <a:pt x="448807" y="1185200"/>
                </a:lnTo>
                <a:lnTo>
                  <a:pt x="439997" y="1180864"/>
                </a:lnTo>
                <a:lnTo>
                  <a:pt x="439230" y="1182423"/>
                </a:lnTo>
                <a:lnTo>
                  <a:pt x="423206" y="1212936"/>
                </a:lnTo>
                <a:lnTo>
                  <a:pt x="431899" y="1217501"/>
                </a:lnTo>
                <a:lnTo>
                  <a:pt x="447953" y="1186932"/>
                </a:lnTo>
                <a:lnTo>
                  <a:pt x="447956" y="1186927"/>
                </a:lnTo>
                <a:lnTo>
                  <a:pt x="447958" y="1186922"/>
                </a:lnTo>
                <a:lnTo>
                  <a:pt x="447961" y="1186917"/>
                </a:lnTo>
                <a:lnTo>
                  <a:pt x="447963" y="1186913"/>
                </a:lnTo>
                <a:lnTo>
                  <a:pt x="447966" y="1186908"/>
                </a:lnTo>
                <a:lnTo>
                  <a:pt x="447968" y="1186903"/>
                </a:lnTo>
                <a:lnTo>
                  <a:pt x="447971" y="1186898"/>
                </a:lnTo>
                <a:lnTo>
                  <a:pt x="447973" y="1186894"/>
                </a:lnTo>
                <a:lnTo>
                  <a:pt x="447975" y="1186889"/>
                </a:lnTo>
                <a:lnTo>
                  <a:pt x="447978" y="1186884"/>
                </a:lnTo>
                <a:lnTo>
                  <a:pt x="447980" y="1186879"/>
                </a:lnTo>
                <a:lnTo>
                  <a:pt x="447983" y="1186875"/>
                </a:lnTo>
                <a:lnTo>
                  <a:pt x="447985" y="1186870"/>
                </a:lnTo>
                <a:lnTo>
                  <a:pt x="447988" y="1186865"/>
                </a:lnTo>
                <a:lnTo>
                  <a:pt x="447990" y="1186860"/>
                </a:lnTo>
                <a:lnTo>
                  <a:pt x="447992" y="1186856"/>
                </a:lnTo>
                <a:lnTo>
                  <a:pt x="447995" y="1186851"/>
                </a:lnTo>
                <a:lnTo>
                  <a:pt x="447997" y="1186846"/>
                </a:lnTo>
                <a:lnTo>
                  <a:pt x="448000" y="1186841"/>
                </a:lnTo>
                <a:lnTo>
                  <a:pt x="448002" y="1186836"/>
                </a:lnTo>
                <a:lnTo>
                  <a:pt x="448004" y="1186832"/>
                </a:lnTo>
                <a:lnTo>
                  <a:pt x="448007" y="1186827"/>
                </a:lnTo>
                <a:lnTo>
                  <a:pt x="448009" y="1186822"/>
                </a:lnTo>
                <a:lnTo>
                  <a:pt x="448011" y="1186817"/>
                </a:lnTo>
                <a:close/>
                <a:moveTo>
                  <a:pt x="439259" y="1182366"/>
                </a:moveTo>
                <a:lnTo>
                  <a:pt x="443606" y="1184649"/>
                </a:lnTo>
                <a:lnTo>
                  <a:pt x="439201" y="1182481"/>
                </a:lnTo>
                <a:lnTo>
                  <a:pt x="439230" y="1182423"/>
                </a:lnTo>
                <a:lnTo>
                  <a:pt x="439259" y="1182366"/>
                </a:lnTo>
                <a:close/>
                <a:moveTo>
                  <a:pt x="468187" y="1145832"/>
                </a:moveTo>
                <a:lnTo>
                  <a:pt x="471669" y="1138324"/>
                </a:lnTo>
                <a:lnTo>
                  <a:pt x="462761" y="1134193"/>
                </a:lnTo>
                <a:lnTo>
                  <a:pt x="459302" y="1141649"/>
                </a:lnTo>
                <a:lnTo>
                  <a:pt x="446936" y="1166768"/>
                </a:lnTo>
                <a:lnTo>
                  <a:pt x="455746" y="1171105"/>
                </a:lnTo>
                <a:lnTo>
                  <a:pt x="468138" y="1145935"/>
                </a:lnTo>
                <a:lnTo>
                  <a:pt x="468140" y="1145930"/>
                </a:lnTo>
                <a:lnTo>
                  <a:pt x="468142" y="1145926"/>
                </a:lnTo>
                <a:lnTo>
                  <a:pt x="468144" y="1145922"/>
                </a:lnTo>
                <a:lnTo>
                  <a:pt x="468146" y="1145918"/>
                </a:lnTo>
                <a:lnTo>
                  <a:pt x="468148" y="1145913"/>
                </a:lnTo>
                <a:lnTo>
                  <a:pt x="468150" y="1145909"/>
                </a:lnTo>
                <a:lnTo>
                  <a:pt x="468152" y="1145905"/>
                </a:lnTo>
                <a:lnTo>
                  <a:pt x="468154" y="1145901"/>
                </a:lnTo>
                <a:lnTo>
                  <a:pt x="468156" y="1145896"/>
                </a:lnTo>
                <a:lnTo>
                  <a:pt x="468158" y="1145892"/>
                </a:lnTo>
                <a:lnTo>
                  <a:pt x="468160" y="1145888"/>
                </a:lnTo>
                <a:lnTo>
                  <a:pt x="468162" y="1145884"/>
                </a:lnTo>
                <a:lnTo>
                  <a:pt x="468164" y="1145879"/>
                </a:lnTo>
                <a:lnTo>
                  <a:pt x="468167" y="1145875"/>
                </a:lnTo>
                <a:lnTo>
                  <a:pt x="468169" y="1145871"/>
                </a:lnTo>
                <a:lnTo>
                  <a:pt x="468171" y="1145866"/>
                </a:lnTo>
                <a:lnTo>
                  <a:pt x="468173" y="1145862"/>
                </a:lnTo>
                <a:lnTo>
                  <a:pt x="468175" y="1145858"/>
                </a:lnTo>
                <a:lnTo>
                  <a:pt x="468177" y="1145854"/>
                </a:lnTo>
                <a:lnTo>
                  <a:pt x="468179" y="1145849"/>
                </a:lnTo>
                <a:lnTo>
                  <a:pt x="468181" y="1145845"/>
                </a:lnTo>
                <a:lnTo>
                  <a:pt x="468183" y="1145841"/>
                </a:lnTo>
                <a:lnTo>
                  <a:pt x="468185" y="1145836"/>
                </a:lnTo>
                <a:lnTo>
                  <a:pt x="468187" y="1145832"/>
                </a:lnTo>
                <a:close/>
                <a:moveTo>
                  <a:pt x="459328" y="1141598"/>
                </a:moveTo>
                <a:lnTo>
                  <a:pt x="463733" y="1143766"/>
                </a:lnTo>
                <a:lnTo>
                  <a:pt x="459279" y="1141701"/>
                </a:lnTo>
                <a:lnTo>
                  <a:pt x="459302" y="1141649"/>
                </a:lnTo>
                <a:lnTo>
                  <a:pt x="459328" y="1141598"/>
                </a:lnTo>
                <a:close/>
                <a:moveTo>
                  <a:pt x="488313" y="1102440"/>
                </a:moveTo>
                <a:lnTo>
                  <a:pt x="493376" y="1090917"/>
                </a:lnTo>
                <a:lnTo>
                  <a:pt x="484385" y="1086969"/>
                </a:lnTo>
                <a:lnTo>
                  <a:pt x="479405" y="1098309"/>
                </a:lnTo>
                <a:lnTo>
                  <a:pt x="469371" y="1119941"/>
                </a:lnTo>
                <a:lnTo>
                  <a:pt x="478280" y="1124072"/>
                </a:lnTo>
                <a:lnTo>
                  <a:pt x="488313" y="1102440"/>
                </a:lnTo>
                <a:close/>
                <a:moveTo>
                  <a:pt x="508480" y="1056531"/>
                </a:moveTo>
                <a:lnTo>
                  <a:pt x="514103" y="1043088"/>
                </a:lnTo>
                <a:lnTo>
                  <a:pt x="505044" y="1039300"/>
                </a:lnTo>
                <a:lnTo>
                  <a:pt x="499490" y="1052582"/>
                </a:lnTo>
                <a:lnTo>
                  <a:pt x="490703" y="1072584"/>
                </a:lnTo>
                <a:lnTo>
                  <a:pt x="499694" y="1076533"/>
                </a:lnTo>
                <a:lnTo>
                  <a:pt x="508480" y="1056531"/>
                </a:lnTo>
                <a:close/>
                <a:moveTo>
                  <a:pt x="528641" y="1008324"/>
                </a:moveTo>
                <a:lnTo>
                  <a:pt x="534007" y="994922"/>
                </a:lnTo>
                <a:lnTo>
                  <a:pt x="524890" y="991274"/>
                </a:lnTo>
                <a:lnTo>
                  <a:pt x="519582" y="1004536"/>
                </a:lnTo>
                <a:lnTo>
                  <a:pt x="511105" y="1024805"/>
                </a:lnTo>
                <a:lnTo>
                  <a:pt x="520165" y="1028594"/>
                </a:lnTo>
                <a:lnTo>
                  <a:pt x="528641" y="1008324"/>
                </a:lnTo>
                <a:close/>
                <a:moveTo>
                  <a:pt x="548796" y="957977"/>
                </a:moveTo>
                <a:lnTo>
                  <a:pt x="553222" y="946491"/>
                </a:lnTo>
                <a:lnTo>
                  <a:pt x="544059" y="942960"/>
                </a:lnTo>
                <a:lnTo>
                  <a:pt x="539679" y="954328"/>
                </a:lnTo>
                <a:lnTo>
                  <a:pt x="530729" y="976688"/>
                </a:lnTo>
                <a:lnTo>
                  <a:pt x="539845" y="980337"/>
                </a:lnTo>
                <a:lnTo>
                  <a:pt x="548796" y="957977"/>
                </a:lnTo>
                <a:close/>
                <a:moveTo>
                  <a:pt x="568946" y="905684"/>
                </a:moveTo>
                <a:lnTo>
                  <a:pt x="571869" y="897848"/>
                </a:lnTo>
                <a:lnTo>
                  <a:pt x="562668" y="894416"/>
                </a:lnTo>
                <a:lnTo>
                  <a:pt x="559782" y="902154"/>
                </a:lnTo>
                <a:lnTo>
                  <a:pt x="549708" y="928300"/>
                </a:lnTo>
                <a:lnTo>
                  <a:pt x="558871" y="931830"/>
                </a:lnTo>
                <a:lnTo>
                  <a:pt x="568946" y="905684"/>
                </a:lnTo>
                <a:close/>
                <a:moveTo>
                  <a:pt x="589090" y="851680"/>
                </a:moveTo>
                <a:lnTo>
                  <a:pt x="590049" y="849040"/>
                </a:lnTo>
                <a:lnTo>
                  <a:pt x="580820" y="845688"/>
                </a:lnTo>
                <a:lnTo>
                  <a:pt x="579890" y="848248"/>
                </a:lnTo>
                <a:lnTo>
                  <a:pt x="568159" y="879696"/>
                </a:lnTo>
                <a:lnTo>
                  <a:pt x="577360" y="883128"/>
                </a:lnTo>
                <a:lnTo>
                  <a:pt x="589090" y="851680"/>
                </a:lnTo>
                <a:close/>
                <a:moveTo>
                  <a:pt x="607819" y="800126"/>
                </a:moveTo>
                <a:lnTo>
                  <a:pt x="598589" y="796774"/>
                </a:lnTo>
                <a:lnTo>
                  <a:pt x="586184" y="830921"/>
                </a:lnTo>
                <a:lnTo>
                  <a:pt x="595414" y="834274"/>
                </a:lnTo>
                <a:lnTo>
                  <a:pt x="607819" y="800126"/>
                </a:lnTo>
                <a:close/>
                <a:moveTo>
                  <a:pt x="625307" y="751077"/>
                </a:moveTo>
                <a:lnTo>
                  <a:pt x="616056" y="747784"/>
                </a:lnTo>
                <a:lnTo>
                  <a:pt x="603872" y="782012"/>
                </a:lnTo>
                <a:lnTo>
                  <a:pt x="613123" y="785304"/>
                </a:lnTo>
                <a:lnTo>
                  <a:pt x="625307" y="751077"/>
                </a:lnTo>
                <a:close/>
                <a:moveTo>
                  <a:pt x="642602" y="701971"/>
                </a:moveTo>
                <a:lnTo>
                  <a:pt x="633337" y="698719"/>
                </a:lnTo>
                <a:lnTo>
                  <a:pt x="621302" y="732998"/>
                </a:lnTo>
                <a:lnTo>
                  <a:pt x="630568" y="736251"/>
                </a:lnTo>
                <a:lnTo>
                  <a:pt x="642602" y="701971"/>
                </a:lnTo>
                <a:close/>
                <a:moveTo>
                  <a:pt x="649502" y="682318"/>
                </a:moveTo>
                <a:lnTo>
                  <a:pt x="659779" y="652834"/>
                </a:lnTo>
                <a:lnTo>
                  <a:pt x="650507" y="649602"/>
                </a:lnTo>
                <a:lnTo>
                  <a:pt x="640236" y="679065"/>
                </a:lnTo>
                <a:lnTo>
                  <a:pt x="638541" y="683895"/>
                </a:lnTo>
                <a:lnTo>
                  <a:pt x="647806" y="687147"/>
                </a:lnTo>
                <a:lnTo>
                  <a:pt x="649502" y="682318"/>
                </a:lnTo>
                <a:close/>
                <a:moveTo>
                  <a:pt x="669632" y="624570"/>
                </a:moveTo>
                <a:lnTo>
                  <a:pt x="676909" y="603693"/>
                </a:lnTo>
                <a:lnTo>
                  <a:pt x="667637" y="600461"/>
                </a:lnTo>
                <a:lnTo>
                  <a:pt x="660359" y="621338"/>
                </a:lnTo>
                <a:lnTo>
                  <a:pt x="655678" y="634767"/>
                </a:lnTo>
                <a:lnTo>
                  <a:pt x="664950" y="637999"/>
                </a:lnTo>
                <a:lnTo>
                  <a:pt x="669632" y="624570"/>
                </a:lnTo>
                <a:close/>
                <a:moveTo>
                  <a:pt x="689758" y="566834"/>
                </a:moveTo>
                <a:lnTo>
                  <a:pt x="694065" y="554572"/>
                </a:lnTo>
                <a:lnTo>
                  <a:pt x="684800" y="551318"/>
                </a:lnTo>
                <a:lnTo>
                  <a:pt x="680485" y="563602"/>
                </a:lnTo>
                <a:lnTo>
                  <a:pt x="672808" y="585625"/>
                </a:lnTo>
                <a:lnTo>
                  <a:pt x="682081" y="588857"/>
                </a:lnTo>
                <a:lnTo>
                  <a:pt x="689758" y="566834"/>
                </a:lnTo>
                <a:close/>
                <a:moveTo>
                  <a:pt x="709880" y="509548"/>
                </a:moveTo>
                <a:lnTo>
                  <a:pt x="711324" y="505502"/>
                </a:lnTo>
                <a:lnTo>
                  <a:pt x="702075" y="502202"/>
                </a:lnTo>
                <a:lnTo>
                  <a:pt x="700615" y="506294"/>
                </a:lnTo>
                <a:lnTo>
                  <a:pt x="690007" y="536496"/>
                </a:lnTo>
                <a:lnTo>
                  <a:pt x="699272" y="539749"/>
                </a:lnTo>
                <a:lnTo>
                  <a:pt x="709880" y="509548"/>
                </a:lnTo>
                <a:close/>
                <a:moveTo>
                  <a:pt x="728814" y="456487"/>
                </a:moveTo>
                <a:lnTo>
                  <a:pt x="719566" y="453187"/>
                </a:lnTo>
                <a:lnTo>
                  <a:pt x="707356" y="487405"/>
                </a:lnTo>
                <a:lnTo>
                  <a:pt x="716604" y="490705"/>
                </a:lnTo>
                <a:lnTo>
                  <a:pt x="728814" y="456487"/>
                </a:lnTo>
                <a:close/>
                <a:moveTo>
                  <a:pt x="746649" y="407638"/>
                </a:moveTo>
                <a:lnTo>
                  <a:pt x="737427" y="404266"/>
                </a:lnTo>
                <a:lnTo>
                  <a:pt x="724949" y="438387"/>
                </a:lnTo>
                <a:lnTo>
                  <a:pt x="734171" y="441759"/>
                </a:lnTo>
                <a:lnTo>
                  <a:pt x="746649" y="407638"/>
                </a:lnTo>
                <a:close/>
                <a:moveTo>
                  <a:pt x="764943" y="358976"/>
                </a:moveTo>
                <a:lnTo>
                  <a:pt x="755759" y="355501"/>
                </a:lnTo>
                <a:lnTo>
                  <a:pt x="742901" y="389481"/>
                </a:lnTo>
                <a:lnTo>
                  <a:pt x="752085" y="392956"/>
                </a:lnTo>
                <a:lnTo>
                  <a:pt x="764943" y="358976"/>
                </a:lnTo>
                <a:close/>
                <a:moveTo>
                  <a:pt x="783856" y="310574"/>
                </a:moveTo>
                <a:lnTo>
                  <a:pt x="774725" y="306961"/>
                </a:lnTo>
                <a:lnTo>
                  <a:pt x="761357" y="340743"/>
                </a:lnTo>
                <a:lnTo>
                  <a:pt x="770488" y="344356"/>
                </a:lnTo>
                <a:lnTo>
                  <a:pt x="783856" y="310574"/>
                </a:lnTo>
                <a:close/>
                <a:moveTo>
                  <a:pt x="790318" y="294245"/>
                </a:moveTo>
                <a:lnTo>
                  <a:pt x="803602" y="262531"/>
                </a:lnTo>
                <a:lnTo>
                  <a:pt x="794545" y="258738"/>
                </a:lnTo>
                <a:lnTo>
                  <a:pt x="781188" y="290632"/>
                </a:lnTo>
                <a:lnTo>
                  <a:pt x="780506" y="292352"/>
                </a:lnTo>
                <a:lnTo>
                  <a:pt x="789637" y="295966"/>
                </a:lnTo>
                <a:lnTo>
                  <a:pt x="790318" y="294245"/>
                </a:lnTo>
                <a:close/>
                <a:moveTo>
                  <a:pt x="801350" y="242489"/>
                </a:moveTo>
                <a:lnTo>
                  <a:pt x="800614" y="244247"/>
                </a:lnTo>
                <a:lnTo>
                  <a:pt x="809672" y="248040"/>
                </a:lnTo>
                <a:lnTo>
                  <a:pt x="810383" y="246341"/>
                </a:lnTo>
                <a:lnTo>
                  <a:pt x="824469" y="214998"/>
                </a:lnTo>
                <a:lnTo>
                  <a:pt x="815513" y="210974"/>
                </a:lnTo>
                <a:lnTo>
                  <a:pt x="801401" y="242374"/>
                </a:lnTo>
                <a:lnTo>
                  <a:pt x="801399" y="242378"/>
                </a:lnTo>
                <a:lnTo>
                  <a:pt x="801396" y="242383"/>
                </a:lnTo>
                <a:lnTo>
                  <a:pt x="801394" y="242388"/>
                </a:lnTo>
                <a:lnTo>
                  <a:pt x="801392" y="242393"/>
                </a:lnTo>
                <a:lnTo>
                  <a:pt x="801390" y="242398"/>
                </a:lnTo>
                <a:lnTo>
                  <a:pt x="801388" y="242402"/>
                </a:lnTo>
                <a:lnTo>
                  <a:pt x="801386" y="242407"/>
                </a:lnTo>
                <a:lnTo>
                  <a:pt x="801384" y="242412"/>
                </a:lnTo>
                <a:lnTo>
                  <a:pt x="801382" y="242417"/>
                </a:lnTo>
                <a:lnTo>
                  <a:pt x="801379" y="242422"/>
                </a:lnTo>
                <a:lnTo>
                  <a:pt x="801377" y="242427"/>
                </a:lnTo>
                <a:lnTo>
                  <a:pt x="801375" y="242431"/>
                </a:lnTo>
                <a:lnTo>
                  <a:pt x="801373" y="242436"/>
                </a:lnTo>
                <a:lnTo>
                  <a:pt x="801371" y="242441"/>
                </a:lnTo>
                <a:lnTo>
                  <a:pt x="801369" y="242446"/>
                </a:lnTo>
                <a:lnTo>
                  <a:pt x="801367" y="242451"/>
                </a:lnTo>
                <a:lnTo>
                  <a:pt x="801365" y="242455"/>
                </a:lnTo>
                <a:lnTo>
                  <a:pt x="801363" y="242460"/>
                </a:lnTo>
                <a:lnTo>
                  <a:pt x="801361" y="242465"/>
                </a:lnTo>
                <a:lnTo>
                  <a:pt x="801359" y="242470"/>
                </a:lnTo>
                <a:lnTo>
                  <a:pt x="801357" y="242475"/>
                </a:lnTo>
                <a:lnTo>
                  <a:pt x="801355" y="242480"/>
                </a:lnTo>
                <a:lnTo>
                  <a:pt x="801353" y="242485"/>
                </a:lnTo>
                <a:lnTo>
                  <a:pt x="801350" y="242489"/>
                </a:lnTo>
                <a:close/>
                <a:moveTo>
                  <a:pt x="810358" y="246399"/>
                </a:moveTo>
                <a:lnTo>
                  <a:pt x="805879" y="244386"/>
                </a:lnTo>
                <a:lnTo>
                  <a:pt x="810408" y="246283"/>
                </a:lnTo>
                <a:lnTo>
                  <a:pt x="810383" y="246341"/>
                </a:lnTo>
                <a:lnTo>
                  <a:pt x="810358" y="246399"/>
                </a:lnTo>
                <a:close/>
                <a:moveTo>
                  <a:pt x="846860" y="168207"/>
                </a:moveTo>
                <a:lnTo>
                  <a:pt x="838042" y="163886"/>
                </a:lnTo>
                <a:lnTo>
                  <a:pt x="822054" y="196510"/>
                </a:lnTo>
                <a:lnTo>
                  <a:pt x="830872" y="200831"/>
                </a:lnTo>
                <a:lnTo>
                  <a:pt x="846860" y="168207"/>
                </a:lnTo>
                <a:close/>
                <a:moveTo>
                  <a:pt x="861947" y="119248"/>
                </a:moveTo>
                <a:lnTo>
                  <a:pt x="845335" y="149736"/>
                </a:lnTo>
                <a:lnTo>
                  <a:pt x="853958" y="154433"/>
                </a:lnTo>
                <a:lnTo>
                  <a:pt x="870503" y="124068"/>
                </a:lnTo>
                <a:lnTo>
                  <a:pt x="871280" y="122816"/>
                </a:lnTo>
                <a:lnTo>
                  <a:pt x="862937" y="117639"/>
                </a:lnTo>
                <a:lnTo>
                  <a:pt x="862086" y="119008"/>
                </a:lnTo>
                <a:lnTo>
                  <a:pt x="862080" y="119018"/>
                </a:lnTo>
                <a:lnTo>
                  <a:pt x="862074" y="119028"/>
                </a:lnTo>
                <a:lnTo>
                  <a:pt x="862068" y="119038"/>
                </a:lnTo>
                <a:lnTo>
                  <a:pt x="862062" y="119048"/>
                </a:lnTo>
                <a:lnTo>
                  <a:pt x="862056" y="119058"/>
                </a:lnTo>
                <a:lnTo>
                  <a:pt x="862050" y="119068"/>
                </a:lnTo>
                <a:lnTo>
                  <a:pt x="862044" y="119078"/>
                </a:lnTo>
                <a:lnTo>
                  <a:pt x="862038" y="119088"/>
                </a:lnTo>
                <a:lnTo>
                  <a:pt x="862032" y="119098"/>
                </a:lnTo>
                <a:lnTo>
                  <a:pt x="862026" y="119108"/>
                </a:lnTo>
                <a:lnTo>
                  <a:pt x="862020" y="119117"/>
                </a:lnTo>
                <a:lnTo>
                  <a:pt x="862015" y="119127"/>
                </a:lnTo>
                <a:lnTo>
                  <a:pt x="862009" y="119137"/>
                </a:lnTo>
                <a:lnTo>
                  <a:pt x="862003" y="119148"/>
                </a:lnTo>
                <a:lnTo>
                  <a:pt x="861997" y="119158"/>
                </a:lnTo>
                <a:lnTo>
                  <a:pt x="861992" y="119168"/>
                </a:lnTo>
                <a:lnTo>
                  <a:pt x="861986" y="119178"/>
                </a:lnTo>
                <a:lnTo>
                  <a:pt x="861980" y="119188"/>
                </a:lnTo>
                <a:lnTo>
                  <a:pt x="861974" y="119198"/>
                </a:lnTo>
                <a:lnTo>
                  <a:pt x="861969" y="119208"/>
                </a:lnTo>
                <a:lnTo>
                  <a:pt x="861963" y="119218"/>
                </a:lnTo>
                <a:lnTo>
                  <a:pt x="861958" y="119228"/>
                </a:lnTo>
                <a:lnTo>
                  <a:pt x="861952" y="119238"/>
                </a:lnTo>
                <a:lnTo>
                  <a:pt x="861947" y="119248"/>
                </a:lnTo>
                <a:close/>
                <a:moveTo>
                  <a:pt x="870430" y="124186"/>
                </a:moveTo>
                <a:lnTo>
                  <a:pt x="866258" y="121597"/>
                </a:lnTo>
                <a:lnTo>
                  <a:pt x="870569" y="123946"/>
                </a:lnTo>
                <a:lnTo>
                  <a:pt x="870503" y="124068"/>
                </a:lnTo>
                <a:lnTo>
                  <a:pt x="870430" y="124186"/>
                </a:lnTo>
                <a:close/>
                <a:moveTo>
                  <a:pt x="882213" y="86582"/>
                </a:moveTo>
                <a:lnTo>
                  <a:pt x="871222" y="104290"/>
                </a:lnTo>
                <a:lnTo>
                  <a:pt x="879565" y="109468"/>
                </a:lnTo>
                <a:lnTo>
                  <a:pt x="890459" y="91916"/>
                </a:lnTo>
                <a:lnTo>
                  <a:pt x="899483" y="79554"/>
                </a:lnTo>
                <a:lnTo>
                  <a:pt x="891551" y="73765"/>
                </a:lnTo>
                <a:lnTo>
                  <a:pt x="882418" y="86277"/>
                </a:lnTo>
                <a:lnTo>
                  <a:pt x="882409" y="86289"/>
                </a:lnTo>
                <a:lnTo>
                  <a:pt x="882400" y="86302"/>
                </a:lnTo>
                <a:lnTo>
                  <a:pt x="882391" y="86314"/>
                </a:lnTo>
                <a:lnTo>
                  <a:pt x="882383" y="86327"/>
                </a:lnTo>
                <a:lnTo>
                  <a:pt x="882374" y="86339"/>
                </a:lnTo>
                <a:lnTo>
                  <a:pt x="882365" y="86352"/>
                </a:lnTo>
                <a:lnTo>
                  <a:pt x="882356" y="86364"/>
                </a:lnTo>
                <a:lnTo>
                  <a:pt x="882347" y="86377"/>
                </a:lnTo>
                <a:lnTo>
                  <a:pt x="882339" y="86390"/>
                </a:lnTo>
                <a:lnTo>
                  <a:pt x="882330" y="86402"/>
                </a:lnTo>
                <a:lnTo>
                  <a:pt x="882321" y="86415"/>
                </a:lnTo>
                <a:lnTo>
                  <a:pt x="882313" y="86428"/>
                </a:lnTo>
                <a:lnTo>
                  <a:pt x="882304" y="86440"/>
                </a:lnTo>
                <a:lnTo>
                  <a:pt x="882296" y="86453"/>
                </a:lnTo>
                <a:lnTo>
                  <a:pt x="882287" y="86466"/>
                </a:lnTo>
                <a:lnTo>
                  <a:pt x="882279" y="86479"/>
                </a:lnTo>
                <a:lnTo>
                  <a:pt x="882270" y="86492"/>
                </a:lnTo>
                <a:lnTo>
                  <a:pt x="882262" y="86504"/>
                </a:lnTo>
                <a:lnTo>
                  <a:pt x="882254" y="86517"/>
                </a:lnTo>
                <a:lnTo>
                  <a:pt x="882245" y="86530"/>
                </a:lnTo>
                <a:lnTo>
                  <a:pt x="882237" y="86543"/>
                </a:lnTo>
                <a:lnTo>
                  <a:pt x="882229" y="86556"/>
                </a:lnTo>
                <a:lnTo>
                  <a:pt x="882221" y="86569"/>
                </a:lnTo>
                <a:lnTo>
                  <a:pt x="882213" y="86582"/>
                </a:lnTo>
                <a:close/>
                <a:moveTo>
                  <a:pt x="890350" y="92066"/>
                </a:moveTo>
                <a:lnTo>
                  <a:pt x="886384" y="89171"/>
                </a:lnTo>
                <a:lnTo>
                  <a:pt x="890556" y="91760"/>
                </a:lnTo>
                <a:lnTo>
                  <a:pt x="890459" y="91916"/>
                </a:lnTo>
                <a:lnTo>
                  <a:pt x="890350" y="92066"/>
                </a:lnTo>
                <a:close/>
                <a:moveTo>
                  <a:pt x="922983" y="35893"/>
                </a:moveTo>
                <a:lnTo>
                  <a:pt x="902856" y="58319"/>
                </a:lnTo>
                <a:lnTo>
                  <a:pt x="902843" y="58335"/>
                </a:lnTo>
                <a:lnTo>
                  <a:pt x="902829" y="58350"/>
                </a:lnTo>
                <a:lnTo>
                  <a:pt x="902815" y="58366"/>
                </a:lnTo>
                <a:lnTo>
                  <a:pt x="902802" y="58381"/>
                </a:lnTo>
                <a:lnTo>
                  <a:pt x="902788" y="58397"/>
                </a:lnTo>
                <a:lnTo>
                  <a:pt x="902775" y="58412"/>
                </a:lnTo>
                <a:lnTo>
                  <a:pt x="902761" y="58428"/>
                </a:lnTo>
                <a:lnTo>
                  <a:pt x="902748" y="58444"/>
                </a:lnTo>
                <a:lnTo>
                  <a:pt x="902735" y="58460"/>
                </a:lnTo>
                <a:lnTo>
                  <a:pt x="902722" y="58476"/>
                </a:lnTo>
                <a:lnTo>
                  <a:pt x="902709" y="58492"/>
                </a:lnTo>
                <a:lnTo>
                  <a:pt x="902696" y="58508"/>
                </a:lnTo>
                <a:lnTo>
                  <a:pt x="902683" y="58524"/>
                </a:lnTo>
                <a:lnTo>
                  <a:pt x="902670" y="58540"/>
                </a:lnTo>
                <a:lnTo>
                  <a:pt x="902657" y="58556"/>
                </a:lnTo>
                <a:lnTo>
                  <a:pt x="902644" y="58572"/>
                </a:lnTo>
                <a:lnTo>
                  <a:pt x="902632" y="58588"/>
                </a:lnTo>
                <a:lnTo>
                  <a:pt x="902619" y="58605"/>
                </a:lnTo>
                <a:lnTo>
                  <a:pt x="902606" y="58621"/>
                </a:lnTo>
                <a:lnTo>
                  <a:pt x="902594" y="58638"/>
                </a:lnTo>
                <a:lnTo>
                  <a:pt x="902582" y="58654"/>
                </a:lnTo>
                <a:lnTo>
                  <a:pt x="902569" y="58671"/>
                </a:lnTo>
                <a:lnTo>
                  <a:pt x="902557" y="58687"/>
                </a:lnTo>
                <a:lnTo>
                  <a:pt x="902545" y="58704"/>
                </a:lnTo>
                <a:lnTo>
                  <a:pt x="900814" y="61075"/>
                </a:lnTo>
                <a:lnTo>
                  <a:pt x="908745" y="66864"/>
                </a:lnTo>
                <a:lnTo>
                  <a:pt x="910330" y="64693"/>
                </a:lnTo>
                <a:lnTo>
                  <a:pt x="930066" y="42702"/>
                </a:lnTo>
                <a:lnTo>
                  <a:pt x="932299" y="40811"/>
                </a:lnTo>
                <a:lnTo>
                  <a:pt x="925955" y="33317"/>
                </a:lnTo>
                <a:lnTo>
                  <a:pt x="923464" y="35425"/>
                </a:lnTo>
                <a:lnTo>
                  <a:pt x="923443" y="35443"/>
                </a:lnTo>
                <a:lnTo>
                  <a:pt x="923422" y="35462"/>
                </a:lnTo>
                <a:lnTo>
                  <a:pt x="923401" y="35480"/>
                </a:lnTo>
                <a:lnTo>
                  <a:pt x="923380" y="35499"/>
                </a:lnTo>
                <a:lnTo>
                  <a:pt x="923359" y="35517"/>
                </a:lnTo>
                <a:lnTo>
                  <a:pt x="923338" y="35536"/>
                </a:lnTo>
                <a:lnTo>
                  <a:pt x="923317" y="35555"/>
                </a:lnTo>
                <a:lnTo>
                  <a:pt x="923297" y="35574"/>
                </a:lnTo>
                <a:lnTo>
                  <a:pt x="923276" y="35593"/>
                </a:lnTo>
                <a:lnTo>
                  <a:pt x="923256" y="35612"/>
                </a:lnTo>
                <a:lnTo>
                  <a:pt x="923236" y="35632"/>
                </a:lnTo>
                <a:lnTo>
                  <a:pt x="923215" y="35651"/>
                </a:lnTo>
                <a:lnTo>
                  <a:pt x="923195" y="35671"/>
                </a:lnTo>
                <a:lnTo>
                  <a:pt x="923176" y="35690"/>
                </a:lnTo>
                <a:lnTo>
                  <a:pt x="923156" y="35710"/>
                </a:lnTo>
                <a:lnTo>
                  <a:pt x="923136" y="35730"/>
                </a:lnTo>
                <a:lnTo>
                  <a:pt x="923116" y="35750"/>
                </a:lnTo>
                <a:lnTo>
                  <a:pt x="923097" y="35770"/>
                </a:lnTo>
                <a:lnTo>
                  <a:pt x="923078" y="35790"/>
                </a:lnTo>
                <a:lnTo>
                  <a:pt x="923058" y="35811"/>
                </a:lnTo>
                <a:lnTo>
                  <a:pt x="923039" y="35831"/>
                </a:lnTo>
                <a:lnTo>
                  <a:pt x="923020" y="35852"/>
                </a:lnTo>
                <a:lnTo>
                  <a:pt x="923001" y="35872"/>
                </a:lnTo>
                <a:lnTo>
                  <a:pt x="922983" y="35893"/>
                </a:lnTo>
                <a:close/>
                <a:moveTo>
                  <a:pt x="910165" y="64877"/>
                </a:moveTo>
                <a:lnTo>
                  <a:pt x="906510" y="61598"/>
                </a:lnTo>
                <a:lnTo>
                  <a:pt x="910476" y="64493"/>
                </a:lnTo>
                <a:lnTo>
                  <a:pt x="910330" y="64693"/>
                </a:lnTo>
                <a:lnTo>
                  <a:pt x="910165" y="64877"/>
                </a:lnTo>
                <a:close/>
                <a:moveTo>
                  <a:pt x="929809" y="42920"/>
                </a:moveTo>
                <a:lnTo>
                  <a:pt x="926637" y="39172"/>
                </a:lnTo>
                <a:lnTo>
                  <a:pt x="930291" y="42451"/>
                </a:lnTo>
                <a:lnTo>
                  <a:pt x="930066" y="42702"/>
                </a:lnTo>
                <a:lnTo>
                  <a:pt x="929809" y="42920"/>
                </a:lnTo>
                <a:close/>
                <a:moveTo>
                  <a:pt x="964459" y="6406"/>
                </a:moveTo>
                <a:lnTo>
                  <a:pt x="944333" y="17869"/>
                </a:lnTo>
                <a:lnTo>
                  <a:pt x="944300" y="17888"/>
                </a:lnTo>
                <a:lnTo>
                  <a:pt x="944268" y="17907"/>
                </a:lnTo>
                <a:lnTo>
                  <a:pt x="944235" y="17927"/>
                </a:lnTo>
                <a:lnTo>
                  <a:pt x="944203" y="17946"/>
                </a:lnTo>
                <a:lnTo>
                  <a:pt x="944170" y="17966"/>
                </a:lnTo>
                <a:lnTo>
                  <a:pt x="944138" y="17986"/>
                </a:lnTo>
                <a:lnTo>
                  <a:pt x="944107" y="18006"/>
                </a:lnTo>
                <a:lnTo>
                  <a:pt x="944075" y="18027"/>
                </a:lnTo>
                <a:lnTo>
                  <a:pt x="944043" y="18048"/>
                </a:lnTo>
                <a:lnTo>
                  <a:pt x="944012" y="18069"/>
                </a:lnTo>
                <a:lnTo>
                  <a:pt x="943981" y="18090"/>
                </a:lnTo>
                <a:lnTo>
                  <a:pt x="943950" y="18112"/>
                </a:lnTo>
                <a:lnTo>
                  <a:pt x="943919" y="18133"/>
                </a:lnTo>
                <a:lnTo>
                  <a:pt x="943888" y="18155"/>
                </a:lnTo>
                <a:lnTo>
                  <a:pt x="943858" y="18177"/>
                </a:lnTo>
                <a:lnTo>
                  <a:pt x="943827" y="18200"/>
                </a:lnTo>
                <a:lnTo>
                  <a:pt x="943797" y="18223"/>
                </a:lnTo>
                <a:lnTo>
                  <a:pt x="943767" y="18246"/>
                </a:lnTo>
                <a:lnTo>
                  <a:pt x="943737" y="18269"/>
                </a:lnTo>
                <a:lnTo>
                  <a:pt x="943708" y="18292"/>
                </a:lnTo>
                <a:lnTo>
                  <a:pt x="943678" y="18316"/>
                </a:lnTo>
                <a:lnTo>
                  <a:pt x="943649" y="18340"/>
                </a:lnTo>
                <a:lnTo>
                  <a:pt x="943620" y="18364"/>
                </a:lnTo>
                <a:lnTo>
                  <a:pt x="943591" y="18388"/>
                </a:lnTo>
                <a:lnTo>
                  <a:pt x="937946" y="23166"/>
                </a:lnTo>
                <a:lnTo>
                  <a:pt x="944291" y="30660"/>
                </a:lnTo>
                <a:lnTo>
                  <a:pt x="949588" y="26176"/>
                </a:lnTo>
                <a:lnTo>
                  <a:pt x="968807" y="15230"/>
                </a:lnTo>
                <a:lnTo>
                  <a:pt x="973793" y="13803"/>
                </a:lnTo>
                <a:lnTo>
                  <a:pt x="971090" y="4363"/>
                </a:lnTo>
                <a:lnTo>
                  <a:pt x="965538" y="5953"/>
                </a:lnTo>
                <a:lnTo>
                  <a:pt x="965491" y="5966"/>
                </a:lnTo>
                <a:lnTo>
                  <a:pt x="965444" y="5981"/>
                </a:lnTo>
                <a:lnTo>
                  <a:pt x="965397" y="5995"/>
                </a:lnTo>
                <a:lnTo>
                  <a:pt x="965350" y="6010"/>
                </a:lnTo>
                <a:lnTo>
                  <a:pt x="965304" y="6026"/>
                </a:lnTo>
                <a:lnTo>
                  <a:pt x="965258" y="6042"/>
                </a:lnTo>
                <a:lnTo>
                  <a:pt x="965212" y="6058"/>
                </a:lnTo>
                <a:lnTo>
                  <a:pt x="965166" y="6075"/>
                </a:lnTo>
                <a:lnTo>
                  <a:pt x="965120" y="6093"/>
                </a:lnTo>
                <a:lnTo>
                  <a:pt x="965075" y="6110"/>
                </a:lnTo>
                <a:lnTo>
                  <a:pt x="965030" y="6129"/>
                </a:lnTo>
                <a:lnTo>
                  <a:pt x="964985" y="6147"/>
                </a:lnTo>
                <a:lnTo>
                  <a:pt x="964940" y="6166"/>
                </a:lnTo>
                <a:lnTo>
                  <a:pt x="964895" y="6186"/>
                </a:lnTo>
                <a:lnTo>
                  <a:pt x="964851" y="6206"/>
                </a:lnTo>
                <a:lnTo>
                  <a:pt x="964807" y="6226"/>
                </a:lnTo>
                <a:lnTo>
                  <a:pt x="964763" y="6247"/>
                </a:lnTo>
                <a:lnTo>
                  <a:pt x="964719" y="6269"/>
                </a:lnTo>
                <a:lnTo>
                  <a:pt x="964675" y="6291"/>
                </a:lnTo>
                <a:lnTo>
                  <a:pt x="964631" y="6313"/>
                </a:lnTo>
                <a:lnTo>
                  <a:pt x="964588" y="6336"/>
                </a:lnTo>
                <a:lnTo>
                  <a:pt x="964545" y="6359"/>
                </a:lnTo>
                <a:lnTo>
                  <a:pt x="964502" y="6382"/>
                </a:lnTo>
                <a:lnTo>
                  <a:pt x="964459" y="6406"/>
                </a:lnTo>
                <a:close/>
                <a:moveTo>
                  <a:pt x="949193" y="26401"/>
                </a:moveTo>
                <a:lnTo>
                  <a:pt x="946763" y="22135"/>
                </a:lnTo>
                <a:lnTo>
                  <a:pt x="949935" y="25883"/>
                </a:lnTo>
                <a:lnTo>
                  <a:pt x="949588" y="26176"/>
                </a:lnTo>
                <a:lnTo>
                  <a:pt x="949193" y="26401"/>
                </a:lnTo>
                <a:close/>
                <a:moveTo>
                  <a:pt x="968241" y="15392"/>
                </a:moveTo>
                <a:lnTo>
                  <a:pt x="966889" y="10673"/>
                </a:lnTo>
                <a:lnTo>
                  <a:pt x="969319" y="14939"/>
                </a:lnTo>
                <a:lnTo>
                  <a:pt x="968807" y="15230"/>
                </a:lnTo>
                <a:lnTo>
                  <a:pt x="968241" y="15392"/>
                </a:lnTo>
                <a:close/>
                <a:moveTo>
                  <a:pt x="1007142" y="0"/>
                </a:moveTo>
                <a:lnTo>
                  <a:pt x="987567" y="0"/>
                </a:lnTo>
                <a:lnTo>
                  <a:pt x="987567" y="9819"/>
                </a:lnTo>
                <a:lnTo>
                  <a:pt x="1006453" y="9819"/>
                </a:lnTo>
                <a:lnTo>
                  <a:pt x="1021901" y="14243"/>
                </a:lnTo>
                <a:lnTo>
                  <a:pt x="1024604" y="4803"/>
                </a:lnTo>
                <a:lnTo>
                  <a:pt x="1008494" y="190"/>
                </a:lnTo>
                <a:lnTo>
                  <a:pt x="1008438" y="174"/>
                </a:lnTo>
                <a:lnTo>
                  <a:pt x="1008383" y="159"/>
                </a:lnTo>
                <a:lnTo>
                  <a:pt x="1008327" y="145"/>
                </a:lnTo>
                <a:lnTo>
                  <a:pt x="1008272" y="132"/>
                </a:lnTo>
                <a:lnTo>
                  <a:pt x="1008216" y="119"/>
                </a:lnTo>
                <a:lnTo>
                  <a:pt x="1008161" y="107"/>
                </a:lnTo>
                <a:lnTo>
                  <a:pt x="1008105" y="95"/>
                </a:lnTo>
                <a:lnTo>
                  <a:pt x="1008049" y="84"/>
                </a:lnTo>
                <a:lnTo>
                  <a:pt x="1007993" y="74"/>
                </a:lnTo>
                <a:lnTo>
                  <a:pt x="1007937" y="65"/>
                </a:lnTo>
                <a:lnTo>
                  <a:pt x="1007881" y="56"/>
                </a:lnTo>
                <a:lnTo>
                  <a:pt x="1007824" y="47"/>
                </a:lnTo>
                <a:lnTo>
                  <a:pt x="1007768" y="40"/>
                </a:lnTo>
                <a:lnTo>
                  <a:pt x="1007712" y="33"/>
                </a:lnTo>
                <a:lnTo>
                  <a:pt x="1007655" y="27"/>
                </a:lnTo>
                <a:lnTo>
                  <a:pt x="1007598" y="21"/>
                </a:lnTo>
                <a:lnTo>
                  <a:pt x="1007542" y="16"/>
                </a:lnTo>
                <a:lnTo>
                  <a:pt x="1007485" y="12"/>
                </a:lnTo>
                <a:lnTo>
                  <a:pt x="1007428" y="8"/>
                </a:lnTo>
                <a:lnTo>
                  <a:pt x="1007371" y="5"/>
                </a:lnTo>
                <a:lnTo>
                  <a:pt x="1007314" y="3"/>
                </a:lnTo>
                <a:lnTo>
                  <a:pt x="1007257" y="1"/>
                </a:lnTo>
                <a:lnTo>
                  <a:pt x="1007199" y="0"/>
                </a:lnTo>
                <a:lnTo>
                  <a:pt x="1007142" y="0"/>
                </a:lnTo>
                <a:close/>
                <a:moveTo>
                  <a:pt x="1005790" y="9629"/>
                </a:moveTo>
                <a:lnTo>
                  <a:pt x="1007142" y="4910"/>
                </a:lnTo>
                <a:lnTo>
                  <a:pt x="1007142" y="9819"/>
                </a:lnTo>
                <a:lnTo>
                  <a:pt x="1006453" y="9819"/>
                </a:lnTo>
                <a:lnTo>
                  <a:pt x="1005790" y="9629"/>
                </a:lnTo>
                <a:close/>
                <a:moveTo>
                  <a:pt x="1049824" y="17869"/>
                </a:moveTo>
                <a:lnTo>
                  <a:pt x="1039721" y="12115"/>
                </a:lnTo>
                <a:lnTo>
                  <a:pt x="1034861" y="20647"/>
                </a:lnTo>
                <a:lnTo>
                  <a:pt x="1044569" y="26176"/>
                </a:lnTo>
                <a:lnTo>
                  <a:pt x="1063078" y="41844"/>
                </a:lnTo>
                <a:lnTo>
                  <a:pt x="1069423" y="34350"/>
                </a:lnTo>
                <a:lnTo>
                  <a:pt x="1050567" y="18388"/>
                </a:lnTo>
                <a:lnTo>
                  <a:pt x="1050538" y="18364"/>
                </a:lnTo>
                <a:lnTo>
                  <a:pt x="1050509" y="18340"/>
                </a:lnTo>
                <a:lnTo>
                  <a:pt x="1050479" y="18316"/>
                </a:lnTo>
                <a:lnTo>
                  <a:pt x="1050450" y="18292"/>
                </a:lnTo>
                <a:lnTo>
                  <a:pt x="1050420" y="18269"/>
                </a:lnTo>
                <a:lnTo>
                  <a:pt x="1050390" y="18246"/>
                </a:lnTo>
                <a:lnTo>
                  <a:pt x="1050360" y="18223"/>
                </a:lnTo>
                <a:lnTo>
                  <a:pt x="1050330" y="18200"/>
                </a:lnTo>
                <a:lnTo>
                  <a:pt x="1050300" y="18177"/>
                </a:lnTo>
                <a:lnTo>
                  <a:pt x="1050269" y="18155"/>
                </a:lnTo>
                <a:lnTo>
                  <a:pt x="1050238" y="18133"/>
                </a:lnTo>
                <a:lnTo>
                  <a:pt x="1050208" y="18112"/>
                </a:lnTo>
                <a:lnTo>
                  <a:pt x="1050177" y="18090"/>
                </a:lnTo>
                <a:lnTo>
                  <a:pt x="1050145" y="18069"/>
                </a:lnTo>
                <a:lnTo>
                  <a:pt x="1050114" y="18048"/>
                </a:lnTo>
                <a:lnTo>
                  <a:pt x="1050082" y="18027"/>
                </a:lnTo>
                <a:lnTo>
                  <a:pt x="1050051" y="18006"/>
                </a:lnTo>
                <a:lnTo>
                  <a:pt x="1050019" y="17986"/>
                </a:lnTo>
                <a:lnTo>
                  <a:pt x="1049987" y="17966"/>
                </a:lnTo>
                <a:lnTo>
                  <a:pt x="1049955" y="17946"/>
                </a:lnTo>
                <a:lnTo>
                  <a:pt x="1049922" y="17927"/>
                </a:lnTo>
                <a:lnTo>
                  <a:pt x="1049890" y="17907"/>
                </a:lnTo>
                <a:lnTo>
                  <a:pt x="1049857" y="17888"/>
                </a:lnTo>
                <a:lnTo>
                  <a:pt x="1049824" y="17869"/>
                </a:lnTo>
                <a:close/>
                <a:moveTo>
                  <a:pt x="1044222" y="25883"/>
                </a:moveTo>
                <a:lnTo>
                  <a:pt x="1047394" y="22135"/>
                </a:lnTo>
                <a:lnTo>
                  <a:pt x="1044964" y="26401"/>
                </a:lnTo>
                <a:lnTo>
                  <a:pt x="1044569" y="26176"/>
                </a:lnTo>
                <a:lnTo>
                  <a:pt x="1044222" y="25883"/>
                </a:lnTo>
                <a:close/>
                <a:moveTo>
                  <a:pt x="1091301" y="58319"/>
                </a:moveTo>
                <a:lnTo>
                  <a:pt x="1080557" y="46347"/>
                </a:lnTo>
                <a:lnTo>
                  <a:pt x="1073249" y="52905"/>
                </a:lnTo>
                <a:lnTo>
                  <a:pt x="1083827" y="64693"/>
                </a:lnTo>
                <a:lnTo>
                  <a:pt x="1095617" y="80845"/>
                </a:lnTo>
                <a:lnTo>
                  <a:pt x="1103549" y="75056"/>
                </a:lnTo>
                <a:lnTo>
                  <a:pt x="1091613" y="58704"/>
                </a:lnTo>
                <a:lnTo>
                  <a:pt x="1091600" y="58687"/>
                </a:lnTo>
                <a:lnTo>
                  <a:pt x="1091588" y="58671"/>
                </a:lnTo>
                <a:lnTo>
                  <a:pt x="1091576" y="58654"/>
                </a:lnTo>
                <a:lnTo>
                  <a:pt x="1091563" y="58638"/>
                </a:lnTo>
                <a:lnTo>
                  <a:pt x="1091551" y="58621"/>
                </a:lnTo>
                <a:lnTo>
                  <a:pt x="1091538" y="58605"/>
                </a:lnTo>
                <a:lnTo>
                  <a:pt x="1091526" y="58588"/>
                </a:lnTo>
                <a:lnTo>
                  <a:pt x="1091513" y="58572"/>
                </a:lnTo>
                <a:lnTo>
                  <a:pt x="1091500" y="58556"/>
                </a:lnTo>
                <a:lnTo>
                  <a:pt x="1091488" y="58540"/>
                </a:lnTo>
                <a:lnTo>
                  <a:pt x="1091475" y="58524"/>
                </a:lnTo>
                <a:lnTo>
                  <a:pt x="1091462" y="58508"/>
                </a:lnTo>
                <a:lnTo>
                  <a:pt x="1091449" y="58492"/>
                </a:lnTo>
                <a:lnTo>
                  <a:pt x="1091436" y="58476"/>
                </a:lnTo>
                <a:lnTo>
                  <a:pt x="1091422" y="58460"/>
                </a:lnTo>
                <a:lnTo>
                  <a:pt x="1091409" y="58444"/>
                </a:lnTo>
                <a:lnTo>
                  <a:pt x="1091396" y="58428"/>
                </a:lnTo>
                <a:lnTo>
                  <a:pt x="1091383" y="58412"/>
                </a:lnTo>
                <a:lnTo>
                  <a:pt x="1091369" y="58397"/>
                </a:lnTo>
                <a:lnTo>
                  <a:pt x="1091356" y="58381"/>
                </a:lnTo>
                <a:lnTo>
                  <a:pt x="1091342" y="58366"/>
                </a:lnTo>
                <a:lnTo>
                  <a:pt x="1091328" y="58350"/>
                </a:lnTo>
                <a:lnTo>
                  <a:pt x="1091315" y="58335"/>
                </a:lnTo>
                <a:lnTo>
                  <a:pt x="1091301" y="58319"/>
                </a:lnTo>
                <a:close/>
                <a:moveTo>
                  <a:pt x="1083681" y="64493"/>
                </a:moveTo>
                <a:lnTo>
                  <a:pt x="1087647" y="61598"/>
                </a:lnTo>
                <a:lnTo>
                  <a:pt x="1083993" y="64877"/>
                </a:lnTo>
                <a:lnTo>
                  <a:pt x="1083827" y="64693"/>
                </a:lnTo>
                <a:lnTo>
                  <a:pt x="1083681" y="64493"/>
                </a:lnTo>
                <a:close/>
                <a:moveTo>
                  <a:pt x="1123720" y="124175"/>
                </a:moveTo>
                <a:lnTo>
                  <a:pt x="1132064" y="118997"/>
                </a:lnTo>
                <a:lnTo>
                  <a:pt x="1112904" y="88128"/>
                </a:lnTo>
                <a:lnTo>
                  <a:pt x="1104561" y="93306"/>
                </a:lnTo>
                <a:lnTo>
                  <a:pt x="1123720" y="124175"/>
                </a:lnTo>
                <a:close/>
                <a:moveTo>
                  <a:pt x="1152337" y="156187"/>
                </a:moveTo>
                <a:lnTo>
                  <a:pt x="1139721" y="133032"/>
                </a:lnTo>
                <a:lnTo>
                  <a:pt x="1131098" y="137730"/>
                </a:lnTo>
                <a:lnTo>
                  <a:pt x="1143663" y="160789"/>
                </a:lnTo>
                <a:lnTo>
                  <a:pt x="1148001" y="169642"/>
                </a:lnTo>
                <a:lnTo>
                  <a:pt x="1156819" y="165322"/>
                </a:lnTo>
                <a:lnTo>
                  <a:pt x="1152435" y="156375"/>
                </a:lnTo>
                <a:lnTo>
                  <a:pt x="1152431" y="156367"/>
                </a:lnTo>
                <a:lnTo>
                  <a:pt x="1152427" y="156359"/>
                </a:lnTo>
                <a:lnTo>
                  <a:pt x="1152423" y="156351"/>
                </a:lnTo>
                <a:lnTo>
                  <a:pt x="1152419" y="156343"/>
                </a:lnTo>
                <a:lnTo>
                  <a:pt x="1152415" y="156336"/>
                </a:lnTo>
                <a:lnTo>
                  <a:pt x="1152411" y="156328"/>
                </a:lnTo>
                <a:lnTo>
                  <a:pt x="1152407" y="156320"/>
                </a:lnTo>
                <a:lnTo>
                  <a:pt x="1152403" y="156312"/>
                </a:lnTo>
                <a:lnTo>
                  <a:pt x="1152399" y="156304"/>
                </a:lnTo>
                <a:lnTo>
                  <a:pt x="1152395" y="156296"/>
                </a:lnTo>
                <a:lnTo>
                  <a:pt x="1152391" y="156288"/>
                </a:lnTo>
                <a:lnTo>
                  <a:pt x="1152387" y="156280"/>
                </a:lnTo>
                <a:lnTo>
                  <a:pt x="1152383" y="156273"/>
                </a:lnTo>
                <a:lnTo>
                  <a:pt x="1152379" y="156265"/>
                </a:lnTo>
                <a:lnTo>
                  <a:pt x="1152375" y="156257"/>
                </a:lnTo>
                <a:lnTo>
                  <a:pt x="1152370" y="156249"/>
                </a:lnTo>
                <a:lnTo>
                  <a:pt x="1152366" y="156241"/>
                </a:lnTo>
                <a:lnTo>
                  <a:pt x="1152362" y="156233"/>
                </a:lnTo>
                <a:lnTo>
                  <a:pt x="1152358" y="156226"/>
                </a:lnTo>
                <a:lnTo>
                  <a:pt x="1152354" y="156218"/>
                </a:lnTo>
                <a:lnTo>
                  <a:pt x="1152350" y="156210"/>
                </a:lnTo>
                <a:lnTo>
                  <a:pt x="1152345" y="156202"/>
                </a:lnTo>
                <a:lnTo>
                  <a:pt x="1152341" y="156194"/>
                </a:lnTo>
                <a:lnTo>
                  <a:pt x="1152337" y="156187"/>
                </a:lnTo>
                <a:close/>
                <a:moveTo>
                  <a:pt x="1143617" y="160696"/>
                </a:moveTo>
                <a:lnTo>
                  <a:pt x="1148026" y="158536"/>
                </a:lnTo>
                <a:lnTo>
                  <a:pt x="1143714" y="160884"/>
                </a:lnTo>
                <a:lnTo>
                  <a:pt x="1143663" y="160789"/>
                </a:lnTo>
                <a:lnTo>
                  <a:pt x="1143617" y="160696"/>
                </a:lnTo>
                <a:close/>
                <a:moveTo>
                  <a:pt x="1172564" y="197450"/>
                </a:moveTo>
                <a:lnTo>
                  <a:pt x="1172561" y="197444"/>
                </a:lnTo>
                <a:lnTo>
                  <a:pt x="1163733" y="179429"/>
                </a:lnTo>
                <a:lnTo>
                  <a:pt x="1154915" y="183750"/>
                </a:lnTo>
                <a:lnTo>
                  <a:pt x="1163707" y="201691"/>
                </a:lnTo>
                <a:lnTo>
                  <a:pt x="1170343" y="216457"/>
                </a:lnTo>
                <a:lnTo>
                  <a:pt x="1179300" y="212432"/>
                </a:lnTo>
                <a:lnTo>
                  <a:pt x="1172631" y="197591"/>
                </a:lnTo>
                <a:lnTo>
                  <a:pt x="1172628" y="197585"/>
                </a:lnTo>
                <a:lnTo>
                  <a:pt x="1172625" y="197579"/>
                </a:lnTo>
                <a:lnTo>
                  <a:pt x="1172622" y="197573"/>
                </a:lnTo>
                <a:lnTo>
                  <a:pt x="1172619" y="197567"/>
                </a:lnTo>
                <a:lnTo>
                  <a:pt x="1172616" y="197560"/>
                </a:lnTo>
                <a:lnTo>
                  <a:pt x="1172614" y="197554"/>
                </a:lnTo>
                <a:lnTo>
                  <a:pt x="1172611" y="197548"/>
                </a:lnTo>
                <a:lnTo>
                  <a:pt x="1172608" y="197542"/>
                </a:lnTo>
                <a:lnTo>
                  <a:pt x="1172605" y="197536"/>
                </a:lnTo>
                <a:lnTo>
                  <a:pt x="1172602" y="197530"/>
                </a:lnTo>
                <a:lnTo>
                  <a:pt x="1172599" y="197523"/>
                </a:lnTo>
                <a:lnTo>
                  <a:pt x="1172596" y="197517"/>
                </a:lnTo>
                <a:lnTo>
                  <a:pt x="1172593" y="197511"/>
                </a:lnTo>
                <a:lnTo>
                  <a:pt x="1172591" y="197505"/>
                </a:lnTo>
                <a:lnTo>
                  <a:pt x="1172588" y="197499"/>
                </a:lnTo>
                <a:lnTo>
                  <a:pt x="1172585" y="197493"/>
                </a:lnTo>
                <a:lnTo>
                  <a:pt x="1172582" y="197486"/>
                </a:lnTo>
                <a:lnTo>
                  <a:pt x="1172579" y="197480"/>
                </a:lnTo>
                <a:lnTo>
                  <a:pt x="1172576" y="197474"/>
                </a:lnTo>
                <a:lnTo>
                  <a:pt x="1172573" y="197468"/>
                </a:lnTo>
                <a:lnTo>
                  <a:pt x="1172570" y="197462"/>
                </a:lnTo>
                <a:lnTo>
                  <a:pt x="1172567" y="197456"/>
                </a:lnTo>
                <a:lnTo>
                  <a:pt x="1172564" y="197450"/>
                </a:lnTo>
                <a:close/>
                <a:moveTo>
                  <a:pt x="1163674" y="201616"/>
                </a:moveTo>
                <a:lnTo>
                  <a:pt x="1168152" y="199604"/>
                </a:lnTo>
                <a:lnTo>
                  <a:pt x="1163743" y="201764"/>
                </a:lnTo>
                <a:lnTo>
                  <a:pt x="1163707" y="201691"/>
                </a:lnTo>
                <a:lnTo>
                  <a:pt x="1163674" y="201616"/>
                </a:lnTo>
                <a:close/>
                <a:moveTo>
                  <a:pt x="1192761" y="242383"/>
                </a:moveTo>
                <a:lnTo>
                  <a:pt x="1192759" y="242378"/>
                </a:lnTo>
                <a:lnTo>
                  <a:pt x="1192757" y="242374"/>
                </a:lnTo>
                <a:lnTo>
                  <a:pt x="1185740" y="226762"/>
                </a:lnTo>
                <a:lnTo>
                  <a:pt x="1176784" y="230787"/>
                </a:lnTo>
                <a:lnTo>
                  <a:pt x="1183775" y="246343"/>
                </a:lnTo>
                <a:lnTo>
                  <a:pt x="1191173" y="264006"/>
                </a:lnTo>
                <a:lnTo>
                  <a:pt x="1200230" y="260213"/>
                </a:lnTo>
                <a:lnTo>
                  <a:pt x="1192807" y="242489"/>
                </a:lnTo>
                <a:lnTo>
                  <a:pt x="1192805" y="242485"/>
                </a:lnTo>
                <a:lnTo>
                  <a:pt x="1192803" y="242480"/>
                </a:lnTo>
                <a:lnTo>
                  <a:pt x="1192801" y="242475"/>
                </a:lnTo>
                <a:lnTo>
                  <a:pt x="1192799" y="242470"/>
                </a:lnTo>
                <a:lnTo>
                  <a:pt x="1192797" y="242465"/>
                </a:lnTo>
                <a:lnTo>
                  <a:pt x="1192795" y="242460"/>
                </a:lnTo>
                <a:lnTo>
                  <a:pt x="1192793" y="242456"/>
                </a:lnTo>
                <a:lnTo>
                  <a:pt x="1192791" y="242451"/>
                </a:lnTo>
                <a:lnTo>
                  <a:pt x="1192788" y="242446"/>
                </a:lnTo>
                <a:lnTo>
                  <a:pt x="1192786" y="242441"/>
                </a:lnTo>
                <a:lnTo>
                  <a:pt x="1192784" y="242436"/>
                </a:lnTo>
                <a:lnTo>
                  <a:pt x="1192782" y="242431"/>
                </a:lnTo>
                <a:lnTo>
                  <a:pt x="1192780" y="242427"/>
                </a:lnTo>
                <a:lnTo>
                  <a:pt x="1192778" y="242422"/>
                </a:lnTo>
                <a:lnTo>
                  <a:pt x="1192776" y="242417"/>
                </a:lnTo>
                <a:lnTo>
                  <a:pt x="1192774" y="242412"/>
                </a:lnTo>
                <a:lnTo>
                  <a:pt x="1192772" y="242407"/>
                </a:lnTo>
                <a:lnTo>
                  <a:pt x="1192770" y="242402"/>
                </a:lnTo>
                <a:lnTo>
                  <a:pt x="1192767" y="242398"/>
                </a:lnTo>
                <a:lnTo>
                  <a:pt x="1192765" y="242393"/>
                </a:lnTo>
                <a:lnTo>
                  <a:pt x="1192763" y="242388"/>
                </a:lnTo>
                <a:lnTo>
                  <a:pt x="1192761" y="242383"/>
                </a:lnTo>
                <a:close/>
                <a:moveTo>
                  <a:pt x="1183750" y="246283"/>
                </a:moveTo>
                <a:lnTo>
                  <a:pt x="1188278" y="244386"/>
                </a:lnTo>
                <a:lnTo>
                  <a:pt x="1183800" y="246399"/>
                </a:lnTo>
                <a:lnTo>
                  <a:pt x="1183775" y="246343"/>
                </a:lnTo>
                <a:lnTo>
                  <a:pt x="1183750" y="246283"/>
                </a:lnTo>
                <a:close/>
                <a:moveTo>
                  <a:pt x="1212933" y="290542"/>
                </a:moveTo>
                <a:lnTo>
                  <a:pt x="1206300" y="274704"/>
                </a:lnTo>
                <a:lnTo>
                  <a:pt x="1197242" y="278497"/>
                </a:lnTo>
                <a:lnTo>
                  <a:pt x="1203876" y="294335"/>
                </a:lnTo>
                <a:lnTo>
                  <a:pt x="1210890" y="312060"/>
                </a:lnTo>
                <a:lnTo>
                  <a:pt x="1220020" y="308448"/>
                </a:lnTo>
                <a:lnTo>
                  <a:pt x="1212933" y="290542"/>
                </a:lnTo>
                <a:close/>
                <a:moveTo>
                  <a:pt x="1238965" y="356997"/>
                </a:moveTo>
                <a:lnTo>
                  <a:pt x="1233096" y="341490"/>
                </a:lnTo>
                <a:lnTo>
                  <a:pt x="1225801" y="323056"/>
                </a:lnTo>
                <a:lnTo>
                  <a:pt x="1216671" y="326669"/>
                </a:lnTo>
                <a:lnTo>
                  <a:pt x="1223965" y="345103"/>
                </a:lnTo>
                <a:lnTo>
                  <a:pt x="1229780" y="360472"/>
                </a:lnTo>
                <a:lnTo>
                  <a:pt x="1238965" y="356997"/>
                </a:lnTo>
                <a:close/>
                <a:moveTo>
                  <a:pt x="1248057" y="409139"/>
                </a:moveTo>
                <a:lnTo>
                  <a:pt x="1257280" y="405767"/>
                </a:lnTo>
                <a:lnTo>
                  <a:pt x="1253249" y="394746"/>
                </a:lnTo>
                <a:lnTo>
                  <a:pt x="1244525" y="371691"/>
                </a:lnTo>
                <a:lnTo>
                  <a:pt x="1235341" y="375166"/>
                </a:lnTo>
                <a:lnTo>
                  <a:pt x="1244065" y="398221"/>
                </a:lnTo>
                <a:lnTo>
                  <a:pt x="1248057" y="409139"/>
                </a:lnTo>
                <a:close/>
                <a:moveTo>
                  <a:pt x="1264172" y="453205"/>
                </a:moveTo>
                <a:lnTo>
                  <a:pt x="1265880" y="457993"/>
                </a:lnTo>
                <a:lnTo>
                  <a:pt x="1275129" y="454693"/>
                </a:lnTo>
                <a:lnTo>
                  <a:pt x="1273394" y="449833"/>
                </a:lnTo>
                <a:lnTo>
                  <a:pt x="1262676" y="420522"/>
                </a:lnTo>
                <a:lnTo>
                  <a:pt x="1253453" y="423894"/>
                </a:lnTo>
                <a:lnTo>
                  <a:pt x="1264172" y="453205"/>
                </a:lnTo>
                <a:close/>
                <a:moveTo>
                  <a:pt x="1292619" y="503708"/>
                </a:moveTo>
                <a:lnTo>
                  <a:pt x="1280409" y="469490"/>
                </a:lnTo>
                <a:lnTo>
                  <a:pt x="1271161" y="472790"/>
                </a:lnTo>
                <a:lnTo>
                  <a:pt x="1283371" y="507007"/>
                </a:lnTo>
                <a:lnTo>
                  <a:pt x="1292619" y="503708"/>
                </a:lnTo>
                <a:close/>
                <a:moveTo>
                  <a:pt x="1300622" y="556081"/>
                </a:moveTo>
                <a:lnTo>
                  <a:pt x="1309887" y="552827"/>
                </a:lnTo>
                <a:lnTo>
                  <a:pt x="1297847" y="518549"/>
                </a:lnTo>
                <a:lnTo>
                  <a:pt x="1288582" y="521803"/>
                </a:lnTo>
                <a:lnTo>
                  <a:pt x="1300622" y="556081"/>
                </a:lnTo>
                <a:close/>
                <a:moveTo>
                  <a:pt x="1305816" y="570896"/>
                </a:moveTo>
                <a:lnTo>
                  <a:pt x="1317775" y="605202"/>
                </a:lnTo>
                <a:lnTo>
                  <a:pt x="1327047" y="601970"/>
                </a:lnTo>
                <a:lnTo>
                  <a:pt x="1315088" y="567664"/>
                </a:lnTo>
                <a:lnTo>
                  <a:pt x="1305816" y="570896"/>
                </a:lnTo>
                <a:close/>
                <a:moveTo>
                  <a:pt x="1344177" y="651112"/>
                </a:moveTo>
                <a:lnTo>
                  <a:pt x="1333798" y="621338"/>
                </a:lnTo>
                <a:lnTo>
                  <a:pt x="1332219" y="616806"/>
                </a:lnTo>
                <a:lnTo>
                  <a:pt x="1322946" y="620037"/>
                </a:lnTo>
                <a:lnTo>
                  <a:pt x="1324526" y="624570"/>
                </a:lnTo>
                <a:lnTo>
                  <a:pt x="1334905" y="654344"/>
                </a:lnTo>
                <a:lnTo>
                  <a:pt x="1344177" y="651112"/>
                </a:lnTo>
                <a:close/>
                <a:moveTo>
                  <a:pt x="1352085" y="703479"/>
                </a:moveTo>
                <a:lnTo>
                  <a:pt x="1361350" y="700227"/>
                </a:lnTo>
                <a:lnTo>
                  <a:pt x="1353925" y="679076"/>
                </a:lnTo>
                <a:lnTo>
                  <a:pt x="1349348" y="665947"/>
                </a:lnTo>
                <a:lnTo>
                  <a:pt x="1340076" y="669179"/>
                </a:lnTo>
                <a:lnTo>
                  <a:pt x="1344652" y="682307"/>
                </a:lnTo>
                <a:lnTo>
                  <a:pt x="1352085" y="703479"/>
                </a:lnTo>
                <a:close/>
                <a:moveTo>
                  <a:pt x="1364782" y="739647"/>
                </a:moveTo>
                <a:lnTo>
                  <a:pt x="1369387" y="752583"/>
                </a:lnTo>
                <a:lnTo>
                  <a:pt x="1378638" y="749290"/>
                </a:lnTo>
                <a:lnTo>
                  <a:pt x="1374047" y="736395"/>
                </a:lnTo>
                <a:lnTo>
                  <a:pt x="1366554" y="715051"/>
                </a:lnTo>
                <a:lnTo>
                  <a:pt x="1357289" y="718303"/>
                </a:lnTo>
                <a:lnTo>
                  <a:pt x="1364782" y="739647"/>
                </a:lnTo>
                <a:close/>
                <a:moveTo>
                  <a:pt x="1374655" y="767384"/>
                </a:moveTo>
                <a:lnTo>
                  <a:pt x="1384915" y="796207"/>
                </a:lnTo>
                <a:lnTo>
                  <a:pt x="1386885" y="801629"/>
                </a:lnTo>
                <a:lnTo>
                  <a:pt x="1396114" y="798276"/>
                </a:lnTo>
                <a:lnTo>
                  <a:pt x="1394167" y="792914"/>
                </a:lnTo>
                <a:lnTo>
                  <a:pt x="1383906" y="764092"/>
                </a:lnTo>
                <a:lnTo>
                  <a:pt x="1374655" y="767384"/>
                </a:lnTo>
                <a:close/>
                <a:moveTo>
                  <a:pt x="1401479" y="813043"/>
                </a:moveTo>
                <a:lnTo>
                  <a:pt x="1392249" y="816395"/>
                </a:lnTo>
                <a:lnTo>
                  <a:pt x="1404654" y="850543"/>
                </a:lnTo>
                <a:lnTo>
                  <a:pt x="1413883" y="847191"/>
                </a:lnTo>
                <a:lnTo>
                  <a:pt x="1401479" y="813043"/>
                </a:lnTo>
                <a:close/>
                <a:moveTo>
                  <a:pt x="1432048" y="895914"/>
                </a:moveTo>
                <a:lnTo>
                  <a:pt x="1419350" y="861875"/>
                </a:lnTo>
                <a:lnTo>
                  <a:pt x="1410150" y="865306"/>
                </a:lnTo>
                <a:lnTo>
                  <a:pt x="1422847" y="899346"/>
                </a:lnTo>
                <a:lnTo>
                  <a:pt x="1432048" y="895914"/>
                </a:lnTo>
                <a:close/>
                <a:moveTo>
                  <a:pt x="1441510" y="947983"/>
                </a:moveTo>
                <a:lnTo>
                  <a:pt x="1450673" y="944452"/>
                </a:lnTo>
                <a:lnTo>
                  <a:pt x="1437610" y="910551"/>
                </a:lnTo>
                <a:lnTo>
                  <a:pt x="1428447" y="914081"/>
                </a:lnTo>
                <a:lnTo>
                  <a:pt x="1441510" y="947983"/>
                </a:lnTo>
                <a:close/>
                <a:moveTo>
                  <a:pt x="1447243" y="962678"/>
                </a:moveTo>
                <a:lnTo>
                  <a:pt x="1460745" y="996407"/>
                </a:lnTo>
                <a:lnTo>
                  <a:pt x="1469861" y="992758"/>
                </a:lnTo>
                <a:lnTo>
                  <a:pt x="1456360" y="959029"/>
                </a:lnTo>
                <a:lnTo>
                  <a:pt x="1447243" y="962678"/>
                </a:lnTo>
                <a:close/>
                <a:moveTo>
                  <a:pt x="1475714" y="1007257"/>
                </a:moveTo>
                <a:lnTo>
                  <a:pt x="1466654" y="1011045"/>
                </a:lnTo>
                <a:lnTo>
                  <a:pt x="1480671" y="1044563"/>
                </a:lnTo>
                <a:lnTo>
                  <a:pt x="1489731" y="1040775"/>
                </a:lnTo>
                <a:lnTo>
                  <a:pt x="1475714" y="1007257"/>
                </a:lnTo>
                <a:close/>
                <a:moveTo>
                  <a:pt x="1510415" y="1088433"/>
                </a:moveTo>
                <a:lnTo>
                  <a:pt x="1495804" y="1055169"/>
                </a:lnTo>
                <a:lnTo>
                  <a:pt x="1486814" y="1059118"/>
                </a:lnTo>
                <a:lnTo>
                  <a:pt x="1501425" y="1092381"/>
                </a:lnTo>
                <a:lnTo>
                  <a:pt x="1510415" y="1088433"/>
                </a:lnTo>
                <a:close/>
                <a:moveTo>
                  <a:pt x="1523161" y="1139775"/>
                </a:moveTo>
                <a:lnTo>
                  <a:pt x="1532069" y="1135643"/>
                </a:lnTo>
                <a:lnTo>
                  <a:pt x="1516782" y="1102685"/>
                </a:lnTo>
                <a:lnTo>
                  <a:pt x="1507874" y="1106816"/>
                </a:lnTo>
                <a:lnTo>
                  <a:pt x="1523161" y="1139775"/>
                </a:lnTo>
                <a:close/>
                <a:moveTo>
                  <a:pt x="1530010" y="1154039"/>
                </a:moveTo>
                <a:lnTo>
                  <a:pt x="1546056" y="1186635"/>
                </a:lnTo>
                <a:lnTo>
                  <a:pt x="1554866" y="1182298"/>
                </a:lnTo>
                <a:lnTo>
                  <a:pt x="1538820" y="1149703"/>
                </a:lnTo>
                <a:lnTo>
                  <a:pt x="1530010" y="1154039"/>
                </a:lnTo>
                <a:close/>
                <a:moveTo>
                  <a:pt x="1566336" y="1225267"/>
                </a:moveTo>
                <a:lnTo>
                  <a:pt x="1566339" y="1225272"/>
                </a:lnTo>
                <a:lnTo>
                  <a:pt x="1566342" y="1225277"/>
                </a:lnTo>
                <a:lnTo>
                  <a:pt x="1566344" y="1225282"/>
                </a:lnTo>
                <a:lnTo>
                  <a:pt x="1566347" y="1225288"/>
                </a:lnTo>
                <a:lnTo>
                  <a:pt x="1566350" y="1225293"/>
                </a:lnTo>
                <a:lnTo>
                  <a:pt x="1566353" y="1225298"/>
                </a:lnTo>
                <a:lnTo>
                  <a:pt x="1566356" y="1225304"/>
                </a:lnTo>
                <a:lnTo>
                  <a:pt x="1566358" y="1225309"/>
                </a:lnTo>
                <a:lnTo>
                  <a:pt x="1566361" y="1225314"/>
                </a:lnTo>
                <a:lnTo>
                  <a:pt x="1566364" y="1225319"/>
                </a:lnTo>
                <a:lnTo>
                  <a:pt x="1566367" y="1225325"/>
                </a:lnTo>
                <a:lnTo>
                  <a:pt x="1566370" y="1225330"/>
                </a:lnTo>
                <a:lnTo>
                  <a:pt x="1566373" y="1225335"/>
                </a:lnTo>
                <a:lnTo>
                  <a:pt x="1566376" y="1225340"/>
                </a:lnTo>
                <a:lnTo>
                  <a:pt x="1566379" y="1225345"/>
                </a:lnTo>
                <a:lnTo>
                  <a:pt x="1566381" y="1225351"/>
                </a:lnTo>
                <a:lnTo>
                  <a:pt x="1566384" y="1225356"/>
                </a:lnTo>
                <a:lnTo>
                  <a:pt x="1566387" y="1225361"/>
                </a:lnTo>
                <a:lnTo>
                  <a:pt x="1566390" y="1225366"/>
                </a:lnTo>
                <a:lnTo>
                  <a:pt x="1566393" y="1225372"/>
                </a:lnTo>
                <a:lnTo>
                  <a:pt x="1566396" y="1225377"/>
                </a:lnTo>
                <a:lnTo>
                  <a:pt x="1566399" y="1225382"/>
                </a:lnTo>
                <a:lnTo>
                  <a:pt x="1570594" y="1232833"/>
                </a:lnTo>
                <a:lnTo>
                  <a:pt x="1579151" y="1228016"/>
                </a:lnTo>
                <a:lnTo>
                  <a:pt x="1574991" y="1220627"/>
                </a:lnTo>
                <a:lnTo>
                  <a:pt x="1562108" y="1196096"/>
                </a:lnTo>
                <a:lnTo>
                  <a:pt x="1553414" y="1200661"/>
                </a:lnTo>
                <a:lnTo>
                  <a:pt x="1566330" y="1225256"/>
                </a:lnTo>
                <a:lnTo>
                  <a:pt x="1566333" y="1225261"/>
                </a:lnTo>
                <a:lnTo>
                  <a:pt x="1566336" y="1225267"/>
                </a:lnTo>
                <a:close/>
                <a:moveTo>
                  <a:pt x="1575024" y="1220691"/>
                </a:moveTo>
                <a:lnTo>
                  <a:pt x="1570677" y="1222974"/>
                </a:lnTo>
                <a:lnTo>
                  <a:pt x="1574956" y="1220565"/>
                </a:lnTo>
                <a:lnTo>
                  <a:pt x="1574991" y="1220627"/>
                </a:lnTo>
                <a:lnTo>
                  <a:pt x="1575024" y="1220691"/>
                </a:lnTo>
                <a:close/>
                <a:moveTo>
                  <a:pt x="1586528" y="1261137"/>
                </a:moveTo>
                <a:lnTo>
                  <a:pt x="1586532" y="1261143"/>
                </a:lnTo>
                <a:lnTo>
                  <a:pt x="1586535" y="1261149"/>
                </a:lnTo>
                <a:lnTo>
                  <a:pt x="1586538" y="1261154"/>
                </a:lnTo>
                <a:lnTo>
                  <a:pt x="1586542" y="1261160"/>
                </a:lnTo>
                <a:lnTo>
                  <a:pt x="1586545" y="1261166"/>
                </a:lnTo>
                <a:lnTo>
                  <a:pt x="1586548" y="1261172"/>
                </a:lnTo>
                <a:lnTo>
                  <a:pt x="1586551" y="1261177"/>
                </a:lnTo>
                <a:lnTo>
                  <a:pt x="1586555" y="1261183"/>
                </a:lnTo>
                <a:lnTo>
                  <a:pt x="1586558" y="1261189"/>
                </a:lnTo>
                <a:lnTo>
                  <a:pt x="1586561" y="1261195"/>
                </a:lnTo>
                <a:lnTo>
                  <a:pt x="1586565" y="1261200"/>
                </a:lnTo>
                <a:lnTo>
                  <a:pt x="1586568" y="1261206"/>
                </a:lnTo>
                <a:lnTo>
                  <a:pt x="1586571" y="1261212"/>
                </a:lnTo>
                <a:lnTo>
                  <a:pt x="1586575" y="1261218"/>
                </a:lnTo>
                <a:lnTo>
                  <a:pt x="1586578" y="1261223"/>
                </a:lnTo>
                <a:lnTo>
                  <a:pt x="1586582" y="1261229"/>
                </a:lnTo>
                <a:lnTo>
                  <a:pt x="1586585" y="1261235"/>
                </a:lnTo>
                <a:lnTo>
                  <a:pt x="1586588" y="1261240"/>
                </a:lnTo>
                <a:lnTo>
                  <a:pt x="1586592" y="1261246"/>
                </a:lnTo>
                <a:lnTo>
                  <a:pt x="1586595" y="1261252"/>
                </a:lnTo>
                <a:lnTo>
                  <a:pt x="1586599" y="1261257"/>
                </a:lnTo>
                <a:lnTo>
                  <a:pt x="1586602" y="1261263"/>
                </a:lnTo>
                <a:lnTo>
                  <a:pt x="1586606" y="1261269"/>
                </a:lnTo>
                <a:lnTo>
                  <a:pt x="1596752" y="1278000"/>
                </a:lnTo>
                <a:lnTo>
                  <a:pt x="1605149" y="1272908"/>
                </a:lnTo>
                <a:lnTo>
                  <a:pt x="1595043" y="1256244"/>
                </a:lnTo>
                <a:lnTo>
                  <a:pt x="1586858" y="1241707"/>
                </a:lnTo>
                <a:lnTo>
                  <a:pt x="1578301" y="1246523"/>
                </a:lnTo>
                <a:lnTo>
                  <a:pt x="1586525" y="1261131"/>
                </a:lnTo>
                <a:lnTo>
                  <a:pt x="1586528" y="1261137"/>
                </a:lnTo>
                <a:close/>
                <a:moveTo>
                  <a:pt x="1595082" y="1256314"/>
                </a:moveTo>
                <a:lnTo>
                  <a:pt x="1590804" y="1258723"/>
                </a:lnTo>
                <a:lnTo>
                  <a:pt x="1595002" y="1256177"/>
                </a:lnTo>
                <a:lnTo>
                  <a:pt x="1595043" y="1256244"/>
                </a:lnTo>
                <a:lnTo>
                  <a:pt x="1595082" y="1256314"/>
                </a:lnTo>
                <a:close/>
                <a:moveTo>
                  <a:pt x="1606732" y="1294454"/>
                </a:moveTo>
                <a:lnTo>
                  <a:pt x="1606736" y="1294460"/>
                </a:lnTo>
                <a:lnTo>
                  <a:pt x="1606739" y="1294467"/>
                </a:lnTo>
                <a:lnTo>
                  <a:pt x="1606743" y="1294473"/>
                </a:lnTo>
                <a:lnTo>
                  <a:pt x="1606747" y="1294479"/>
                </a:lnTo>
                <a:lnTo>
                  <a:pt x="1606751" y="1294485"/>
                </a:lnTo>
                <a:lnTo>
                  <a:pt x="1606755" y="1294492"/>
                </a:lnTo>
                <a:lnTo>
                  <a:pt x="1606759" y="1294498"/>
                </a:lnTo>
                <a:lnTo>
                  <a:pt x="1606762" y="1294504"/>
                </a:lnTo>
                <a:lnTo>
                  <a:pt x="1606766" y="1294510"/>
                </a:lnTo>
                <a:lnTo>
                  <a:pt x="1606770" y="1294516"/>
                </a:lnTo>
                <a:lnTo>
                  <a:pt x="1606774" y="1294522"/>
                </a:lnTo>
                <a:lnTo>
                  <a:pt x="1606778" y="1294529"/>
                </a:lnTo>
                <a:lnTo>
                  <a:pt x="1606782" y="1294535"/>
                </a:lnTo>
                <a:lnTo>
                  <a:pt x="1606786" y="1294541"/>
                </a:lnTo>
                <a:lnTo>
                  <a:pt x="1606790" y="1294547"/>
                </a:lnTo>
                <a:lnTo>
                  <a:pt x="1606794" y="1294553"/>
                </a:lnTo>
                <a:lnTo>
                  <a:pt x="1606798" y="1294560"/>
                </a:lnTo>
                <a:lnTo>
                  <a:pt x="1606802" y="1294566"/>
                </a:lnTo>
                <a:lnTo>
                  <a:pt x="1606806" y="1294572"/>
                </a:lnTo>
                <a:lnTo>
                  <a:pt x="1606810" y="1294578"/>
                </a:lnTo>
                <a:lnTo>
                  <a:pt x="1606814" y="1294584"/>
                </a:lnTo>
                <a:lnTo>
                  <a:pt x="1606818" y="1294590"/>
                </a:lnTo>
                <a:lnTo>
                  <a:pt x="1606822" y="1294596"/>
                </a:lnTo>
                <a:lnTo>
                  <a:pt x="1606826" y="1294603"/>
                </a:lnTo>
                <a:lnTo>
                  <a:pt x="1624824" y="1322020"/>
                </a:lnTo>
                <a:lnTo>
                  <a:pt x="1633033" y="1316632"/>
                </a:lnTo>
                <a:lnTo>
                  <a:pt x="1615083" y="1289289"/>
                </a:lnTo>
                <a:lnTo>
                  <a:pt x="1613296" y="1286341"/>
                </a:lnTo>
                <a:lnTo>
                  <a:pt x="1604900" y="1291433"/>
                </a:lnTo>
                <a:lnTo>
                  <a:pt x="1606732" y="1294454"/>
                </a:lnTo>
                <a:close/>
                <a:moveTo>
                  <a:pt x="1615128" y="1289362"/>
                </a:moveTo>
                <a:lnTo>
                  <a:pt x="1610930" y="1291908"/>
                </a:lnTo>
                <a:lnTo>
                  <a:pt x="1615034" y="1289214"/>
                </a:lnTo>
                <a:lnTo>
                  <a:pt x="1615083" y="1289289"/>
                </a:lnTo>
                <a:lnTo>
                  <a:pt x="1615128" y="1289362"/>
                </a:lnTo>
                <a:close/>
                <a:moveTo>
                  <a:pt x="1633937" y="1335051"/>
                </a:moveTo>
                <a:lnTo>
                  <a:pt x="1647186" y="1353610"/>
                </a:lnTo>
                <a:lnTo>
                  <a:pt x="1647192" y="1353617"/>
                </a:lnTo>
                <a:lnTo>
                  <a:pt x="1647197" y="1353624"/>
                </a:lnTo>
                <a:lnTo>
                  <a:pt x="1647202" y="1353631"/>
                </a:lnTo>
                <a:lnTo>
                  <a:pt x="1647207" y="1353638"/>
                </a:lnTo>
                <a:lnTo>
                  <a:pt x="1647212" y="1353645"/>
                </a:lnTo>
                <a:lnTo>
                  <a:pt x="1647217" y="1353652"/>
                </a:lnTo>
                <a:lnTo>
                  <a:pt x="1647222" y="1353659"/>
                </a:lnTo>
                <a:lnTo>
                  <a:pt x="1647227" y="1353666"/>
                </a:lnTo>
                <a:lnTo>
                  <a:pt x="1647232" y="1353673"/>
                </a:lnTo>
                <a:lnTo>
                  <a:pt x="1647237" y="1353680"/>
                </a:lnTo>
                <a:lnTo>
                  <a:pt x="1647243" y="1353687"/>
                </a:lnTo>
                <a:lnTo>
                  <a:pt x="1647248" y="1353694"/>
                </a:lnTo>
                <a:lnTo>
                  <a:pt x="1647253" y="1353701"/>
                </a:lnTo>
                <a:lnTo>
                  <a:pt x="1647258" y="1353708"/>
                </a:lnTo>
                <a:lnTo>
                  <a:pt x="1647263" y="1353715"/>
                </a:lnTo>
                <a:lnTo>
                  <a:pt x="1647269" y="1353722"/>
                </a:lnTo>
                <a:lnTo>
                  <a:pt x="1647274" y="1353729"/>
                </a:lnTo>
                <a:lnTo>
                  <a:pt x="1647279" y="1353736"/>
                </a:lnTo>
                <a:lnTo>
                  <a:pt x="1647284" y="1353742"/>
                </a:lnTo>
                <a:lnTo>
                  <a:pt x="1647290" y="1353749"/>
                </a:lnTo>
                <a:lnTo>
                  <a:pt x="1647295" y="1353756"/>
                </a:lnTo>
                <a:lnTo>
                  <a:pt x="1647300" y="1353763"/>
                </a:lnTo>
                <a:lnTo>
                  <a:pt x="1647306" y="1353770"/>
                </a:lnTo>
                <a:lnTo>
                  <a:pt x="1647311" y="1353777"/>
                </a:lnTo>
                <a:lnTo>
                  <a:pt x="1655632" y="1364444"/>
                </a:lnTo>
                <a:lnTo>
                  <a:pt x="1663375" y="1358404"/>
                </a:lnTo>
                <a:lnTo>
                  <a:pt x="1655115" y="1347816"/>
                </a:lnTo>
                <a:lnTo>
                  <a:pt x="1641929" y="1329346"/>
                </a:lnTo>
                <a:lnTo>
                  <a:pt x="1633937" y="1335051"/>
                </a:lnTo>
                <a:close/>
                <a:moveTo>
                  <a:pt x="1655178" y="1347905"/>
                </a:moveTo>
                <a:lnTo>
                  <a:pt x="1651182" y="1350757"/>
                </a:lnTo>
                <a:lnTo>
                  <a:pt x="1655054" y="1347738"/>
                </a:lnTo>
                <a:lnTo>
                  <a:pt x="1655115" y="1347816"/>
                </a:lnTo>
                <a:lnTo>
                  <a:pt x="1655178" y="1347905"/>
                </a:lnTo>
                <a:close/>
                <a:moveTo>
                  <a:pt x="1665295" y="1376831"/>
                </a:moveTo>
                <a:lnTo>
                  <a:pt x="1667437" y="1379578"/>
                </a:lnTo>
                <a:lnTo>
                  <a:pt x="1667443" y="1379585"/>
                </a:lnTo>
                <a:lnTo>
                  <a:pt x="1667449" y="1379593"/>
                </a:lnTo>
                <a:lnTo>
                  <a:pt x="1667455" y="1379600"/>
                </a:lnTo>
                <a:lnTo>
                  <a:pt x="1667460" y="1379607"/>
                </a:lnTo>
                <a:lnTo>
                  <a:pt x="1667466" y="1379614"/>
                </a:lnTo>
                <a:lnTo>
                  <a:pt x="1667472" y="1379622"/>
                </a:lnTo>
                <a:lnTo>
                  <a:pt x="1667478" y="1379629"/>
                </a:lnTo>
                <a:lnTo>
                  <a:pt x="1667484" y="1379636"/>
                </a:lnTo>
                <a:lnTo>
                  <a:pt x="1667490" y="1379644"/>
                </a:lnTo>
                <a:lnTo>
                  <a:pt x="1667495" y="1379651"/>
                </a:lnTo>
                <a:lnTo>
                  <a:pt x="1667501" y="1379658"/>
                </a:lnTo>
                <a:lnTo>
                  <a:pt x="1667507" y="1379665"/>
                </a:lnTo>
                <a:lnTo>
                  <a:pt x="1667513" y="1379673"/>
                </a:lnTo>
                <a:lnTo>
                  <a:pt x="1667519" y="1379680"/>
                </a:lnTo>
                <a:lnTo>
                  <a:pt x="1667525" y="1379687"/>
                </a:lnTo>
                <a:lnTo>
                  <a:pt x="1667531" y="1379694"/>
                </a:lnTo>
                <a:lnTo>
                  <a:pt x="1667537" y="1379701"/>
                </a:lnTo>
                <a:lnTo>
                  <a:pt x="1667543" y="1379708"/>
                </a:lnTo>
                <a:lnTo>
                  <a:pt x="1667549" y="1379716"/>
                </a:lnTo>
                <a:lnTo>
                  <a:pt x="1667555" y="1379723"/>
                </a:lnTo>
                <a:lnTo>
                  <a:pt x="1667561" y="1379730"/>
                </a:lnTo>
                <a:lnTo>
                  <a:pt x="1667567" y="1379737"/>
                </a:lnTo>
                <a:lnTo>
                  <a:pt x="1667573" y="1379744"/>
                </a:lnTo>
                <a:lnTo>
                  <a:pt x="1667579" y="1379751"/>
                </a:lnTo>
                <a:lnTo>
                  <a:pt x="1687706" y="1403257"/>
                </a:lnTo>
                <a:lnTo>
                  <a:pt x="1687712" y="1403265"/>
                </a:lnTo>
                <a:lnTo>
                  <a:pt x="1687718" y="1403272"/>
                </a:lnTo>
                <a:lnTo>
                  <a:pt x="1687725" y="1403280"/>
                </a:lnTo>
                <a:lnTo>
                  <a:pt x="1687731" y="1403287"/>
                </a:lnTo>
                <a:lnTo>
                  <a:pt x="1687738" y="1403295"/>
                </a:lnTo>
                <a:lnTo>
                  <a:pt x="1687745" y="1403302"/>
                </a:lnTo>
                <a:lnTo>
                  <a:pt x="1687751" y="1403310"/>
                </a:lnTo>
                <a:lnTo>
                  <a:pt x="1687758" y="1403317"/>
                </a:lnTo>
                <a:lnTo>
                  <a:pt x="1687764" y="1403325"/>
                </a:lnTo>
                <a:lnTo>
                  <a:pt x="1687771" y="1403332"/>
                </a:lnTo>
                <a:lnTo>
                  <a:pt x="1687777" y="1403340"/>
                </a:lnTo>
                <a:lnTo>
                  <a:pt x="1687784" y="1403347"/>
                </a:lnTo>
                <a:lnTo>
                  <a:pt x="1687791" y="1403354"/>
                </a:lnTo>
                <a:lnTo>
                  <a:pt x="1687797" y="1403362"/>
                </a:lnTo>
                <a:lnTo>
                  <a:pt x="1687804" y="1403369"/>
                </a:lnTo>
                <a:lnTo>
                  <a:pt x="1687811" y="1403376"/>
                </a:lnTo>
                <a:lnTo>
                  <a:pt x="1687817" y="1403384"/>
                </a:lnTo>
                <a:lnTo>
                  <a:pt x="1687824" y="1403391"/>
                </a:lnTo>
                <a:lnTo>
                  <a:pt x="1687831" y="1403398"/>
                </a:lnTo>
                <a:lnTo>
                  <a:pt x="1687838" y="1403406"/>
                </a:lnTo>
                <a:lnTo>
                  <a:pt x="1687844" y="1403413"/>
                </a:lnTo>
                <a:lnTo>
                  <a:pt x="1687851" y="1403420"/>
                </a:lnTo>
                <a:lnTo>
                  <a:pt x="1687858" y="1403427"/>
                </a:lnTo>
                <a:lnTo>
                  <a:pt x="1687865" y="1403435"/>
                </a:lnTo>
                <a:lnTo>
                  <a:pt x="1689171" y="1404818"/>
                </a:lnTo>
                <a:lnTo>
                  <a:pt x="1696312" y="1398078"/>
                </a:lnTo>
                <a:lnTo>
                  <a:pt x="1695086" y="1396780"/>
                </a:lnTo>
                <a:lnTo>
                  <a:pt x="1675112" y="1373451"/>
                </a:lnTo>
                <a:lnTo>
                  <a:pt x="1673038" y="1370792"/>
                </a:lnTo>
                <a:lnTo>
                  <a:pt x="1665295" y="1376831"/>
                </a:lnTo>
                <a:close/>
                <a:moveTo>
                  <a:pt x="1695165" y="1396871"/>
                </a:moveTo>
                <a:lnTo>
                  <a:pt x="1691435" y="1400064"/>
                </a:lnTo>
                <a:lnTo>
                  <a:pt x="1695005" y="1396694"/>
                </a:lnTo>
                <a:lnTo>
                  <a:pt x="1695086" y="1396780"/>
                </a:lnTo>
                <a:lnTo>
                  <a:pt x="1695165" y="1396871"/>
                </a:lnTo>
                <a:close/>
                <a:moveTo>
                  <a:pt x="1675180" y="1373539"/>
                </a:moveTo>
                <a:lnTo>
                  <a:pt x="1671309" y="1376558"/>
                </a:lnTo>
                <a:lnTo>
                  <a:pt x="1675038" y="1373365"/>
                </a:lnTo>
                <a:lnTo>
                  <a:pt x="1675112" y="1373451"/>
                </a:lnTo>
                <a:lnTo>
                  <a:pt x="1675180" y="1373539"/>
                </a:lnTo>
                <a:close/>
                <a:moveTo>
                  <a:pt x="1699956" y="1416243"/>
                </a:moveTo>
                <a:lnTo>
                  <a:pt x="1707991" y="1424753"/>
                </a:lnTo>
                <a:lnTo>
                  <a:pt x="1707998" y="1424761"/>
                </a:lnTo>
                <a:lnTo>
                  <a:pt x="1708005" y="1424768"/>
                </a:lnTo>
                <a:lnTo>
                  <a:pt x="1708013" y="1424776"/>
                </a:lnTo>
                <a:lnTo>
                  <a:pt x="1708020" y="1424783"/>
                </a:lnTo>
                <a:lnTo>
                  <a:pt x="1708027" y="1424791"/>
                </a:lnTo>
                <a:lnTo>
                  <a:pt x="1708034" y="1424798"/>
                </a:lnTo>
                <a:lnTo>
                  <a:pt x="1708042" y="1424806"/>
                </a:lnTo>
                <a:lnTo>
                  <a:pt x="1708049" y="1424813"/>
                </a:lnTo>
                <a:lnTo>
                  <a:pt x="1708056" y="1424821"/>
                </a:lnTo>
                <a:lnTo>
                  <a:pt x="1708064" y="1424828"/>
                </a:lnTo>
                <a:lnTo>
                  <a:pt x="1708071" y="1424836"/>
                </a:lnTo>
                <a:lnTo>
                  <a:pt x="1708078" y="1424843"/>
                </a:lnTo>
                <a:lnTo>
                  <a:pt x="1708086" y="1424851"/>
                </a:lnTo>
                <a:lnTo>
                  <a:pt x="1708093" y="1424858"/>
                </a:lnTo>
                <a:lnTo>
                  <a:pt x="1708100" y="1424865"/>
                </a:lnTo>
                <a:lnTo>
                  <a:pt x="1708108" y="1424873"/>
                </a:lnTo>
                <a:lnTo>
                  <a:pt x="1708115" y="1424880"/>
                </a:lnTo>
                <a:lnTo>
                  <a:pt x="1708123" y="1424887"/>
                </a:lnTo>
                <a:lnTo>
                  <a:pt x="1708130" y="1424895"/>
                </a:lnTo>
                <a:lnTo>
                  <a:pt x="1708138" y="1424902"/>
                </a:lnTo>
                <a:lnTo>
                  <a:pt x="1708145" y="1424909"/>
                </a:lnTo>
                <a:lnTo>
                  <a:pt x="1708153" y="1424916"/>
                </a:lnTo>
                <a:lnTo>
                  <a:pt x="1708160" y="1424924"/>
                </a:lnTo>
                <a:lnTo>
                  <a:pt x="1708168" y="1424931"/>
                </a:lnTo>
                <a:lnTo>
                  <a:pt x="1725967" y="1441952"/>
                </a:lnTo>
                <a:lnTo>
                  <a:pt x="1732754" y="1434856"/>
                </a:lnTo>
                <a:lnTo>
                  <a:pt x="1715046" y="1417922"/>
                </a:lnTo>
                <a:lnTo>
                  <a:pt x="1707097" y="1409502"/>
                </a:lnTo>
                <a:lnTo>
                  <a:pt x="1699956" y="1416243"/>
                </a:lnTo>
                <a:close/>
                <a:moveTo>
                  <a:pt x="1715132" y="1418013"/>
                </a:moveTo>
                <a:lnTo>
                  <a:pt x="1711561" y="1421383"/>
                </a:lnTo>
                <a:lnTo>
                  <a:pt x="1714955" y="1417835"/>
                </a:lnTo>
                <a:lnTo>
                  <a:pt x="1715046" y="1417922"/>
                </a:lnTo>
                <a:lnTo>
                  <a:pt x="1715132" y="1418013"/>
                </a:lnTo>
                <a:close/>
                <a:moveTo>
                  <a:pt x="1737959" y="1452495"/>
                </a:moveTo>
                <a:lnTo>
                  <a:pt x="1748613" y="1461654"/>
                </a:lnTo>
                <a:lnTo>
                  <a:pt x="1748622" y="1461661"/>
                </a:lnTo>
                <a:lnTo>
                  <a:pt x="1748630" y="1461668"/>
                </a:lnTo>
                <a:lnTo>
                  <a:pt x="1748639" y="1461676"/>
                </a:lnTo>
                <a:lnTo>
                  <a:pt x="1748647" y="1461683"/>
                </a:lnTo>
                <a:lnTo>
                  <a:pt x="1748656" y="1461690"/>
                </a:lnTo>
                <a:lnTo>
                  <a:pt x="1748664" y="1461697"/>
                </a:lnTo>
                <a:lnTo>
                  <a:pt x="1748673" y="1461704"/>
                </a:lnTo>
                <a:lnTo>
                  <a:pt x="1748681" y="1461711"/>
                </a:lnTo>
                <a:lnTo>
                  <a:pt x="1748690" y="1461718"/>
                </a:lnTo>
                <a:lnTo>
                  <a:pt x="1748698" y="1461726"/>
                </a:lnTo>
                <a:lnTo>
                  <a:pt x="1748707" y="1461733"/>
                </a:lnTo>
                <a:lnTo>
                  <a:pt x="1748715" y="1461740"/>
                </a:lnTo>
                <a:lnTo>
                  <a:pt x="1748724" y="1461747"/>
                </a:lnTo>
                <a:lnTo>
                  <a:pt x="1748733" y="1461754"/>
                </a:lnTo>
                <a:lnTo>
                  <a:pt x="1748741" y="1461761"/>
                </a:lnTo>
                <a:lnTo>
                  <a:pt x="1748750" y="1461768"/>
                </a:lnTo>
                <a:lnTo>
                  <a:pt x="1748759" y="1461774"/>
                </a:lnTo>
                <a:lnTo>
                  <a:pt x="1748767" y="1461781"/>
                </a:lnTo>
                <a:lnTo>
                  <a:pt x="1748776" y="1461788"/>
                </a:lnTo>
                <a:lnTo>
                  <a:pt x="1748785" y="1461795"/>
                </a:lnTo>
                <a:lnTo>
                  <a:pt x="1748794" y="1461802"/>
                </a:lnTo>
                <a:lnTo>
                  <a:pt x="1748803" y="1461809"/>
                </a:lnTo>
                <a:lnTo>
                  <a:pt x="1748811" y="1461816"/>
                </a:lnTo>
                <a:lnTo>
                  <a:pt x="1748820" y="1461822"/>
                </a:lnTo>
                <a:lnTo>
                  <a:pt x="1766481" y="1475409"/>
                </a:lnTo>
                <a:lnTo>
                  <a:pt x="1772469" y="1467626"/>
                </a:lnTo>
                <a:lnTo>
                  <a:pt x="1754912" y="1454120"/>
                </a:lnTo>
                <a:lnTo>
                  <a:pt x="1744360" y="1445050"/>
                </a:lnTo>
                <a:lnTo>
                  <a:pt x="1737959" y="1452495"/>
                </a:lnTo>
                <a:close/>
                <a:moveTo>
                  <a:pt x="1755014" y="1454208"/>
                </a:moveTo>
                <a:lnTo>
                  <a:pt x="1751814" y="1457931"/>
                </a:lnTo>
                <a:lnTo>
                  <a:pt x="1754808" y="1454040"/>
                </a:lnTo>
                <a:lnTo>
                  <a:pt x="1754912" y="1454120"/>
                </a:lnTo>
                <a:lnTo>
                  <a:pt x="1755014" y="1454208"/>
                </a:lnTo>
                <a:close/>
                <a:moveTo>
                  <a:pt x="1779558" y="1484587"/>
                </a:moveTo>
                <a:lnTo>
                  <a:pt x="1789290" y="1491259"/>
                </a:lnTo>
                <a:lnTo>
                  <a:pt x="1789300" y="1491265"/>
                </a:lnTo>
                <a:lnTo>
                  <a:pt x="1789309" y="1491271"/>
                </a:lnTo>
                <a:lnTo>
                  <a:pt x="1789318" y="1491277"/>
                </a:lnTo>
                <a:lnTo>
                  <a:pt x="1789327" y="1491284"/>
                </a:lnTo>
                <a:lnTo>
                  <a:pt x="1789336" y="1491290"/>
                </a:lnTo>
                <a:lnTo>
                  <a:pt x="1789346" y="1491296"/>
                </a:lnTo>
                <a:lnTo>
                  <a:pt x="1789355" y="1491302"/>
                </a:lnTo>
                <a:lnTo>
                  <a:pt x="1789364" y="1491308"/>
                </a:lnTo>
                <a:lnTo>
                  <a:pt x="1789374" y="1491314"/>
                </a:lnTo>
                <a:lnTo>
                  <a:pt x="1789383" y="1491321"/>
                </a:lnTo>
                <a:lnTo>
                  <a:pt x="1789392" y="1491327"/>
                </a:lnTo>
                <a:lnTo>
                  <a:pt x="1789402" y="1491333"/>
                </a:lnTo>
                <a:lnTo>
                  <a:pt x="1789411" y="1491339"/>
                </a:lnTo>
                <a:lnTo>
                  <a:pt x="1789421" y="1491345"/>
                </a:lnTo>
                <a:lnTo>
                  <a:pt x="1789430" y="1491351"/>
                </a:lnTo>
                <a:lnTo>
                  <a:pt x="1789439" y="1491357"/>
                </a:lnTo>
                <a:lnTo>
                  <a:pt x="1789449" y="1491363"/>
                </a:lnTo>
                <a:lnTo>
                  <a:pt x="1789458" y="1491369"/>
                </a:lnTo>
                <a:lnTo>
                  <a:pt x="1789468" y="1491374"/>
                </a:lnTo>
                <a:lnTo>
                  <a:pt x="1789477" y="1491380"/>
                </a:lnTo>
                <a:lnTo>
                  <a:pt x="1789487" y="1491386"/>
                </a:lnTo>
                <a:lnTo>
                  <a:pt x="1789496" y="1491392"/>
                </a:lnTo>
                <a:lnTo>
                  <a:pt x="1789506" y="1491398"/>
                </a:lnTo>
                <a:lnTo>
                  <a:pt x="1789515" y="1491404"/>
                </a:lnTo>
                <a:lnTo>
                  <a:pt x="1809642" y="1503642"/>
                </a:lnTo>
                <a:lnTo>
                  <a:pt x="1809651" y="1503648"/>
                </a:lnTo>
                <a:lnTo>
                  <a:pt x="1809660" y="1503654"/>
                </a:lnTo>
                <a:lnTo>
                  <a:pt x="1809670" y="1503659"/>
                </a:lnTo>
                <a:lnTo>
                  <a:pt x="1809679" y="1503665"/>
                </a:lnTo>
                <a:lnTo>
                  <a:pt x="1809688" y="1503671"/>
                </a:lnTo>
                <a:lnTo>
                  <a:pt x="1809698" y="1503676"/>
                </a:lnTo>
                <a:lnTo>
                  <a:pt x="1809707" y="1503682"/>
                </a:lnTo>
                <a:lnTo>
                  <a:pt x="1809717" y="1503687"/>
                </a:lnTo>
                <a:lnTo>
                  <a:pt x="1809726" y="1503693"/>
                </a:lnTo>
                <a:lnTo>
                  <a:pt x="1809736" y="1503698"/>
                </a:lnTo>
                <a:lnTo>
                  <a:pt x="1809745" y="1503704"/>
                </a:lnTo>
                <a:lnTo>
                  <a:pt x="1809754" y="1503709"/>
                </a:lnTo>
                <a:lnTo>
                  <a:pt x="1809764" y="1503715"/>
                </a:lnTo>
                <a:lnTo>
                  <a:pt x="1809773" y="1503720"/>
                </a:lnTo>
                <a:lnTo>
                  <a:pt x="1809783" y="1503725"/>
                </a:lnTo>
                <a:lnTo>
                  <a:pt x="1809793" y="1503731"/>
                </a:lnTo>
                <a:lnTo>
                  <a:pt x="1809802" y="1503736"/>
                </a:lnTo>
                <a:lnTo>
                  <a:pt x="1809812" y="1503741"/>
                </a:lnTo>
                <a:lnTo>
                  <a:pt x="1809821" y="1503747"/>
                </a:lnTo>
                <a:lnTo>
                  <a:pt x="1809831" y="1503752"/>
                </a:lnTo>
                <a:lnTo>
                  <a:pt x="1809840" y="1503757"/>
                </a:lnTo>
                <a:lnTo>
                  <a:pt x="1809850" y="1503762"/>
                </a:lnTo>
                <a:lnTo>
                  <a:pt x="1809860" y="1503768"/>
                </a:lnTo>
                <a:lnTo>
                  <a:pt x="1809869" y="1503773"/>
                </a:lnTo>
                <a:lnTo>
                  <a:pt x="1810730" y="1504235"/>
                </a:lnTo>
                <a:lnTo>
                  <a:pt x="1815377" y="1495585"/>
                </a:lnTo>
                <a:lnTo>
                  <a:pt x="1814629" y="1495183"/>
                </a:lnTo>
                <a:lnTo>
                  <a:pt x="1794734" y="1483085"/>
                </a:lnTo>
                <a:lnTo>
                  <a:pt x="1785110" y="1476488"/>
                </a:lnTo>
                <a:lnTo>
                  <a:pt x="1779558" y="1484587"/>
                </a:lnTo>
                <a:close/>
                <a:moveTo>
                  <a:pt x="1814744" y="1495253"/>
                </a:moveTo>
                <a:lnTo>
                  <a:pt x="1812193" y="1499448"/>
                </a:lnTo>
                <a:lnTo>
                  <a:pt x="1814516" y="1495123"/>
                </a:lnTo>
                <a:lnTo>
                  <a:pt x="1814629" y="1495183"/>
                </a:lnTo>
                <a:lnTo>
                  <a:pt x="1814744" y="1495253"/>
                </a:lnTo>
                <a:close/>
                <a:moveTo>
                  <a:pt x="1794842" y="1483159"/>
                </a:moveTo>
                <a:lnTo>
                  <a:pt x="1792066" y="1487209"/>
                </a:lnTo>
                <a:lnTo>
                  <a:pt x="1794617" y="1483014"/>
                </a:lnTo>
                <a:lnTo>
                  <a:pt x="1794734" y="1483085"/>
                </a:lnTo>
                <a:lnTo>
                  <a:pt x="1794842" y="1483159"/>
                </a:lnTo>
                <a:close/>
                <a:moveTo>
                  <a:pt x="1824571" y="1511670"/>
                </a:moveTo>
                <a:lnTo>
                  <a:pt x="1829995" y="1514584"/>
                </a:lnTo>
                <a:lnTo>
                  <a:pt x="1830005" y="1514589"/>
                </a:lnTo>
                <a:lnTo>
                  <a:pt x="1830014" y="1514594"/>
                </a:lnTo>
                <a:lnTo>
                  <a:pt x="1830023" y="1514599"/>
                </a:lnTo>
                <a:lnTo>
                  <a:pt x="1830033" y="1514604"/>
                </a:lnTo>
                <a:lnTo>
                  <a:pt x="1830042" y="1514609"/>
                </a:lnTo>
                <a:lnTo>
                  <a:pt x="1830051" y="1514614"/>
                </a:lnTo>
                <a:lnTo>
                  <a:pt x="1830061" y="1514618"/>
                </a:lnTo>
                <a:lnTo>
                  <a:pt x="1830070" y="1514623"/>
                </a:lnTo>
                <a:lnTo>
                  <a:pt x="1830079" y="1514628"/>
                </a:lnTo>
                <a:lnTo>
                  <a:pt x="1830089" y="1514633"/>
                </a:lnTo>
                <a:lnTo>
                  <a:pt x="1830098" y="1514638"/>
                </a:lnTo>
                <a:lnTo>
                  <a:pt x="1830108" y="1514642"/>
                </a:lnTo>
                <a:lnTo>
                  <a:pt x="1830117" y="1514647"/>
                </a:lnTo>
                <a:lnTo>
                  <a:pt x="1830127" y="1514652"/>
                </a:lnTo>
                <a:lnTo>
                  <a:pt x="1830136" y="1514657"/>
                </a:lnTo>
                <a:lnTo>
                  <a:pt x="1830145" y="1514661"/>
                </a:lnTo>
                <a:lnTo>
                  <a:pt x="1830155" y="1514666"/>
                </a:lnTo>
                <a:lnTo>
                  <a:pt x="1830164" y="1514670"/>
                </a:lnTo>
                <a:lnTo>
                  <a:pt x="1830174" y="1514675"/>
                </a:lnTo>
                <a:lnTo>
                  <a:pt x="1830183" y="1514680"/>
                </a:lnTo>
                <a:lnTo>
                  <a:pt x="1830193" y="1514684"/>
                </a:lnTo>
                <a:lnTo>
                  <a:pt x="1830202" y="1514689"/>
                </a:lnTo>
                <a:lnTo>
                  <a:pt x="1830212" y="1514693"/>
                </a:lnTo>
                <a:lnTo>
                  <a:pt x="1830221" y="1514698"/>
                </a:lnTo>
                <a:lnTo>
                  <a:pt x="1850348" y="1524207"/>
                </a:lnTo>
                <a:lnTo>
                  <a:pt x="1850357" y="1524212"/>
                </a:lnTo>
                <a:lnTo>
                  <a:pt x="1850366" y="1524216"/>
                </a:lnTo>
                <a:lnTo>
                  <a:pt x="1850375" y="1524220"/>
                </a:lnTo>
                <a:lnTo>
                  <a:pt x="1850384" y="1524224"/>
                </a:lnTo>
                <a:lnTo>
                  <a:pt x="1850393" y="1524228"/>
                </a:lnTo>
                <a:lnTo>
                  <a:pt x="1850402" y="1524233"/>
                </a:lnTo>
                <a:lnTo>
                  <a:pt x="1850411" y="1524237"/>
                </a:lnTo>
                <a:lnTo>
                  <a:pt x="1850420" y="1524241"/>
                </a:lnTo>
                <a:lnTo>
                  <a:pt x="1850429" y="1524245"/>
                </a:lnTo>
                <a:lnTo>
                  <a:pt x="1850439" y="1524249"/>
                </a:lnTo>
                <a:lnTo>
                  <a:pt x="1850448" y="1524253"/>
                </a:lnTo>
                <a:lnTo>
                  <a:pt x="1850457" y="1524257"/>
                </a:lnTo>
                <a:lnTo>
                  <a:pt x="1850466" y="1524261"/>
                </a:lnTo>
                <a:lnTo>
                  <a:pt x="1850475" y="1524265"/>
                </a:lnTo>
                <a:lnTo>
                  <a:pt x="1850484" y="1524269"/>
                </a:lnTo>
                <a:lnTo>
                  <a:pt x="1850494" y="1524273"/>
                </a:lnTo>
                <a:lnTo>
                  <a:pt x="1850503" y="1524277"/>
                </a:lnTo>
                <a:lnTo>
                  <a:pt x="1850512" y="1524281"/>
                </a:lnTo>
                <a:lnTo>
                  <a:pt x="1850521" y="1524285"/>
                </a:lnTo>
                <a:lnTo>
                  <a:pt x="1850531" y="1524289"/>
                </a:lnTo>
                <a:lnTo>
                  <a:pt x="1850540" y="1524293"/>
                </a:lnTo>
                <a:lnTo>
                  <a:pt x="1850549" y="1524297"/>
                </a:lnTo>
                <a:lnTo>
                  <a:pt x="1850558" y="1524301"/>
                </a:lnTo>
                <a:lnTo>
                  <a:pt x="1850568" y="1524305"/>
                </a:lnTo>
                <a:lnTo>
                  <a:pt x="1857881" y="1527331"/>
                </a:lnTo>
                <a:lnTo>
                  <a:pt x="1861636" y="1518259"/>
                </a:lnTo>
                <a:lnTo>
                  <a:pt x="1854434" y="1515278"/>
                </a:lnTo>
                <a:lnTo>
                  <a:pt x="1834532" y="1505875"/>
                </a:lnTo>
                <a:lnTo>
                  <a:pt x="1829218" y="1503020"/>
                </a:lnTo>
                <a:lnTo>
                  <a:pt x="1824571" y="1511670"/>
                </a:lnTo>
                <a:close/>
                <a:moveTo>
                  <a:pt x="1854543" y="1515329"/>
                </a:moveTo>
                <a:lnTo>
                  <a:pt x="1852445" y="1519768"/>
                </a:lnTo>
                <a:lnTo>
                  <a:pt x="1854323" y="1515232"/>
                </a:lnTo>
                <a:lnTo>
                  <a:pt x="1854434" y="1515278"/>
                </a:lnTo>
                <a:lnTo>
                  <a:pt x="1854543" y="1515329"/>
                </a:lnTo>
                <a:close/>
                <a:moveTo>
                  <a:pt x="1834642" y="1505934"/>
                </a:moveTo>
                <a:lnTo>
                  <a:pt x="1832319" y="1510259"/>
                </a:lnTo>
                <a:lnTo>
                  <a:pt x="1834416" y="1505820"/>
                </a:lnTo>
                <a:lnTo>
                  <a:pt x="1834532" y="1505875"/>
                </a:lnTo>
                <a:lnTo>
                  <a:pt x="1834642" y="1505934"/>
                </a:lnTo>
                <a:close/>
                <a:moveTo>
                  <a:pt x="1872640" y="1533342"/>
                </a:moveTo>
                <a:lnTo>
                  <a:pt x="1891031" y="1539980"/>
                </a:lnTo>
                <a:lnTo>
                  <a:pt x="1891039" y="1539983"/>
                </a:lnTo>
                <a:lnTo>
                  <a:pt x="1891047" y="1539986"/>
                </a:lnTo>
                <a:lnTo>
                  <a:pt x="1891055" y="1539989"/>
                </a:lnTo>
                <a:lnTo>
                  <a:pt x="1891063" y="1539992"/>
                </a:lnTo>
                <a:lnTo>
                  <a:pt x="1891072" y="1539995"/>
                </a:lnTo>
                <a:lnTo>
                  <a:pt x="1891080" y="1539998"/>
                </a:lnTo>
                <a:lnTo>
                  <a:pt x="1891088" y="1540000"/>
                </a:lnTo>
                <a:lnTo>
                  <a:pt x="1891096" y="1540003"/>
                </a:lnTo>
                <a:lnTo>
                  <a:pt x="1891105" y="1540006"/>
                </a:lnTo>
                <a:lnTo>
                  <a:pt x="1891113" y="1540009"/>
                </a:lnTo>
                <a:lnTo>
                  <a:pt x="1891121" y="1540012"/>
                </a:lnTo>
                <a:lnTo>
                  <a:pt x="1891129" y="1540015"/>
                </a:lnTo>
                <a:lnTo>
                  <a:pt x="1891138" y="1540017"/>
                </a:lnTo>
                <a:lnTo>
                  <a:pt x="1891146" y="1540020"/>
                </a:lnTo>
                <a:lnTo>
                  <a:pt x="1891154" y="1540023"/>
                </a:lnTo>
                <a:lnTo>
                  <a:pt x="1891163" y="1540026"/>
                </a:lnTo>
                <a:lnTo>
                  <a:pt x="1891171" y="1540028"/>
                </a:lnTo>
                <a:lnTo>
                  <a:pt x="1891179" y="1540031"/>
                </a:lnTo>
                <a:lnTo>
                  <a:pt x="1891187" y="1540034"/>
                </a:lnTo>
                <a:lnTo>
                  <a:pt x="1891196" y="1540036"/>
                </a:lnTo>
                <a:lnTo>
                  <a:pt x="1891204" y="1540039"/>
                </a:lnTo>
                <a:lnTo>
                  <a:pt x="1891212" y="1540042"/>
                </a:lnTo>
                <a:lnTo>
                  <a:pt x="1891221" y="1540044"/>
                </a:lnTo>
                <a:lnTo>
                  <a:pt x="1891229" y="1540047"/>
                </a:lnTo>
                <a:lnTo>
                  <a:pt x="1907240" y="1545067"/>
                </a:lnTo>
                <a:lnTo>
                  <a:pt x="1910178" y="1535697"/>
                </a:lnTo>
                <a:lnTo>
                  <a:pt x="1894267" y="1530709"/>
                </a:lnTo>
                <a:lnTo>
                  <a:pt x="1875974" y="1524106"/>
                </a:lnTo>
                <a:lnTo>
                  <a:pt x="1872640" y="1533342"/>
                </a:lnTo>
                <a:close/>
                <a:moveTo>
                  <a:pt x="1894365" y="1530744"/>
                </a:moveTo>
                <a:lnTo>
                  <a:pt x="1892698" y="1535362"/>
                </a:lnTo>
                <a:lnTo>
                  <a:pt x="1894167" y="1530678"/>
                </a:lnTo>
                <a:lnTo>
                  <a:pt x="1894267" y="1530709"/>
                </a:lnTo>
                <a:lnTo>
                  <a:pt x="1894365" y="1530744"/>
                </a:lnTo>
                <a:close/>
                <a:moveTo>
                  <a:pt x="1922541" y="1549394"/>
                </a:moveTo>
                <a:lnTo>
                  <a:pt x="1931665" y="1551868"/>
                </a:lnTo>
                <a:lnTo>
                  <a:pt x="1931672" y="1551870"/>
                </a:lnTo>
                <a:lnTo>
                  <a:pt x="1931679" y="1551872"/>
                </a:lnTo>
                <a:lnTo>
                  <a:pt x="1931686" y="1551874"/>
                </a:lnTo>
                <a:lnTo>
                  <a:pt x="1931693" y="1551875"/>
                </a:lnTo>
                <a:lnTo>
                  <a:pt x="1931700" y="1551877"/>
                </a:lnTo>
                <a:lnTo>
                  <a:pt x="1931707" y="1551879"/>
                </a:lnTo>
                <a:lnTo>
                  <a:pt x="1931714" y="1551881"/>
                </a:lnTo>
                <a:lnTo>
                  <a:pt x="1931721" y="1551883"/>
                </a:lnTo>
                <a:lnTo>
                  <a:pt x="1931728" y="1551885"/>
                </a:lnTo>
                <a:lnTo>
                  <a:pt x="1931735" y="1551886"/>
                </a:lnTo>
                <a:lnTo>
                  <a:pt x="1931742" y="1551888"/>
                </a:lnTo>
                <a:lnTo>
                  <a:pt x="1931749" y="1551890"/>
                </a:lnTo>
                <a:lnTo>
                  <a:pt x="1931756" y="1551892"/>
                </a:lnTo>
                <a:lnTo>
                  <a:pt x="1931763" y="1551893"/>
                </a:lnTo>
                <a:lnTo>
                  <a:pt x="1931770" y="1551895"/>
                </a:lnTo>
                <a:lnTo>
                  <a:pt x="1931777" y="1551897"/>
                </a:lnTo>
                <a:lnTo>
                  <a:pt x="1931784" y="1551899"/>
                </a:lnTo>
                <a:lnTo>
                  <a:pt x="1931791" y="1551900"/>
                </a:lnTo>
                <a:lnTo>
                  <a:pt x="1931798" y="1551902"/>
                </a:lnTo>
                <a:lnTo>
                  <a:pt x="1931805" y="1551904"/>
                </a:lnTo>
                <a:lnTo>
                  <a:pt x="1931812" y="1551905"/>
                </a:lnTo>
                <a:lnTo>
                  <a:pt x="1931819" y="1551907"/>
                </a:lnTo>
                <a:lnTo>
                  <a:pt x="1931826" y="1551909"/>
                </a:lnTo>
                <a:lnTo>
                  <a:pt x="1931833" y="1551910"/>
                </a:lnTo>
                <a:lnTo>
                  <a:pt x="1951960" y="1556611"/>
                </a:lnTo>
                <a:lnTo>
                  <a:pt x="1951966" y="1556613"/>
                </a:lnTo>
                <a:lnTo>
                  <a:pt x="1951972" y="1556614"/>
                </a:lnTo>
                <a:lnTo>
                  <a:pt x="1951979" y="1556616"/>
                </a:lnTo>
                <a:lnTo>
                  <a:pt x="1951985" y="1556617"/>
                </a:lnTo>
                <a:lnTo>
                  <a:pt x="1951991" y="1556619"/>
                </a:lnTo>
                <a:lnTo>
                  <a:pt x="1951998" y="1556620"/>
                </a:lnTo>
                <a:lnTo>
                  <a:pt x="1952004" y="1556621"/>
                </a:lnTo>
                <a:lnTo>
                  <a:pt x="1952010" y="1556623"/>
                </a:lnTo>
                <a:lnTo>
                  <a:pt x="1952017" y="1556624"/>
                </a:lnTo>
                <a:lnTo>
                  <a:pt x="1952023" y="1556626"/>
                </a:lnTo>
                <a:lnTo>
                  <a:pt x="1952029" y="1556627"/>
                </a:lnTo>
                <a:lnTo>
                  <a:pt x="1952036" y="1556628"/>
                </a:lnTo>
                <a:lnTo>
                  <a:pt x="1952042" y="1556630"/>
                </a:lnTo>
                <a:lnTo>
                  <a:pt x="1952048" y="1556631"/>
                </a:lnTo>
                <a:lnTo>
                  <a:pt x="1952055" y="1556632"/>
                </a:lnTo>
                <a:lnTo>
                  <a:pt x="1952061" y="1556634"/>
                </a:lnTo>
                <a:lnTo>
                  <a:pt x="1952067" y="1556635"/>
                </a:lnTo>
                <a:lnTo>
                  <a:pt x="1952074" y="1556636"/>
                </a:lnTo>
                <a:lnTo>
                  <a:pt x="1952080" y="1556638"/>
                </a:lnTo>
                <a:lnTo>
                  <a:pt x="1952087" y="1556639"/>
                </a:lnTo>
                <a:lnTo>
                  <a:pt x="1952093" y="1556640"/>
                </a:lnTo>
                <a:lnTo>
                  <a:pt x="1952099" y="1556642"/>
                </a:lnTo>
                <a:lnTo>
                  <a:pt x="1952106" y="1556643"/>
                </a:lnTo>
                <a:lnTo>
                  <a:pt x="1952112" y="1556644"/>
                </a:lnTo>
                <a:lnTo>
                  <a:pt x="1958202" y="1557864"/>
                </a:lnTo>
                <a:lnTo>
                  <a:pt x="1960131" y="1548237"/>
                </a:lnTo>
                <a:lnTo>
                  <a:pt x="1954120" y="1547032"/>
                </a:lnTo>
                <a:lnTo>
                  <a:pt x="1934152" y="1542368"/>
                </a:lnTo>
                <a:lnTo>
                  <a:pt x="1925111" y="1539917"/>
                </a:lnTo>
                <a:lnTo>
                  <a:pt x="1922541" y="1549394"/>
                </a:lnTo>
                <a:close/>
                <a:moveTo>
                  <a:pt x="1954193" y="1547050"/>
                </a:moveTo>
                <a:lnTo>
                  <a:pt x="1953077" y="1551830"/>
                </a:lnTo>
                <a:lnTo>
                  <a:pt x="1954041" y="1547017"/>
                </a:lnTo>
                <a:lnTo>
                  <a:pt x="1954120" y="1547032"/>
                </a:lnTo>
                <a:lnTo>
                  <a:pt x="1954193" y="1547050"/>
                </a:lnTo>
                <a:close/>
                <a:moveTo>
                  <a:pt x="1934235" y="1542391"/>
                </a:moveTo>
                <a:lnTo>
                  <a:pt x="1932950" y="1547130"/>
                </a:lnTo>
                <a:lnTo>
                  <a:pt x="1934067" y="1542349"/>
                </a:lnTo>
                <a:lnTo>
                  <a:pt x="1934152" y="1542368"/>
                </a:lnTo>
                <a:lnTo>
                  <a:pt x="1934235" y="1542391"/>
                </a:lnTo>
                <a:close/>
                <a:moveTo>
                  <a:pt x="1994157" y="1554469"/>
                </a:moveTo>
                <a:lnTo>
                  <a:pt x="1975407" y="1551259"/>
                </a:lnTo>
                <a:lnTo>
                  <a:pt x="1974008" y="1559434"/>
                </a:lnTo>
                <a:lnTo>
                  <a:pt x="1993307" y="1559434"/>
                </a:lnTo>
                <a:lnTo>
                  <a:pt x="1994157" y="1554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A938B-0983-4D6E-B926-A823B1CC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723" y="2744958"/>
            <a:ext cx="1992501" cy="1554524"/>
          </a:xfrm>
          <a:custGeom xmlns:a="http://schemas.openxmlformats.org/drawingml/2006/main">
            <a:pathLst>
              <a:path w="1992501" h="1554524">
                <a:moveTo>
                  <a:pt x="1992501" y="1554398"/>
                </a:moveTo>
                <a:lnTo>
                  <a:pt x="1972375" y="1550953"/>
                </a:lnTo>
                <a:lnTo>
                  <a:pt x="1952248" y="1546921"/>
                </a:lnTo>
                <a:lnTo>
                  <a:pt x="1932122" y="1542220"/>
                </a:lnTo>
                <a:lnTo>
                  <a:pt x="1911996" y="1536762"/>
                </a:lnTo>
                <a:lnTo>
                  <a:pt x="1891870" y="1530453"/>
                </a:lnTo>
                <a:lnTo>
                  <a:pt x="1871743" y="1523188"/>
                </a:lnTo>
                <a:lnTo>
                  <a:pt x="1851617" y="1514859"/>
                </a:lnTo>
                <a:lnTo>
                  <a:pt x="1831491" y="1505349"/>
                </a:lnTo>
                <a:lnTo>
                  <a:pt x="1811365" y="1494538"/>
                </a:lnTo>
                <a:lnTo>
                  <a:pt x="1791238" y="1482300"/>
                </a:lnTo>
                <a:lnTo>
                  <a:pt x="1771112" y="1468504"/>
                </a:lnTo>
                <a:lnTo>
                  <a:pt x="1750986" y="1453022"/>
                </a:lnTo>
                <a:lnTo>
                  <a:pt x="1730859" y="1435721"/>
                </a:lnTo>
                <a:lnTo>
                  <a:pt x="1710733" y="1416473"/>
                </a:lnTo>
                <a:lnTo>
                  <a:pt x="1690607" y="1395155"/>
                </a:lnTo>
                <a:lnTo>
                  <a:pt x="1670481" y="1371649"/>
                </a:lnTo>
                <a:lnTo>
                  <a:pt x="1650354" y="1345848"/>
                </a:lnTo>
                <a:lnTo>
                  <a:pt x="1630228" y="1317657"/>
                </a:lnTo>
                <a:lnTo>
                  <a:pt x="1610102" y="1286999"/>
                </a:lnTo>
                <a:lnTo>
                  <a:pt x="1589976" y="1253813"/>
                </a:lnTo>
                <a:lnTo>
                  <a:pt x="1569849" y="1218064"/>
                </a:lnTo>
                <a:lnTo>
                  <a:pt x="1549723" y="1179740"/>
                </a:lnTo>
                <a:lnTo>
                  <a:pt x="1529597" y="1138857"/>
                </a:lnTo>
                <a:lnTo>
                  <a:pt x="1509470" y="1095465"/>
                </a:lnTo>
                <a:lnTo>
                  <a:pt x="1489344" y="1049647"/>
                </a:lnTo>
                <a:lnTo>
                  <a:pt x="1469218" y="1001521"/>
                </a:lnTo>
                <a:lnTo>
                  <a:pt x="1449092" y="951243"/>
                </a:lnTo>
                <a:lnTo>
                  <a:pt x="1428965" y="899010"/>
                </a:lnTo>
                <a:lnTo>
                  <a:pt x="1408839" y="845055"/>
                </a:lnTo>
                <a:lnTo>
                  <a:pt x="1388713" y="789651"/>
                </a:lnTo>
                <a:lnTo>
                  <a:pt x="1368586" y="733111"/>
                </a:lnTo>
                <a:lnTo>
                  <a:pt x="1348460" y="675782"/>
                </a:lnTo>
                <a:lnTo>
                  <a:pt x="1328334" y="618044"/>
                </a:lnTo>
                <a:lnTo>
                  <a:pt x="1308208" y="560309"/>
                </a:lnTo>
                <a:lnTo>
                  <a:pt x="1288081" y="503011"/>
                </a:lnTo>
                <a:lnTo>
                  <a:pt x="1267955" y="446609"/>
                </a:lnTo>
                <a:lnTo>
                  <a:pt x="1247829" y="391574"/>
                </a:lnTo>
                <a:lnTo>
                  <a:pt x="1227703" y="338387"/>
                </a:lnTo>
                <a:lnTo>
                  <a:pt x="1207576" y="287529"/>
                </a:lnTo>
                <a:lnTo>
                  <a:pt x="1187450" y="239477"/>
                </a:lnTo>
                <a:lnTo>
                  <a:pt x="1167324" y="194694"/>
                </a:lnTo>
                <a:lnTo>
                  <a:pt x="1147197" y="153626"/>
                </a:lnTo>
                <a:lnTo>
                  <a:pt x="1127071" y="116688"/>
                </a:lnTo>
                <a:lnTo>
                  <a:pt x="1106945" y="84262"/>
                </a:lnTo>
                <a:lnTo>
                  <a:pt x="1086819" y="56689"/>
                </a:lnTo>
                <a:lnTo>
                  <a:pt x="1066692" y="34263"/>
                </a:lnTo>
                <a:lnTo>
                  <a:pt x="1046566" y="17226"/>
                </a:lnTo>
                <a:lnTo>
                  <a:pt x="1026440" y="5763"/>
                </a:lnTo>
                <a:lnTo>
                  <a:pt x="1006314" y="0"/>
                </a:lnTo>
                <a:lnTo>
                  <a:pt x="986187" y="0"/>
                </a:lnTo>
                <a:lnTo>
                  <a:pt x="966061" y="5763"/>
                </a:lnTo>
                <a:lnTo>
                  <a:pt x="945935" y="17226"/>
                </a:lnTo>
                <a:lnTo>
                  <a:pt x="925808" y="34263"/>
                </a:lnTo>
                <a:lnTo>
                  <a:pt x="905682" y="56689"/>
                </a:lnTo>
                <a:lnTo>
                  <a:pt x="885556" y="84262"/>
                </a:lnTo>
                <a:lnTo>
                  <a:pt x="865430" y="116688"/>
                </a:lnTo>
                <a:lnTo>
                  <a:pt x="845303" y="153626"/>
                </a:lnTo>
                <a:lnTo>
                  <a:pt x="825177" y="194694"/>
                </a:lnTo>
                <a:lnTo>
                  <a:pt x="805051" y="239477"/>
                </a:lnTo>
                <a:lnTo>
                  <a:pt x="784925" y="287529"/>
                </a:lnTo>
                <a:lnTo>
                  <a:pt x="764798" y="338387"/>
                </a:lnTo>
                <a:lnTo>
                  <a:pt x="744672" y="391574"/>
                </a:lnTo>
                <a:lnTo>
                  <a:pt x="724546" y="446609"/>
                </a:lnTo>
                <a:lnTo>
                  <a:pt x="704420" y="503011"/>
                </a:lnTo>
                <a:lnTo>
                  <a:pt x="684293" y="560309"/>
                </a:lnTo>
                <a:lnTo>
                  <a:pt x="664167" y="618044"/>
                </a:lnTo>
                <a:lnTo>
                  <a:pt x="644041" y="675782"/>
                </a:lnTo>
                <a:lnTo>
                  <a:pt x="623914" y="733111"/>
                </a:lnTo>
                <a:lnTo>
                  <a:pt x="603788" y="789651"/>
                </a:lnTo>
                <a:lnTo>
                  <a:pt x="583662" y="845055"/>
                </a:lnTo>
                <a:lnTo>
                  <a:pt x="563536" y="899010"/>
                </a:lnTo>
                <a:lnTo>
                  <a:pt x="543409" y="951243"/>
                </a:lnTo>
                <a:lnTo>
                  <a:pt x="523283" y="1001521"/>
                </a:lnTo>
                <a:lnTo>
                  <a:pt x="503157" y="1049647"/>
                </a:lnTo>
                <a:lnTo>
                  <a:pt x="483031" y="1095465"/>
                </a:lnTo>
                <a:lnTo>
                  <a:pt x="462904" y="1138857"/>
                </a:lnTo>
                <a:lnTo>
                  <a:pt x="442778" y="1179740"/>
                </a:lnTo>
                <a:lnTo>
                  <a:pt x="422652" y="1218064"/>
                </a:lnTo>
                <a:lnTo>
                  <a:pt x="402525" y="1253813"/>
                </a:lnTo>
                <a:lnTo>
                  <a:pt x="382399" y="1286999"/>
                </a:lnTo>
                <a:lnTo>
                  <a:pt x="362273" y="1317657"/>
                </a:lnTo>
                <a:lnTo>
                  <a:pt x="342147" y="1345848"/>
                </a:lnTo>
                <a:lnTo>
                  <a:pt x="322020" y="1371649"/>
                </a:lnTo>
                <a:lnTo>
                  <a:pt x="301894" y="1395155"/>
                </a:lnTo>
                <a:lnTo>
                  <a:pt x="281768" y="1416473"/>
                </a:lnTo>
                <a:lnTo>
                  <a:pt x="261642" y="1435721"/>
                </a:lnTo>
                <a:lnTo>
                  <a:pt x="241515" y="1453022"/>
                </a:lnTo>
                <a:lnTo>
                  <a:pt x="221389" y="1468504"/>
                </a:lnTo>
                <a:lnTo>
                  <a:pt x="201263" y="1482300"/>
                </a:lnTo>
                <a:lnTo>
                  <a:pt x="181136" y="1494538"/>
                </a:lnTo>
                <a:lnTo>
                  <a:pt x="161010" y="1505349"/>
                </a:lnTo>
                <a:lnTo>
                  <a:pt x="140884" y="1514859"/>
                </a:lnTo>
                <a:lnTo>
                  <a:pt x="120758" y="1523188"/>
                </a:lnTo>
                <a:lnTo>
                  <a:pt x="100631" y="1530453"/>
                </a:lnTo>
                <a:lnTo>
                  <a:pt x="80505" y="1536762"/>
                </a:lnTo>
                <a:lnTo>
                  <a:pt x="60379" y="1542220"/>
                </a:lnTo>
                <a:lnTo>
                  <a:pt x="40253" y="1546921"/>
                </a:lnTo>
                <a:lnTo>
                  <a:pt x="20126" y="1550953"/>
                </a:lnTo>
                <a:lnTo>
                  <a:pt x="0" y="1554398"/>
                </a:lnTo>
                <a:lnTo>
                  <a:pt x="0" y="1554524"/>
                </a:lnTo>
                <a:lnTo>
                  <a:pt x="1992501" y="1554524"/>
                </a:lnTo>
                <a:lnTo>
                  <a:pt x="1992501" y="1554398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CF3D2D4-673F-4E53-9750-4EA2E215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269" y="2742503"/>
            <a:ext cx="1997411" cy="1556979"/>
          </a:xfrm>
          <a:custGeom xmlns:a="http://schemas.openxmlformats.org/drawingml/2006/main">
            <a:pathLst>
              <a:path w="1997411" h="1556979">
                <a:moveTo>
                  <a:pt x="1997411" y="1556853"/>
                </a:moveTo>
                <a:lnTo>
                  <a:pt x="1997411" y="1556979"/>
                </a:lnTo>
                <a:lnTo>
                  <a:pt x="1981140" y="1556979"/>
                </a:lnTo>
                <a:lnTo>
                  <a:pt x="1974415" y="1555828"/>
                </a:lnTo>
                <a:lnTo>
                  <a:pt x="1974347" y="1555815"/>
                </a:lnTo>
                <a:lnTo>
                  <a:pt x="1954221" y="1551783"/>
                </a:lnTo>
                <a:lnTo>
                  <a:pt x="1954145" y="1551766"/>
                </a:lnTo>
                <a:lnTo>
                  <a:pt x="1934019" y="1547065"/>
                </a:lnTo>
                <a:lnTo>
                  <a:pt x="1933935" y="1547044"/>
                </a:lnTo>
                <a:lnTo>
                  <a:pt x="1913808" y="1541587"/>
                </a:lnTo>
                <a:lnTo>
                  <a:pt x="1913716" y="1541560"/>
                </a:lnTo>
                <a:lnTo>
                  <a:pt x="1893590" y="1535250"/>
                </a:lnTo>
                <a:lnTo>
                  <a:pt x="1893491" y="1535217"/>
                </a:lnTo>
                <a:lnTo>
                  <a:pt x="1873365" y="1527952"/>
                </a:lnTo>
                <a:lnTo>
                  <a:pt x="1873259" y="1527911"/>
                </a:lnTo>
                <a:lnTo>
                  <a:pt x="1853133" y="1519582"/>
                </a:lnTo>
                <a:lnTo>
                  <a:pt x="1853023" y="1519533"/>
                </a:lnTo>
                <a:lnTo>
                  <a:pt x="1832897" y="1510024"/>
                </a:lnTo>
                <a:lnTo>
                  <a:pt x="1832784" y="1509967"/>
                </a:lnTo>
                <a:lnTo>
                  <a:pt x="1812658" y="1499156"/>
                </a:lnTo>
                <a:lnTo>
                  <a:pt x="1812544" y="1499091"/>
                </a:lnTo>
                <a:lnTo>
                  <a:pt x="1792418" y="1486852"/>
                </a:lnTo>
                <a:lnTo>
                  <a:pt x="1792305" y="1486779"/>
                </a:lnTo>
                <a:lnTo>
                  <a:pt x="1772179" y="1472984"/>
                </a:lnTo>
                <a:lnTo>
                  <a:pt x="1772070" y="1472905"/>
                </a:lnTo>
                <a:lnTo>
                  <a:pt x="1751944" y="1457422"/>
                </a:lnTo>
                <a:lnTo>
                  <a:pt x="1751840" y="1457338"/>
                </a:lnTo>
                <a:lnTo>
                  <a:pt x="1731714" y="1440037"/>
                </a:lnTo>
                <a:lnTo>
                  <a:pt x="1731618" y="1439950"/>
                </a:lnTo>
                <a:lnTo>
                  <a:pt x="1711491" y="1420702"/>
                </a:lnTo>
                <a:lnTo>
                  <a:pt x="1711403" y="1420613"/>
                </a:lnTo>
                <a:lnTo>
                  <a:pt x="1691277" y="1399295"/>
                </a:lnTo>
                <a:lnTo>
                  <a:pt x="1691197" y="1399206"/>
                </a:lnTo>
                <a:lnTo>
                  <a:pt x="1671071" y="1375700"/>
                </a:lnTo>
                <a:lnTo>
                  <a:pt x="1671000" y="1375614"/>
                </a:lnTo>
                <a:lnTo>
                  <a:pt x="1650874" y="1349812"/>
                </a:lnTo>
                <a:lnTo>
                  <a:pt x="1650811" y="1349729"/>
                </a:lnTo>
                <a:lnTo>
                  <a:pt x="1630685" y="1321538"/>
                </a:lnTo>
                <a:lnTo>
                  <a:pt x="1630631" y="1321459"/>
                </a:lnTo>
                <a:lnTo>
                  <a:pt x="1610504" y="1290801"/>
                </a:lnTo>
                <a:lnTo>
                  <a:pt x="1610458" y="1290727"/>
                </a:lnTo>
                <a:lnTo>
                  <a:pt x="1590331" y="1257541"/>
                </a:lnTo>
                <a:lnTo>
                  <a:pt x="1590291" y="1257473"/>
                </a:lnTo>
                <a:lnTo>
                  <a:pt x="1570165" y="1221723"/>
                </a:lnTo>
                <a:lnTo>
                  <a:pt x="1570131" y="1221660"/>
                </a:lnTo>
                <a:lnTo>
                  <a:pt x="1550004" y="1183336"/>
                </a:lnTo>
                <a:lnTo>
                  <a:pt x="1549975" y="1183279"/>
                </a:lnTo>
                <a:lnTo>
                  <a:pt x="1529849" y="1142396"/>
                </a:lnTo>
                <a:lnTo>
                  <a:pt x="1529825" y="1142345"/>
                </a:lnTo>
                <a:lnTo>
                  <a:pt x="1509698" y="1098953"/>
                </a:lnTo>
                <a:lnTo>
                  <a:pt x="1509678" y="1098907"/>
                </a:lnTo>
                <a:lnTo>
                  <a:pt x="1489551" y="1053089"/>
                </a:lnTo>
                <a:lnTo>
                  <a:pt x="1489534" y="1053049"/>
                </a:lnTo>
                <a:lnTo>
                  <a:pt x="1469408" y="1004923"/>
                </a:lnTo>
                <a:lnTo>
                  <a:pt x="1469394" y="1004888"/>
                </a:lnTo>
                <a:lnTo>
                  <a:pt x="1449267" y="954610"/>
                </a:lnTo>
                <a:lnTo>
                  <a:pt x="1449256" y="954581"/>
                </a:lnTo>
                <a:lnTo>
                  <a:pt x="1429130" y="902347"/>
                </a:lnTo>
                <a:lnTo>
                  <a:pt x="1429120" y="902322"/>
                </a:lnTo>
                <a:lnTo>
                  <a:pt x="1408994" y="848367"/>
                </a:lnTo>
                <a:lnTo>
                  <a:pt x="1408987" y="848348"/>
                </a:lnTo>
                <a:lnTo>
                  <a:pt x="1388860" y="792944"/>
                </a:lnTo>
                <a:lnTo>
                  <a:pt x="1388855" y="792929"/>
                </a:lnTo>
                <a:lnTo>
                  <a:pt x="1368729" y="736390"/>
                </a:lnTo>
                <a:lnTo>
                  <a:pt x="1368725" y="736379"/>
                </a:lnTo>
                <a:lnTo>
                  <a:pt x="1348599" y="679050"/>
                </a:lnTo>
                <a:lnTo>
                  <a:pt x="1348597" y="679045"/>
                </a:lnTo>
                <a:lnTo>
                  <a:pt x="1328471" y="621307"/>
                </a:lnTo>
                <a:lnTo>
                  <a:pt x="1308345" y="563574"/>
                </a:lnTo>
                <a:lnTo>
                  <a:pt x="1288222" y="506285"/>
                </a:lnTo>
                <a:lnTo>
                  <a:pt x="1268101" y="449898"/>
                </a:lnTo>
                <a:lnTo>
                  <a:pt x="1247983" y="394885"/>
                </a:lnTo>
                <a:lnTo>
                  <a:pt x="1227868" y="341728"/>
                </a:lnTo>
                <a:lnTo>
                  <a:pt x="1207757" y="290910"/>
                </a:lnTo>
                <a:lnTo>
                  <a:pt x="1187653" y="242909"/>
                </a:lnTo>
                <a:lnTo>
                  <a:pt x="1167556" y="198193"/>
                </a:lnTo>
                <a:lnTo>
                  <a:pt x="1147471" y="157209"/>
                </a:lnTo>
                <a:lnTo>
                  <a:pt x="1127404" y="120378"/>
                </a:lnTo>
                <a:lnTo>
                  <a:pt x="1107363" y="88090"/>
                </a:lnTo>
                <a:lnTo>
                  <a:pt x="1087364" y="60691"/>
                </a:lnTo>
                <a:lnTo>
                  <a:pt x="1067433" y="38483"/>
                </a:lnTo>
                <a:lnTo>
                  <a:pt x="1047609" y="21701"/>
                </a:lnTo>
                <a:lnTo>
                  <a:pt x="1027936" y="10497"/>
                </a:lnTo>
                <a:lnTo>
                  <a:pt x="1008424" y="4910"/>
                </a:lnTo>
                <a:lnTo>
                  <a:pt x="988987" y="4910"/>
                </a:lnTo>
                <a:lnTo>
                  <a:pt x="969475" y="10497"/>
                </a:lnTo>
                <a:lnTo>
                  <a:pt x="949802" y="21701"/>
                </a:lnTo>
                <a:lnTo>
                  <a:pt x="929978" y="38483"/>
                </a:lnTo>
                <a:lnTo>
                  <a:pt x="910047" y="60691"/>
                </a:lnTo>
                <a:lnTo>
                  <a:pt x="890048" y="88090"/>
                </a:lnTo>
                <a:lnTo>
                  <a:pt x="870007" y="120378"/>
                </a:lnTo>
                <a:lnTo>
                  <a:pt x="849939" y="157209"/>
                </a:lnTo>
                <a:lnTo>
                  <a:pt x="829854" y="198193"/>
                </a:lnTo>
                <a:lnTo>
                  <a:pt x="809758" y="242909"/>
                </a:lnTo>
                <a:lnTo>
                  <a:pt x="789653" y="290910"/>
                </a:lnTo>
                <a:lnTo>
                  <a:pt x="769543" y="341728"/>
                </a:lnTo>
                <a:lnTo>
                  <a:pt x="749428" y="394885"/>
                </a:lnTo>
                <a:lnTo>
                  <a:pt x="729309" y="449898"/>
                </a:lnTo>
                <a:lnTo>
                  <a:pt x="709189" y="506285"/>
                </a:lnTo>
                <a:lnTo>
                  <a:pt x="689065" y="563574"/>
                </a:lnTo>
                <a:lnTo>
                  <a:pt x="668940" y="621307"/>
                </a:lnTo>
                <a:lnTo>
                  <a:pt x="648814" y="679045"/>
                </a:lnTo>
                <a:lnTo>
                  <a:pt x="648812" y="679050"/>
                </a:lnTo>
                <a:lnTo>
                  <a:pt x="628686" y="736379"/>
                </a:lnTo>
                <a:lnTo>
                  <a:pt x="628682" y="736389"/>
                </a:lnTo>
                <a:lnTo>
                  <a:pt x="608556" y="792929"/>
                </a:lnTo>
                <a:lnTo>
                  <a:pt x="608550" y="792944"/>
                </a:lnTo>
                <a:lnTo>
                  <a:pt x="588424" y="848348"/>
                </a:lnTo>
                <a:lnTo>
                  <a:pt x="588417" y="848367"/>
                </a:lnTo>
                <a:lnTo>
                  <a:pt x="568291" y="902322"/>
                </a:lnTo>
                <a:lnTo>
                  <a:pt x="568281" y="902347"/>
                </a:lnTo>
                <a:lnTo>
                  <a:pt x="548155" y="954581"/>
                </a:lnTo>
                <a:lnTo>
                  <a:pt x="548143" y="954610"/>
                </a:lnTo>
                <a:lnTo>
                  <a:pt x="528017" y="1004888"/>
                </a:lnTo>
                <a:lnTo>
                  <a:pt x="528003" y="1004923"/>
                </a:lnTo>
                <a:lnTo>
                  <a:pt x="507876" y="1053049"/>
                </a:lnTo>
                <a:lnTo>
                  <a:pt x="507859" y="1053089"/>
                </a:lnTo>
                <a:lnTo>
                  <a:pt x="487733" y="1098907"/>
                </a:lnTo>
                <a:lnTo>
                  <a:pt x="487712" y="1098953"/>
                </a:lnTo>
                <a:lnTo>
                  <a:pt x="467586" y="1142345"/>
                </a:lnTo>
                <a:lnTo>
                  <a:pt x="467562" y="1142396"/>
                </a:lnTo>
                <a:lnTo>
                  <a:pt x="447435" y="1183279"/>
                </a:lnTo>
                <a:lnTo>
                  <a:pt x="447406" y="1183336"/>
                </a:lnTo>
                <a:lnTo>
                  <a:pt x="427280" y="1221660"/>
                </a:lnTo>
                <a:lnTo>
                  <a:pt x="427246" y="1221723"/>
                </a:lnTo>
                <a:lnTo>
                  <a:pt x="407119" y="1257473"/>
                </a:lnTo>
                <a:lnTo>
                  <a:pt x="407079" y="1257541"/>
                </a:lnTo>
                <a:lnTo>
                  <a:pt x="386953" y="1290727"/>
                </a:lnTo>
                <a:lnTo>
                  <a:pt x="386906" y="1290801"/>
                </a:lnTo>
                <a:lnTo>
                  <a:pt x="366780" y="1321459"/>
                </a:lnTo>
                <a:lnTo>
                  <a:pt x="366726" y="1321538"/>
                </a:lnTo>
                <a:lnTo>
                  <a:pt x="346599" y="1349729"/>
                </a:lnTo>
                <a:lnTo>
                  <a:pt x="346537" y="1349812"/>
                </a:lnTo>
                <a:lnTo>
                  <a:pt x="326411" y="1375614"/>
                </a:lnTo>
                <a:lnTo>
                  <a:pt x="326340" y="1375700"/>
                </a:lnTo>
                <a:lnTo>
                  <a:pt x="306214" y="1399206"/>
                </a:lnTo>
                <a:lnTo>
                  <a:pt x="306134" y="1399295"/>
                </a:lnTo>
                <a:lnTo>
                  <a:pt x="286008" y="1420613"/>
                </a:lnTo>
                <a:lnTo>
                  <a:pt x="285919" y="1420702"/>
                </a:lnTo>
                <a:lnTo>
                  <a:pt x="265793" y="1439950"/>
                </a:lnTo>
                <a:lnTo>
                  <a:pt x="265697" y="1440037"/>
                </a:lnTo>
                <a:lnTo>
                  <a:pt x="245570" y="1457338"/>
                </a:lnTo>
                <a:lnTo>
                  <a:pt x="245467" y="1457422"/>
                </a:lnTo>
                <a:lnTo>
                  <a:pt x="225341" y="1472905"/>
                </a:lnTo>
                <a:lnTo>
                  <a:pt x="225232" y="1472984"/>
                </a:lnTo>
                <a:lnTo>
                  <a:pt x="205105" y="1486779"/>
                </a:lnTo>
                <a:lnTo>
                  <a:pt x="204993" y="1486852"/>
                </a:lnTo>
                <a:lnTo>
                  <a:pt x="184867" y="1499091"/>
                </a:lnTo>
                <a:lnTo>
                  <a:pt x="184753" y="1499156"/>
                </a:lnTo>
                <a:lnTo>
                  <a:pt x="164627" y="1509967"/>
                </a:lnTo>
                <a:lnTo>
                  <a:pt x="164514" y="1510024"/>
                </a:lnTo>
                <a:lnTo>
                  <a:pt x="144387" y="1519533"/>
                </a:lnTo>
                <a:lnTo>
                  <a:pt x="144277" y="1519582"/>
                </a:lnTo>
                <a:lnTo>
                  <a:pt x="124151" y="1527911"/>
                </a:lnTo>
                <a:lnTo>
                  <a:pt x="124046" y="1527952"/>
                </a:lnTo>
                <a:lnTo>
                  <a:pt x="103920" y="1535217"/>
                </a:lnTo>
                <a:lnTo>
                  <a:pt x="103821" y="1535250"/>
                </a:lnTo>
                <a:lnTo>
                  <a:pt x="83694" y="1541560"/>
                </a:lnTo>
                <a:lnTo>
                  <a:pt x="83602" y="1541587"/>
                </a:lnTo>
                <a:lnTo>
                  <a:pt x="63476" y="1547044"/>
                </a:lnTo>
                <a:lnTo>
                  <a:pt x="63392" y="1547065"/>
                </a:lnTo>
                <a:lnTo>
                  <a:pt x="43266" y="1551766"/>
                </a:lnTo>
                <a:lnTo>
                  <a:pt x="43190" y="1551783"/>
                </a:lnTo>
                <a:lnTo>
                  <a:pt x="23063" y="1555815"/>
                </a:lnTo>
                <a:lnTo>
                  <a:pt x="22995" y="1555828"/>
                </a:lnTo>
                <a:lnTo>
                  <a:pt x="16270" y="1556979"/>
                </a:lnTo>
                <a:lnTo>
                  <a:pt x="0" y="1556979"/>
                </a:lnTo>
                <a:lnTo>
                  <a:pt x="0" y="1556853"/>
                </a:lnTo>
                <a:lnTo>
                  <a:pt x="5" y="1556690"/>
                </a:lnTo>
                <a:lnTo>
                  <a:pt x="22" y="1556527"/>
                </a:lnTo>
                <a:lnTo>
                  <a:pt x="49" y="1556365"/>
                </a:lnTo>
                <a:lnTo>
                  <a:pt x="87" y="1556206"/>
                </a:lnTo>
                <a:lnTo>
                  <a:pt x="135" y="1556049"/>
                </a:lnTo>
                <a:lnTo>
                  <a:pt x="194" y="1555896"/>
                </a:lnTo>
                <a:lnTo>
                  <a:pt x="263" y="1555748"/>
                </a:lnTo>
                <a:lnTo>
                  <a:pt x="342" y="1555604"/>
                </a:lnTo>
                <a:lnTo>
                  <a:pt x="430" y="1555466"/>
                </a:lnTo>
                <a:lnTo>
                  <a:pt x="527" y="1555334"/>
                </a:lnTo>
                <a:lnTo>
                  <a:pt x="632" y="1555209"/>
                </a:lnTo>
                <a:lnTo>
                  <a:pt x="746" y="1555091"/>
                </a:lnTo>
                <a:lnTo>
                  <a:pt x="867" y="1554981"/>
                </a:lnTo>
                <a:lnTo>
                  <a:pt x="995" y="1554879"/>
                </a:lnTo>
                <a:lnTo>
                  <a:pt x="1130" y="1554786"/>
                </a:lnTo>
                <a:lnTo>
                  <a:pt x="1271" y="1554703"/>
                </a:lnTo>
                <a:lnTo>
                  <a:pt x="1417" y="1554629"/>
                </a:lnTo>
                <a:lnTo>
                  <a:pt x="1568" y="1554564"/>
                </a:lnTo>
                <a:lnTo>
                  <a:pt x="1722" y="1554510"/>
                </a:lnTo>
                <a:lnTo>
                  <a:pt x="1880" y="1554467"/>
                </a:lnTo>
                <a:lnTo>
                  <a:pt x="2041" y="1554434"/>
                </a:lnTo>
                <a:lnTo>
                  <a:pt x="22133" y="1550994"/>
                </a:lnTo>
                <a:lnTo>
                  <a:pt x="42187" y="1546976"/>
                </a:lnTo>
                <a:lnTo>
                  <a:pt x="62233" y="1542294"/>
                </a:lnTo>
                <a:lnTo>
                  <a:pt x="82271" y="1536861"/>
                </a:lnTo>
                <a:lnTo>
                  <a:pt x="102302" y="1530581"/>
                </a:lnTo>
                <a:lnTo>
                  <a:pt x="122326" y="1523353"/>
                </a:lnTo>
                <a:lnTo>
                  <a:pt x="142344" y="1515069"/>
                </a:lnTo>
                <a:lnTo>
                  <a:pt x="162359" y="1505612"/>
                </a:lnTo>
                <a:lnTo>
                  <a:pt x="182372" y="1494862"/>
                </a:lnTo>
                <a:lnTo>
                  <a:pt x="202385" y="1482692"/>
                </a:lnTo>
                <a:lnTo>
                  <a:pt x="222400" y="1468972"/>
                </a:lnTo>
                <a:lnTo>
                  <a:pt x="242420" y="1453571"/>
                </a:lnTo>
                <a:lnTo>
                  <a:pt x="262447" y="1436356"/>
                </a:lnTo>
                <a:lnTo>
                  <a:pt x="282481" y="1417197"/>
                </a:lnTo>
                <a:lnTo>
                  <a:pt x="302523" y="1395968"/>
                </a:lnTo>
                <a:lnTo>
                  <a:pt x="322574" y="1372550"/>
                </a:lnTo>
                <a:lnTo>
                  <a:pt x="342634" y="1346834"/>
                </a:lnTo>
                <a:lnTo>
                  <a:pt x="362702" y="1318725"/>
                </a:lnTo>
                <a:lnTo>
                  <a:pt x="382778" y="1288143"/>
                </a:lnTo>
                <a:lnTo>
                  <a:pt x="402861" y="1255029"/>
                </a:lnTo>
                <a:lnTo>
                  <a:pt x="422950" y="1219346"/>
                </a:lnTo>
                <a:lnTo>
                  <a:pt x="443045" y="1181081"/>
                </a:lnTo>
                <a:lnTo>
                  <a:pt x="463144" y="1140253"/>
                </a:lnTo>
                <a:lnTo>
                  <a:pt x="483248" y="1096910"/>
                </a:lnTo>
                <a:lnTo>
                  <a:pt x="503355" y="1051134"/>
                </a:lnTo>
                <a:lnTo>
                  <a:pt x="523466" y="1003046"/>
                </a:lnTo>
                <a:lnTo>
                  <a:pt x="543579" y="952801"/>
                </a:lnTo>
                <a:lnTo>
                  <a:pt x="563695" y="900594"/>
                </a:lnTo>
                <a:lnTo>
                  <a:pt x="583813" y="846661"/>
                </a:lnTo>
                <a:lnTo>
                  <a:pt x="603933" y="791275"/>
                </a:lnTo>
                <a:lnTo>
                  <a:pt x="624055" y="734748"/>
                </a:lnTo>
                <a:lnTo>
                  <a:pt x="644178" y="677426"/>
                </a:lnTo>
                <a:lnTo>
                  <a:pt x="664304" y="619691"/>
                </a:lnTo>
                <a:lnTo>
                  <a:pt x="684430" y="561955"/>
                </a:lnTo>
                <a:lnTo>
                  <a:pt x="684432" y="561950"/>
                </a:lnTo>
                <a:lnTo>
                  <a:pt x="704558" y="504653"/>
                </a:lnTo>
                <a:lnTo>
                  <a:pt x="704562" y="504641"/>
                </a:lnTo>
                <a:lnTo>
                  <a:pt x="724689" y="448239"/>
                </a:lnTo>
                <a:lnTo>
                  <a:pt x="724695" y="448221"/>
                </a:lnTo>
                <a:lnTo>
                  <a:pt x="744821" y="393186"/>
                </a:lnTo>
                <a:lnTo>
                  <a:pt x="744831" y="393161"/>
                </a:lnTo>
                <a:lnTo>
                  <a:pt x="764957" y="339973"/>
                </a:lnTo>
                <a:lnTo>
                  <a:pt x="764971" y="339938"/>
                </a:lnTo>
                <a:lnTo>
                  <a:pt x="785097" y="289080"/>
                </a:lnTo>
                <a:lnTo>
                  <a:pt x="785115" y="289035"/>
                </a:lnTo>
                <a:lnTo>
                  <a:pt x="805242" y="240983"/>
                </a:lnTo>
                <a:lnTo>
                  <a:pt x="805267" y="240925"/>
                </a:lnTo>
                <a:lnTo>
                  <a:pt x="825393" y="196143"/>
                </a:lnTo>
                <a:lnTo>
                  <a:pt x="825428" y="196069"/>
                </a:lnTo>
                <a:lnTo>
                  <a:pt x="845554" y="155001"/>
                </a:lnTo>
                <a:lnTo>
                  <a:pt x="845603" y="154906"/>
                </a:lnTo>
                <a:lnTo>
                  <a:pt x="865729" y="117968"/>
                </a:lnTo>
                <a:lnTo>
                  <a:pt x="865799" y="117848"/>
                </a:lnTo>
                <a:lnTo>
                  <a:pt x="885925" y="85422"/>
                </a:lnTo>
                <a:lnTo>
                  <a:pt x="886028" y="85269"/>
                </a:lnTo>
                <a:lnTo>
                  <a:pt x="906154" y="57696"/>
                </a:lnTo>
                <a:lnTo>
                  <a:pt x="906230" y="57598"/>
                </a:lnTo>
                <a:lnTo>
                  <a:pt x="906310" y="57504"/>
                </a:lnTo>
                <a:lnTo>
                  <a:pt x="926436" y="35078"/>
                </a:lnTo>
                <a:lnTo>
                  <a:pt x="926553" y="34957"/>
                </a:lnTo>
                <a:lnTo>
                  <a:pt x="926677" y="34844"/>
                </a:lnTo>
                <a:lnTo>
                  <a:pt x="946804" y="17807"/>
                </a:lnTo>
                <a:lnTo>
                  <a:pt x="946922" y="17713"/>
                </a:lnTo>
                <a:lnTo>
                  <a:pt x="947046" y="17626"/>
                </a:lnTo>
                <a:lnTo>
                  <a:pt x="947175" y="17548"/>
                </a:lnTo>
                <a:lnTo>
                  <a:pt x="967301" y="6085"/>
                </a:lnTo>
                <a:lnTo>
                  <a:pt x="967430" y="6016"/>
                </a:lnTo>
                <a:lnTo>
                  <a:pt x="967564" y="5955"/>
                </a:lnTo>
                <a:lnTo>
                  <a:pt x="967700" y="5903"/>
                </a:lnTo>
                <a:lnTo>
                  <a:pt x="967840" y="5858"/>
                </a:lnTo>
                <a:lnTo>
                  <a:pt x="987966" y="95"/>
                </a:lnTo>
                <a:lnTo>
                  <a:pt x="988132" y="54"/>
                </a:lnTo>
                <a:lnTo>
                  <a:pt x="988301" y="24"/>
                </a:lnTo>
                <a:lnTo>
                  <a:pt x="988471" y="6"/>
                </a:lnTo>
                <a:lnTo>
                  <a:pt x="988642" y="0"/>
                </a:lnTo>
                <a:lnTo>
                  <a:pt x="1008768" y="0"/>
                </a:lnTo>
                <a:lnTo>
                  <a:pt x="1008939" y="6"/>
                </a:lnTo>
                <a:lnTo>
                  <a:pt x="1009110" y="24"/>
                </a:lnTo>
                <a:lnTo>
                  <a:pt x="1009278" y="54"/>
                </a:lnTo>
                <a:lnTo>
                  <a:pt x="1009444" y="95"/>
                </a:lnTo>
                <a:lnTo>
                  <a:pt x="1029571" y="5858"/>
                </a:lnTo>
                <a:lnTo>
                  <a:pt x="1029710" y="5903"/>
                </a:lnTo>
                <a:lnTo>
                  <a:pt x="1029847" y="5955"/>
                </a:lnTo>
                <a:lnTo>
                  <a:pt x="1029980" y="6016"/>
                </a:lnTo>
                <a:lnTo>
                  <a:pt x="1030110" y="6085"/>
                </a:lnTo>
                <a:lnTo>
                  <a:pt x="1050236" y="17548"/>
                </a:lnTo>
                <a:lnTo>
                  <a:pt x="1050365" y="17626"/>
                </a:lnTo>
                <a:lnTo>
                  <a:pt x="1050489" y="17713"/>
                </a:lnTo>
                <a:lnTo>
                  <a:pt x="1050607" y="17807"/>
                </a:lnTo>
                <a:lnTo>
                  <a:pt x="1070733" y="34844"/>
                </a:lnTo>
                <a:lnTo>
                  <a:pt x="1070858" y="34957"/>
                </a:lnTo>
                <a:lnTo>
                  <a:pt x="1070974" y="35078"/>
                </a:lnTo>
                <a:lnTo>
                  <a:pt x="1091101" y="57504"/>
                </a:lnTo>
                <a:lnTo>
                  <a:pt x="1091181" y="57598"/>
                </a:lnTo>
                <a:lnTo>
                  <a:pt x="1091256" y="57696"/>
                </a:lnTo>
                <a:lnTo>
                  <a:pt x="1111383" y="85269"/>
                </a:lnTo>
                <a:lnTo>
                  <a:pt x="1111486" y="85422"/>
                </a:lnTo>
                <a:lnTo>
                  <a:pt x="1131612" y="117848"/>
                </a:lnTo>
                <a:lnTo>
                  <a:pt x="1131682" y="117968"/>
                </a:lnTo>
                <a:lnTo>
                  <a:pt x="1151808" y="154906"/>
                </a:lnTo>
                <a:lnTo>
                  <a:pt x="1151857" y="155001"/>
                </a:lnTo>
                <a:lnTo>
                  <a:pt x="1171983" y="196069"/>
                </a:lnTo>
                <a:lnTo>
                  <a:pt x="1172018" y="196143"/>
                </a:lnTo>
                <a:lnTo>
                  <a:pt x="1192144" y="240925"/>
                </a:lnTo>
                <a:lnTo>
                  <a:pt x="1192169" y="240983"/>
                </a:lnTo>
                <a:lnTo>
                  <a:pt x="1212295" y="289035"/>
                </a:lnTo>
                <a:lnTo>
                  <a:pt x="1212314" y="289080"/>
                </a:lnTo>
                <a:lnTo>
                  <a:pt x="1232440" y="339938"/>
                </a:lnTo>
                <a:lnTo>
                  <a:pt x="1232453" y="339973"/>
                </a:lnTo>
                <a:lnTo>
                  <a:pt x="1252580" y="393161"/>
                </a:lnTo>
                <a:lnTo>
                  <a:pt x="1252589" y="393186"/>
                </a:lnTo>
                <a:lnTo>
                  <a:pt x="1272715" y="448221"/>
                </a:lnTo>
                <a:lnTo>
                  <a:pt x="1272722" y="448239"/>
                </a:lnTo>
                <a:lnTo>
                  <a:pt x="1292848" y="504641"/>
                </a:lnTo>
                <a:lnTo>
                  <a:pt x="1292852" y="504653"/>
                </a:lnTo>
                <a:lnTo>
                  <a:pt x="1312979" y="561950"/>
                </a:lnTo>
                <a:lnTo>
                  <a:pt x="1312981" y="561955"/>
                </a:lnTo>
                <a:lnTo>
                  <a:pt x="1333107" y="619691"/>
                </a:lnTo>
                <a:lnTo>
                  <a:pt x="1353232" y="677426"/>
                </a:lnTo>
                <a:lnTo>
                  <a:pt x="1373356" y="734748"/>
                </a:lnTo>
                <a:lnTo>
                  <a:pt x="1393478" y="791275"/>
                </a:lnTo>
                <a:lnTo>
                  <a:pt x="1413598" y="846661"/>
                </a:lnTo>
                <a:lnTo>
                  <a:pt x="1433716" y="900594"/>
                </a:lnTo>
                <a:lnTo>
                  <a:pt x="1453831" y="952801"/>
                </a:lnTo>
                <a:lnTo>
                  <a:pt x="1473945" y="1003046"/>
                </a:lnTo>
                <a:lnTo>
                  <a:pt x="1494055" y="1051134"/>
                </a:lnTo>
                <a:lnTo>
                  <a:pt x="1514163" y="1096910"/>
                </a:lnTo>
                <a:lnTo>
                  <a:pt x="1534267" y="1140253"/>
                </a:lnTo>
                <a:lnTo>
                  <a:pt x="1554366" y="1181081"/>
                </a:lnTo>
                <a:lnTo>
                  <a:pt x="1574461" y="1219346"/>
                </a:lnTo>
                <a:lnTo>
                  <a:pt x="1594550" y="1255029"/>
                </a:lnTo>
                <a:lnTo>
                  <a:pt x="1614633" y="1288143"/>
                </a:lnTo>
                <a:lnTo>
                  <a:pt x="1634709" y="1318725"/>
                </a:lnTo>
                <a:lnTo>
                  <a:pt x="1654777" y="1346834"/>
                </a:lnTo>
                <a:lnTo>
                  <a:pt x="1674837" y="1372550"/>
                </a:lnTo>
                <a:lnTo>
                  <a:pt x="1694888" y="1395968"/>
                </a:lnTo>
                <a:lnTo>
                  <a:pt x="1714930" y="1417197"/>
                </a:lnTo>
                <a:lnTo>
                  <a:pt x="1734964" y="1436356"/>
                </a:lnTo>
                <a:lnTo>
                  <a:pt x="1754990" y="1453571"/>
                </a:lnTo>
                <a:lnTo>
                  <a:pt x="1775010" y="1468972"/>
                </a:lnTo>
                <a:lnTo>
                  <a:pt x="1795026" y="1482692"/>
                </a:lnTo>
                <a:lnTo>
                  <a:pt x="1815039" y="1494862"/>
                </a:lnTo>
                <a:lnTo>
                  <a:pt x="1835052" y="1505612"/>
                </a:lnTo>
                <a:lnTo>
                  <a:pt x="1855066" y="1515069"/>
                </a:lnTo>
                <a:lnTo>
                  <a:pt x="1875085" y="1523353"/>
                </a:lnTo>
                <a:lnTo>
                  <a:pt x="1895109" y="1530581"/>
                </a:lnTo>
                <a:lnTo>
                  <a:pt x="1915139" y="1536861"/>
                </a:lnTo>
                <a:lnTo>
                  <a:pt x="1935178" y="1542294"/>
                </a:lnTo>
                <a:lnTo>
                  <a:pt x="1955224" y="1546976"/>
                </a:lnTo>
                <a:lnTo>
                  <a:pt x="1975278" y="1550994"/>
                </a:lnTo>
                <a:lnTo>
                  <a:pt x="1995370" y="1554434"/>
                </a:lnTo>
                <a:lnTo>
                  <a:pt x="1995530" y="1554467"/>
                </a:lnTo>
                <a:lnTo>
                  <a:pt x="1995688" y="1554510"/>
                </a:lnTo>
                <a:lnTo>
                  <a:pt x="1995843" y="1554564"/>
                </a:lnTo>
                <a:lnTo>
                  <a:pt x="1995993" y="1554629"/>
                </a:lnTo>
                <a:lnTo>
                  <a:pt x="1996139" y="1554703"/>
                </a:lnTo>
                <a:lnTo>
                  <a:pt x="1996280" y="1554786"/>
                </a:lnTo>
                <a:lnTo>
                  <a:pt x="1996415" y="1554879"/>
                </a:lnTo>
                <a:lnTo>
                  <a:pt x="1996543" y="1554981"/>
                </a:lnTo>
                <a:lnTo>
                  <a:pt x="1996665" y="1555091"/>
                </a:lnTo>
                <a:lnTo>
                  <a:pt x="1996778" y="1555209"/>
                </a:lnTo>
                <a:lnTo>
                  <a:pt x="1996884" y="1555334"/>
                </a:lnTo>
                <a:lnTo>
                  <a:pt x="1996981" y="1555466"/>
                </a:lnTo>
                <a:lnTo>
                  <a:pt x="1997069" y="1555604"/>
                </a:lnTo>
                <a:lnTo>
                  <a:pt x="1997148" y="1555748"/>
                </a:lnTo>
                <a:lnTo>
                  <a:pt x="1997216" y="1555896"/>
                </a:lnTo>
                <a:lnTo>
                  <a:pt x="1997275" y="1556049"/>
                </a:lnTo>
                <a:lnTo>
                  <a:pt x="1997324" y="1556206"/>
                </a:lnTo>
                <a:lnTo>
                  <a:pt x="1997362" y="1556365"/>
                </a:lnTo>
                <a:lnTo>
                  <a:pt x="1997389" y="1556527"/>
                </a:lnTo>
                <a:lnTo>
                  <a:pt x="1997405" y="1556690"/>
                </a:lnTo>
                <a:lnTo>
                  <a:pt x="1997411" y="1556853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B607E-42D7-491A-BBB7-BFBC8A92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895" y="2740048"/>
            <a:ext cx="1994158" cy="1559434"/>
          </a:xfrm>
          <a:custGeom xmlns:a="http://schemas.openxmlformats.org/drawingml/2006/main">
            <a:pathLst>
              <a:path w="1994158" h="1559434">
                <a:moveTo>
                  <a:pt x="37523" y="1557550"/>
                </a:moveTo>
                <a:lnTo>
                  <a:pt x="35594" y="1547923"/>
                </a:lnTo>
                <a:lnTo>
                  <a:pt x="20058" y="1551036"/>
                </a:lnTo>
                <a:lnTo>
                  <a:pt x="0" y="1554469"/>
                </a:lnTo>
                <a:lnTo>
                  <a:pt x="850" y="1559434"/>
                </a:lnTo>
                <a:lnTo>
                  <a:pt x="28123" y="1559434"/>
                </a:lnTo>
                <a:lnTo>
                  <a:pt x="37523" y="1557550"/>
                </a:lnTo>
                <a:close/>
                <a:moveTo>
                  <a:pt x="20126" y="1551024"/>
                </a:moveTo>
                <a:lnTo>
                  <a:pt x="20955" y="1555863"/>
                </a:lnTo>
                <a:lnTo>
                  <a:pt x="19990" y="1551049"/>
                </a:lnTo>
                <a:lnTo>
                  <a:pt x="20058" y="1551036"/>
                </a:lnTo>
                <a:lnTo>
                  <a:pt x="20126" y="1551024"/>
                </a:lnTo>
                <a:close/>
                <a:moveTo>
                  <a:pt x="62492" y="1551868"/>
                </a:moveTo>
                <a:lnTo>
                  <a:pt x="82619" y="1546410"/>
                </a:lnTo>
                <a:lnTo>
                  <a:pt x="82626" y="1546408"/>
                </a:lnTo>
                <a:lnTo>
                  <a:pt x="82634" y="1546406"/>
                </a:lnTo>
                <a:lnTo>
                  <a:pt x="82642" y="1546404"/>
                </a:lnTo>
                <a:lnTo>
                  <a:pt x="82649" y="1546402"/>
                </a:lnTo>
                <a:lnTo>
                  <a:pt x="82657" y="1546400"/>
                </a:lnTo>
                <a:lnTo>
                  <a:pt x="82665" y="1546398"/>
                </a:lnTo>
                <a:lnTo>
                  <a:pt x="82672" y="1546395"/>
                </a:lnTo>
                <a:lnTo>
                  <a:pt x="82680" y="1546393"/>
                </a:lnTo>
                <a:lnTo>
                  <a:pt x="82688" y="1546391"/>
                </a:lnTo>
                <a:lnTo>
                  <a:pt x="82695" y="1546389"/>
                </a:lnTo>
                <a:lnTo>
                  <a:pt x="82703" y="1546387"/>
                </a:lnTo>
                <a:lnTo>
                  <a:pt x="82711" y="1546384"/>
                </a:lnTo>
                <a:lnTo>
                  <a:pt x="82718" y="1546382"/>
                </a:lnTo>
                <a:lnTo>
                  <a:pt x="82726" y="1546380"/>
                </a:lnTo>
                <a:lnTo>
                  <a:pt x="82734" y="1546378"/>
                </a:lnTo>
                <a:lnTo>
                  <a:pt x="82741" y="1546375"/>
                </a:lnTo>
                <a:lnTo>
                  <a:pt x="82749" y="1546373"/>
                </a:lnTo>
                <a:lnTo>
                  <a:pt x="82757" y="1546371"/>
                </a:lnTo>
                <a:lnTo>
                  <a:pt x="82764" y="1546368"/>
                </a:lnTo>
                <a:lnTo>
                  <a:pt x="82772" y="1546366"/>
                </a:lnTo>
                <a:lnTo>
                  <a:pt x="82779" y="1546364"/>
                </a:lnTo>
                <a:lnTo>
                  <a:pt x="82787" y="1546361"/>
                </a:lnTo>
                <a:lnTo>
                  <a:pt x="82795" y="1546359"/>
                </a:lnTo>
                <a:lnTo>
                  <a:pt x="82802" y="1546357"/>
                </a:lnTo>
                <a:lnTo>
                  <a:pt x="88442" y="1544588"/>
                </a:lnTo>
                <a:lnTo>
                  <a:pt x="85504" y="1535219"/>
                </a:lnTo>
                <a:lnTo>
                  <a:pt x="79961" y="1536957"/>
                </a:lnTo>
                <a:lnTo>
                  <a:pt x="60006" y="1542368"/>
                </a:lnTo>
                <a:lnTo>
                  <a:pt x="50772" y="1544525"/>
                </a:lnTo>
                <a:lnTo>
                  <a:pt x="53006" y="1554087"/>
                </a:lnTo>
                <a:lnTo>
                  <a:pt x="62324" y="1551910"/>
                </a:lnTo>
                <a:lnTo>
                  <a:pt x="62331" y="1551909"/>
                </a:lnTo>
                <a:lnTo>
                  <a:pt x="62338" y="1551907"/>
                </a:lnTo>
                <a:lnTo>
                  <a:pt x="62345" y="1551905"/>
                </a:lnTo>
                <a:lnTo>
                  <a:pt x="62352" y="1551904"/>
                </a:lnTo>
                <a:lnTo>
                  <a:pt x="62359" y="1551902"/>
                </a:lnTo>
                <a:lnTo>
                  <a:pt x="62366" y="1551900"/>
                </a:lnTo>
                <a:lnTo>
                  <a:pt x="62373" y="1551899"/>
                </a:lnTo>
                <a:lnTo>
                  <a:pt x="62380" y="1551897"/>
                </a:lnTo>
                <a:lnTo>
                  <a:pt x="62387" y="1551895"/>
                </a:lnTo>
                <a:lnTo>
                  <a:pt x="62394" y="1551893"/>
                </a:lnTo>
                <a:lnTo>
                  <a:pt x="62401" y="1551892"/>
                </a:lnTo>
                <a:lnTo>
                  <a:pt x="62408" y="1551890"/>
                </a:lnTo>
                <a:lnTo>
                  <a:pt x="62415" y="1551888"/>
                </a:lnTo>
                <a:lnTo>
                  <a:pt x="62422" y="1551886"/>
                </a:lnTo>
                <a:lnTo>
                  <a:pt x="62429" y="1551885"/>
                </a:lnTo>
                <a:lnTo>
                  <a:pt x="62436" y="1551883"/>
                </a:lnTo>
                <a:lnTo>
                  <a:pt x="62443" y="1551881"/>
                </a:lnTo>
                <a:lnTo>
                  <a:pt x="62450" y="1551879"/>
                </a:lnTo>
                <a:lnTo>
                  <a:pt x="62457" y="1551877"/>
                </a:lnTo>
                <a:lnTo>
                  <a:pt x="62464" y="1551875"/>
                </a:lnTo>
                <a:lnTo>
                  <a:pt x="62471" y="1551874"/>
                </a:lnTo>
                <a:lnTo>
                  <a:pt x="62478" y="1551872"/>
                </a:lnTo>
                <a:lnTo>
                  <a:pt x="62485" y="1551870"/>
                </a:lnTo>
                <a:lnTo>
                  <a:pt x="62492" y="1551868"/>
                </a:lnTo>
                <a:close/>
                <a:moveTo>
                  <a:pt x="80048" y="1536933"/>
                </a:moveTo>
                <a:lnTo>
                  <a:pt x="81333" y="1541672"/>
                </a:lnTo>
                <a:lnTo>
                  <a:pt x="79865" y="1536987"/>
                </a:lnTo>
                <a:lnTo>
                  <a:pt x="79961" y="1536957"/>
                </a:lnTo>
                <a:lnTo>
                  <a:pt x="80048" y="1536933"/>
                </a:lnTo>
                <a:close/>
                <a:moveTo>
                  <a:pt x="60090" y="1542349"/>
                </a:moveTo>
                <a:lnTo>
                  <a:pt x="61207" y="1547130"/>
                </a:lnTo>
                <a:lnTo>
                  <a:pt x="59922" y="1542391"/>
                </a:lnTo>
                <a:lnTo>
                  <a:pt x="60006" y="1542368"/>
                </a:lnTo>
                <a:lnTo>
                  <a:pt x="60090" y="1542349"/>
                </a:lnTo>
                <a:close/>
                <a:moveTo>
                  <a:pt x="123464" y="1532634"/>
                </a:moveTo>
                <a:lnTo>
                  <a:pt x="137753" y="1526720"/>
                </a:lnTo>
                <a:lnTo>
                  <a:pt x="133998" y="1517648"/>
                </a:lnTo>
                <a:lnTo>
                  <a:pt x="119815" y="1523517"/>
                </a:lnTo>
                <a:lnTo>
                  <a:pt x="100291" y="1530565"/>
                </a:lnTo>
                <a:lnTo>
                  <a:pt x="103625" y="1539800"/>
                </a:lnTo>
                <a:lnTo>
                  <a:pt x="123253" y="1532715"/>
                </a:lnTo>
                <a:lnTo>
                  <a:pt x="123262" y="1532712"/>
                </a:lnTo>
                <a:lnTo>
                  <a:pt x="123271" y="1532709"/>
                </a:lnTo>
                <a:lnTo>
                  <a:pt x="123280" y="1532706"/>
                </a:lnTo>
                <a:lnTo>
                  <a:pt x="123288" y="1532703"/>
                </a:lnTo>
                <a:lnTo>
                  <a:pt x="123297" y="1532699"/>
                </a:lnTo>
                <a:lnTo>
                  <a:pt x="123306" y="1532696"/>
                </a:lnTo>
                <a:lnTo>
                  <a:pt x="123315" y="1532693"/>
                </a:lnTo>
                <a:lnTo>
                  <a:pt x="123324" y="1532689"/>
                </a:lnTo>
                <a:lnTo>
                  <a:pt x="123332" y="1532686"/>
                </a:lnTo>
                <a:lnTo>
                  <a:pt x="123341" y="1532683"/>
                </a:lnTo>
                <a:lnTo>
                  <a:pt x="123350" y="1532679"/>
                </a:lnTo>
                <a:lnTo>
                  <a:pt x="123359" y="1532676"/>
                </a:lnTo>
                <a:lnTo>
                  <a:pt x="123368" y="1532673"/>
                </a:lnTo>
                <a:lnTo>
                  <a:pt x="123376" y="1532669"/>
                </a:lnTo>
                <a:lnTo>
                  <a:pt x="123385" y="1532666"/>
                </a:lnTo>
                <a:lnTo>
                  <a:pt x="123394" y="1532662"/>
                </a:lnTo>
                <a:lnTo>
                  <a:pt x="123403" y="1532659"/>
                </a:lnTo>
                <a:lnTo>
                  <a:pt x="123411" y="1532655"/>
                </a:lnTo>
                <a:lnTo>
                  <a:pt x="123420" y="1532652"/>
                </a:lnTo>
                <a:lnTo>
                  <a:pt x="123429" y="1532648"/>
                </a:lnTo>
                <a:lnTo>
                  <a:pt x="123437" y="1532645"/>
                </a:lnTo>
                <a:lnTo>
                  <a:pt x="123446" y="1532641"/>
                </a:lnTo>
                <a:lnTo>
                  <a:pt x="123455" y="1532638"/>
                </a:lnTo>
                <a:lnTo>
                  <a:pt x="123464" y="1532634"/>
                </a:lnTo>
                <a:close/>
                <a:moveTo>
                  <a:pt x="119919" y="1523480"/>
                </a:moveTo>
                <a:lnTo>
                  <a:pt x="121586" y="1528098"/>
                </a:lnTo>
                <a:lnTo>
                  <a:pt x="119708" y="1523561"/>
                </a:lnTo>
                <a:lnTo>
                  <a:pt x="119815" y="1523517"/>
                </a:lnTo>
                <a:lnTo>
                  <a:pt x="119919" y="1523480"/>
                </a:lnTo>
                <a:close/>
                <a:moveTo>
                  <a:pt x="164162" y="1514584"/>
                </a:moveTo>
                <a:lnTo>
                  <a:pt x="184288" y="1503773"/>
                </a:lnTo>
                <a:lnTo>
                  <a:pt x="184298" y="1503767"/>
                </a:lnTo>
                <a:lnTo>
                  <a:pt x="184308" y="1503762"/>
                </a:lnTo>
                <a:lnTo>
                  <a:pt x="184317" y="1503757"/>
                </a:lnTo>
                <a:lnTo>
                  <a:pt x="184327" y="1503752"/>
                </a:lnTo>
                <a:lnTo>
                  <a:pt x="184336" y="1503746"/>
                </a:lnTo>
                <a:lnTo>
                  <a:pt x="184346" y="1503741"/>
                </a:lnTo>
                <a:lnTo>
                  <a:pt x="184356" y="1503736"/>
                </a:lnTo>
                <a:lnTo>
                  <a:pt x="184365" y="1503731"/>
                </a:lnTo>
                <a:lnTo>
                  <a:pt x="184375" y="1503725"/>
                </a:lnTo>
                <a:lnTo>
                  <a:pt x="184384" y="1503720"/>
                </a:lnTo>
                <a:lnTo>
                  <a:pt x="184394" y="1503714"/>
                </a:lnTo>
                <a:lnTo>
                  <a:pt x="184403" y="1503709"/>
                </a:lnTo>
                <a:lnTo>
                  <a:pt x="184413" y="1503704"/>
                </a:lnTo>
                <a:lnTo>
                  <a:pt x="184422" y="1503698"/>
                </a:lnTo>
                <a:lnTo>
                  <a:pt x="184432" y="1503693"/>
                </a:lnTo>
                <a:lnTo>
                  <a:pt x="184441" y="1503687"/>
                </a:lnTo>
                <a:lnTo>
                  <a:pt x="184450" y="1503682"/>
                </a:lnTo>
                <a:lnTo>
                  <a:pt x="184460" y="1503676"/>
                </a:lnTo>
                <a:lnTo>
                  <a:pt x="184469" y="1503670"/>
                </a:lnTo>
                <a:lnTo>
                  <a:pt x="184479" y="1503665"/>
                </a:lnTo>
                <a:lnTo>
                  <a:pt x="184488" y="1503659"/>
                </a:lnTo>
                <a:lnTo>
                  <a:pt x="184498" y="1503654"/>
                </a:lnTo>
                <a:lnTo>
                  <a:pt x="184507" y="1503648"/>
                </a:lnTo>
                <a:lnTo>
                  <a:pt x="184516" y="1503642"/>
                </a:lnTo>
                <a:lnTo>
                  <a:pt x="185047" y="1503320"/>
                </a:lnTo>
                <a:lnTo>
                  <a:pt x="179944" y="1494930"/>
                </a:lnTo>
                <a:lnTo>
                  <a:pt x="179525" y="1495185"/>
                </a:lnTo>
                <a:lnTo>
                  <a:pt x="159628" y="1505873"/>
                </a:lnTo>
                <a:lnTo>
                  <a:pt x="148109" y="1511316"/>
                </a:lnTo>
                <a:lnTo>
                  <a:pt x="152304" y="1520194"/>
                </a:lnTo>
                <a:lnTo>
                  <a:pt x="163936" y="1514698"/>
                </a:lnTo>
                <a:lnTo>
                  <a:pt x="163946" y="1514693"/>
                </a:lnTo>
                <a:lnTo>
                  <a:pt x="163955" y="1514689"/>
                </a:lnTo>
                <a:lnTo>
                  <a:pt x="163965" y="1514684"/>
                </a:lnTo>
                <a:lnTo>
                  <a:pt x="163974" y="1514680"/>
                </a:lnTo>
                <a:lnTo>
                  <a:pt x="163984" y="1514675"/>
                </a:lnTo>
                <a:lnTo>
                  <a:pt x="163993" y="1514670"/>
                </a:lnTo>
                <a:lnTo>
                  <a:pt x="164003" y="1514666"/>
                </a:lnTo>
                <a:lnTo>
                  <a:pt x="164012" y="1514661"/>
                </a:lnTo>
                <a:lnTo>
                  <a:pt x="164022" y="1514656"/>
                </a:lnTo>
                <a:lnTo>
                  <a:pt x="164031" y="1514652"/>
                </a:lnTo>
                <a:lnTo>
                  <a:pt x="164040" y="1514647"/>
                </a:lnTo>
                <a:lnTo>
                  <a:pt x="164050" y="1514642"/>
                </a:lnTo>
                <a:lnTo>
                  <a:pt x="164059" y="1514638"/>
                </a:lnTo>
                <a:lnTo>
                  <a:pt x="164069" y="1514633"/>
                </a:lnTo>
                <a:lnTo>
                  <a:pt x="164078" y="1514628"/>
                </a:lnTo>
                <a:lnTo>
                  <a:pt x="164087" y="1514623"/>
                </a:lnTo>
                <a:lnTo>
                  <a:pt x="164097" y="1514618"/>
                </a:lnTo>
                <a:lnTo>
                  <a:pt x="164106" y="1514613"/>
                </a:lnTo>
                <a:lnTo>
                  <a:pt x="164116" y="1514609"/>
                </a:lnTo>
                <a:lnTo>
                  <a:pt x="164125" y="1514604"/>
                </a:lnTo>
                <a:lnTo>
                  <a:pt x="164134" y="1514599"/>
                </a:lnTo>
                <a:lnTo>
                  <a:pt x="164144" y="1514594"/>
                </a:lnTo>
                <a:lnTo>
                  <a:pt x="164153" y="1514589"/>
                </a:lnTo>
                <a:lnTo>
                  <a:pt x="164162" y="1514584"/>
                </a:lnTo>
                <a:close/>
                <a:moveTo>
                  <a:pt x="179641" y="1495123"/>
                </a:moveTo>
                <a:lnTo>
                  <a:pt x="181965" y="1499448"/>
                </a:lnTo>
                <a:lnTo>
                  <a:pt x="179413" y="1495253"/>
                </a:lnTo>
                <a:lnTo>
                  <a:pt x="179525" y="1495185"/>
                </a:lnTo>
                <a:lnTo>
                  <a:pt x="179641" y="1495123"/>
                </a:lnTo>
                <a:close/>
                <a:moveTo>
                  <a:pt x="159741" y="1505820"/>
                </a:moveTo>
                <a:lnTo>
                  <a:pt x="161839" y="1510259"/>
                </a:lnTo>
                <a:lnTo>
                  <a:pt x="159515" y="1505934"/>
                </a:lnTo>
                <a:lnTo>
                  <a:pt x="159628" y="1505873"/>
                </a:lnTo>
                <a:lnTo>
                  <a:pt x="159741" y="1505820"/>
                </a:lnTo>
                <a:close/>
                <a:moveTo>
                  <a:pt x="204867" y="1491259"/>
                </a:moveTo>
                <a:lnTo>
                  <a:pt x="224993" y="1477463"/>
                </a:lnTo>
                <a:lnTo>
                  <a:pt x="225003" y="1477457"/>
                </a:lnTo>
                <a:lnTo>
                  <a:pt x="225012" y="1477451"/>
                </a:lnTo>
                <a:lnTo>
                  <a:pt x="225021" y="1477444"/>
                </a:lnTo>
                <a:lnTo>
                  <a:pt x="225030" y="1477438"/>
                </a:lnTo>
                <a:lnTo>
                  <a:pt x="225039" y="1477431"/>
                </a:lnTo>
                <a:lnTo>
                  <a:pt x="225049" y="1477425"/>
                </a:lnTo>
                <a:lnTo>
                  <a:pt x="225058" y="1477418"/>
                </a:lnTo>
                <a:lnTo>
                  <a:pt x="225067" y="1477412"/>
                </a:lnTo>
                <a:lnTo>
                  <a:pt x="225076" y="1477405"/>
                </a:lnTo>
                <a:lnTo>
                  <a:pt x="225085" y="1477399"/>
                </a:lnTo>
                <a:lnTo>
                  <a:pt x="225094" y="1477392"/>
                </a:lnTo>
                <a:lnTo>
                  <a:pt x="225103" y="1477386"/>
                </a:lnTo>
                <a:lnTo>
                  <a:pt x="225112" y="1477379"/>
                </a:lnTo>
                <a:lnTo>
                  <a:pt x="225122" y="1477372"/>
                </a:lnTo>
                <a:lnTo>
                  <a:pt x="225131" y="1477366"/>
                </a:lnTo>
                <a:lnTo>
                  <a:pt x="225140" y="1477359"/>
                </a:lnTo>
                <a:lnTo>
                  <a:pt x="225149" y="1477352"/>
                </a:lnTo>
                <a:lnTo>
                  <a:pt x="225158" y="1477346"/>
                </a:lnTo>
                <a:lnTo>
                  <a:pt x="225167" y="1477339"/>
                </a:lnTo>
                <a:lnTo>
                  <a:pt x="225176" y="1477332"/>
                </a:lnTo>
                <a:lnTo>
                  <a:pt x="225184" y="1477325"/>
                </a:lnTo>
                <a:lnTo>
                  <a:pt x="225193" y="1477319"/>
                </a:lnTo>
                <a:lnTo>
                  <a:pt x="225202" y="1477312"/>
                </a:lnTo>
                <a:lnTo>
                  <a:pt x="225211" y="1477305"/>
                </a:lnTo>
                <a:lnTo>
                  <a:pt x="228943" y="1474434"/>
                </a:lnTo>
                <a:lnTo>
                  <a:pt x="222956" y="1466651"/>
                </a:lnTo>
                <a:lnTo>
                  <a:pt x="219331" y="1469440"/>
                </a:lnTo>
                <a:lnTo>
                  <a:pt x="199424" y="1483085"/>
                </a:lnTo>
                <a:lnTo>
                  <a:pt x="193368" y="1486767"/>
                </a:lnTo>
                <a:lnTo>
                  <a:pt x="198471" y="1495157"/>
                </a:lnTo>
                <a:lnTo>
                  <a:pt x="204642" y="1491404"/>
                </a:lnTo>
                <a:lnTo>
                  <a:pt x="204652" y="1491398"/>
                </a:lnTo>
                <a:lnTo>
                  <a:pt x="204661" y="1491392"/>
                </a:lnTo>
                <a:lnTo>
                  <a:pt x="204671" y="1491386"/>
                </a:lnTo>
                <a:lnTo>
                  <a:pt x="204680" y="1491380"/>
                </a:lnTo>
                <a:lnTo>
                  <a:pt x="204690" y="1491374"/>
                </a:lnTo>
                <a:lnTo>
                  <a:pt x="204699" y="1491369"/>
                </a:lnTo>
                <a:lnTo>
                  <a:pt x="204709" y="1491363"/>
                </a:lnTo>
                <a:lnTo>
                  <a:pt x="204718" y="1491357"/>
                </a:lnTo>
                <a:lnTo>
                  <a:pt x="204728" y="1491351"/>
                </a:lnTo>
                <a:lnTo>
                  <a:pt x="204737" y="1491345"/>
                </a:lnTo>
                <a:lnTo>
                  <a:pt x="204746" y="1491339"/>
                </a:lnTo>
                <a:lnTo>
                  <a:pt x="204756" y="1491333"/>
                </a:lnTo>
                <a:lnTo>
                  <a:pt x="204765" y="1491327"/>
                </a:lnTo>
                <a:lnTo>
                  <a:pt x="204774" y="1491321"/>
                </a:lnTo>
                <a:lnTo>
                  <a:pt x="204784" y="1491314"/>
                </a:lnTo>
                <a:lnTo>
                  <a:pt x="204793" y="1491308"/>
                </a:lnTo>
                <a:lnTo>
                  <a:pt x="204802" y="1491302"/>
                </a:lnTo>
                <a:lnTo>
                  <a:pt x="204812" y="1491296"/>
                </a:lnTo>
                <a:lnTo>
                  <a:pt x="204821" y="1491290"/>
                </a:lnTo>
                <a:lnTo>
                  <a:pt x="204830" y="1491284"/>
                </a:lnTo>
                <a:lnTo>
                  <a:pt x="204839" y="1491277"/>
                </a:lnTo>
                <a:lnTo>
                  <a:pt x="204849" y="1491271"/>
                </a:lnTo>
                <a:lnTo>
                  <a:pt x="204858" y="1491265"/>
                </a:lnTo>
                <a:lnTo>
                  <a:pt x="204867" y="1491259"/>
                </a:lnTo>
                <a:close/>
                <a:moveTo>
                  <a:pt x="219441" y="1469364"/>
                </a:moveTo>
                <a:lnTo>
                  <a:pt x="222217" y="1473414"/>
                </a:lnTo>
                <a:lnTo>
                  <a:pt x="219224" y="1469523"/>
                </a:lnTo>
                <a:lnTo>
                  <a:pt x="219331" y="1469440"/>
                </a:lnTo>
                <a:lnTo>
                  <a:pt x="219441" y="1469364"/>
                </a:lnTo>
                <a:close/>
                <a:moveTo>
                  <a:pt x="199540" y="1483014"/>
                </a:moveTo>
                <a:lnTo>
                  <a:pt x="202091" y="1487209"/>
                </a:lnTo>
                <a:lnTo>
                  <a:pt x="199315" y="1483159"/>
                </a:lnTo>
                <a:lnTo>
                  <a:pt x="199424" y="1483085"/>
                </a:lnTo>
                <a:lnTo>
                  <a:pt x="199540" y="1483014"/>
                </a:lnTo>
                <a:close/>
                <a:moveTo>
                  <a:pt x="245544" y="1461654"/>
                </a:moveTo>
                <a:lnTo>
                  <a:pt x="265671" y="1444353"/>
                </a:lnTo>
                <a:lnTo>
                  <a:pt x="265679" y="1444346"/>
                </a:lnTo>
                <a:lnTo>
                  <a:pt x="265687" y="1444339"/>
                </a:lnTo>
                <a:lnTo>
                  <a:pt x="265695" y="1444332"/>
                </a:lnTo>
                <a:lnTo>
                  <a:pt x="265703" y="1444325"/>
                </a:lnTo>
                <a:lnTo>
                  <a:pt x="265712" y="1444318"/>
                </a:lnTo>
                <a:lnTo>
                  <a:pt x="265720" y="1444311"/>
                </a:lnTo>
                <a:lnTo>
                  <a:pt x="265728" y="1444303"/>
                </a:lnTo>
                <a:lnTo>
                  <a:pt x="265736" y="1444296"/>
                </a:lnTo>
                <a:lnTo>
                  <a:pt x="265744" y="1444289"/>
                </a:lnTo>
                <a:lnTo>
                  <a:pt x="265752" y="1444282"/>
                </a:lnTo>
                <a:lnTo>
                  <a:pt x="265760" y="1444274"/>
                </a:lnTo>
                <a:lnTo>
                  <a:pt x="265768" y="1444267"/>
                </a:lnTo>
                <a:lnTo>
                  <a:pt x="265776" y="1444260"/>
                </a:lnTo>
                <a:lnTo>
                  <a:pt x="265784" y="1444253"/>
                </a:lnTo>
                <a:lnTo>
                  <a:pt x="265792" y="1444245"/>
                </a:lnTo>
                <a:lnTo>
                  <a:pt x="265800" y="1444238"/>
                </a:lnTo>
                <a:lnTo>
                  <a:pt x="265808" y="1444231"/>
                </a:lnTo>
                <a:lnTo>
                  <a:pt x="265816" y="1444223"/>
                </a:lnTo>
                <a:lnTo>
                  <a:pt x="265824" y="1444216"/>
                </a:lnTo>
                <a:lnTo>
                  <a:pt x="265832" y="1444208"/>
                </a:lnTo>
                <a:lnTo>
                  <a:pt x="265840" y="1444201"/>
                </a:lnTo>
                <a:lnTo>
                  <a:pt x="265848" y="1444193"/>
                </a:lnTo>
                <a:lnTo>
                  <a:pt x="265856" y="1444186"/>
                </a:lnTo>
                <a:lnTo>
                  <a:pt x="265864" y="1444178"/>
                </a:lnTo>
                <a:lnTo>
                  <a:pt x="269346" y="1440848"/>
                </a:lnTo>
                <a:lnTo>
                  <a:pt x="262559" y="1433751"/>
                </a:lnTo>
                <a:lnTo>
                  <a:pt x="259169" y="1436993"/>
                </a:lnTo>
                <a:lnTo>
                  <a:pt x="239245" y="1454120"/>
                </a:lnTo>
                <a:lnTo>
                  <a:pt x="235409" y="1457072"/>
                </a:lnTo>
                <a:lnTo>
                  <a:pt x="241396" y="1464854"/>
                </a:lnTo>
                <a:lnTo>
                  <a:pt x="245337" y="1461822"/>
                </a:lnTo>
                <a:lnTo>
                  <a:pt x="245346" y="1461816"/>
                </a:lnTo>
                <a:lnTo>
                  <a:pt x="245355" y="1461809"/>
                </a:lnTo>
                <a:lnTo>
                  <a:pt x="245364" y="1461802"/>
                </a:lnTo>
                <a:lnTo>
                  <a:pt x="245373" y="1461795"/>
                </a:lnTo>
                <a:lnTo>
                  <a:pt x="245381" y="1461788"/>
                </a:lnTo>
                <a:lnTo>
                  <a:pt x="245390" y="1461781"/>
                </a:lnTo>
                <a:lnTo>
                  <a:pt x="245399" y="1461774"/>
                </a:lnTo>
                <a:lnTo>
                  <a:pt x="245407" y="1461768"/>
                </a:lnTo>
                <a:lnTo>
                  <a:pt x="245416" y="1461761"/>
                </a:lnTo>
                <a:lnTo>
                  <a:pt x="245425" y="1461754"/>
                </a:lnTo>
                <a:lnTo>
                  <a:pt x="245433" y="1461747"/>
                </a:lnTo>
                <a:lnTo>
                  <a:pt x="245442" y="1461740"/>
                </a:lnTo>
                <a:lnTo>
                  <a:pt x="245451" y="1461733"/>
                </a:lnTo>
                <a:lnTo>
                  <a:pt x="245459" y="1461726"/>
                </a:lnTo>
                <a:lnTo>
                  <a:pt x="245468" y="1461718"/>
                </a:lnTo>
                <a:lnTo>
                  <a:pt x="245476" y="1461711"/>
                </a:lnTo>
                <a:lnTo>
                  <a:pt x="245485" y="1461704"/>
                </a:lnTo>
                <a:lnTo>
                  <a:pt x="245493" y="1461697"/>
                </a:lnTo>
                <a:lnTo>
                  <a:pt x="245502" y="1461690"/>
                </a:lnTo>
                <a:lnTo>
                  <a:pt x="245511" y="1461683"/>
                </a:lnTo>
                <a:lnTo>
                  <a:pt x="245519" y="1461676"/>
                </a:lnTo>
                <a:lnTo>
                  <a:pt x="245527" y="1461668"/>
                </a:lnTo>
                <a:lnTo>
                  <a:pt x="245536" y="1461661"/>
                </a:lnTo>
                <a:lnTo>
                  <a:pt x="245544" y="1461654"/>
                </a:lnTo>
                <a:close/>
                <a:moveTo>
                  <a:pt x="259269" y="1436907"/>
                </a:moveTo>
                <a:lnTo>
                  <a:pt x="262470" y="1440630"/>
                </a:lnTo>
                <a:lnTo>
                  <a:pt x="259076" y="1437082"/>
                </a:lnTo>
                <a:lnTo>
                  <a:pt x="259169" y="1436993"/>
                </a:lnTo>
                <a:lnTo>
                  <a:pt x="259269" y="1436907"/>
                </a:lnTo>
                <a:close/>
                <a:moveTo>
                  <a:pt x="239350" y="1454040"/>
                </a:moveTo>
                <a:lnTo>
                  <a:pt x="242344" y="1457931"/>
                </a:lnTo>
                <a:lnTo>
                  <a:pt x="239143" y="1454208"/>
                </a:lnTo>
                <a:lnTo>
                  <a:pt x="239245" y="1454120"/>
                </a:lnTo>
                <a:lnTo>
                  <a:pt x="239350" y="1454040"/>
                </a:lnTo>
                <a:close/>
                <a:moveTo>
                  <a:pt x="286167" y="1424753"/>
                </a:moveTo>
                <a:lnTo>
                  <a:pt x="306084" y="1403656"/>
                </a:lnTo>
                <a:lnTo>
                  <a:pt x="298943" y="1396915"/>
                </a:lnTo>
                <a:lnTo>
                  <a:pt x="279113" y="1417921"/>
                </a:lnTo>
                <a:lnTo>
                  <a:pt x="273914" y="1422893"/>
                </a:lnTo>
                <a:lnTo>
                  <a:pt x="280701" y="1429989"/>
                </a:lnTo>
                <a:lnTo>
                  <a:pt x="285990" y="1424931"/>
                </a:lnTo>
                <a:lnTo>
                  <a:pt x="285997" y="1424924"/>
                </a:lnTo>
                <a:lnTo>
                  <a:pt x="286005" y="1424916"/>
                </a:lnTo>
                <a:lnTo>
                  <a:pt x="286012" y="1424909"/>
                </a:lnTo>
                <a:lnTo>
                  <a:pt x="286020" y="1424902"/>
                </a:lnTo>
                <a:lnTo>
                  <a:pt x="286027" y="1424895"/>
                </a:lnTo>
                <a:lnTo>
                  <a:pt x="286035" y="1424887"/>
                </a:lnTo>
                <a:lnTo>
                  <a:pt x="286042" y="1424880"/>
                </a:lnTo>
                <a:lnTo>
                  <a:pt x="286050" y="1424873"/>
                </a:lnTo>
                <a:lnTo>
                  <a:pt x="286057" y="1424865"/>
                </a:lnTo>
                <a:lnTo>
                  <a:pt x="286065" y="1424858"/>
                </a:lnTo>
                <a:lnTo>
                  <a:pt x="286072" y="1424851"/>
                </a:lnTo>
                <a:lnTo>
                  <a:pt x="286079" y="1424843"/>
                </a:lnTo>
                <a:lnTo>
                  <a:pt x="286087" y="1424836"/>
                </a:lnTo>
                <a:lnTo>
                  <a:pt x="286094" y="1424828"/>
                </a:lnTo>
                <a:lnTo>
                  <a:pt x="286101" y="1424821"/>
                </a:lnTo>
                <a:lnTo>
                  <a:pt x="286109" y="1424813"/>
                </a:lnTo>
                <a:lnTo>
                  <a:pt x="286116" y="1424806"/>
                </a:lnTo>
                <a:lnTo>
                  <a:pt x="286123" y="1424798"/>
                </a:lnTo>
                <a:lnTo>
                  <a:pt x="286130" y="1424791"/>
                </a:lnTo>
                <a:lnTo>
                  <a:pt x="286138" y="1424783"/>
                </a:lnTo>
                <a:lnTo>
                  <a:pt x="286145" y="1424776"/>
                </a:lnTo>
                <a:lnTo>
                  <a:pt x="286152" y="1424768"/>
                </a:lnTo>
                <a:lnTo>
                  <a:pt x="286159" y="1424761"/>
                </a:lnTo>
                <a:lnTo>
                  <a:pt x="286167" y="1424753"/>
                </a:lnTo>
                <a:close/>
                <a:moveTo>
                  <a:pt x="279203" y="1417835"/>
                </a:moveTo>
                <a:lnTo>
                  <a:pt x="282596" y="1421383"/>
                </a:lnTo>
                <a:lnTo>
                  <a:pt x="279026" y="1418013"/>
                </a:lnTo>
                <a:lnTo>
                  <a:pt x="279113" y="1417921"/>
                </a:lnTo>
                <a:lnTo>
                  <a:pt x="279203" y="1417835"/>
                </a:lnTo>
                <a:close/>
                <a:moveTo>
                  <a:pt x="326720" y="1379578"/>
                </a:moveTo>
                <a:lnTo>
                  <a:pt x="339509" y="1363183"/>
                </a:lnTo>
                <a:lnTo>
                  <a:pt x="331766" y="1357144"/>
                </a:lnTo>
                <a:lnTo>
                  <a:pt x="319045" y="1373452"/>
                </a:lnTo>
                <a:lnTo>
                  <a:pt x="309013" y="1385168"/>
                </a:lnTo>
                <a:lnTo>
                  <a:pt x="316472" y="1391554"/>
                </a:lnTo>
                <a:lnTo>
                  <a:pt x="326578" y="1379751"/>
                </a:lnTo>
                <a:lnTo>
                  <a:pt x="326584" y="1379744"/>
                </a:lnTo>
                <a:lnTo>
                  <a:pt x="326590" y="1379737"/>
                </a:lnTo>
                <a:lnTo>
                  <a:pt x="326596" y="1379730"/>
                </a:lnTo>
                <a:lnTo>
                  <a:pt x="326603" y="1379723"/>
                </a:lnTo>
                <a:lnTo>
                  <a:pt x="326609" y="1379716"/>
                </a:lnTo>
                <a:lnTo>
                  <a:pt x="326615" y="1379709"/>
                </a:lnTo>
                <a:lnTo>
                  <a:pt x="326621" y="1379701"/>
                </a:lnTo>
                <a:lnTo>
                  <a:pt x="326626" y="1379694"/>
                </a:lnTo>
                <a:lnTo>
                  <a:pt x="326632" y="1379687"/>
                </a:lnTo>
                <a:lnTo>
                  <a:pt x="326638" y="1379680"/>
                </a:lnTo>
                <a:lnTo>
                  <a:pt x="326644" y="1379673"/>
                </a:lnTo>
                <a:lnTo>
                  <a:pt x="326650" y="1379665"/>
                </a:lnTo>
                <a:lnTo>
                  <a:pt x="326656" y="1379658"/>
                </a:lnTo>
                <a:lnTo>
                  <a:pt x="326662" y="1379651"/>
                </a:lnTo>
                <a:lnTo>
                  <a:pt x="326668" y="1379644"/>
                </a:lnTo>
                <a:lnTo>
                  <a:pt x="326674" y="1379636"/>
                </a:lnTo>
                <a:lnTo>
                  <a:pt x="326680" y="1379629"/>
                </a:lnTo>
                <a:lnTo>
                  <a:pt x="326685" y="1379622"/>
                </a:lnTo>
                <a:lnTo>
                  <a:pt x="326691" y="1379615"/>
                </a:lnTo>
                <a:lnTo>
                  <a:pt x="326697" y="1379607"/>
                </a:lnTo>
                <a:lnTo>
                  <a:pt x="326703" y="1379600"/>
                </a:lnTo>
                <a:lnTo>
                  <a:pt x="326709" y="1379593"/>
                </a:lnTo>
                <a:lnTo>
                  <a:pt x="326714" y="1379585"/>
                </a:lnTo>
                <a:lnTo>
                  <a:pt x="326720" y="1379578"/>
                </a:lnTo>
                <a:close/>
                <a:moveTo>
                  <a:pt x="319119" y="1373365"/>
                </a:moveTo>
                <a:lnTo>
                  <a:pt x="322849" y="1376558"/>
                </a:lnTo>
                <a:lnTo>
                  <a:pt x="318977" y="1373539"/>
                </a:lnTo>
                <a:lnTo>
                  <a:pt x="319045" y="1373452"/>
                </a:lnTo>
                <a:lnTo>
                  <a:pt x="319119" y="1373365"/>
                </a:lnTo>
                <a:close/>
                <a:moveTo>
                  <a:pt x="367206" y="1325261"/>
                </a:moveTo>
                <a:lnTo>
                  <a:pt x="370210" y="1320684"/>
                </a:lnTo>
                <a:lnTo>
                  <a:pt x="362001" y="1315295"/>
                </a:lnTo>
                <a:lnTo>
                  <a:pt x="359049" y="1319792"/>
                </a:lnTo>
                <a:lnTo>
                  <a:pt x="341176" y="1344827"/>
                </a:lnTo>
                <a:lnTo>
                  <a:pt x="349168" y="1350532"/>
                </a:lnTo>
                <a:lnTo>
                  <a:pt x="367097" y="1325419"/>
                </a:lnTo>
                <a:lnTo>
                  <a:pt x="367102" y="1325413"/>
                </a:lnTo>
                <a:lnTo>
                  <a:pt x="367107" y="1325406"/>
                </a:lnTo>
                <a:lnTo>
                  <a:pt x="367111" y="1325400"/>
                </a:lnTo>
                <a:lnTo>
                  <a:pt x="367116" y="1325393"/>
                </a:lnTo>
                <a:lnTo>
                  <a:pt x="367120" y="1325387"/>
                </a:lnTo>
                <a:lnTo>
                  <a:pt x="367125" y="1325380"/>
                </a:lnTo>
                <a:lnTo>
                  <a:pt x="367130" y="1325373"/>
                </a:lnTo>
                <a:lnTo>
                  <a:pt x="367134" y="1325367"/>
                </a:lnTo>
                <a:lnTo>
                  <a:pt x="367139" y="1325360"/>
                </a:lnTo>
                <a:lnTo>
                  <a:pt x="367143" y="1325354"/>
                </a:lnTo>
                <a:lnTo>
                  <a:pt x="367148" y="1325347"/>
                </a:lnTo>
                <a:lnTo>
                  <a:pt x="367152" y="1325341"/>
                </a:lnTo>
                <a:lnTo>
                  <a:pt x="367157" y="1325334"/>
                </a:lnTo>
                <a:lnTo>
                  <a:pt x="367161" y="1325327"/>
                </a:lnTo>
                <a:lnTo>
                  <a:pt x="367166" y="1325321"/>
                </a:lnTo>
                <a:lnTo>
                  <a:pt x="367170" y="1325314"/>
                </a:lnTo>
                <a:lnTo>
                  <a:pt x="367175" y="1325307"/>
                </a:lnTo>
                <a:lnTo>
                  <a:pt x="367179" y="1325301"/>
                </a:lnTo>
                <a:lnTo>
                  <a:pt x="367184" y="1325294"/>
                </a:lnTo>
                <a:lnTo>
                  <a:pt x="367188" y="1325288"/>
                </a:lnTo>
                <a:lnTo>
                  <a:pt x="367193" y="1325281"/>
                </a:lnTo>
                <a:lnTo>
                  <a:pt x="367197" y="1325274"/>
                </a:lnTo>
                <a:lnTo>
                  <a:pt x="367201" y="1325267"/>
                </a:lnTo>
                <a:lnTo>
                  <a:pt x="367206" y="1325261"/>
                </a:lnTo>
                <a:close/>
                <a:moveTo>
                  <a:pt x="359105" y="1319714"/>
                </a:moveTo>
                <a:lnTo>
                  <a:pt x="363101" y="1322567"/>
                </a:lnTo>
                <a:lnTo>
                  <a:pt x="358997" y="1319872"/>
                </a:lnTo>
                <a:lnTo>
                  <a:pt x="359049" y="1319792"/>
                </a:lnTo>
                <a:lnTo>
                  <a:pt x="359105" y="1319714"/>
                </a:lnTo>
                <a:close/>
                <a:moveTo>
                  <a:pt x="387426" y="1294454"/>
                </a:moveTo>
                <a:lnTo>
                  <a:pt x="398234" y="1276633"/>
                </a:lnTo>
                <a:lnTo>
                  <a:pt x="389838" y="1271541"/>
                </a:lnTo>
                <a:lnTo>
                  <a:pt x="379075" y="1289288"/>
                </a:lnTo>
                <a:lnTo>
                  <a:pt x="370623" y="1302162"/>
                </a:lnTo>
                <a:lnTo>
                  <a:pt x="378832" y="1307550"/>
                </a:lnTo>
                <a:lnTo>
                  <a:pt x="387332" y="1294603"/>
                </a:lnTo>
                <a:lnTo>
                  <a:pt x="387336" y="1294596"/>
                </a:lnTo>
                <a:lnTo>
                  <a:pt x="387340" y="1294590"/>
                </a:lnTo>
                <a:lnTo>
                  <a:pt x="387344" y="1294584"/>
                </a:lnTo>
                <a:lnTo>
                  <a:pt x="387348" y="1294578"/>
                </a:lnTo>
                <a:lnTo>
                  <a:pt x="387352" y="1294572"/>
                </a:lnTo>
                <a:lnTo>
                  <a:pt x="387356" y="1294566"/>
                </a:lnTo>
                <a:lnTo>
                  <a:pt x="387360" y="1294560"/>
                </a:lnTo>
                <a:lnTo>
                  <a:pt x="387364" y="1294553"/>
                </a:lnTo>
                <a:lnTo>
                  <a:pt x="387368" y="1294547"/>
                </a:lnTo>
                <a:lnTo>
                  <a:pt x="387372" y="1294541"/>
                </a:lnTo>
                <a:lnTo>
                  <a:pt x="387376" y="1294535"/>
                </a:lnTo>
                <a:lnTo>
                  <a:pt x="387380" y="1294529"/>
                </a:lnTo>
                <a:lnTo>
                  <a:pt x="387383" y="1294522"/>
                </a:lnTo>
                <a:lnTo>
                  <a:pt x="387387" y="1294516"/>
                </a:lnTo>
                <a:lnTo>
                  <a:pt x="387391" y="1294510"/>
                </a:lnTo>
                <a:lnTo>
                  <a:pt x="387395" y="1294504"/>
                </a:lnTo>
                <a:lnTo>
                  <a:pt x="387399" y="1294498"/>
                </a:lnTo>
                <a:lnTo>
                  <a:pt x="387403" y="1294492"/>
                </a:lnTo>
                <a:lnTo>
                  <a:pt x="387407" y="1294485"/>
                </a:lnTo>
                <a:lnTo>
                  <a:pt x="387410" y="1294479"/>
                </a:lnTo>
                <a:lnTo>
                  <a:pt x="387414" y="1294473"/>
                </a:lnTo>
                <a:lnTo>
                  <a:pt x="387418" y="1294467"/>
                </a:lnTo>
                <a:lnTo>
                  <a:pt x="387422" y="1294460"/>
                </a:lnTo>
                <a:lnTo>
                  <a:pt x="387426" y="1294454"/>
                </a:lnTo>
                <a:close/>
                <a:moveTo>
                  <a:pt x="379123" y="1289214"/>
                </a:moveTo>
                <a:lnTo>
                  <a:pt x="383228" y="1291908"/>
                </a:lnTo>
                <a:lnTo>
                  <a:pt x="379029" y="1289362"/>
                </a:lnTo>
                <a:lnTo>
                  <a:pt x="379075" y="1289288"/>
                </a:lnTo>
                <a:lnTo>
                  <a:pt x="379123" y="1289214"/>
                </a:lnTo>
                <a:close/>
                <a:moveTo>
                  <a:pt x="407632" y="1261131"/>
                </a:moveTo>
                <a:lnTo>
                  <a:pt x="424348" y="1231440"/>
                </a:lnTo>
                <a:lnTo>
                  <a:pt x="415791" y="1226623"/>
                </a:lnTo>
                <a:lnTo>
                  <a:pt x="399115" y="1256244"/>
                </a:lnTo>
                <a:lnTo>
                  <a:pt x="397985" y="1258107"/>
                </a:lnTo>
                <a:lnTo>
                  <a:pt x="406381" y="1263199"/>
                </a:lnTo>
                <a:lnTo>
                  <a:pt x="407552" y="1261269"/>
                </a:lnTo>
                <a:lnTo>
                  <a:pt x="407555" y="1261263"/>
                </a:lnTo>
                <a:lnTo>
                  <a:pt x="407559" y="1261257"/>
                </a:lnTo>
                <a:lnTo>
                  <a:pt x="407562" y="1261252"/>
                </a:lnTo>
                <a:lnTo>
                  <a:pt x="407566" y="1261246"/>
                </a:lnTo>
                <a:lnTo>
                  <a:pt x="407569" y="1261240"/>
                </a:lnTo>
                <a:lnTo>
                  <a:pt x="407573" y="1261235"/>
                </a:lnTo>
                <a:lnTo>
                  <a:pt x="407576" y="1261229"/>
                </a:lnTo>
                <a:lnTo>
                  <a:pt x="407579" y="1261223"/>
                </a:lnTo>
                <a:lnTo>
                  <a:pt x="407583" y="1261218"/>
                </a:lnTo>
                <a:lnTo>
                  <a:pt x="407586" y="1261212"/>
                </a:lnTo>
                <a:lnTo>
                  <a:pt x="407589" y="1261206"/>
                </a:lnTo>
                <a:lnTo>
                  <a:pt x="407593" y="1261200"/>
                </a:lnTo>
                <a:lnTo>
                  <a:pt x="407596" y="1261195"/>
                </a:lnTo>
                <a:lnTo>
                  <a:pt x="407599" y="1261189"/>
                </a:lnTo>
                <a:lnTo>
                  <a:pt x="407603" y="1261183"/>
                </a:lnTo>
                <a:lnTo>
                  <a:pt x="407606" y="1261178"/>
                </a:lnTo>
                <a:lnTo>
                  <a:pt x="407609" y="1261172"/>
                </a:lnTo>
                <a:lnTo>
                  <a:pt x="407613" y="1261166"/>
                </a:lnTo>
                <a:lnTo>
                  <a:pt x="407616" y="1261160"/>
                </a:lnTo>
                <a:lnTo>
                  <a:pt x="407619" y="1261155"/>
                </a:lnTo>
                <a:lnTo>
                  <a:pt x="407623" y="1261149"/>
                </a:lnTo>
                <a:lnTo>
                  <a:pt x="407626" y="1261143"/>
                </a:lnTo>
                <a:lnTo>
                  <a:pt x="407629" y="1261137"/>
                </a:lnTo>
                <a:lnTo>
                  <a:pt x="407632" y="1261131"/>
                </a:lnTo>
                <a:close/>
                <a:moveTo>
                  <a:pt x="399156" y="1256177"/>
                </a:moveTo>
                <a:lnTo>
                  <a:pt x="403354" y="1258723"/>
                </a:lnTo>
                <a:lnTo>
                  <a:pt x="399075" y="1256314"/>
                </a:lnTo>
                <a:lnTo>
                  <a:pt x="399115" y="1256244"/>
                </a:lnTo>
                <a:lnTo>
                  <a:pt x="399156" y="1256177"/>
                </a:lnTo>
                <a:close/>
                <a:moveTo>
                  <a:pt x="448011" y="1186817"/>
                </a:moveTo>
                <a:lnTo>
                  <a:pt x="448808" y="1185200"/>
                </a:lnTo>
                <a:lnTo>
                  <a:pt x="439997" y="1180864"/>
                </a:lnTo>
                <a:lnTo>
                  <a:pt x="439230" y="1182423"/>
                </a:lnTo>
                <a:lnTo>
                  <a:pt x="423206" y="1212936"/>
                </a:lnTo>
                <a:lnTo>
                  <a:pt x="431899" y="1217501"/>
                </a:lnTo>
                <a:lnTo>
                  <a:pt x="447953" y="1186932"/>
                </a:lnTo>
                <a:lnTo>
                  <a:pt x="447956" y="1186927"/>
                </a:lnTo>
                <a:lnTo>
                  <a:pt x="447958" y="1186922"/>
                </a:lnTo>
                <a:lnTo>
                  <a:pt x="447961" y="1186917"/>
                </a:lnTo>
                <a:lnTo>
                  <a:pt x="447963" y="1186913"/>
                </a:lnTo>
                <a:lnTo>
                  <a:pt x="447966" y="1186908"/>
                </a:lnTo>
                <a:lnTo>
                  <a:pt x="447968" y="1186903"/>
                </a:lnTo>
                <a:lnTo>
                  <a:pt x="447971" y="1186898"/>
                </a:lnTo>
                <a:lnTo>
                  <a:pt x="447973" y="1186894"/>
                </a:lnTo>
                <a:lnTo>
                  <a:pt x="447975" y="1186889"/>
                </a:lnTo>
                <a:lnTo>
                  <a:pt x="447978" y="1186884"/>
                </a:lnTo>
                <a:lnTo>
                  <a:pt x="447980" y="1186879"/>
                </a:lnTo>
                <a:lnTo>
                  <a:pt x="447983" y="1186875"/>
                </a:lnTo>
                <a:lnTo>
                  <a:pt x="447985" y="1186870"/>
                </a:lnTo>
                <a:lnTo>
                  <a:pt x="447988" y="1186865"/>
                </a:lnTo>
                <a:lnTo>
                  <a:pt x="447990" y="1186860"/>
                </a:lnTo>
                <a:lnTo>
                  <a:pt x="447992" y="1186856"/>
                </a:lnTo>
                <a:lnTo>
                  <a:pt x="447995" y="1186851"/>
                </a:lnTo>
                <a:lnTo>
                  <a:pt x="447997" y="1186846"/>
                </a:lnTo>
                <a:lnTo>
                  <a:pt x="448000" y="1186841"/>
                </a:lnTo>
                <a:lnTo>
                  <a:pt x="448002" y="1186836"/>
                </a:lnTo>
                <a:lnTo>
                  <a:pt x="448004" y="1186832"/>
                </a:lnTo>
                <a:lnTo>
                  <a:pt x="448007" y="1186827"/>
                </a:lnTo>
                <a:lnTo>
                  <a:pt x="448009" y="1186822"/>
                </a:lnTo>
                <a:lnTo>
                  <a:pt x="448011" y="1186817"/>
                </a:lnTo>
                <a:close/>
                <a:moveTo>
                  <a:pt x="439259" y="1182366"/>
                </a:moveTo>
                <a:lnTo>
                  <a:pt x="443606" y="1184649"/>
                </a:lnTo>
                <a:lnTo>
                  <a:pt x="439201" y="1182481"/>
                </a:lnTo>
                <a:lnTo>
                  <a:pt x="439230" y="1182423"/>
                </a:lnTo>
                <a:lnTo>
                  <a:pt x="439259" y="1182366"/>
                </a:lnTo>
                <a:close/>
                <a:moveTo>
                  <a:pt x="468187" y="1145832"/>
                </a:moveTo>
                <a:lnTo>
                  <a:pt x="471669" y="1138324"/>
                </a:lnTo>
                <a:lnTo>
                  <a:pt x="462761" y="1134193"/>
                </a:lnTo>
                <a:lnTo>
                  <a:pt x="459302" y="1141649"/>
                </a:lnTo>
                <a:lnTo>
                  <a:pt x="446936" y="1166768"/>
                </a:lnTo>
                <a:lnTo>
                  <a:pt x="455747" y="1171105"/>
                </a:lnTo>
                <a:lnTo>
                  <a:pt x="468138" y="1145935"/>
                </a:lnTo>
                <a:lnTo>
                  <a:pt x="468140" y="1145930"/>
                </a:lnTo>
                <a:lnTo>
                  <a:pt x="468142" y="1145926"/>
                </a:lnTo>
                <a:lnTo>
                  <a:pt x="468144" y="1145922"/>
                </a:lnTo>
                <a:lnTo>
                  <a:pt x="468146" y="1145918"/>
                </a:lnTo>
                <a:lnTo>
                  <a:pt x="468148" y="1145913"/>
                </a:lnTo>
                <a:lnTo>
                  <a:pt x="468150" y="1145909"/>
                </a:lnTo>
                <a:lnTo>
                  <a:pt x="468152" y="1145905"/>
                </a:lnTo>
                <a:lnTo>
                  <a:pt x="468154" y="1145901"/>
                </a:lnTo>
                <a:lnTo>
                  <a:pt x="468156" y="1145896"/>
                </a:lnTo>
                <a:lnTo>
                  <a:pt x="468158" y="1145892"/>
                </a:lnTo>
                <a:lnTo>
                  <a:pt x="468160" y="1145888"/>
                </a:lnTo>
                <a:lnTo>
                  <a:pt x="468163" y="1145884"/>
                </a:lnTo>
                <a:lnTo>
                  <a:pt x="468165" y="1145879"/>
                </a:lnTo>
                <a:lnTo>
                  <a:pt x="468167" y="1145875"/>
                </a:lnTo>
                <a:lnTo>
                  <a:pt x="468169" y="1145871"/>
                </a:lnTo>
                <a:lnTo>
                  <a:pt x="468171" y="1145866"/>
                </a:lnTo>
                <a:lnTo>
                  <a:pt x="468173" y="1145862"/>
                </a:lnTo>
                <a:lnTo>
                  <a:pt x="468175" y="1145858"/>
                </a:lnTo>
                <a:lnTo>
                  <a:pt x="468177" y="1145854"/>
                </a:lnTo>
                <a:lnTo>
                  <a:pt x="468179" y="1145849"/>
                </a:lnTo>
                <a:lnTo>
                  <a:pt x="468181" y="1145845"/>
                </a:lnTo>
                <a:lnTo>
                  <a:pt x="468183" y="1145841"/>
                </a:lnTo>
                <a:lnTo>
                  <a:pt x="468185" y="1145836"/>
                </a:lnTo>
                <a:lnTo>
                  <a:pt x="468187" y="1145832"/>
                </a:lnTo>
                <a:close/>
                <a:moveTo>
                  <a:pt x="459328" y="1141598"/>
                </a:moveTo>
                <a:lnTo>
                  <a:pt x="463733" y="1143766"/>
                </a:lnTo>
                <a:lnTo>
                  <a:pt x="459279" y="1141701"/>
                </a:lnTo>
                <a:lnTo>
                  <a:pt x="459302" y="1141649"/>
                </a:lnTo>
                <a:lnTo>
                  <a:pt x="459328" y="1141598"/>
                </a:lnTo>
                <a:close/>
                <a:moveTo>
                  <a:pt x="488313" y="1102440"/>
                </a:moveTo>
                <a:lnTo>
                  <a:pt x="493376" y="1090917"/>
                </a:lnTo>
                <a:lnTo>
                  <a:pt x="484385" y="1086969"/>
                </a:lnTo>
                <a:lnTo>
                  <a:pt x="479405" y="1098309"/>
                </a:lnTo>
                <a:lnTo>
                  <a:pt x="469372" y="1119941"/>
                </a:lnTo>
                <a:lnTo>
                  <a:pt x="478280" y="1124072"/>
                </a:lnTo>
                <a:lnTo>
                  <a:pt x="488313" y="1102440"/>
                </a:lnTo>
                <a:close/>
                <a:moveTo>
                  <a:pt x="508481" y="1056531"/>
                </a:moveTo>
                <a:lnTo>
                  <a:pt x="514103" y="1043088"/>
                </a:lnTo>
                <a:lnTo>
                  <a:pt x="505044" y="1039300"/>
                </a:lnTo>
                <a:lnTo>
                  <a:pt x="499490" y="1052582"/>
                </a:lnTo>
                <a:lnTo>
                  <a:pt x="490704" y="1072584"/>
                </a:lnTo>
                <a:lnTo>
                  <a:pt x="499694" y="1076533"/>
                </a:lnTo>
                <a:lnTo>
                  <a:pt x="508481" y="1056531"/>
                </a:lnTo>
                <a:close/>
                <a:moveTo>
                  <a:pt x="528641" y="1008324"/>
                </a:moveTo>
                <a:lnTo>
                  <a:pt x="534007" y="994922"/>
                </a:lnTo>
                <a:lnTo>
                  <a:pt x="524890" y="991274"/>
                </a:lnTo>
                <a:lnTo>
                  <a:pt x="519582" y="1004536"/>
                </a:lnTo>
                <a:lnTo>
                  <a:pt x="511105" y="1024805"/>
                </a:lnTo>
                <a:lnTo>
                  <a:pt x="520165" y="1028594"/>
                </a:lnTo>
                <a:lnTo>
                  <a:pt x="528641" y="1008324"/>
                </a:lnTo>
                <a:close/>
                <a:moveTo>
                  <a:pt x="548796" y="957977"/>
                </a:moveTo>
                <a:lnTo>
                  <a:pt x="553222" y="946491"/>
                </a:lnTo>
                <a:lnTo>
                  <a:pt x="544059" y="942960"/>
                </a:lnTo>
                <a:lnTo>
                  <a:pt x="539679" y="954328"/>
                </a:lnTo>
                <a:lnTo>
                  <a:pt x="530729" y="976688"/>
                </a:lnTo>
                <a:lnTo>
                  <a:pt x="539845" y="980337"/>
                </a:lnTo>
                <a:lnTo>
                  <a:pt x="548796" y="957977"/>
                </a:lnTo>
                <a:close/>
                <a:moveTo>
                  <a:pt x="568946" y="905684"/>
                </a:moveTo>
                <a:lnTo>
                  <a:pt x="571869" y="897848"/>
                </a:lnTo>
                <a:lnTo>
                  <a:pt x="562669" y="894416"/>
                </a:lnTo>
                <a:lnTo>
                  <a:pt x="559783" y="902154"/>
                </a:lnTo>
                <a:lnTo>
                  <a:pt x="549708" y="928300"/>
                </a:lnTo>
                <a:lnTo>
                  <a:pt x="558871" y="931830"/>
                </a:lnTo>
                <a:lnTo>
                  <a:pt x="568946" y="905684"/>
                </a:lnTo>
                <a:close/>
                <a:moveTo>
                  <a:pt x="589091" y="851680"/>
                </a:moveTo>
                <a:lnTo>
                  <a:pt x="590050" y="849040"/>
                </a:lnTo>
                <a:lnTo>
                  <a:pt x="580820" y="845688"/>
                </a:lnTo>
                <a:lnTo>
                  <a:pt x="579890" y="848248"/>
                </a:lnTo>
                <a:lnTo>
                  <a:pt x="568159" y="879696"/>
                </a:lnTo>
                <a:lnTo>
                  <a:pt x="577360" y="883128"/>
                </a:lnTo>
                <a:lnTo>
                  <a:pt x="589091" y="851680"/>
                </a:lnTo>
                <a:close/>
                <a:moveTo>
                  <a:pt x="607819" y="800126"/>
                </a:moveTo>
                <a:lnTo>
                  <a:pt x="598589" y="796774"/>
                </a:lnTo>
                <a:lnTo>
                  <a:pt x="586184" y="830921"/>
                </a:lnTo>
                <a:lnTo>
                  <a:pt x="595414" y="834274"/>
                </a:lnTo>
                <a:lnTo>
                  <a:pt x="607819" y="800126"/>
                </a:lnTo>
                <a:close/>
                <a:moveTo>
                  <a:pt x="625307" y="751077"/>
                </a:moveTo>
                <a:lnTo>
                  <a:pt x="616056" y="747784"/>
                </a:lnTo>
                <a:lnTo>
                  <a:pt x="603872" y="782012"/>
                </a:lnTo>
                <a:lnTo>
                  <a:pt x="613123" y="785304"/>
                </a:lnTo>
                <a:lnTo>
                  <a:pt x="625307" y="751077"/>
                </a:lnTo>
                <a:close/>
                <a:moveTo>
                  <a:pt x="642602" y="701971"/>
                </a:moveTo>
                <a:lnTo>
                  <a:pt x="633337" y="698719"/>
                </a:lnTo>
                <a:lnTo>
                  <a:pt x="621302" y="732998"/>
                </a:lnTo>
                <a:lnTo>
                  <a:pt x="630568" y="736251"/>
                </a:lnTo>
                <a:lnTo>
                  <a:pt x="642602" y="701971"/>
                </a:lnTo>
                <a:close/>
                <a:moveTo>
                  <a:pt x="649502" y="682318"/>
                </a:moveTo>
                <a:lnTo>
                  <a:pt x="659779" y="652834"/>
                </a:lnTo>
                <a:lnTo>
                  <a:pt x="650507" y="649602"/>
                </a:lnTo>
                <a:lnTo>
                  <a:pt x="640236" y="679065"/>
                </a:lnTo>
                <a:lnTo>
                  <a:pt x="638541" y="683895"/>
                </a:lnTo>
                <a:lnTo>
                  <a:pt x="647806" y="687147"/>
                </a:lnTo>
                <a:lnTo>
                  <a:pt x="649502" y="682318"/>
                </a:lnTo>
                <a:close/>
                <a:moveTo>
                  <a:pt x="669632" y="624570"/>
                </a:moveTo>
                <a:lnTo>
                  <a:pt x="676909" y="603693"/>
                </a:lnTo>
                <a:lnTo>
                  <a:pt x="667637" y="600461"/>
                </a:lnTo>
                <a:lnTo>
                  <a:pt x="660359" y="621338"/>
                </a:lnTo>
                <a:lnTo>
                  <a:pt x="655678" y="634767"/>
                </a:lnTo>
                <a:lnTo>
                  <a:pt x="664950" y="637999"/>
                </a:lnTo>
                <a:lnTo>
                  <a:pt x="669632" y="624570"/>
                </a:lnTo>
                <a:close/>
                <a:moveTo>
                  <a:pt x="689758" y="566834"/>
                </a:moveTo>
                <a:lnTo>
                  <a:pt x="694065" y="554572"/>
                </a:lnTo>
                <a:lnTo>
                  <a:pt x="684800" y="551318"/>
                </a:lnTo>
                <a:lnTo>
                  <a:pt x="680485" y="563602"/>
                </a:lnTo>
                <a:lnTo>
                  <a:pt x="672808" y="585625"/>
                </a:lnTo>
                <a:lnTo>
                  <a:pt x="682081" y="588857"/>
                </a:lnTo>
                <a:lnTo>
                  <a:pt x="689758" y="566834"/>
                </a:lnTo>
                <a:close/>
                <a:moveTo>
                  <a:pt x="709880" y="509548"/>
                </a:moveTo>
                <a:lnTo>
                  <a:pt x="711324" y="505502"/>
                </a:lnTo>
                <a:lnTo>
                  <a:pt x="702076" y="502202"/>
                </a:lnTo>
                <a:lnTo>
                  <a:pt x="700616" y="506294"/>
                </a:lnTo>
                <a:lnTo>
                  <a:pt x="690007" y="536496"/>
                </a:lnTo>
                <a:lnTo>
                  <a:pt x="699272" y="539749"/>
                </a:lnTo>
                <a:lnTo>
                  <a:pt x="709880" y="509548"/>
                </a:lnTo>
                <a:close/>
                <a:moveTo>
                  <a:pt x="728814" y="456487"/>
                </a:moveTo>
                <a:lnTo>
                  <a:pt x="719566" y="453187"/>
                </a:lnTo>
                <a:lnTo>
                  <a:pt x="707356" y="487405"/>
                </a:lnTo>
                <a:lnTo>
                  <a:pt x="716604" y="490705"/>
                </a:lnTo>
                <a:lnTo>
                  <a:pt x="728814" y="456487"/>
                </a:lnTo>
                <a:close/>
                <a:moveTo>
                  <a:pt x="746649" y="407638"/>
                </a:moveTo>
                <a:lnTo>
                  <a:pt x="737427" y="404266"/>
                </a:lnTo>
                <a:lnTo>
                  <a:pt x="724949" y="438387"/>
                </a:lnTo>
                <a:lnTo>
                  <a:pt x="734171" y="441759"/>
                </a:lnTo>
                <a:lnTo>
                  <a:pt x="746649" y="407638"/>
                </a:lnTo>
                <a:close/>
                <a:moveTo>
                  <a:pt x="764943" y="358976"/>
                </a:moveTo>
                <a:lnTo>
                  <a:pt x="755759" y="355501"/>
                </a:lnTo>
                <a:lnTo>
                  <a:pt x="742901" y="389481"/>
                </a:lnTo>
                <a:lnTo>
                  <a:pt x="752085" y="392956"/>
                </a:lnTo>
                <a:lnTo>
                  <a:pt x="764943" y="358976"/>
                </a:lnTo>
                <a:close/>
                <a:moveTo>
                  <a:pt x="783856" y="310574"/>
                </a:moveTo>
                <a:lnTo>
                  <a:pt x="774726" y="306961"/>
                </a:lnTo>
                <a:lnTo>
                  <a:pt x="761357" y="340743"/>
                </a:lnTo>
                <a:lnTo>
                  <a:pt x="770488" y="344356"/>
                </a:lnTo>
                <a:lnTo>
                  <a:pt x="783856" y="310574"/>
                </a:lnTo>
                <a:close/>
                <a:moveTo>
                  <a:pt x="790318" y="294245"/>
                </a:moveTo>
                <a:lnTo>
                  <a:pt x="803602" y="262531"/>
                </a:lnTo>
                <a:lnTo>
                  <a:pt x="794545" y="258738"/>
                </a:lnTo>
                <a:lnTo>
                  <a:pt x="781188" y="290632"/>
                </a:lnTo>
                <a:lnTo>
                  <a:pt x="780507" y="292352"/>
                </a:lnTo>
                <a:lnTo>
                  <a:pt x="789637" y="295966"/>
                </a:lnTo>
                <a:lnTo>
                  <a:pt x="790318" y="294245"/>
                </a:lnTo>
                <a:close/>
                <a:moveTo>
                  <a:pt x="801351" y="242489"/>
                </a:moveTo>
                <a:lnTo>
                  <a:pt x="800614" y="244247"/>
                </a:lnTo>
                <a:lnTo>
                  <a:pt x="809672" y="248040"/>
                </a:lnTo>
                <a:lnTo>
                  <a:pt x="810383" y="246341"/>
                </a:lnTo>
                <a:lnTo>
                  <a:pt x="824470" y="214998"/>
                </a:lnTo>
                <a:lnTo>
                  <a:pt x="815513" y="210974"/>
                </a:lnTo>
                <a:lnTo>
                  <a:pt x="801401" y="242374"/>
                </a:lnTo>
                <a:lnTo>
                  <a:pt x="801399" y="242378"/>
                </a:lnTo>
                <a:lnTo>
                  <a:pt x="801397" y="242383"/>
                </a:lnTo>
                <a:lnTo>
                  <a:pt x="801394" y="242388"/>
                </a:lnTo>
                <a:lnTo>
                  <a:pt x="801392" y="242393"/>
                </a:lnTo>
                <a:lnTo>
                  <a:pt x="801390" y="242398"/>
                </a:lnTo>
                <a:lnTo>
                  <a:pt x="801388" y="242402"/>
                </a:lnTo>
                <a:lnTo>
                  <a:pt x="801386" y="242407"/>
                </a:lnTo>
                <a:lnTo>
                  <a:pt x="801384" y="242412"/>
                </a:lnTo>
                <a:lnTo>
                  <a:pt x="801382" y="242417"/>
                </a:lnTo>
                <a:lnTo>
                  <a:pt x="801380" y="242422"/>
                </a:lnTo>
                <a:lnTo>
                  <a:pt x="801377" y="242427"/>
                </a:lnTo>
                <a:lnTo>
                  <a:pt x="801375" y="242431"/>
                </a:lnTo>
                <a:lnTo>
                  <a:pt x="801373" y="242436"/>
                </a:lnTo>
                <a:lnTo>
                  <a:pt x="801371" y="242441"/>
                </a:lnTo>
                <a:lnTo>
                  <a:pt x="801369" y="242446"/>
                </a:lnTo>
                <a:lnTo>
                  <a:pt x="801367" y="242451"/>
                </a:lnTo>
                <a:lnTo>
                  <a:pt x="801365" y="242455"/>
                </a:lnTo>
                <a:lnTo>
                  <a:pt x="801363" y="242460"/>
                </a:lnTo>
                <a:lnTo>
                  <a:pt x="801361" y="242465"/>
                </a:lnTo>
                <a:lnTo>
                  <a:pt x="801359" y="242470"/>
                </a:lnTo>
                <a:lnTo>
                  <a:pt x="801357" y="242475"/>
                </a:lnTo>
                <a:lnTo>
                  <a:pt x="801355" y="242480"/>
                </a:lnTo>
                <a:lnTo>
                  <a:pt x="801353" y="242485"/>
                </a:lnTo>
                <a:lnTo>
                  <a:pt x="801351" y="242489"/>
                </a:lnTo>
                <a:close/>
                <a:moveTo>
                  <a:pt x="810358" y="246399"/>
                </a:moveTo>
                <a:lnTo>
                  <a:pt x="805879" y="244386"/>
                </a:lnTo>
                <a:lnTo>
                  <a:pt x="810408" y="246283"/>
                </a:lnTo>
                <a:lnTo>
                  <a:pt x="810383" y="246341"/>
                </a:lnTo>
                <a:lnTo>
                  <a:pt x="810358" y="246399"/>
                </a:lnTo>
                <a:close/>
                <a:moveTo>
                  <a:pt x="846860" y="168207"/>
                </a:moveTo>
                <a:lnTo>
                  <a:pt x="838042" y="163886"/>
                </a:lnTo>
                <a:lnTo>
                  <a:pt x="822054" y="196510"/>
                </a:lnTo>
                <a:lnTo>
                  <a:pt x="830872" y="200831"/>
                </a:lnTo>
                <a:lnTo>
                  <a:pt x="846860" y="168207"/>
                </a:lnTo>
                <a:close/>
                <a:moveTo>
                  <a:pt x="861947" y="119248"/>
                </a:moveTo>
                <a:lnTo>
                  <a:pt x="845335" y="149736"/>
                </a:lnTo>
                <a:lnTo>
                  <a:pt x="853958" y="154433"/>
                </a:lnTo>
                <a:lnTo>
                  <a:pt x="870503" y="124068"/>
                </a:lnTo>
                <a:lnTo>
                  <a:pt x="871280" y="122816"/>
                </a:lnTo>
                <a:lnTo>
                  <a:pt x="862937" y="117639"/>
                </a:lnTo>
                <a:lnTo>
                  <a:pt x="862086" y="119008"/>
                </a:lnTo>
                <a:lnTo>
                  <a:pt x="862080" y="119018"/>
                </a:lnTo>
                <a:lnTo>
                  <a:pt x="862074" y="119028"/>
                </a:lnTo>
                <a:lnTo>
                  <a:pt x="862068" y="119038"/>
                </a:lnTo>
                <a:lnTo>
                  <a:pt x="862062" y="119048"/>
                </a:lnTo>
                <a:lnTo>
                  <a:pt x="862056" y="119058"/>
                </a:lnTo>
                <a:lnTo>
                  <a:pt x="862050" y="119068"/>
                </a:lnTo>
                <a:lnTo>
                  <a:pt x="862044" y="119078"/>
                </a:lnTo>
                <a:lnTo>
                  <a:pt x="862038" y="119088"/>
                </a:lnTo>
                <a:lnTo>
                  <a:pt x="862032" y="119098"/>
                </a:lnTo>
                <a:lnTo>
                  <a:pt x="862026" y="119108"/>
                </a:lnTo>
                <a:lnTo>
                  <a:pt x="862021" y="119117"/>
                </a:lnTo>
                <a:lnTo>
                  <a:pt x="862015" y="119127"/>
                </a:lnTo>
                <a:lnTo>
                  <a:pt x="862009" y="119137"/>
                </a:lnTo>
                <a:lnTo>
                  <a:pt x="862003" y="119148"/>
                </a:lnTo>
                <a:lnTo>
                  <a:pt x="861997" y="119158"/>
                </a:lnTo>
                <a:lnTo>
                  <a:pt x="861992" y="119168"/>
                </a:lnTo>
                <a:lnTo>
                  <a:pt x="861986" y="119178"/>
                </a:lnTo>
                <a:lnTo>
                  <a:pt x="861980" y="119188"/>
                </a:lnTo>
                <a:lnTo>
                  <a:pt x="861975" y="119198"/>
                </a:lnTo>
                <a:lnTo>
                  <a:pt x="861969" y="119208"/>
                </a:lnTo>
                <a:lnTo>
                  <a:pt x="861963" y="119218"/>
                </a:lnTo>
                <a:lnTo>
                  <a:pt x="861958" y="119228"/>
                </a:lnTo>
                <a:lnTo>
                  <a:pt x="861952" y="119238"/>
                </a:lnTo>
                <a:lnTo>
                  <a:pt x="861947" y="119248"/>
                </a:lnTo>
                <a:close/>
                <a:moveTo>
                  <a:pt x="870430" y="124186"/>
                </a:moveTo>
                <a:lnTo>
                  <a:pt x="866258" y="121597"/>
                </a:lnTo>
                <a:lnTo>
                  <a:pt x="870570" y="123946"/>
                </a:lnTo>
                <a:lnTo>
                  <a:pt x="870503" y="124068"/>
                </a:lnTo>
                <a:lnTo>
                  <a:pt x="870430" y="124186"/>
                </a:lnTo>
                <a:close/>
                <a:moveTo>
                  <a:pt x="882213" y="86582"/>
                </a:moveTo>
                <a:lnTo>
                  <a:pt x="871222" y="104290"/>
                </a:lnTo>
                <a:lnTo>
                  <a:pt x="879565" y="109468"/>
                </a:lnTo>
                <a:lnTo>
                  <a:pt x="890459" y="91916"/>
                </a:lnTo>
                <a:lnTo>
                  <a:pt x="899483" y="79554"/>
                </a:lnTo>
                <a:lnTo>
                  <a:pt x="891551" y="73765"/>
                </a:lnTo>
                <a:lnTo>
                  <a:pt x="882419" y="86277"/>
                </a:lnTo>
                <a:lnTo>
                  <a:pt x="882410" y="86289"/>
                </a:lnTo>
                <a:lnTo>
                  <a:pt x="882401" y="86302"/>
                </a:lnTo>
                <a:lnTo>
                  <a:pt x="882392" y="86314"/>
                </a:lnTo>
                <a:lnTo>
                  <a:pt x="882383" y="86327"/>
                </a:lnTo>
                <a:lnTo>
                  <a:pt x="882374" y="86339"/>
                </a:lnTo>
                <a:lnTo>
                  <a:pt x="882365" y="86352"/>
                </a:lnTo>
                <a:lnTo>
                  <a:pt x="882356" y="86364"/>
                </a:lnTo>
                <a:lnTo>
                  <a:pt x="882347" y="86377"/>
                </a:lnTo>
                <a:lnTo>
                  <a:pt x="882339" y="86390"/>
                </a:lnTo>
                <a:lnTo>
                  <a:pt x="882330" y="86402"/>
                </a:lnTo>
                <a:lnTo>
                  <a:pt x="882321" y="86415"/>
                </a:lnTo>
                <a:lnTo>
                  <a:pt x="882313" y="86428"/>
                </a:lnTo>
                <a:lnTo>
                  <a:pt x="882304" y="86440"/>
                </a:lnTo>
                <a:lnTo>
                  <a:pt x="882296" y="86453"/>
                </a:lnTo>
                <a:lnTo>
                  <a:pt x="882287" y="86466"/>
                </a:lnTo>
                <a:lnTo>
                  <a:pt x="882279" y="86479"/>
                </a:lnTo>
                <a:lnTo>
                  <a:pt x="882270" y="86492"/>
                </a:lnTo>
                <a:lnTo>
                  <a:pt x="882262" y="86504"/>
                </a:lnTo>
                <a:lnTo>
                  <a:pt x="882254" y="86517"/>
                </a:lnTo>
                <a:lnTo>
                  <a:pt x="882245" y="86530"/>
                </a:lnTo>
                <a:lnTo>
                  <a:pt x="882237" y="86543"/>
                </a:lnTo>
                <a:lnTo>
                  <a:pt x="882229" y="86556"/>
                </a:lnTo>
                <a:lnTo>
                  <a:pt x="882221" y="86569"/>
                </a:lnTo>
                <a:lnTo>
                  <a:pt x="882213" y="86582"/>
                </a:lnTo>
                <a:close/>
                <a:moveTo>
                  <a:pt x="890350" y="92066"/>
                </a:moveTo>
                <a:lnTo>
                  <a:pt x="886384" y="89171"/>
                </a:lnTo>
                <a:lnTo>
                  <a:pt x="890556" y="91760"/>
                </a:lnTo>
                <a:lnTo>
                  <a:pt x="890459" y="91916"/>
                </a:lnTo>
                <a:lnTo>
                  <a:pt x="890350" y="92066"/>
                </a:lnTo>
                <a:close/>
                <a:moveTo>
                  <a:pt x="922983" y="35893"/>
                </a:moveTo>
                <a:lnTo>
                  <a:pt x="902857" y="58319"/>
                </a:lnTo>
                <a:lnTo>
                  <a:pt x="902843" y="58335"/>
                </a:lnTo>
                <a:lnTo>
                  <a:pt x="902829" y="58350"/>
                </a:lnTo>
                <a:lnTo>
                  <a:pt x="902815" y="58366"/>
                </a:lnTo>
                <a:lnTo>
                  <a:pt x="902802" y="58381"/>
                </a:lnTo>
                <a:lnTo>
                  <a:pt x="902788" y="58397"/>
                </a:lnTo>
                <a:lnTo>
                  <a:pt x="902775" y="58412"/>
                </a:lnTo>
                <a:lnTo>
                  <a:pt x="902762" y="58428"/>
                </a:lnTo>
                <a:lnTo>
                  <a:pt x="902748" y="58444"/>
                </a:lnTo>
                <a:lnTo>
                  <a:pt x="902735" y="58460"/>
                </a:lnTo>
                <a:lnTo>
                  <a:pt x="902722" y="58476"/>
                </a:lnTo>
                <a:lnTo>
                  <a:pt x="902709" y="58492"/>
                </a:lnTo>
                <a:lnTo>
                  <a:pt x="902696" y="58508"/>
                </a:lnTo>
                <a:lnTo>
                  <a:pt x="902683" y="58524"/>
                </a:lnTo>
                <a:lnTo>
                  <a:pt x="902670" y="58540"/>
                </a:lnTo>
                <a:lnTo>
                  <a:pt x="902657" y="58556"/>
                </a:lnTo>
                <a:lnTo>
                  <a:pt x="902644" y="58572"/>
                </a:lnTo>
                <a:lnTo>
                  <a:pt x="902632" y="58588"/>
                </a:lnTo>
                <a:lnTo>
                  <a:pt x="902619" y="58605"/>
                </a:lnTo>
                <a:lnTo>
                  <a:pt x="902607" y="58621"/>
                </a:lnTo>
                <a:lnTo>
                  <a:pt x="902594" y="58638"/>
                </a:lnTo>
                <a:lnTo>
                  <a:pt x="902582" y="58654"/>
                </a:lnTo>
                <a:lnTo>
                  <a:pt x="902569" y="58671"/>
                </a:lnTo>
                <a:lnTo>
                  <a:pt x="902557" y="58687"/>
                </a:lnTo>
                <a:lnTo>
                  <a:pt x="902545" y="58704"/>
                </a:lnTo>
                <a:lnTo>
                  <a:pt x="900814" y="61075"/>
                </a:lnTo>
                <a:lnTo>
                  <a:pt x="908745" y="66864"/>
                </a:lnTo>
                <a:lnTo>
                  <a:pt x="910331" y="64693"/>
                </a:lnTo>
                <a:lnTo>
                  <a:pt x="930066" y="42702"/>
                </a:lnTo>
                <a:lnTo>
                  <a:pt x="932300" y="40811"/>
                </a:lnTo>
                <a:lnTo>
                  <a:pt x="925955" y="33317"/>
                </a:lnTo>
                <a:lnTo>
                  <a:pt x="923465" y="35425"/>
                </a:lnTo>
                <a:lnTo>
                  <a:pt x="923443" y="35443"/>
                </a:lnTo>
                <a:lnTo>
                  <a:pt x="923422" y="35462"/>
                </a:lnTo>
                <a:lnTo>
                  <a:pt x="923401" y="35480"/>
                </a:lnTo>
                <a:lnTo>
                  <a:pt x="923380" y="35499"/>
                </a:lnTo>
                <a:lnTo>
                  <a:pt x="923359" y="35517"/>
                </a:lnTo>
                <a:lnTo>
                  <a:pt x="923338" y="35536"/>
                </a:lnTo>
                <a:lnTo>
                  <a:pt x="923317" y="35555"/>
                </a:lnTo>
                <a:lnTo>
                  <a:pt x="923297" y="35574"/>
                </a:lnTo>
                <a:lnTo>
                  <a:pt x="923276" y="35593"/>
                </a:lnTo>
                <a:lnTo>
                  <a:pt x="923256" y="35612"/>
                </a:lnTo>
                <a:lnTo>
                  <a:pt x="923236" y="35632"/>
                </a:lnTo>
                <a:lnTo>
                  <a:pt x="923216" y="35651"/>
                </a:lnTo>
                <a:lnTo>
                  <a:pt x="923196" y="35671"/>
                </a:lnTo>
                <a:lnTo>
                  <a:pt x="923176" y="35690"/>
                </a:lnTo>
                <a:lnTo>
                  <a:pt x="923156" y="35710"/>
                </a:lnTo>
                <a:lnTo>
                  <a:pt x="923136" y="35730"/>
                </a:lnTo>
                <a:lnTo>
                  <a:pt x="923117" y="35750"/>
                </a:lnTo>
                <a:lnTo>
                  <a:pt x="923097" y="35770"/>
                </a:lnTo>
                <a:lnTo>
                  <a:pt x="923078" y="35790"/>
                </a:lnTo>
                <a:lnTo>
                  <a:pt x="923059" y="35811"/>
                </a:lnTo>
                <a:lnTo>
                  <a:pt x="923039" y="35831"/>
                </a:lnTo>
                <a:lnTo>
                  <a:pt x="923020" y="35852"/>
                </a:lnTo>
                <a:lnTo>
                  <a:pt x="923002" y="35872"/>
                </a:lnTo>
                <a:lnTo>
                  <a:pt x="922983" y="35893"/>
                </a:lnTo>
                <a:close/>
                <a:moveTo>
                  <a:pt x="910165" y="64877"/>
                </a:moveTo>
                <a:lnTo>
                  <a:pt x="906511" y="61598"/>
                </a:lnTo>
                <a:lnTo>
                  <a:pt x="910476" y="64493"/>
                </a:lnTo>
                <a:lnTo>
                  <a:pt x="910331" y="64693"/>
                </a:lnTo>
                <a:lnTo>
                  <a:pt x="910165" y="64877"/>
                </a:lnTo>
                <a:close/>
                <a:moveTo>
                  <a:pt x="929809" y="42920"/>
                </a:moveTo>
                <a:lnTo>
                  <a:pt x="926637" y="39172"/>
                </a:lnTo>
                <a:lnTo>
                  <a:pt x="930291" y="42451"/>
                </a:lnTo>
                <a:lnTo>
                  <a:pt x="930066" y="42702"/>
                </a:lnTo>
                <a:lnTo>
                  <a:pt x="929809" y="42920"/>
                </a:lnTo>
                <a:close/>
                <a:moveTo>
                  <a:pt x="964459" y="6406"/>
                </a:moveTo>
                <a:lnTo>
                  <a:pt x="944333" y="17869"/>
                </a:lnTo>
                <a:lnTo>
                  <a:pt x="944300" y="17888"/>
                </a:lnTo>
                <a:lnTo>
                  <a:pt x="944268" y="17907"/>
                </a:lnTo>
                <a:lnTo>
                  <a:pt x="944235" y="17927"/>
                </a:lnTo>
                <a:lnTo>
                  <a:pt x="944203" y="17946"/>
                </a:lnTo>
                <a:lnTo>
                  <a:pt x="944171" y="17966"/>
                </a:lnTo>
                <a:lnTo>
                  <a:pt x="944139" y="17986"/>
                </a:lnTo>
                <a:lnTo>
                  <a:pt x="944107" y="18006"/>
                </a:lnTo>
                <a:lnTo>
                  <a:pt x="944075" y="18027"/>
                </a:lnTo>
                <a:lnTo>
                  <a:pt x="944044" y="18048"/>
                </a:lnTo>
                <a:lnTo>
                  <a:pt x="944012" y="18069"/>
                </a:lnTo>
                <a:lnTo>
                  <a:pt x="943981" y="18090"/>
                </a:lnTo>
                <a:lnTo>
                  <a:pt x="943950" y="18112"/>
                </a:lnTo>
                <a:lnTo>
                  <a:pt x="943919" y="18133"/>
                </a:lnTo>
                <a:lnTo>
                  <a:pt x="943889" y="18155"/>
                </a:lnTo>
                <a:lnTo>
                  <a:pt x="943858" y="18177"/>
                </a:lnTo>
                <a:lnTo>
                  <a:pt x="943828" y="18200"/>
                </a:lnTo>
                <a:lnTo>
                  <a:pt x="943797" y="18223"/>
                </a:lnTo>
                <a:lnTo>
                  <a:pt x="943767" y="18246"/>
                </a:lnTo>
                <a:lnTo>
                  <a:pt x="943738" y="18269"/>
                </a:lnTo>
                <a:lnTo>
                  <a:pt x="943708" y="18292"/>
                </a:lnTo>
                <a:lnTo>
                  <a:pt x="943678" y="18316"/>
                </a:lnTo>
                <a:lnTo>
                  <a:pt x="943649" y="18340"/>
                </a:lnTo>
                <a:lnTo>
                  <a:pt x="943620" y="18364"/>
                </a:lnTo>
                <a:lnTo>
                  <a:pt x="943591" y="18388"/>
                </a:lnTo>
                <a:lnTo>
                  <a:pt x="937947" y="23166"/>
                </a:lnTo>
                <a:lnTo>
                  <a:pt x="944291" y="30660"/>
                </a:lnTo>
                <a:lnTo>
                  <a:pt x="949588" y="26176"/>
                </a:lnTo>
                <a:lnTo>
                  <a:pt x="968807" y="15230"/>
                </a:lnTo>
                <a:lnTo>
                  <a:pt x="973794" y="13803"/>
                </a:lnTo>
                <a:lnTo>
                  <a:pt x="971090" y="4363"/>
                </a:lnTo>
                <a:lnTo>
                  <a:pt x="965538" y="5953"/>
                </a:lnTo>
                <a:lnTo>
                  <a:pt x="965491" y="5966"/>
                </a:lnTo>
                <a:lnTo>
                  <a:pt x="965444" y="5981"/>
                </a:lnTo>
                <a:lnTo>
                  <a:pt x="965397" y="5995"/>
                </a:lnTo>
                <a:lnTo>
                  <a:pt x="965351" y="6010"/>
                </a:lnTo>
                <a:lnTo>
                  <a:pt x="965304" y="6026"/>
                </a:lnTo>
                <a:lnTo>
                  <a:pt x="965258" y="6042"/>
                </a:lnTo>
                <a:lnTo>
                  <a:pt x="965212" y="6058"/>
                </a:lnTo>
                <a:lnTo>
                  <a:pt x="965166" y="6075"/>
                </a:lnTo>
                <a:lnTo>
                  <a:pt x="965121" y="6093"/>
                </a:lnTo>
                <a:lnTo>
                  <a:pt x="965075" y="6110"/>
                </a:lnTo>
                <a:lnTo>
                  <a:pt x="965030" y="6129"/>
                </a:lnTo>
                <a:lnTo>
                  <a:pt x="964985" y="6147"/>
                </a:lnTo>
                <a:lnTo>
                  <a:pt x="964940" y="6166"/>
                </a:lnTo>
                <a:lnTo>
                  <a:pt x="964896" y="6186"/>
                </a:lnTo>
                <a:lnTo>
                  <a:pt x="964851" y="6206"/>
                </a:lnTo>
                <a:lnTo>
                  <a:pt x="964807" y="6226"/>
                </a:lnTo>
                <a:lnTo>
                  <a:pt x="964763" y="6247"/>
                </a:lnTo>
                <a:lnTo>
                  <a:pt x="964719" y="6269"/>
                </a:lnTo>
                <a:lnTo>
                  <a:pt x="964675" y="6291"/>
                </a:lnTo>
                <a:lnTo>
                  <a:pt x="964632" y="6313"/>
                </a:lnTo>
                <a:lnTo>
                  <a:pt x="964588" y="6336"/>
                </a:lnTo>
                <a:lnTo>
                  <a:pt x="964545" y="6359"/>
                </a:lnTo>
                <a:lnTo>
                  <a:pt x="964502" y="6382"/>
                </a:lnTo>
                <a:lnTo>
                  <a:pt x="964459" y="6406"/>
                </a:lnTo>
                <a:close/>
                <a:moveTo>
                  <a:pt x="949193" y="26401"/>
                </a:moveTo>
                <a:lnTo>
                  <a:pt x="946763" y="22135"/>
                </a:lnTo>
                <a:lnTo>
                  <a:pt x="949936" y="25883"/>
                </a:lnTo>
                <a:lnTo>
                  <a:pt x="949588" y="26176"/>
                </a:lnTo>
                <a:lnTo>
                  <a:pt x="949193" y="26401"/>
                </a:lnTo>
                <a:close/>
                <a:moveTo>
                  <a:pt x="968241" y="15392"/>
                </a:moveTo>
                <a:lnTo>
                  <a:pt x="966889" y="10673"/>
                </a:lnTo>
                <a:lnTo>
                  <a:pt x="969319" y="14939"/>
                </a:lnTo>
                <a:lnTo>
                  <a:pt x="968807" y="15230"/>
                </a:lnTo>
                <a:lnTo>
                  <a:pt x="968241" y="15392"/>
                </a:lnTo>
                <a:close/>
                <a:moveTo>
                  <a:pt x="1007142" y="0"/>
                </a:moveTo>
                <a:lnTo>
                  <a:pt x="987568" y="0"/>
                </a:lnTo>
                <a:lnTo>
                  <a:pt x="987568" y="9819"/>
                </a:lnTo>
                <a:lnTo>
                  <a:pt x="1006453" y="9819"/>
                </a:lnTo>
                <a:lnTo>
                  <a:pt x="1021901" y="14243"/>
                </a:lnTo>
                <a:lnTo>
                  <a:pt x="1024605" y="4803"/>
                </a:lnTo>
                <a:lnTo>
                  <a:pt x="1008494" y="190"/>
                </a:lnTo>
                <a:lnTo>
                  <a:pt x="1008438" y="174"/>
                </a:lnTo>
                <a:lnTo>
                  <a:pt x="1008383" y="159"/>
                </a:lnTo>
                <a:lnTo>
                  <a:pt x="1008328" y="145"/>
                </a:lnTo>
                <a:lnTo>
                  <a:pt x="1008272" y="132"/>
                </a:lnTo>
                <a:lnTo>
                  <a:pt x="1008217" y="119"/>
                </a:lnTo>
                <a:lnTo>
                  <a:pt x="1008161" y="107"/>
                </a:lnTo>
                <a:lnTo>
                  <a:pt x="1008105" y="95"/>
                </a:lnTo>
                <a:lnTo>
                  <a:pt x="1008049" y="84"/>
                </a:lnTo>
                <a:lnTo>
                  <a:pt x="1007993" y="74"/>
                </a:lnTo>
                <a:lnTo>
                  <a:pt x="1007937" y="65"/>
                </a:lnTo>
                <a:lnTo>
                  <a:pt x="1007881" y="56"/>
                </a:lnTo>
                <a:lnTo>
                  <a:pt x="1007825" y="47"/>
                </a:lnTo>
                <a:lnTo>
                  <a:pt x="1007768" y="40"/>
                </a:lnTo>
                <a:lnTo>
                  <a:pt x="1007712" y="33"/>
                </a:lnTo>
                <a:lnTo>
                  <a:pt x="1007655" y="27"/>
                </a:lnTo>
                <a:lnTo>
                  <a:pt x="1007599" y="21"/>
                </a:lnTo>
                <a:lnTo>
                  <a:pt x="1007542" y="16"/>
                </a:lnTo>
                <a:lnTo>
                  <a:pt x="1007485" y="12"/>
                </a:lnTo>
                <a:lnTo>
                  <a:pt x="1007428" y="8"/>
                </a:lnTo>
                <a:lnTo>
                  <a:pt x="1007371" y="5"/>
                </a:lnTo>
                <a:lnTo>
                  <a:pt x="1007314" y="3"/>
                </a:lnTo>
                <a:lnTo>
                  <a:pt x="1007257" y="1"/>
                </a:lnTo>
                <a:lnTo>
                  <a:pt x="1007199" y="0"/>
                </a:lnTo>
                <a:lnTo>
                  <a:pt x="1007142" y="0"/>
                </a:lnTo>
                <a:close/>
                <a:moveTo>
                  <a:pt x="1005790" y="9629"/>
                </a:moveTo>
                <a:lnTo>
                  <a:pt x="1007142" y="4910"/>
                </a:lnTo>
                <a:lnTo>
                  <a:pt x="1007142" y="9819"/>
                </a:lnTo>
                <a:lnTo>
                  <a:pt x="1006453" y="9819"/>
                </a:lnTo>
                <a:lnTo>
                  <a:pt x="1005790" y="9629"/>
                </a:lnTo>
                <a:close/>
                <a:moveTo>
                  <a:pt x="1049825" y="17869"/>
                </a:moveTo>
                <a:lnTo>
                  <a:pt x="1039721" y="12115"/>
                </a:lnTo>
                <a:lnTo>
                  <a:pt x="1034861" y="20647"/>
                </a:lnTo>
                <a:lnTo>
                  <a:pt x="1044569" y="26176"/>
                </a:lnTo>
                <a:lnTo>
                  <a:pt x="1063078" y="41844"/>
                </a:lnTo>
                <a:lnTo>
                  <a:pt x="1069423" y="34350"/>
                </a:lnTo>
                <a:lnTo>
                  <a:pt x="1050567" y="18388"/>
                </a:lnTo>
                <a:lnTo>
                  <a:pt x="1050538" y="18364"/>
                </a:lnTo>
                <a:lnTo>
                  <a:pt x="1050509" y="18340"/>
                </a:lnTo>
                <a:lnTo>
                  <a:pt x="1050479" y="18316"/>
                </a:lnTo>
                <a:lnTo>
                  <a:pt x="1050450" y="18292"/>
                </a:lnTo>
                <a:lnTo>
                  <a:pt x="1050420" y="18269"/>
                </a:lnTo>
                <a:lnTo>
                  <a:pt x="1050390" y="18246"/>
                </a:lnTo>
                <a:lnTo>
                  <a:pt x="1050360" y="18223"/>
                </a:lnTo>
                <a:lnTo>
                  <a:pt x="1050330" y="18200"/>
                </a:lnTo>
                <a:lnTo>
                  <a:pt x="1050300" y="18177"/>
                </a:lnTo>
                <a:lnTo>
                  <a:pt x="1050269" y="18155"/>
                </a:lnTo>
                <a:lnTo>
                  <a:pt x="1050239" y="18133"/>
                </a:lnTo>
                <a:lnTo>
                  <a:pt x="1050208" y="18112"/>
                </a:lnTo>
                <a:lnTo>
                  <a:pt x="1050177" y="18090"/>
                </a:lnTo>
                <a:lnTo>
                  <a:pt x="1050146" y="18069"/>
                </a:lnTo>
                <a:lnTo>
                  <a:pt x="1050114" y="18048"/>
                </a:lnTo>
                <a:lnTo>
                  <a:pt x="1050083" y="18027"/>
                </a:lnTo>
                <a:lnTo>
                  <a:pt x="1050051" y="18006"/>
                </a:lnTo>
                <a:lnTo>
                  <a:pt x="1050019" y="17986"/>
                </a:lnTo>
                <a:lnTo>
                  <a:pt x="1049987" y="17966"/>
                </a:lnTo>
                <a:lnTo>
                  <a:pt x="1049955" y="17946"/>
                </a:lnTo>
                <a:lnTo>
                  <a:pt x="1049923" y="17927"/>
                </a:lnTo>
                <a:lnTo>
                  <a:pt x="1049890" y="17907"/>
                </a:lnTo>
                <a:lnTo>
                  <a:pt x="1049857" y="17888"/>
                </a:lnTo>
                <a:lnTo>
                  <a:pt x="1049825" y="17869"/>
                </a:lnTo>
                <a:close/>
                <a:moveTo>
                  <a:pt x="1044222" y="25883"/>
                </a:moveTo>
                <a:lnTo>
                  <a:pt x="1047395" y="22135"/>
                </a:lnTo>
                <a:lnTo>
                  <a:pt x="1044965" y="26401"/>
                </a:lnTo>
                <a:lnTo>
                  <a:pt x="1044569" y="26176"/>
                </a:lnTo>
                <a:lnTo>
                  <a:pt x="1044222" y="25883"/>
                </a:lnTo>
                <a:close/>
                <a:moveTo>
                  <a:pt x="1091301" y="58319"/>
                </a:moveTo>
                <a:lnTo>
                  <a:pt x="1080557" y="46347"/>
                </a:lnTo>
                <a:lnTo>
                  <a:pt x="1073249" y="52905"/>
                </a:lnTo>
                <a:lnTo>
                  <a:pt x="1083827" y="64693"/>
                </a:lnTo>
                <a:lnTo>
                  <a:pt x="1095618" y="80845"/>
                </a:lnTo>
                <a:lnTo>
                  <a:pt x="1103549" y="75056"/>
                </a:lnTo>
                <a:lnTo>
                  <a:pt x="1091613" y="58704"/>
                </a:lnTo>
                <a:lnTo>
                  <a:pt x="1091601" y="58687"/>
                </a:lnTo>
                <a:lnTo>
                  <a:pt x="1091588" y="58671"/>
                </a:lnTo>
                <a:lnTo>
                  <a:pt x="1091576" y="58654"/>
                </a:lnTo>
                <a:lnTo>
                  <a:pt x="1091564" y="58638"/>
                </a:lnTo>
                <a:lnTo>
                  <a:pt x="1091551" y="58621"/>
                </a:lnTo>
                <a:lnTo>
                  <a:pt x="1091539" y="58605"/>
                </a:lnTo>
                <a:lnTo>
                  <a:pt x="1091526" y="58588"/>
                </a:lnTo>
                <a:lnTo>
                  <a:pt x="1091513" y="58572"/>
                </a:lnTo>
                <a:lnTo>
                  <a:pt x="1091501" y="58556"/>
                </a:lnTo>
                <a:lnTo>
                  <a:pt x="1091488" y="58540"/>
                </a:lnTo>
                <a:lnTo>
                  <a:pt x="1091475" y="58524"/>
                </a:lnTo>
                <a:lnTo>
                  <a:pt x="1091462" y="58508"/>
                </a:lnTo>
                <a:lnTo>
                  <a:pt x="1091449" y="58492"/>
                </a:lnTo>
                <a:lnTo>
                  <a:pt x="1091436" y="58476"/>
                </a:lnTo>
                <a:lnTo>
                  <a:pt x="1091423" y="58460"/>
                </a:lnTo>
                <a:lnTo>
                  <a:pt x="1091409" y="58444"/>
                </a:lnTo>
                <a:lnTo>
                  <a:pt x="1091396" y="58428"/>
                </a:lnTo>
                <a:lnTo>
                  <a:pt x="1091383" y="58412"/>
                </a:lnTo>
                <a:lnTo>
                  <a:pt x="1091369" y="58397"/>
                </a:lnTo>
                <a:lnTo>
                  <a:pt x="1091356" y="58381"/>
                </a:lnTo>
                <a:lnTo>
                  <a:pt x="1091342" y="58366"/>
                </a:lnTo>
                <a:lnTo>
                  <a:pt x="1091329" y="58350"/>
                </a:lnTo>
                <a:lnTo>
                  <a:pt x="1091315" y="58335"/>
                </a:lnTo>
                <a:lnTo>
                  <a:pt x="1091301" y="58319"/>
                </a:lnTo>
                <a:close/>
                <a:moveTo>
                  <a:pt x="1083681" y="64493"/>
                </a:moveTo>
                <a:lnTo>
                  <a:pt x="1087647" y="61598"/>
                </a:lnTo>
                <a:lnTo>
                  <a:pt x="1083993" y="64877"/>
                </a:lnTo>
                <a:lnTo>
                  <a:pt x="1083827" y="64693"/>
                </a:lnTo>
                <a:lnTo>
                  <a:pt x="1083681" y="64493"/>
                </a:lnTo>
                <a:close/>
                <a:moveTo>
                  <a:pt x="1123721" y="124175"/>
                </a:moveTo>
                <a:lnTo>
                  <a:pt x="1132064" y="118997"/>
                </a:lnTo>
                <a:lnTo>
                  <a:pt x="1112904" y="88128"/>
                </a:lnTo>
                <a:lnTo>
                  <a:pt x="1104561" y="93306"/>
                </a:lnTo>
                <a:lnTo>
                  <a:pt x="1123721" y="124175"/>
                </a:lnTo>
                <a:close/>
                <a:moveTo>
                  <a:pt x="1152337" y="156187"/>
                </a:moveTo>
                <a:lnTo>
                  <a:pt x="1139721" y="133032"/>
                </a:lnTo>
                <a:lnTo>
                  <a:pt x="1131099" y="137730"/>
                </a:lnTo>
                <a:lnTo>
                  <a:pt x="1143663" y="160789"/>
                </a:lnTo>
                <a:lnTo>
                  <a:pt x="1148001" y="169642"/>
                </a:lnTo>
                <a:lnTo>
                  <a:pt x="1156819" y="165322"/>
                </a:lnTo>
                <a:lnTo>
                  <a:pt x="1152435" y="156375"/>
                </a:lnTo>
                <a:lnTo>
                  <a:pt x="1152431" y="156367"/>
                </a:lnTo>
                <a:lnTo>
                  <a:pt x="1152427" y="156359"/>
                </a:lnTo>
                <a:lnTo>
                  <a:pt x="1152423" y="156351"/>
                </a:lnTo>
                <a:lnTo>
                  <a:pt x="1152419" y="156343"/>
                </a:lnTo>
                <a:lnTo>
                  <a:pt x="1152415" y="156336"/>
                </a:lnTo>
                <a:lnTo>
                  <a:pt x="1152411" y="156328"/>
                </a:lnTo>
                <a:lnTo>
                  <a:pt x="1152407" y="156320"/>
                </a:lnTo>
                <a:lnTo>
                  <a:pt x="1152403" y="156312"/>
                </a:lnTo>
                <a:lnTo>
                  <a:pt x="1152399" y="156304"/>
                </a:lnTo>
                <a:lnTo>
                  <a:pt x="1152395" y="156296"/>
                </a:lnTo>
                <a:lnTo>
                  <a:pt x="1152391" y="156288"/>
                </a:lnTo>
                <a:lnTo>
                  <a:pt x="1152387" y="156280"/>
                </a:lnTo>
                <a:lnTo>
                  <a:pt x="1152383" y="156273"/>
                </a:lnTo>
                <a:lnTo>
                  <a:pt x="1152379" y="156265"/>
                </a:lnTo>
                <a:lnTo>
                  <a:pt x="1152375" y="156257"/>
                </a:lnTo>
                <a:lnTo>
                  <a:pt x="1152371" y="156249"/>
                </a:lnTo>
                <a:lnTo>
                  <a:pt x="1152367" y="156241"/>
                </a:lnTo>
                <a:lnTo>
                  <a:pt x="1152362" y="156233"/>
                </a:lnTo>
                <a:lnTo>
                  <a:pt x="1152358" y="156226"/>
                </a:lnTo>
                <a:lnTo>
                  <a:pt x="1152354" y="156218"/>
                </a:lnTo>
                <a:lnTo>
                  <a:pt x="1152350" y="156210"/>
                </a:lnTo>
                <a:lnTo>
                  <a:pt x="1152346" y="156202"/>
                </a:lnTo>
                <a:lnTo>
                  <a:pt x="1152341" y="156194"/>
                </a:lnTo>
                <a:lnTo>
                  <a:pt x="1152337" y="156187"/>
                </a:lnTo>
                <a:close/>
                <a:moveTo>
                  <a:pt x="1143617" y="160696"/>
                </a:moveTo>
                <a:lnTo>
                  <a:pt x="1148026" y="158536"/>
                </a:lnTo>
                <a:lnTo>
                  <a:pt x="1143715" y="160884"/>
                </a:lnTo>
                <a:lnTo>
                  <a:pt x="1143663" y="160789"/>
                </a:lnTo>
                <a:lnTo>
                  <a:pt x="1143617" y="160696"/>
                </a:lnTo>
                <a:close/>
                <a:moveTo>
                  <a:pt x="1172564" y="197450"/>
                </a:moveTo>
                <a:lnTo>
                  <a:pt x="1172561" y="197444"/>
                </a:lnTo>
                <a:lnTo>
                  <a:pt x="1163733" y="179429"/>
                </a:lnTo>
                <a:lnTo>
                  <a:pt x="1154915" y="183750"/>
                </a:lnTo>
                <a:lnTo>
                  <a:pt x="1163707" y="201691"/>
                </a:lnTo>
                <a:lnTo>
                  <a:pt x="1170343" y="216457"/>
                </a:lnTo>
                <a:lnTo>
                  <a:pt x="1179300" y="212432"/>
                </a:lnTo>
                <a:lnTo>
                  <a:pt x="1172631" y="197591"/>
                </a:lnTo>
                <a:lnTo>
                  <a:pt x="1172628" y="197585"/>
                </a:lnTo>
                <a:lnTo>
                  <a:pt x="1172625" y="197579"/>
                </a:lnTo>
                <a:lnTo>
                  <a:pt x="1172622" y="197573"/>
                </a:lnTo>
                <a:lnTo>
                  <a:pt x="1172619" y="197567"/>
                </a:lnTo>
                <a:lnTo>
                  <a:pt x="1172617" y="197560"/>
                </a:lnTo>
                <a:lnTo>
                  <a:pt x="1172614" y="197554"/>
                </a:lnTo>
                <a:lnTo>
                  <a:pt x="1172611" y="197548"/>
                </a:lnTo>
                <a:lnTo>
                  <a:pt x="1172608" y="197542"/>
                </a:lnTo>
                <a:lnTo>
                  <a:pt x="1172605" y="197536"/>
                </a:lnTo>
                <a:lnTo>
                  <a:pt x="1172602" y="197530"/>
                </a:lnTo>
                <a:lnTo>
                  <a:pt x="1172599" y="197523"/>
                </a:lnTo>
                <a:lnTo>
                  <a:pt x="1172597" y="197517"/>
                </a:lnTo>
                <a:lnTo>
                  <a:pt x="1172594" y="197511"/>
                </a:lnTo>
                <a:lnTo>
                  <a:pt x="1172591" y="197505"/>
                </a:lnTo>
                <a:lnTo>
                  <a:pt x="1172588" y="197499"/>
                </a:lnTo>
                <a:lnTo>
                  <a:pt x="1172585" y="197493"/>
                </a:lnTo>
                <a:lnTo>
                  <a:pt x="1172582" y="197486"/>
                </a:lnTo>
                <a:lnTo>
                  <a:pt x="1172579" y="197480"/>
                </a:lnTo>
                <a:lnTo>
                  <a:pt x="1172576" y="197474"/>
                </a:lnTo>
                <a:lnTo>
                  <a:pt x="1172573" y="197468"/>
                </a:lnTo>
                <a:lnTo>
                  <a:pt x="1172570" y="197462"/>
                </a:lnTo>
                <a:lnTo>
                  <a:pt x="1172567" y="197456"/>
                </a:lnTo>
                <a:lnTo>
                  <a:pt x="1172564" y="197450"/>
                </a:lnTo>
                <a:close/>
                <a:moveTo>
                  <a:pt x="1163674" y="201616"/>
                </a:moveTo>
                <a:lnTo>
                  <a:pt x="1168152" y="199604"/>
                </a:lnTo>
                <a:lnTo>
                  <a:pt x="1163743" y="201764"/>
                </a:lnTo>
                <a:lnTo>
                  <a:pt x="1163707" y="201691"/>
                </a:lnTo>
                <a:lnTo>
                  <a:pt x="1163674" y="201616"/>
                </a:lnTo>
                <a:close/>
                <a:moveTo>
                  <a:pt x="1192761" y="242383"/>
                </a:moveTo>
                <a:lnTo>
                  <a:pt x="1192759" y="242378"/>
                </a:lnTo>
                <a:lnTo>
                  <a:pt x="1192757" y="242374"/>
                </a:lnTo>
                <a:lnTo>
                  <a:pt x="1185741" y="226762"/>
                </a:lnTo>
                <a:lnTo>
                  <a:pt x="1176784" y="230787"/>
                </a:lnTo>
                <a:lnTo>
                  <a:pt x="1183775" y="246343"/>
                </a:lnTo>
                <a:lnTo>
                  <a:pt x="1191173" y="264006"/>
                </a:lnTo>
                <a:lnTo>
                  <a:pt x="1200230" y="260213"/>
                </a:lnTo>
                <a:lnTo>
                  <a:pt x="1192807" y="242489"/>
                </a:lnTo>
                <a:lnTo>
                  <a:pt x="1192805" y="242485"/>
                </a:lnTo>
                <a:lnTo>
                  <a:pt x="1192803" y="242480"/>
                </a:lnTo>
                <a:lnTo>
                  <a:pt x="1192801" y="242475"/>
                </a:lnTo>
                <a:lnTo>
                  <a:pt x="1192799" y="242470"/>
                </a:lnTo>
                <a:lnTo>
                  <a:pt x="1192797" y="242465"/>
                </a:lnTo>
                <a:lnTo>
                  <a:pt x="1192795" y="242460"/>
                </a:lnTo>
                <a:lnTo>
                  <a:pt x="1192793" y="242456"/>
                </a:lnTo>
                <a:lnTo>
                  <a:pt x="1192791" y="242451"/>
                </a:lnTo>
                <a:lnTo>
                  <a:pt x="1192789" y="242446"/>
                </a:lnTo>
                <a:lnTo>
                  <a:pt x="1192787" y="242441"/>
                </a:lnTo>
                <a:lnTo>
                  <a:pt x="1192784" y="242436"/>
                </a:lnTo>
                <a:lnTo>
                  <a:pt x="1192782" y="242431"/>
                </a:lnTo>
                <a:lnTo>
                  <a:pt x="1192780" y="242427"/>
                </a:lnTo>
                <a:lnTo>
                  <a:pt x="1192778" y="242422"/>
                </a:lnTo>
                <a:lnTo>
                  <a:pt x="1192776" y="242417"/>
                </a:lnTo>
                <a:lnTo>
                  <a:pt x="1192774" y="242412"/>
                </a:lnTo>
                <a:lnTo>
                  <a:pt x="1192772" y="242407"/>
                </a:lnTo>
                <a:lnTo>
                  <a:pt x="1192770" y="242402"/>
                </a:lnTo>
                <a:lnTo>
                  <a:pt x="1192768" y="242398"/>
                </a:lnTo>
                <a:lnTo>
                  <a:pt x="1192766" y="242393"/>
                </a:lnTo>
                <a:lnTo>
                  <a:pt x="1192763" y="242388"/>
                </a:lnTo>
                <a:lnTo>
                  <a:pt x="1192761" y="242383"/>
                </a:lnTo>
                <a:close/>
                <a:moveTo>
                  <a:pt x="1183750" y="246283"/>
                </a:moveTo>
                <a:lnTo>
                  <a:pt x="1188279" y="244386"/>
                </a:lnTo>
                <a:lnTo>
                  <a:pt x="1183800" y="246399"/>
                </a:lnTo>
                <a:lnTo>
                  <a:pt x="1183775" y="246343"/>
                </a:lnTo>
                <a:lnTo>
                  <a:pt x="1183750" y="246283"/>
                </a:lnTo>
                <a:close/>
                <a:moveTo>
                  <a:pt x="1212933" y="290542"/>
                </a:moveTo>
                <a:lnTo>
                  <a:pt x="1206300" y="274704"/>
                </a:lnTo>
                <a:lnTo>
                  <a:pt x="1197243" y="278497"/>
                </a:lnTo>
                <a:lnTo>
                  <a:pt x="1203876" y="294335"/>
                </a:lnTo>
                <a:lnTo>
                  <a:pt x="1210890" y="312060"/>
                </a:lnTo>
                <a:lnTo>
                  <a:pt x="1220020" y="308448"/>
                </a:lnTo>
                <a:lnTo>
                  <a:pt x="1212933" y="290542"/>
                </a:lnTo>
                <a:close/>
                <a:moveTo>
                  <a:pt x="1238965" y="356997"/>
                </a:moveTo>
                <a:lnTo>
                  <a:pt x="1233096" y="341490"/>
                </a:lnTo>
                <a:lnTo>
                  <a:pt x="1225801" y="323056"/>
                </a:lnTo>
                <a:lnTo>
                  <a:pt x="1216671" y="326669"/>
                </a:lnTo>
                <a:lnTo>
                  <a:pt x="1223966" y="345103"/>
                </a:lnTo>
                <a:lnTo>
                  <a:pt x="1229781" y="360472"/>
                </a:lnTo>
                <a:lnTo>
                  <a:pt x="1238965" y="356997"/>
                </a:lnTo>
                <a:close/>
                <a:moveTo>
                  <a:pt x="1248058" y="409139"/>
                </a:moveTo>
                <a:lnTo>
                  <a:pt x="1257280" y="405767"/>
                </a:lnTo>
                <a:lnTo>
                  <a:pt x="1253249" y="394746"/>
                </a:lnTo>
                <a:lnTo>
                  <a:pt x="1244525" y="371691"/>
                </a:lnTo>
                <a:lnTo>
                  <a:pt x="1235341" y="375166"/>
                </a:lnTo>
                <a:lnTo>
                  <a:pt x="1244065" y="398221"/>
                </a:lnTo>
                <a:lnTo>
                  <a:pt x="1248058" y="409139"/>
                </a:lnTo>
                <a:close/>
                <a:moveTo>
                  <a:pt x="1264172" y="453205"/>
                </a:moveTo>
                <a:lnTo>
                  <a:pt x="1265881" y="457993"/>
                </a:lnTo>
                <a:lnTo>
                  <a:pt x="1275129" y="454693"/>
                </a:lnTo>
                <a:lnTo>
                  <a:pt x="1273395" y="449833"/>
                </a:lnTo>
                <a:lnTo>
                  <a:pt x="1262676" y="420522"/>
                </a:lnTo>
                <a:lnTo>
                  <a:pt x="1253453" y="423894"/>
                </a:lnTo>
                <a:lnTo>
                  <a:pt x="1264172" y="453205"/>
                </a:lnTo>
                <a:close/>
                <a:moveTo>
                  <a:pt x="1292620" y="503708"/>
                </a:moveTo>
                <a:lnTo>
                  <a:pt x="1280409" y="469490"/>
                </a:lnTo>
                <a:lnTo>
                  <a:pt x="1271161" y="472790"/>
                </a:lnTo>
                <a:lnTo>
                  <a:pt x="1283371" y="507007"/>
                </a:lnTo>
                <a:lnTo>
                  <a:pt x="1292620" y="503708"/>
                </a:lnTo>
                <a:close/>
                <a:moveTo>
                  <a:pt x="1300623" y="556081"/>
                </a:moveTo>
                <a:lnTo>
                  <a:pt x="1309887" y="552827"/>
                </a:lnTo>
                <a:lnTo>
                  <a:pt x="1297847" y="518549"/>
                </a:lnTo>
                <a:lnTo>
                  <a:pt x="1288582" y="521803"/>
                </a:lnTo>
                <a:lnTo>
                  <a:pt x="1300623" y="556081"/>
                </a:lnTo>
                <a:close/>
                <a:moveTo>
                  <a:pt x="1305816" y="570896"/>
                </a:moveTo>
                <a:lnTo>
                  <a:pt x="1317775" y="605202"/>
                </a:lnTo>
                <a:lnTo>
                  <a:pt x="1327047" y="601970"/>
                </a:lnTo>
                <a:lnTo>
                  <a:pt x="1315088" y="567664"/>
                </a:lnTo>
                <a:lnTo>
                  <a:pt x="1305816" y="570896"/>
                </a:lnTo>
                <a:close/>
                <a:moveTo>
                  <a:pt x="1344177" y="651112"/>
                </a:moveTo>
                <a:lnTo>
                  <a:pt x="1333799" y="621338"/>
                </a:lnTo>
                <a:lnTo>
                  <a:pt x="1332219" y="616806"/>
                </a:lnTo>
                <a:lnTo>
                  <a:pt x="1322946" y="620037"/>
                </a:lnTo>
                <a:lnTo>
                  <a:pt x="1324526" y="624570"/>
                </a:lnTo>
                <a:lnTo>
                  <a:pt x="1334905" y="654344"/>
                </a:lnTo>
                <a:lnTo>
                  <a:pt x="1344177" y="651112"/>
                </a:lnTo>
                <a:close/>
                <a:moveTo>
                  <a:pt x="1352085" y="703479"/>
                </a:moveTo>
                <a:lnTo>
                  <a:pt x="1361350" y="700227"/>
                </a:lnTo>
                <a:lnTo>
                  <a:pt x="1353925" y="679076"/>
                </a:lnTo>
                <a:lnTo>
                  <a:pt x="1349349" y="665947"/>
                </a:lnTo>
                <a:lnTo>
                  <a:pt x="1340076" y="669179"/>
                </a:lnTo>
                <a:lnTo>
                  <a:pt x="1344652" y="682307"/>
                </a:lnTo>
                <a:lnTo>
                  <a:pt x="1352085" y="703479"/>
                </a:lnTo>
                <a:close/>
                <a:moveTo>
                  <a:pt x="1364782" y="739647"/>
                </a:moveTo>
                <a:lnTo>
                  <a:pt x="1369387" y="752583"/>
                </a:lnTo>
                <a:lnTo>
                  <a:pt x="1378638" y="749290"/>
                </a:lnTo>
                <a:lnTo>
                  <a:pt x="1374048" y="736395"/>
                </a:lnTo>
                <a:lnTo>
                  <a:pt x="1366554" y="715051"/>
                </a:lnTo>
                <a:lnTo>
                  <a:pt x="1357289" y="718303"/>
                </a:lnTo>
                <a:lnTo>
                  <a:pt x="1364782" y="739647"/>
                </a:lnTo>
                <a:close/>
                <a:moveTo>
                  <a:pt x="1374656" y="767384"/>
                </a:moveTo>
                <a:lnTo>
                  <a:pt x="1384916" y="796207"/>
                </a:lnTo>
                <a:lnTo>
                  <a:pt x="1386885" y="801629"/>
                </a:lnTo>
                <a:lnTo>
                  <a:pt x="1396115" y="798276"/>
                </a:lnTo>
                <a:lnTo>
                  <a:pt x="1394167" y="792914"/>
                </a:lnTo>
                <a:lnTo>
                  <a:pt x="1383907" y="764092"/>
                </a:lnTo>
                <a:lnTo>
                  <a:pt x="1374656" y="767384"/>
                </a:lnTo>
                <a:close/>
                <a:moveTo>
                  <a:pt x="1401479" y="813043"/>
                </a:moveTo>
                <a:lnTo>
                  <a:pt x="1392249" y="816395"/>
                </a:lnTo>
                <a:lnTo>
                  <a:pt x="1404654" y="850543"/>
                </a:lnTo>
                <a:lnTo>
                  <a:pt x="1413884" y="847191"/>
                </a:lnTo>
                <a:lnTo>
                  <a:pt x="1401479" y="813043"/>
                </a:lnTo>
                <a:close/>
                <a:moveTo>
                  <a:pt x="1432048" y="895914"/>
                </a:moveTo>
                <a:lnTo>
                  <a:pt x="1419351" y="861875"/>
                </a:lnTo>
                <a:lnTo>
                  <a:pt x="1410150" y="865306"/>
                </a:lnTo>
                <a:lnTo>
                  <a:pt x="1422847" y="899346"/>
                </a:lnTo>
                <a:lnTo>
                  <a:pt x="1432048" y="895914"/>
                </a:lnTo>
                <a:close/>
                <a:moveTo>
                  <a:pt x="1441510" y="947983"/>
                </a:moveTo>
                <a:lnTo>
                  <a:pt x="1450673" y="944452"/>
                </a:lnTo>
                <a:lnTo>
                  <a:pt x="1437611" y="910551"/>
                </a:lnTo>
                <a:lnTo>
                  <a:pt x="1428448" y="914081"/>
                </a:lnTo>
                <a:lnTo>
                  <a:pt x="1441510" y="947983"/>
                </a:lnTo>
                <a:close/>
                <a:moveTo>
                  <a:pt x="1447244" y="962678"/>
                </a:moveTo>
                <a:lnTo>
                  <a:pt x="1460745" y="996407"/>
                </a:lnTo>
                <a:lnTo>
                  <a:pt x="1469862" y="992758"/>
                </a:lnTo>
                <a:lnTo>
                  <a:pt x="1456360" y="959029"/>
                </a:lnTo>
                <a:lnTo>
                  <a:pt x="1447244" y="962678"/>
                </a:lnTo>
                <a:close/>
                <a:moveTo>
                  <a:pt x="1475714" y="1007257"/>
                </a:moveTo>
                <a:lnTo>
                  <a:pt x="1466654" y="1011045"/>
                </a:lnTo>
                <a:lnTo>
                  <a:pt x="1480672" y="1044563"/>
                </a:lnTo>
                <a:lnTo>
                  <a:pt x="1489731" y="1040775"/>
                </a:lnTo>
                <a:lnTo>
                  <a:pt x="1475714" y="1007257"/>
                </a:lnTo>
                <a:close/>
                <a:moveTo>
                  <a:pt x="1510416" y="1088433"/>
                </a:moveTo>
                <a:lnTo>
                  <a:pt x="1495804" y="1055169"/>
                </a:lnTo>
                <a:lnTo>
                  <a:pt x="1486814" y="1059118"/>
                </a:lnTo>
                <a:lnTo>
                  <a:pt x="1501425" y="1092381"/>
                </a:lnTo>
                <a:lnTo>
                  <a:pt x="1510416" y="1088433"/>
                </a:lnTo>
                <a:close/>
                <a:moveTo>
                  <a:pt x="1523161" y="1139775"/>
                </a:moveTo>
                <a:lnTo>
                  <a:pt x="1532070" y="1135643"/>
                </a:lnTo>
                <a:lnTo>
                  <a:pt x="1516783" y="1102685"/>
                </a:lnTo>
                <a:lnTo>
                  <a:pt x="1507874" y="1106816"/>
                </a:lnTo>
                <a:lnTo>
                  <a:pt x="1523161" y="1139775"/>
                </a:lnTo>
                <a:close/>
                <a:moveTo>
                  <a:pt x="1530010" y="1154039"/>
                </a:moveTo>
                <a:lnTo>
                  <a:pt x="1546057" y="1186635"/>
                </a:lnTo>
                <a:lnTo>
                  <a:pt x="1554867" y="1182298"/>
                </a:lnTo>
                <a:lnTo>
                  <a:pt x="1538820" y="1149703"/>
                </a:lnTo>
                <a:lnTo>
                  <a:pt x="1530010" y="1154039"/>
                </a:lnTo>
                <a:close/>
                <a:moveTo>
                  <a:pt x="1566336" y="1225267"/>
                </a:moveTo>
                <a:lnTo>
                  <a:pt x="1566339" y="1225272"/>
                </a:lnTo>
                <a:lnTo>
                  <a:pt x="1566342" y="1225277"/>
                </a:lnTo>
                <a:lnTo>
                  <a:pt x="1566345" y="1225282"/>
                </a:lnTo>
                <a:lnTo>
                  <a:pt x="1566347" y="1225288"/>
                </a:lnTo>
                <a:lnTo>
                  <a:pt x="1566350" y="1225293"/>
                </a:lnTo>
                <a:lnTo>
                  <a:pt x="1566353" y="1225298"/>
                </a:lnTo>
                <a:lnTo>
                  <a:pt x="1566356" y="1225304"/>
                </a:lnTo>
                <a:lnTo>
                  <a:pt x="1566359" y="1225309"/>
                </a:lnTo>
                <a:lnTo>
                  <a:pt x="1566362" y="1225314"/>
                </a:lnTo>
                <a:lnTo>
                  <a:pt x="1566364" y="1225319"/>
                </a:lnTo>
                <a:lnTo>
                  <a:pt x="1566367" y="1225325"/>
                </a:lnTo>
                <a:lnTo>
                  <a:pt x="1566370" y="1225330"/>
                </a:lnTo>
                <a:lnTo>
                  <a:pt x="1566373" y="1225335"/>
                </a:lnTo>
                <a:lnTo>
                  <a:pt x="1566376" y="1225340"/>
                </a:lnTo>
                <a:lnTo>
                  <a:pt x="1566379" y="1225345"/>
                </a:lnTo>
                <a:lnTo>
                  <a:pt x="1566382" y="1225351"/>
                </a:lnTo>
                <a:lnTo>
                  <a:pt x="1566385" y="1225356"/>
                </a:lnTo>
                <a:lnTo>
                  <a:pt x="1566387" y="1225361"/>
                </a:lnTo>
                <a:lnTo>
                  <a:pt x="1566390" y="1225366"/>
                </a:lnTo>
                <a:lnTo>
                  <a:pt x="1566393" y="1225372"/>
                </a:lnTo>
                <a:lnTo>
                  <a:pt x="1566396" y="1225377"/>
                </a:lnTo>
                <a:lnTo>
                  <a:pt x="1566399" y="1225382"/>
                </a:lnTo>
                <a:lnTo>
                  <a:pt x="1570594" y="1232833"/>
                </a:lnTo>
                <a:lnTo>
                  <a:pt x="1579151" y="1228016"/>
                </a:lnTo>
                <a:lnTo>
                  <a:pt x="1574991" y="1220627"/>
                </a:lnTo>
                <a:lnTo>
                  <a:pt x="1562108" y="1196096"/>
                </a:lnTo>
                <a:lnTo>
                  <a:pt x="1553414" y="1200661"/>
                </a:lnTo>
                <a:lnTo>
                  <a:pt x="1566331" y="1225256"/>
                </a:lnTo>
                <a:lnTo>
                  <a:pt x="1566333" y="1225261"/>
                </a:lnTo>
                <a:lnTo>
                  <a:pt x="1566336" y="1225267"/>
                </a:lnTo>
                <a:close/>
                <a:moveTo>
                  <a:pt x="1575025" y="1220691"/>
                </a:moveTo>
                <a:lnTo>
                  <a:pt x="1570678" y="1222974"/>
                </a:lnTo>
                <a:lnTo>
                  <a:pt x="1574956" y="1220565"/>
                </a:lnTo>
                <a:lnTo>
                  <a:pt x="1574991" y="1220627"/>
                </a:lnTo>
                <a:lnTo>
                  <a:pt x="1575025" y="1220691"/>
                </a:lnTo>
                <a:close/>
                <a:moveTo>
                  <a:pt x="1586529" y="1261137"/>
                </a:moveTo>
                <a:lnTo>
                  <a:pt x="1586532" y="1261143"/>
                </a:lnTo>
                <a:lnTo>
                  <a:pt x="1586535" y="1261149"/>
                </a:lnTo>
                <a:lnTo>
                  <a:pt x="1586539" y="1261154"/>
                </a:lnTo>
                <a:lnTo>
                  <a:pt x="1586542" y="1261160"/>
                </a:lnTo>
                <a:lnTo>
                  <a:pt x="1586545" y="1261166"/>
                </a:lnTo>
                <a:lnTo>
                  <a:pt x="1586548" y="1261172"/>
                </a:lnTo>
                <a:lnTo>
                  <a:pt x="1586552" y="1261177"/>
                </a:lnTo>
                <a:lnTo>
                  <a:pt x="1586555" y="1261183"/>
                </a:lnTo>
                <a:lnTo>
                  <a:pt x="1586558" y="1261189"/>
                </a:lnTo>
                <a:lnTo>
                  <a:pt x="1586562" y="1261195"/>
                </a:lnTo>
                <a:lnTo>
                  <a:pt x="1586565" y="1261200"/>
                </a:lnTo>
                <a:lnTo>
                  <a:pt x="1586568" y="1261206"/>
                </a:lnTo>
                <a:lnTo>
                  <a:pt x="1586572" y="1261212"/>
                </a:lnTo>
                <a:lnTo>
                  <a:pt x="1586575" y="1261218"/>
                </a:lnTo>
                <a:lnTo>
                  <a:pt x="1586579" y="1261223"/>
                </a:lnTo>
                <a:lnTo>
                  <a:pt x="1586582" y="1261229"/>
                </a:lnTo>
                <a:lnTo>
                  <a:pt x="1586585" y="1261235"/>
                </a:lnTo>
                <a:lnTo>
                  <a:pt x="1586589" y="1261240"/>
                </a:lnTo>
                <a:lnTo>
                  <a:pt x="1586592" y="1261246"/>
                </a:lnTo>
                <a:lnTo>
                  <a:pt x="1586596" y="1261252"/>
                </a:lnTo>
                <a:lnTo>
                  <a:pt x="1586599" y="1261257"/>
                </a:lnTo>
                <a:lnTo>
                  <a:pt x="1586602" y="1261263"/>
                </a:lnTo>
                <a:lnTo>
                  <a:pt x="1586606" y="1261269"/>
                </a:lnTo>
                <a:lnTo>
                  <a:pt x="1596753" y="1278000"/>
                </a:lnTo>
                <a:lnTo>
                  <a:pt x="1605149" y="1272908"/>
                </a:lnTo>
                <a:lnTo>
                  <a:pt x="1595043" y="1256244"/>
                </a:lnTo>
                <a:lnTo>
                  <a:pt x="1586858" y="1241707"/>
                </a:lnTo>
                <a:lnTo>
                  <a:pt x="1578301" y="1246523"/>
                </a:lnTo>
                <a:lnTo>
                  <a:pt x="1586526" y="1261131"/>
                </a:lnTo>
                <a:lnTo>
                  <a:pt x="1586529" y="1261137"/>
                </a:lnTo>
                <a:close/>
                <a:moveTo>
                  <a:pt x="1595082" y="1256314"/>
                </a:moveTo>
                <a:lnTo>
                  <a:pt x="1590804" y="1258723"/>
                </a:lnTo>
                <a:lnTo>
                  <a:pt x="1595002" y="1256177"/>
                </a:lnTo>
                <a:lnTo>
                  <a:pt x="1595043" y="1256244"/>
                </a:lnTo>
                <a:lnTo>
                  <a:pt x="1595082" y="1256314"/>
                </a:lnTo>
                <a:close/>
                <a:moveTo>
                  <a:pt x="1606732" y="1294454"/>
                </a:moveTo>
                <a:lnTo>
                  <a:pt x="1606736" y="1294460"/>
                </a:lnTo>
                <a:lnTo>
                  <a:pt x="1606740" y="1294467"/>
                </a:lnTo>
                <a:lnTo>
                  <a:pt x="1606744" y="1294473"/>
                </a:lnTo>
                <a:lnTo>
                  <a:pt x="1606747" y="1294479"/>
                </a:lnTo>
                <a:lnTo>
                  <a:pt x="1606751" y="1294485"/>
                </a:lnTo>
                <a:lnTo>
                  <a:pt x="1606755" y="1294492"/>
                </a:lnTo>
                <a:lnTo>
                  <a:pt x="1606759" y="1294498"/>
                </a:lnTo>
                <a:lnTo>
                  <a:pt x="1606763" y="1294504"/>
                </a:lnTo>
                <a:lnTo>
                  <a:pt x="1606767" y="1294510"/>
                </a:lnTo>
                <a:lnTo>
                  <a:pt x="1606770" y="1294516"/>
                </a:lnTo>
                <a:lnTo>
                  <a:pt x="1606774" y="1294522"/>
                </a:lnTo>
                <a:lnTo>
                  <a:pt x="1606778" y="1294529"/>
                </a:lnTo>
                <a:lnTo>
                  <a:pt x="1606782" y="1294535"/>
                </a:lnTo>
                <a:lnTo>
                  <a:pt x="1606786" y="1294541"/>
                </a:lnTo>
                <a:lnTo>
                  <a:pt x="1606790" y="1294547"/>
                </a:lnTo>
                <a:lnTo>
                  <a:pt x="1606794" y="1294553"/>
                </a:lnTo>
                <a:lnTo>
                  <a:pt x="1606798" y="1294560"/>
                </a:lnTo>
                <a:lnTo>
                  <a:pt x="1606802" y="1294566"/>
                </a:lnTo>
                <a:lnTo>
                  <a:pt x="1606806" y="1294572"/>
                </a:lnTo>
                <a:lnTo>
                  <a:pt x="1606810" y="1294578"/>
                </a:lnTo>
                <a:lnTo>
                  <a:pt x="1606814" y="1294584"/>
                </a:lnTo>
                <a:lnTo>
                  <a:pt x="1606818" y="1294590"/>
                </a:lnTo>
                <a:lnTo>
                  <a:pt x="1606822" y="1294596"/>
                </a:lnTo>
                <a:lnTo>
                  <a:pt x="1606826" y="1294603"/>
                </a:lnTo>
                <a:lnTo>
                  <a:pt x="1624825" y="1322020"/>
                </a:lnTo>
                <a:lnTo>
                  <a:pt x="1633034" y="1316632"/>
                </a:lnTo>
                <a:lnTo>
                  <a:pt x="1615084" y="1289289"/>
                </a:lnTo>
                <a:lnTo>
                  <a:pt x="1613296" y="1286341"/>
                </a:lnTo>
                <a:lnTo>
                  <a:pt x="1604900" y="1291433"/>
                </a:lnTo>
                <a:lnTo>
                  <a:pt x="1606732" y="1294454"/>
                </a:lnTo>
                <a:close/>
                <a:moveTo>
                  <a:pt x="1615128" y="1289362"/>
                </a:moveTo>
                <a:lnTo>
                  <a:pt x="1610930" y="1291908"/>
                </a:lnTo>
                <a:lnTo>
                  <a:pt x="1615035" y="1289214"/>
                </a:lnTo>
                <a:lnTo>
                  <a:pt x="1615084" y="1289289"/>
                </a:lnTo>
                <a:lnTo>
                  <a:pt x="1615128" y="1289362"/>
                </a:lnTo>
                <a:close/>
                <a:moveTo>
                  <a:pt x="1633937" y="1335051"/>
                </a:moveTo>
                <a:lnTo>
                  <a:pt x="1647187" y="1353610"/>
                </a:lnTo>
                <a:lnTo>
                  <a:pt x="1647192" y="1353617"/>
                </a:lnTo>
                <a:lnTo>
                  <a:pt x="1647197" y="1353624"/>
                </a:lnTo>
                <a:lnTo>
                  <a:pt x="1647202" y="1353631"/>
                </a:lnTo>
                <a:lnTo>
                  <a:pt x="1647207" y="1353638"/>
                </a:lnTo>
                <a:lnTo>
                  <a:pt x="1647212" y="1353645"/>
                </a:lnTo>
                <a:lnTo>
                  <a:pt x="1647217" y="1353652"/>
                </a:lnTo>
                <a:lnTo>
                  <a:pt x="1647222" y="1353659"/>
                </a:lnTo>
                <a:lnTo>
                  <a:pt x="1647227" y="1353666"/>
                </a:lnTo>
                <a:lnTo>
                  <a:pt x="1647233" y="1353673"/>
                </a:lnTo>
                <a:lnTo>
                  <a:pt x="1647238" y="1353680"/>
                </a:lnTo>
                <a:lnTo>
                  <a:pt x="1647243" y="1353687"/>
                </a:lnTo>
                <a:lnTo>
                  <a:pt x="1647248" y="1353694"/>
                </a:lnTo>
                <a:lnTo>
                  <a:pt x="1647253" y="1353701"/>
                </a:lnTo>
                <a:lnTo>
                  <a:pt x="1647259" y="1353708"/>
                </a:lnTo>
                <a:lnTo>
                  <a:pt x="1647264" y="1353715"/>
                </a:lnTo>
                <a:lnTo>
                  <a:pt x="1647269" y="1353722"/>
                </a:lnTo>
                <a:lnTo>
                  <a:pt x="1647274" y="1353729"/>
                </a:lnTo>
                <a:lnTo>
                  <a:pt x="1647279" y="1353736"/>
                </a:lnTo>
                <a:lnTo>
                  <a:pt x="1647285" y="1353742"/>
                </a:lnTo>
                <a:lnTo>
                  <a:pt x="1647290" y="1353749"/>
                </a:lnTo>
                <a:lnTo>
                  <a:pt x="1647295" y="1353756"/>
                </a:lnTo>
                <a:lnTo>
                  <a:pt x="1647301" y="1353763"/>
                </a:lnTo>
                <a:lnTo>
                  <a:pt x="1647306" y="1353770"/>
                </a:lnTo>
                <a:lnTo>
                  <a:pt x="1647311" y="1353777"/>
                </a:lnTo>
                <a:lnTo>
                  <a:pt x="1655632" y="1364444"/>
                </a:lnTo>
                <a:lnTo>
                  <a:pt x="1663375" y="1358404"/>
                </a:lnTo>
                <a:lnTo>
                  <a:pt x="1655115" y="1347816"/>
                </a:lnTo>
                <a:lnTo>
                  <a:pt x="1641929" y="1329346"/>
                </a:lnTo>
                <a:lnTo>
                  <a:pt x="1633937" y="1335051"/>
                </a:lnTo>
                <a:close/>
                <a:moveTo>
                  <a:pt x="1655179" y="1347905"/>
                </a:moveTo>
                <a:lnTo>
                  <a:pt x="1651183" y="1350757"/>
                </a:lnTo>
                <a:lnTo>
                  <a:pt x="1655054" y="1347738"/>
                </a:lnTo>
                <a:lnTo>
                  <a:pt x="1655115" y="1347816"/>
                </a:lnTo>
                <a:lnTo>
                  <a:pt x="1655179" y="1347905"/>
                </a:lnTo>
                <a:close/>
                <a:moveTo>
                  <a:pt x="1665295" y="1376831"/>
                </a:moveTo>
                <a:lnTo>
                  <a:pt x="1667438" y="1379578"/>
                </a:lnTo>
                <a:lnTo>
                  <a:pt x="1667443" y="1379585"/>
                </a:lnTo>
                <a:lnTo>
                  <a:pt x="1667449" y="1379593"/>
                </a:lnTo>
                <a:lnTo>
                  <a:pt x="1667455" y="1379600"/>
                </a:lnTo>
                <a:lnTo>
                  <a:pt x="1667461" y="1379607"/>
                </a:lnTo>
                <a:lnTo>
                  <a:pt x="1667466" y="1379614"/>
                </a:lnTo>
                <a:lnTo>
                  <a:pt x="1667472" y="1379622"/>
                </a:lnTo>
                <a:lnTo>
                  <a:pt x="1667478" y="1379629"/>
                </a:lnTo>
                <a:lnTo>
                  <a:pt x="1667484" y="1379636"/>
                </a:lnTo>
                <a:lnTo>
                  <a:pt x="1667490" y="1379644"/>
                </a:lnTo>
                <a:lnTo>
                  <a:pt x="1667496" y="1379651"/>
                </a:lnTo>
                <a:lnTo>
                  <a:pt x="1667502" y="1379658"/>
                </a:lnTo>
                <a:lnTo>
                  <a:pt x="1667508" y="1379665"/>
                </a:lnTo>
                <a:lnTo>
                  <a:pt x="1667513" y="1379673"/>
                </a:lnTo>
                <a:lnTo>
                  <a:pt x="1667519" y="1379680"/>
                </a:lnTo>
                <a:lnTo>
                  <a:pt x="1667525" y="1379687"/>
                </a:lnTo>
                <a:lnTo>
                  <a:pt x="1667531" y="1379694"/>
                </a:lnTo>
                <a:lnTo>
                  <a:pt x="1667537" y="1379701"/>
                </a:lnTo>
                <a:lnTo>
                  <a:pt x="1667543" y="1379708"/>
                </a:lnTo>
                <a:lnTo>
                  <a:pt x="1667549" y="1379716"/>
                </a:lnTo>
                <a:lnTo>
                  <a:pt x="1667555" y="1379723"/>
                </a:lnTo>
                <a:lnTo>
                  <a:pt x="1667561" y="1379730"/>
                </a:lnTo>
                <a:lnTo>
                  <a:pt x="1667567" y="1379737"/>
                </a:lnTo>
                <a:lnTo>
                  <a:pt x="1667573" y="1379744"/>
                </a:lnTo>
                <a:lnTo>
                  <a:pt x="1667579" y="1379751"/>
                </a:lnTo>
                <a:lnTo>
                  <a:pt x="1687706" y="1403257"/>
                </a:lnTo>
                <a:lnTo>
                  <a:pt x="1687712" y="1403265"/>
                </a:lnTo>
                <a:lnTo>
                  <a:pt x="1687719" y="1403272"/>
                </a:lnTo>
                <a:lnTo>
                  <a:pt x="1687725" y="1403280"/>
                </a:lnTo>
                <a:lnTo>
                  <a:pt x="1687732" y="1403287"/>
                </a:lnTo>
                <a:lnTo>
                  <a:pt x="1687738" y="1403295"/>
                </a:lnTo>
                <a:lnTo>
                  <a:pt x="1687745" y="1403302"/>
                </a:lnTo>
                <a:lnTo>
                  <a:pt x="1687751" y="1403310"/>
                </a:lnTo>
                <a:lnTo>
                  <a:pt x="1687758" y="1403317"/>
                </a:lnTo>
                <a:lnTo>
                  <a:pt x="1687765" y="1403325"/>
                </a:lnTo>
                <a:lnTo>
                  <a:pt x="1687771" y="1403332"/>
                </a:lnTo>
                <a:lnTo>
                  <a:pt x="1687778" y="1403340"/>
                </a:lnTo>
                <a:lnTo>
                  <a:pt x="1687784" y="1403347"/>
                </a:lnTo>
                <a:lnTo>
                  <a:pt x="1687791" y="1403354"/>
                </a:lnTo>
                <a:lnTo>
                  <a:pt x="1687798" y="1403362"/>
                </a:lnTo>
                <a:lnTo>
                  <a:pt x="1687804" y="1403369"/>
                </a:lnTo>
                <a:lnTo>
                  <a:pt x="1687811" y="1403376"/>
                </a:lnTo>
                <a:lnTo>
                  <a:pt x="1687818" y="1403384"/>
                </a:lnTo>
                <a:lnTo>
                  <a:pt x="1687824" y="1403391"/>
                </a:lnTo>
                <a:lnTo>
                  <a:pt x="1687831" y="1403398"/>
                </a:lnTo>
                <a:lnTo>
                  <a:pt x="1687838" y="1403406"/>
                </a:lnTo>
                <a:lnTo>
                  <a:pt x="1687845" y="1403413"/>
                </a:lnTo>
                <a:lnTo>
                  <a:pt x="1687851" y="1403420"/>
                </a:lnTo>
                <a:lnTo>
                  <a:pt x="1687858" y="1403427"/>
                </a:lnTo>
                <a:lnTo>
                  <a:pt x="1687865" y="1403435"/>
                </a:lnTo>
                <a:lnTo>
                  <a:pt x="1689171" y="1404818"/>
                </a:lnTo>
                <a:lnTo>
                  <a:pt x="1696312" y="1398078"/>
                </a:lnTo>
                <a:lnTo>
                  <a:pt x="1695087" y="1396780"/>
                </a:lnTo>
                <a:lnTo>
                  <a:pt x="1675112" y="1373451"/>
                </a:lnTo>
                <a:lnTo>
                  <a:pt x="1673038" y="1370792"/>
                </a:lnTo>
                <a:lnTo>
                  <a:pt x="1665295" y="1376831"/>
                </a:lnTo>
                <a:close/>
                <a:moveTo>
                  <a:pt x="1695165" y="1396871"/>
                </a:moveTo>
                <a:lnTo>
                  <a:pt x="1691435" y="1400064"/>
                </a:lnTo>
                <a:lnTo>
                  <a:pt x="1695006" y="1396694"/>
                </a:lnTo>
                <a:lnTo>
                  <a:pt x="1695087" y="1396780"/>
                </a:lnTo>
                <a:lnTo>
                  <a:pt x="1695165" y="1396871"/>
                </a:lnTo>
                <a:close/>
                <a:moveTo>
                  <a:pt x="1675181" y="1373539"/>
                </a:moveTo>
                <a:lnTo>
                  <a:pt x="1671309" y="1376558"/>
                </a:lnTo>
                <a:lnTo>
                  <a:pt x="1675039" y="1373365"/>
                </a:lnTo>
                <a:lnTo>
                  <a:pt x="1675112" y="1373451"/>
                </a:lnTo>
                <a:lnTo>
                  <a:pt x="1675181" y="1373539"/>
                </a:lnTo>
                <a:close/>
                <a:moveTo>
                  <a:pt x="1699957" y="1416243"/>
                </a:moveTo>
                <a:lnTo>
                  <a:pt x="1707991" y="1424753"/>
                </a:lnTo>
                <a:lnTo>
                  <a:pt x="1707998" y="1424761"/>
                </a:lnTo>
                <a:lnTo>
                  <a:pt x="1708006" y="1424768"/>
                </a:lnTo>
                <a:lnTo>
                  <a:pt x="1708013" y="1424776"/>
                </a:lnTo>
                <a:lnTo>
                  <a:pt x="1708020" y="1424783"/>
                </a:lnTo>
                <a:lnTo>
                  <a:pt x="1708027" y="1424791"/>
                </a:lnTo>
                <a:lnTo>
                  <a:pt x="1708035" y="1424798"/>
                </a:lnTo>
                <a:lnTo>
                  <a:pt x="1708042" y="1424806"/>
                </a:lnTo>
                <a:lnTo>
                  <a:pt x="1708049" y="1424813"/>
                </a:lnTo>
                <a:lnTo>
                  <a:pt x="1708056" y="1424821"/>
                </a:lnTo>
                <a:lnTo>
                  <a:pt x="1708064" y="1424828"/>
                </a:lnTo>
                <a:lnTo>
                  <a:pt x="1708071" y="1424836"/>
                </a:lnTo>
                <a:lnTo>
                  <a:pt x="1708079" y="1424843"/>
                </a:lnTo>
                <a:lnTo>
                  <a:pt x="1708086" y="1424851"/>
                </a:lnTo>
                <a:lnTo>
                  <a:pt x="1708093" y="1424858"/>
                </a:lnTo>
                <a:lnTo>
                  <a:pt x="1708101" y="1424865"/>
                </a:lnTo>
                <a:lnTo>
                  <a:pt x="1708108" y="1424873"/>
                </a:lnTo>
                <a:lnTo>
                  <a:pt x="1708116" y="1424880"/>
                </a:lnTo>
                <a:lnTo>
                  <a:pt x="1708123" y="1424887"/>
                </a:lnTo>
                <a:lnTo>
                  <a:pt x="1708130" y="1424895"/>
                </a:lnTo>
                <a:lnTo>
                  <a:pt x="1708138" y="1424902"/>
                </a:lnTo>
                <a:lnTo>
                  <a:pt x="1708145" y="1424909"/>
                </a:lnTo>
                <a:lnTo>
                  <a:pt x="1708153" y="1424916"/>
                </a:lnTo>
                <a:lnTo>
                  <a:pt x="1708160" y="1424924"/>
                </a:lnTo>
                <a:lnTo>
                  <a:pt x="1708168" y="1424931"/>
                </a:lnTo>
                <a:lnTo>
                  <a:pt x="1725967" y="1441952"/>
                </a:lnTo>
                <a:lnTo>
                  <a:pt x="1732754" y="1434856"/>
                </a:lnTo>
                <a:lnTo>
                  <a:pt x="1715046" y="1417922"/>
                </a:lnTo>
                <a:lnTo>
                  <a:pt x="1707097" y="1409502"/>
                </a:lnTo>
                <a:lnTo>
                  <a:pt x="1699957" y="1416243"/>
                </a:lnTo>
                <a:close/>
                <a:moveTo>
                  <a:pt x="1715132" y="1418013"/>
                </a:moveTo>
                <a:lnTo>
                  <a:pt x="1711562" y="1421383"/>
                </a:lnTo>
                <a:lnTo>
                  <a:pt x="1714955" y="1417835"/>
                </a:lnTo>
                <a:lnTo>
                  <a:pt x="1715046" y="1417922"/>
                </a:lnTo>
                <a:lnTo>
                  <a:pt x="1715132" y="1418013"/>
                </a:lnTo>
                <a:close/>
                <a:moveTo>
                  <a:pt x="1737959" y="1452495"/>
                </a:moveTo>
                <a:lnTo>
                  <a:pt x="1748613" y="1461654"/>
                </a:lnTo>
                <a:lnTo>
                  <a:pt x="1748622" y="1461661"/>
                </a:lnTo>
                <a:lnTo>
                  <a:pt x="1748630" y="1461668"/>
                </a:lnTo>
                <a:lnTo>
                  <a:pt x="1748639" y="1461676"/>
                </a:lnTo>
                <a:lnTo>
                  <a:pt x="1748647" y="1461683"/>
                </a:lnTo>
                <a:lnTo>
                  <a:pt x="1748656" y="1461690"/>
                </a:lnTo>
                <a:lnTo>
                  <a:pt x="1748664" y="1461697"/>
                </a:lnTo>
                <a:lnTo>
                  <a:pt x="1748673" y="1461704"/>
                </a:lnTo>
                <a:lnTo>
                  <a:pt x="1748681" y="1461711"/>
                </a:lnTo>
                <a:lnTo>
                  <a:pt x="1748690" y="1461718"/>
                </a:lnTo>
                <a:lnTo>
                  <a:pt x="1748699" y="1461726"/>
                </a:lnTo>
                <a:lnTo>
                  <a:pt x="1748707" y="1461733"/>
                </a:lnTo>
                <a:lnTo>
                  <a:pt x="1748716" y="1461740"/>
                </a:lnTo>
                <a:lnTo>
                  <a:pt x="1748724" y="1461747"/>
                </a:lnTo>
                <a:lnTo>
                  <a:pt x="1748733" y="1461754"/>
                </a:lnTo>
                <a:lnTo>
                  <a:pt x="1748742" y="1461761"/>
                </a:lnTo>
                <a:lnTo>
                  <a:pt x="1748750" y="1461768"/>
                </a:lnTo>
                <a:lnTo>
                  <a:pt x="1748759" y="1461774"/>
                </a:lnTo>
                <a:lnTo>
                  <a:pt x="1748768" y="1461781"/>
                </a:lnTo>
                <a:lnTo>
                  <a:pt x="1748777" y="1461788"/>
                </a:lnTo>
                <a:lnTo>
                  <a:pt x="1748785" y="1461795"/>
                </a:lnTo>
                <a:lnTo>
                  <a:pt x="1748794" y="1461802"/>
                </a:lnTo>
                <a:lnTo>
                  <a:pt x="1748803" y="1461809"/>
                </a:lnTo>
                <a:lnTo>
                  <a:pt x="1748812" y="1461816"/>
                </a:lnTo>
                <a:lnTo>
                  <a:pt x="1748820" y="1461822"/>
                </a:lnTo>
                <a:lnTo>
                  <a:pt x="1766481" y="1475409"/>
                </a:lnTo>
                <a:lnTo>
                  <a:pt x="1772469" y="1467626"/>
                </a:lnTo>
                <a:lnTo>
                  <a:pt x="1754912" y="1454120"/>
                </a:lnTo>
                <a:lnTo>
                  <a:pt x="1744361" y="1445050"/>
                </a:lnTo>
                <a:lnTo>
                  <a:pt x="1737959" y="1452495"/>
                </a:lnTo>
                <a:close/>
                <a:moveTo>
                  <a:pt x="1755015" y="1454208"/>
                </a:moveTo>
                <a:lnTo>
                  <a:pt x="1751814" y="1457931"/>
                </a:lnTo>
                <a:lnTo>
                  <a:pt x="1754808" y="1454040"/>
                </a:lnTo>
                <a:lnTo>
                  <a:pt x="1754912" y="1454120"/>
                </a:lnTo>
                <a:lnTo>
                  <a:pt x="1755015" y="1454208"/>
                </a:lnTo>
                <a:close/>
                <a:moveTo>
                  <a:pt x="1779558" y="1484587"/>
                </a:moveTo>
                <a:lnTo>
                  <a:pt x="1789291" y="1491259"/>
                </a:lnTo>
                <a:lnTo>
                  <a:pt x="1789300" y="1491265"/>
                </a:lnTo>
                <a:lnTo>
                  <a:pt x="1789309" y="1491271"/>
                </a:lnTo>
                <a:lnTo>
                  <a:pt x="1789318" y="1491277"/>
                </a:lnTo>
                <a:lnTo>
                  <a:pt x="1789328" y="1491284"/>
                </a:lnTo>
                <a:lnTo>
                  <a:pt x="1789337" y="1491290"/>
                </a:lnTo>
                <a:lnTo>
                  <a:pt x="1789346" y="1491296"/>
                </a:lnTo>
                <a:lnTo>
                  <a:pt x="1789355" y="1491302"/>
                </a:lnTo>
                <a:lnTo>
                  <a:pt x="1789365" y="1491308"/>
                </a:lnTo>
                <a:lnTo>
                  <a:pt x="1789374" y="1491314"/>
                </a:lnTo>
                <a:lnTo>
                  <a:pt x="1789383" y="1491321"/>
                </a:lnTo>
                <a:lnTo>
                  <a:pt x="1789393" y="1491327"/>
                </a:lnTo>
                <a:lnTo>
                  <a:pt x="1789402" y="1491333"/>
                </a:lnTo>
                <a:lnTo>
                  <a:pt x="1789411" y="1491339"/>
                </a:lnTo>
                <a:lnTo>
                  <a:pt x="1789421" y="1491345"/>
                </a:lnTo>
                <a:lnTo>
                  <a:pt x="1789430" y="1491351"/>
                </a:lnTo>
                <a:lnTo>
                  <a:pt x="1789440" y="1491357"/>
                </a:lnTo>
                <a:lnTo>
                  <a:pt x="1789449" y="1491363"/>
                </a:lnTo>
                <a:lnTo>
                  <a:pt x="1789459" y="1491369"/>
                </a:lnTo>
                <a:lnTo>
                  <a:pt x="1789468" y="1491374"/>
                </a:lnTo>
                <a:lnTo>
                  <a:pt x="1789478" y="1491380"/>
                </a:lnTo>
                <a:lnTo>
                  <a:pt x="1789487" y="1491386"/>
                </a:lnTo>
                <a:lnTo>
                  <a:pt x="1789496" y="1491392"/>
                </a:lnTo>
                <a:lnTo>
                  <a:pt x="1789506" y="1491398"/>
                </a:lnTo>
                <a:lnTo>
                  <a:pt x="1789516" y="1491404"/>
                </a:lnTo>
                <a:lnTo>
                  <a:pt x="1809642" y="1503642"/>
                </a:lnTo>
                <a:lnTo>
                  <a:pt x="1809651" y="1503648"/>
                </a:lnTo>
                <a:lnTo>
                  <a:pt x="1809661" y="1503654"/>
                </a:lnTo>
                <a:lnTo>
                  <a:pt x="1809670" y="1503659"/>
                </a:lnTo>
                <a:lnTo>
                  <a:pt x="1809679" y="1503665"/>
                </a:lnTo>
                <a:lnTo>
                  <a:pt x="1809689" y="1503671"/>
                </a:lnTo>
                <a:lnTo>
                  <a:pt x="1809698" y="1503676"/>
                </a:lnTo>
                <a:lnTo>
                  <a:pt x="1809708" y="1503682"/>
                </a:lnTo>
                <a:lnTo>
                  <a:pt x="1809717" y="1503687"/>
                </a:lnTo>
                <a:lnTo>
                  <a:pt x="1809726" y="1503693"/>
                </a:lnTo>
                <a:lnTo>
                  <a:pt x="1809736" y="1503698"/>
                </a:lnTo>
                <a:lnTo>
                  <a:pt x="1809745" y="1503704"/>
                </a:lnTo>
                <a:lnTo>
                  <a:pt x="1809755" y="1503709"/>
                </a:lnTo>
                <a:lnTo>
                  <a:pt x="1809764" y="1503715"/>
                </a:lnTo>
                <a:lnTo>
                  <a:pt x="1809774" y="1503720"/>
                </a:lnTo>
                <a:lnTo>
                  <a:pt x="1809783" y="1503725"/>
                </a:lnTo>
                <a:lnTo>
                  <a:pt x="1809793" y="1503731"/>
                </a:lnTo>
                <a:lnTo>
                  <a:pt x="1809802" y="1503736"/>
                </a:lnTo>
                <a:lnTo>
                  <a:pt x="1809812" y="1503741"/>
                </a:lnTo>
                <a:lnTo>
                  <a:pt x="1809821" y="1503747"/>
                </a:lnTo>
                <a:lnTo>
                  <a:pt x="1809831" y="1503752"/>
                </a:lnTo>
                <a:lnTo>
                  <a:pt x="1809841" y="1503757"/>
                </a:lnTo>
                <a:lnTo>
                  <a:pt x="1809850" y="1503762"/>
                </a:lnTo>
                <a:lnTo>
                  <a:pt x="1809860" y="1503768"/>
                </a:lnTo>
                <a:lnTo>
                  <a:pt x="1809870" y="1503773"/>
                </a:lnTo>
                <a:lnTo>
                  <a:pt x="1810731" y="1504235"/>
                </a:lnTo>
                <a:lnTo>
                  <a:pt x="1815377" y="1495585"/>
                </a:lnTo>
                <a:lnTo>
                  <a:pt x="1814630" y="1495183"/>
                </a:lnTo>
                <a:lnTo>
                  <a:pt x="1794735" y="1483085"/>
                </a:lnTo>
                <a:lnTo>
                  <a:pt x="1785110" y="1476488"/>
                </a:lnTo>
                <a:lnTo>
                  <a:pt x="1779558" y="1484587"/>
                </a:lnTo>
                <a:close/>
                <a:moveTo>
                  <a:pt x="1814744" y="1495253"/>
                </a:moveTo>
                <a:lnTo>
                  <a:pt x="1812193" y="1499448"/>
                </a:lnTo>
                <a:lnTo>
                  <a:pt x="1814516" y="1495123"/>
                </a:lnTo>
                <a:lnTo>
                  <a:pt x="1814630" y="1495183"/>
                </a:lnTo>
                <a:lnTo>
                  <a:pt x="1814744" y="1495253"/>
                </a:lnTo>
                <a:close/>
                <a:moveTo>
                  <a:pt x="1794843" y="1483159"/>
                </a:moveTo>
                <a:lnTo>
                  <a:pt x="1792067" y="1487209"/>
                </a:lnTo>
                <a:lnTo>
                  <a:pt x="1794618" y="1483014"/>
                </a:lnTo>
                <a:lnTo>
                  <a:pt x="1794735" y="1483085"/>
                </a:lnTo>
                <a:lnTo>
                  <a:pt x="1794843" y="1483159"/>
                </a:lnTo>
                <a:close/>
                <a:moveTo>
                  <a:pt x="1824571" y="1511670"/>
                </a:moveTo>
                <a:lnTo>
                  <a:pt x="1829996" y="1514584"/>
                </a:lnTo>
                <a:lnTo>
                  <a:pt x="1830005" y="1514589"/>
                </a:lnTo>
                <a:lnTo>
                  <a:pt x="1830014" y="1514594"/>
                </a:lnTo>
                <a:lnTo>
                  <a:pt x="1830024" y="1514599"/>
                </a:lnTo>
                <a:lnTo>
                  <a:pt x="1830033" y="1514604"/>
                </a:lnTo>
                <a:lnTo>
                  <a:pt x="1830042" y="1514609"/>
                </a:lnTo>
                <a:lnTo>
                  <a:pt x="1830052" y="1514614"/>
                </a:lnTo>
                <a:lnTo>
                  <a:pt x="1830061" y="1514618"/>
                </a:lnTo>
                <a:lnTo>
                  <a:pt x="1830070" y="1514623"/>
                </a:lnTo>
                <a:lnTo>
                  <a:pt x="1830080" y="1514628"/>
                </a:lnTo>
                <a:lnTo>
                  <a:pt x="1830089" y="1514633"/>
                </a:lnTo>
                <a:lnTo>
                  <a:pt x="1830099" y="1514638"/>
                </a:lnTo>
                <a:lnTo>
                  <a:pt x="1830108" y="1514642"/>
                </a:lnTo>
                <a:lnTo>
                  <a:pt x="1830117" y="1514647"/>
                </a:lnTo>
                <a:lnTo>
                  <a:pt x="1830127" y="1514652"/>
                </a:lnTo>
                <a:lnTo>
                  <a:pt x="1830136" y="1514657"/>
                </a:lnTo>
                <a:lnTo>
                  <a:pt x="1830146" y="1514661"/>
                </a:lnTo>
                <a:lnTo>
                  <a:pt x="1830155" y="1514666"/>
                </a:lnTo>
                <a:lnTo>
                  <a:pt x="1830165" y="1514670"/>
                </a:lnTo>
                <a:lnTo>
                  <a:pt x="1830174" y="1514675"/>
                </a:lnTo>
                <a:lnTo>
                  <a:pt x="1830184" y="1514680"/>
                </a:lnTo>
                <a:lnTo>
                  <a:pt x="1830193" y="1514684"/>
                </a:lnTo>
                <a:lnTo>
                  <a:pt x="1830203" y="1514689"/>
                </a:lnTo>
                <a:lnTo>
                  <a:pt x="1830212" y="1514693"/>
                </a:lnTo>
                <a:lnTo>
                  <a:pt x="1830222" y="1514698"/>
                </a:lnTo>
                <a:lnTo>
                  <a:pt x="1850348" y="1524207"/>
                </a:lnTo>
                <a:lnTo>
                  <a:pt x="1850357" y="1524212"/>
                </a:lnTo>
                <a:lnTo>
                  <a:pt x="1850366" y="1524216"/>
                </a:lnTo>
                <a:lnTo>
                  <a:pt x="1850375" y="1524220"/>
                </a:lnTo>
                <a:lnTo>
                  <a:pt x="1850384" y="1524224"/>
                </a:lnTo>
                <a:lnTo>
                  <a:pt x="1850393" y="1524228"/>
                </a:lnTo>
                <a:lnTo>
                  <a:pt x="1850402" y="1524233"/>
                </a:lnTo>
                <a:lnTo>
                  <a:pt x="1850412" y="1524237"/>
                </a:lnTo>
                <a:lnTo>
                  <a:pt x="1850421" y="1524241"/>
                </a:lnTo>
                <a:lnTo>
                  <a:pt x="1850430" y="1524245"/>
                </a:lnTo>
                <a:lnTo>
                  <a:pt x="1850439" y="1524249"/>
                </a:lnTo>
                <a:lnTo>
                  <a:pt x="1850448" y="1524253"/>
                </a:lnTo>
                <a:lnTo>
                  <a:pt x="1850457" y="1524257"/>
                </a:lnTo>
                <a:lnTo>
                  <a:pt x="1850466" y="1524261"/>
                </a:lnTo>
                <a:lnTo>
                  <a:pt x="1850476" y="1524265"/>
                </a:lnTo>
                <a:lnTo>
                  <a:pt x="1850485" y="1524269"/>
                </a:lnTo>
                <a:lnTo>
                  <a:pt x="1850494" y="1524273"/>
                </a:lnTo>
                <a:lnTo>
                  <a:pt x="1850503" y="1524277"/>
                </a:lnTo>
                <a:lnTo>
                  <a:pt x="1850512" y="1524281"/>
                </a:lnTo>
                <a:lnTo>
                  <a:pt x="1850522" y="1524285"/>
                </a:lnTo>
                <a:lnTo>
                  <a:pt x="1850531" y="1524289"/>
                </a:lnTo>
                <a:lnTo>
                  <a:pt x="1850540" y="1524293"/>
                </a:lnTo>
                <a:lnTo>
                  <a:pt x="1850549" y="1524297"/>
                </a:lnTo>
                <a:lnTo>
                  <a:pt x="1850559" y="1524301"/>
                </a:lnTo>
                <a:lnTo>
                  <a:pt x="1850568" y="1524305"/>
                </a:lnTo>
                <a:lnTo>
                  <a:pt x="1857882" y="1527331"/>
                </a:lnTo>
                <a:lnTo>
                  <a:pt x="1861637" y="1518259"/>
                </a:lnTo>
                <a:lnTo>
                  <a:pt x="1854434" y="1515278"/>
                </a:lnTo>
                <a:lnTo>
                  <a:pt x="1834532" y="1505875"/>
                </a:lnTo>
                <a:lnTo>
                  <a:pt x="1829219" y="1503020"/>
                </a:lnTo>
                <a:lnTo>
                  <a:pt x="1824571" y="1511670"/>
                </a:lnTo>
                <a:close/>
                <a:moveTo>
                  <a:pt x="1854543" y="1515329"/>
                </a:moveTo>
                <a:lnTo>
                  <a:pt x="1852445" y="1519768"/>
                </a:lnTo>
                <a:lnTo>
                  <a:pt x="1854323" y="1515232"/>
                </a:lnTo>
                <a:lnTo>
                  <a:pt x="1854434" y="1515278"/>
                </a:lnTo>
                <a:lnTo>
                  <a:pt x="1854543" y="1515329"/>
                </a:lnTo>
                <a:close/>
                <a:moveTo>
                  <a:pt x="1834643" y="1505934"/>
                </a:moveTo>
                <a:lnTo>
                  <a:pt x="1832319" y="1510259"/>
                </a:lnTo>
                <a:lnTo>
                  <a:pt x="1834417" y="1505820"/>
                </a:lnTo>
                <a:lnTo>
                  <a:pt x="1834532" y="1505875"/>
                </a:lnTo>
                <a:lnTo>
                  <a:pt x="1834643" y="1505934"/>
                </a:lnTo>
                <a:close/>
                <a:moveTo>
                  <a:pt x="1872640" y="1533342"/>
                </a:moveTo>
                <a:lnTo>
                  <a:pt x="1891031" y="1539980"/>
                </a:lnTo>
                <a:lnTo>
                  <a:pt x="1891039" y="1539983"/>
                </a:lnTo>
                <a:lnTo>
                  <a:pt x="1891047" y="1539986"/>
                </a:lnTo>
                <a:lnTo>
                  <a:pt x="1891056" y="1539989"/>
                </a:lnTo>
                <a:lnTo>
                  <a:pt x="1891064" y="1539992"/>
                </a:lnTo>
                <a:lnTo>
                  <a:pt x="1891072" y="1539995"/>
                </a:lnTo>
                <a:lnTo>
                  <a:pt x="1891080" y="1539998"/>
                </a:lnTo>
                <a:lnTo>
                  <a:pt x="1891089" y="1540000"/>
                </a:lnTo>
                <a:lnTo>
                  <a:pt x="1891097" y="1540003"/>
                </a:lnTo>
                <a:lnTo>
                  <a:pt x="1891105" y="1540006"/>
                </a:lnTo>
                <a:lnTo>
                  <a:pt x="1891113" y="1540009"/>
                </a:lnTo>
                <a:lnTo>
                  <a:pt x="1891122" y="1540012"/>
                </a:lnTo>
                <a:lnTo>
                  <a:pt x="1891130" y="1540015"/>
                </a:lnTo>
                <a:lnTo>
                  <a:pt x="1891138" y="1540017"/>
                </a:lnTo>
                <a:lnTo>
                  <a:pt x="1891146" y="1540020"/>
                </a:lnTo>
                <a:lnTo>
                  <a:pt x="1891155" y="1540023"/>
                </a:lnTo>
                <a:lnTo>
                  <a:pt x="1891163" y="1540026"/>
                </a:lnTo>
                <a:lnTo>
                  <a:pt x="1891171" y="1540028"/>
                </a:lnTo>
                <a:lnTo>
                  <a:pt x="1891179" y="1540031"/>
                </a:lnTo>
                <a:lnTo>
                  <a:pt x="1891188" y="1540034"/>
                </a:lnTo>
                <a:lnTo>
                  <a:pt x="1891196" y="1540036"/>
                </a:lnTo>
                <a:lnTo>
                  <a:pt x="1891204" y="1540039"/>
                </a:lnTo>
                <a:lnTo>
                  <a:pt x="1891213" y="1540042"/>
                </a:lnTo>
                <a:lnTo>
                  <a:pt x="1891221" y="1540044"/>
                </a:lnTo>
                <a:lnTo>
                  <a:pt x="1891229" y="1540047"/>
                </a:lnTo>
                <a:lnTo>
                  <a:pt x="1907241" y="1545067"/>
                </a:lnTo>
                <a:lnTo>
                  <a:pt x="1910179" y="1535697"/>
                </a:lnTo>
                <a:lnTo>
                  <a:pt x="1894267" y="1530709"/>
                </a:lnTo>
                <a:lnTo>
                  <a:pt x="1875974" y="1524106"/>
                </a:lnTo>
                <a:lnTo>
                  <a:pt x="1872640" y="1533342"/>
                </a:lnTo>
                <a:close/>
                <a:moveTo>
                  <a:pt x="1894365" y="1530744"/>
                </a:moveTo>
                <a:lnTo>
                  <a:pt x="1892698" y="1535362"/>
                </a:lnTo>
                <a:lnTo>
                  <a:pt x="1894167" y="1530678"/>
                </a:lnTo>
                <a:lnTo>
                  <a:pt x="1894267" y="1530709"/>
                </a:lnTo>
                <a:lnTo>
                  <a:pt x="1894365" y="1530744"/>
                </a:lnTo>
                <a:close/>
                <a:moveTo>
                  <a:pt x="1922541" y="1549394"/>
                </a:moveTo>
                <a:lnTo>
                  <a:pt x="1931666" y="1551868"/>
                </a:lnTo>
                <a:lnTo>
                  <a:pt x="1931673" y="1551870"/>
                </a:lnTo>
                <a:lnTo>
                  <a:pt x="1931680" y="1551872"/>
                </a:lnTo>
                <a:lnTo>
                  <a:pt x="1931687" y="1551874"/>
                </a:lnTo>
                <a:lnTo>
                  <a:pt x="1931694" y="1551875"/>
                </a:lnTo>
                <a:lnTo>
                  <a:pt x="1931701" y="1551877"/>
                </a:lnTo>
                <a:lnTo>
                  <a:pt x="1931707" y="1551879"/>
                </a:lnTo>
                <a:lnTo>
                  <a:pt x="1931714" y="1551881"/>
                </a:lnTo>
                <a:lnTo>
                  <a:pt x="1931721" y="1551883"/>
                </a:lnTo>
                <a:lnTo>
                  <a:pt x="1931728" y="1551885"/>
                </a:lnTo>
                <a:lnTo>
                  <a:pt x="1931735" y="1551886"/>
                </a:lnTo>
                <a:lnTo>
                  <a:pt x="1931742" y="1551888"/>
                </a:lnTo>
                <a:lnTo>
                  <a:pt x="1931750" y="1551890"/>
                </a:lnTo>
                <a:lnTo>
                  <a:pt x="1931757" y="1551892"/>
                </a:lnTo>
                <a:lnTo>
                  <a:pt x="1931764" y="1551893"/>
                </a:lnTo>
                <a:lnTo>
                  <a:pt x="1931771" y="1551895"/>
                </a:lnTo>
                <a:lnTo>
                  <a:pt x="1931778" y="1551897"/>
                </a:lnTo>
                <a:lnTo>
                  <a:pt x="1931785" y="1551899"/>
                </a:lnTo>
                <a:lnTo>
                  <a:pt x="1931792" y="1551900"/>
                </a:lnTo>
                <a:lnTo>
                  <a:pt x="1931799" y="1551902"/>
                </a:lnTo>
                <a:lnTo>
                  <a:pt x="1931806" y="1551904"/>
                </a:lnTo>
                <a:lnTo>
                  <a:pt x="1931813" y="1551905"/>
                </a:lnTo>
                <a:lnTo>
                  <a:pt x="1931820" y="1551907"/>
                </a:lnTo>
                <a:lnTo>
                  <a:pt x="1931827" y="1551909"/>
                </a:lnTo>
                <a:lnTo>
                  <a:pt x="1931834" y="1551910"/>
                </a:lnTo>
                <a:lnTo>
                  <a:pt x="1951960" y="1556611"/>
                </a:lnTo>
                <a:lnTo>
                  <a:pt x="1951966" y="1556613"/>
                </a:lnTo>
                <a:lnTo>
                  <a:pt x="1951973" y="1556614"/>
                </a:lnTo>
                <a:lnTo>
                  <a:pt x="1951979" y="1556616"/>
                </a:lnTo>
                <a:lnTo>
                  <a:pt x="1951985" y="1556617"/>
                </a:lnTo>
                <a:lnTo>
                  <a:pt x="1951992" y="1556619"/>
                </a:lnTo>
                <a:lnTo>
                  <a:pt x="1951998" y="1556620"/>
                </a:lnTo>
                <a:lnTo>
                  <a:pt x="1952004" y="1556621"/>
                </a:lnTo>
                <a:lnTo>
                  <a:pt x="1952011" y="1556623"/>
                </a:lnTo>
                <a:lnTo>
                  <a:pt x="1952017" y="1556624"/>
                </a:lnTo>
                <a:lnTo>
                  <a:pt x="1952023" y="1556626"/>
                </a:lnTo>
                <a:lnTo>
                  <a:pt x="1952030" y="1556627"/>
                </a:lnTo>
                <a:lnTo>
                  <a:pt x="1952036" y="1556628"/>
                </a:lnTo>
                <a:lnTo>
                  <a:pt x="1952042" y="1556630"/>
                </a:lnTo>
                <a:lnTo>
                  <a:pt x="1952049" y="1556631"/>
                </a:lnTo>
                <a:lnTo>
                  <a:pt x="1952055" y="1556632"/>
                </a:lnTo>
                <a:lnTo>
                  <a:pt x="1952061" y="1556634"/>
                </a:lnTo>
                <a:lnTo>
                  <a:pt x="1952068" y="1556635"/>
                </a:lnTo>
                <a:lnTo>
                  <a:pt x="1952074" y="1556636"/>
                </a:lnTo>
                <a:lnTo>
                  <a:pt x="1952080" y="1556638"/>
                </a:lnTo>
                <a:lnTo>
                  <a:pt x="1952087" y="1556639"/>
                </a:lnTo>
                <a:lnTo>
                  <a:pt x="1952093" y="1556640"/>
                </a:lnTo>
                <a:lnTo>
                  <a:pt x="1952100" y="1556642"/>
                </a:lnTo>
                <a:lnTo>
                  <a:pt x="1952106" y="1556643"/>
                </a:lnTo>
                <a:lnTo>
                  <a:pt x="1952112" y="1556644"/>
                </a:lnTo>
                <a:lnTo>
                  <a:pt x="1958202" y="1557864"/>
                </a:lnTo>
                <a:lnTo>
                  <a:pt x="1960131" y="1548237"/>
                </a:lnTo>
                <a:lnTo>
                  <a:pt x="1954120" y="1547032"/>
                </a:lnTo>
                <a:lnTo>
                  <a:pt x="1934152" y="1542368"/>
                </a:lnTo>
                <a:lnTo>
                  <a:pt x="1925111" y="1539917"/>
                </a:lnTo>
                <a:lnTo>
                  <a:pt x="1922541" y="1549394"/>
                </a:lnTo>
                <a:close/>
                <a:moveTo>
                  <a:pt x="1954194" y="1547050"/>
                </a:moveTo>
                <a:lnTo>
                  <a:pt x="1953077" y="1551830"/>
                </a:lnTo>
                <a:lnTo>
                  <a:pt x="1954041" y="1547017"/>
                </a:lnTo>
                <a:lnTo>
                  <a:pt x="1954120" y="1547032"/>
                </a:lnTo>
                <a:lnTo>
                  <a:pt x="1954194" y="1547050"/>
                </a:lnTo>
                <a:close/>
                <a:moveTo>
                  <a:pt x="1934236" y="1542391"/>
                </a:moveTo>
                <a:lnTo>
                  <a:pt x="1932951" y="1547130"/>
                </a:lnTo>
                <a:lnTo>
                  <a:pt x="1934067" y="1542349"/>
                </a:lnTo>
                <a:lnTo>
                  <a:pt x="1934152" y="1542368"/>
                </a:lnTo>
                <a:lnTo>
                  <a:pt x="1934236" y="1542391"/>
                </a:lnTo>
                <a:close/>
                <a:moveTo>
                  <a:pt x="1994158" y="1554469"/>
                </a:moveTo>
                <a:lnTo>
                  <a:pt x="1975407" y="1551259"/>
                </a:lnTo>
                <a:lnTo>
                  <a:pt x="1974008" y="1559434"/>
                </a:lnTo>
                <a:lnTo>
                  <a:pt x="1993308" y="1559434"/>
                </a:lnTo>
                <a:lnTo>
                  <a:pt x="1994158" y="1554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24CB0-4062-47C3-A238-9C92210B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64" y="1887315"/>
            <a:ext cx="5528834" cy="1104"/>
          </a:xfrm>
          <a:custGeom xmlns:a="http://schemas.openxmlformats.org/drawingml/2006/main">
            <a:pathLst>
              <a:path w="5528834" h="1104" fill="none">
                <a:moveTo>
                  <a:pt x="0" y="1104"/>
                </a:moveTo>
                <a:lnTo>
                  <a:pt x="5528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71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2BE99-ACA5-4D86-AE3F-E0CA35FE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027" y="1847174"/>
            <a:ext cx="80282" cy="80282"/>
          </a:xfrm>
          <a:custGeom xmlns:a="http://schemas.openxmlformats.org/drawingml/2006/main">
            <a:pathLst>
              <a:path w="80282" h="80282">
                <a:moveTo>
                  <a:pt x="80282" y="40141"/>
                </a:moveTo>
                <a:lnTo>
                  <a:pt x="0" y="80282"/>
                </a:lnTo>
                <a:lnTo>
                  <a:pt x="20071" y="40141"/>
                </a:lnTo>
                <a:lnTo>
                  <a:pt x="0" y="0"/>
                </a:lnTo>
                <a:lnTo>
                  <a:pt x="80282" y="40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F032D-AF34-44E1-BE74-0EA521BA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027" y="1847174"/>
            <a:ext cx="80282" cy="80282"/>
          </a:xfrm>
          <a:custGeom xmlns:a="http://schemas.openxmlformats.org/drawingml/2006/main">
            <a:pathLst>
              <a:path w="80282" h="80282" fill="none">
                <a:moveTo>
                  <a:pt x="80282" y="40141"/>
                </a:moveTo>
                <a:lnTo>
                  <a:pt x="0" y="80282"/>
                </a:lnTo>
                <a:lnTo>
                  <a:pt x="20071" y="40141"/>
                </a:lnTo>
                <a:lnTo>
                  <a:pt x="0" y="0"/>
                </a:lnTo>
                <a:lnTo>
                  <a:pt x="80282" y="401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71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D47CD-343D-43BC-8B9D-07BD4FE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52" y="325631"/>
            <a:ext cx="1992412" cy="1555350"/>
          </a:xfrm>
          <a:custGeom xmlns:a="http://schemas.openxmlformats.org/drawingml/2006/main">
            <a:pathLst>
              <a:path w="1992412" h="1555350">
                <a:moveTo>
                  <a:pt x="0" y="1555350"/>
                </a:moveTo>
                <a:lnTo>
                  <a:pt x="0" y="1555224"/>
                </a:lnTo>
                <a:lnTo>
                  <a:pt x="20125" y="1551777"/>
                </a:lnTo>
                <a:lnTo>
                  <a:pt x="40251" y="1547743"/>
                </a:lnTo>
                <a:lnTo>
                  <a:pt x="60376" y="1543039"/>
                </a:lnTo>
                <a:lnTo>
                  <a:pt x="80502" y="1537579"/>
                </a:lnTo>
                <a:lnTo>
                  <a:pt x="100627" y="1531266"/>
                </a:lnTo>
                <a:lnTo>
                  <a:pt x="120752" y="1523997"/>
                </a:lnTo>
                <a:lnTo>
                  <a:pt x="140878" y="1515664"/>
                </a:lnTo>
                <a:lnTo>
                  <a:pt x="161003" y="1506149"/>
                </a:lnTo>
                <a:lnTo>
                  <a:pt x="181128" y="1495332"/>
                </a:lnTo>
                <a:lnTo>
                  <a:pt x="201254" y="1483087"/>
                </a:lnTo>
                <a:lnTo>
                  <a:pt x="221379" y="1469284"/>
                </a:lnTo>
                <a:lnTo>
                  <a:pt x="241504" y="1453793"/>
                </a:lnTo>
                <a:lnTo>
                  <a:pt x="261630" y="1436483"/>
                </a:lnTo>
                <a:lnTo>
                  <a:pt x="281755" y="1417226"/>
                </a:lnTo>
                <a:lnTo>
                  <a:pt x="301881" y="1395896"/>
                </a:lnTo>
                <a:lnTo>
                  <a:pt x="322006" y="1372377"/>
                </a:lnTo>
                <a:lnTo>
                  <a:pt x="342131" y="1346563"/>
                </a:lnTo>
                <a:lnTo>
                  <a:pt x="362257" y="1318357"/>
                </a:lnTo>
                <a:lnTo>
                  <a:pt x="382382" y="1287682"/>
                </a:lnTo>
                <a:lnTo>
                  <a:pt x="402507" y="1254479"/>
                </a:lnTo>
                <a:lnTo>
                  <a:pt x="422633" y="1218711"/>
                </a:lnTo>
                <a:lnTo>
                  <a:pt x="442758" y="1180366"/>
                </a:lnTo>
                <a:lnTo>
                  <a:pt x="462884" y="1139462"/>
                </a:lnTo>
                <a:lnTo>
                  <a:pt x="483009" y="1096047"/>
                </a:lnTo>
                <a:lnTo>
                  <a:pt x="503134" y="1050204"/>
                </a:lnTo>
                <a:lnTo>
                  <a:pt x="523260" y="1002053"/>
                </a:lnTo>
                <a:lnTo>
                  <a:pt x="543385" y="951748"/>
                </a:lnTo>
                <a:lnTo>
                  <a:pt x="563511" y="899487"/>
                </a:lnTo>
                <a:lnTo>
                  <a:pt x="583636" y="845503"/>
                </a:lnTo>
                <a:lnTo>
                  <a:pt x="603761" y="790071"/>
                </a:lnTo>
                <a:lnTo>
                  <a:pt x="623887" y="733501"/>
                </a:lnTo>
                <a:lnTo>
                  <a:pt x="644012" y="676141"/>
                </a:lnTo>
                <a:lnTo>
                  <a:pt x="664137" y="618372"/>
                </a:lnTo>
                <a:lnTo>
                  <a:pt x="684263" y="560606"/>
                </a:lnTo>
                <a:lnTo>
                  <a:pt x="704388" y="503278"/>
                </a:lnTo>
                <a:lnTo>
                  <a:pt x="724514" y="446846"/>
                </a:lnTo>
                <a:lnTo>
                  <a:pt x="744639" y="391782"/>
                </a:lnTo>
                <a:lnTo>
                  <a:pt x="764764" y="338567"/>
                </a:lnTo>
                <a:lnTo>
                  <a:pt x="784890" y="287681"/>
                </a:lnTo>
                <a:lnTo>
                  <a:pt x="805015" y="239604"/>
                </a:lnTo>
                <a:lnTo>
                  <a:pt x="825140" y="194798"/>
                </a:lnTo>
                <a:lnTo>
                  <a:pt x="845266" y="153708"/>
                </a:lnTo>
                <a:lnTo>
                  <a:pt x="865391" y="116750"/>
                </a:lnTo>
                <a:lnTo>
                  <a:pt x="885516" y="84307"/>
                </a:lnTo>
                <a:lnTo>
                  <a:pt x="905642" y="56719"/>
                </a:lnTo>
                <a:lnTo>
                  <a:pt x="925767" y="34281"/>
                </a:lnTo>
                <a:lnTo>
                  <a:pt x="945893" y="17235"/>
                </a:lnTo>
                <a:lnTo>
                  <a:pt x="966018" y="5766"/>
                </a:lnTo>
                <a:lnTo>
                  <a:pt x="986143" y="0"/>
                </a:lnTo>
                <a:lnTo>
                  <a:pt x="1006269" y="0"/>
                </a:lnTo>
                <a:lnTo>
                  <a:pt x="1026394" y="5766"/>
                </a:lnTo>
                <a:lnTo>
                  <a:pt x="1046520" y="17235"/>
                </a:lnTo>
                <a:lnTo>
                  <a:pt x="1066645" y="34281"/>
                </a:lnTo>
                <a:lnTo>
                  <a:pt x="1086770" y="56719"/>
                </a:lnTo>
                <a:lnTo>
                  <a:pt x="1106896" y="84307"/>
                </a:lnTo>
                <a:lnTo>
                  <a:pt x="1127021" y="116750"/>
                </a:lnTo>
                <a:lnTo>
                  <a:pt x="1147146" y="153708"/>
                </a:lnTo>
                <a:lnTo>
                  <a:pt x="1167272" y="194798"/>
                </a:lnTo>
                <a:lnTo>
                  <a:pt x="1187397" y="239604"/>
                </a:lnTo>
                <a:lnTo>
                  <a:pt x="1207522" y="287681"/>
                </a:lnTo>
                <a:lnTo>
                  <a:pt x="1227648" y="338567"/>
                </a:lnTo>
                <a:lnTo>
                  <a:pt x="1247773" y="391782"/>
                </a:lnTo>
                <a:lnTo>
                  <a:pt x="1267899" y="446846"/>
                </a:lnTo>
                <a:lnTo>
                  <a:pt x="1288024" y="503278"/>
                </a:lnTo>
                <a:lnTo>
                  <a:pt x="1308149" y="560606"/>
                </a:lnTo>
                <a:lnTo>
                  <a:pt x="1328275" y="618372"/>
                </a:lnTo>
                <a:lnTo>
                  <a:pt x="1348400" y="676141"/>
                </a:lnTo>
                <a:lnTo>
                  <a:pt x="1368525" y="733501"/>
                </a:lnTo>
                <a:lnTo>
                  <a:pt x="1388651" y="790071"/>
                </a:lnTo>
                <a:lnTo>
                  <a:pt x="1408776" y="845503"/>
                </a:lnTo>
                <a:lnTo>
                  <a:pt x="1428902" y="899487"/>
                </a:lnTo>
                <a:lnTo>
                  <a:pt x="1449027" y="951748"/>
                </a:lnTo>
                <a:lnTo>
                  <a:pt x="1469152" y="1002053"/>
                </a:lnTo>
                <a:lnTo>
                  <a:pt x="1489278" y="1050204"/>
                </a:lnTo>
                <a:lnTo>
                  <a:pt x="1509403" y="1096047"/>
                </a:lnTo>
                <a:lnTo>
                  <a:pt x="1529528" y="1139462"/>
                </a:lnTo>
                <a:lnTo>
                  <a:pt x="1549654" y="1180366"/>
                </a:lnTo>
                <a:lnTo>
                  <a:pt x="1569779" y="1218711"/>
                </a:lnTo>
                <a:lnTo>
                  <a:pt x="1589905" y="1254479"/>
                </a:lnTo>
                <a:lnTo>
                  <a:pt x="1610030" y="1287682"/>
                </a:lnTo>
                <a:lnTo>
                  <a:pt x="1630155" y="1318357"/>
                </a:lnTo>
                <a:lnTo>
                  <a:pt x="1650281" y="1346563"/>
                </a:lnTo>
                <a:lnTo>
                  <a:pt x="1670406" y="1372377"/>
                </a:lnTo>
                <a:lnTo>
                  <a:pt x="1690532" y="1395896"/>
                </a:lnTo>
                <a:lnTo>
                  <a:pt x="1710657" y="1417226"/>
                </a:lnTo>
                <a:lnTo>
                  <a:pt x="1730782" y="1436483"/>
                </a:lnTo>
                <a:lnTo>
                  <a:pt x="1750908" y="1453793"/>
                </a:lnTo>
                <a:lnTo>
                  <a:pt x="1771033" y="1469284"/>
                </a:lnTo>
                <a:lnTo>
                  <a:pt x="1791158" y="1483087"/>
                </a:lnTo>
                <a:lnTo>
                  <a:pt x="1811284" y="1495332"/>
                </a:lnTo>
                <a:lnTo>
                  <a:pt x="1831409" y="1506149"/>
                </a:lnTo>
                <a:lnTo>
                  <a:pt x="1851534" y="1515664"/>
                </a:lnTo>
                <a:lnTo>
                  <a:pt x="1871660" y="1523997"/>
                </a:lnTo>
                <a:lnTo>
                  <a:pt x="1891785" y="1531266"/>
                </a:lnTo>
                <a:lnTo>
                  <a:pt x="1911911" y="1537579"/>
                </a:lnTo>
                <a:lnTo>
                  <a:pt x="1932036" y="1543039"/>
                </a:lnTo>
                <a:lnTo>
                  <a:pt x="1952161" y="1547743"/>
                </a:lnTo>
                <a:lnTo>
                  <a:pt x="1972287" y="1551777"/>
                </a:lnTo>
                <a:lnTo>
                  <a:pt x="1992412" y="1555224"/>
                </a:lnTo>
                <a:lnTo>
                  <a:pt x="1992412" y="1555350"/>
                </a:lnTo>
                <a:lnTo>
                  <a:pt x="1972287" y="1555350"/>
                </a:lnTo>
                <a:lnTo>
                  <a:pt x="1952161" y="1555350"/>
                </a:lnTo>
                <a:lnTo>
                  <a:pt x="1932036" y="1555350"/>
                </a:lnTo>
                <a:lnTo>
                  <a:pt x="1911911" y="1555350"/>
                </a:lnTo>
                <a:lnTo>
                  <a:pt x="1891785" y="1555350"/>
                </a:lnTo>
                <a:lnTo>
                  <a:pt x="1871660" y="1555350"/>
                </a:lnTo>
                <a:lnTo>
                  <a:pt x="1851534" y="1555350"/>
                </a:lnTo>
                <a:lnTo>
                  <a:pt x="1831409" y="1555350"/>
                </a:lnTo>
                <a:lnTo>
                  <a:pt x="1811284" y="1555350"/>
                </a:lnTo>
                <a:lnTo>
                  <a:pt x="1791158" y="1555350"/>
                </a:lnTo>
                <a:lnTo>
                  <a:pt x="1771033" y="1555350"/>
                </a:lnTo>
                <a:lnTo>
                  <a:pt x="1750908" y="1555350"/>
                </a:lnTo>
                <a:lnTo>
                  <a:pt x="1730782" y="1555350"/>
                </a:lnTo>
                <a:lnTo>
                  <a:pt x="1710657" y="1555350"/>
                </a:lnTo>
                <a:lnTo>
                  <a:pt x="1690532" y="1555350"/>
                </a:lnTo>
                <a:lnTo>
                  <a:pt x="1670406" y="1555350"/>
                </a:lnTo>
                <a:lnTo>
                  <a:pt x="1650281" y="1555350"/>
                </a:lnTo>
                <a:lnTo>
                  <a:pt x="1630155" y="1555350"/>
                </a:lnTo>
                <a:lnTo>
                  <a:pt x="1610030" y="1555350"/>
                </a:lnTo>
                <a:lnTo>
                  <a:pt x="1589905" y="1555350"/>
                </a:lnTo>
                <a:lnTo>
                  <a:pt x="1569779" y="1555350"/>
                </a:lnTo>
                <a:lnTo>
                  <a:pt x="1549654" y="1555350"/>
                </a:lnTo>
                <a:lnTo>
                  <a:pt x="1529528" y="1555350"/>
                </a:lnTo>
                <a:lnTo>
                  <a:pt x="1509403" y="1555350"/>
                </a:lnTo>
                <a:lnTo>
                  <a:pt x="1489278" y="1555350"/>
                </a:lnTo>
                <a:lnTo>
                  <a:pt x="1469152" y="1555350"/>
                </a:lnTo>
                <a:lnTo>
                  <a:pt x="1449027" y="1555350"/>
                </a:lnTo>
                <a:lnTo>
                  <a:pt x="1428902" y="1555350"/>
                </a:lnTo>
                <a:lnTo>
                  <a:pt x="1408776" y="1555350"/>
                </a:lnTo>
                <a:lnTo>
                  <a:pt x="1388651" y="1555350"/>
                </a:lnTo>
                <a:lnTo>
                  <a:pt x="1368525" y="1555350"/>
                </a:lnTo>
                <a:lnTo>
                  <a:pt x="1348400" y="1555350"/>
                </a:lnTo>
                <a:lnTo>
                  <a:pt x="1328275" y="1555350"/>
                </a:lnTo>
                <a:lnTo>
                  <a:pt x="1308149" y="1555350"/>
                </a:lnTo>
                <a:lnTo>
                  <a:pt x="1288024" y="1555350"/>
                </a:lnTo>
                <a:lnTo>
                  <a:pt x="1267899" y="1555350"/>
                </a:lnTo>
                <a:lnTo>
                  <a:pt x="1247773" y="1555350"/>
                </a:lnTo>
                <a:lnTo>
                  <a:pt x="1227648" y="1555350"/>
                </a:lnTo>
                <a:lnTo>
                  <a:pt x="1207522" y="1555350"/>
                </a:lnTo>
                <a:lnTo>
                  <a:pt x="1187397" y="1555350"/>
                </a:lnTo>
                <a:lnTo>
                  <a:pt x="1167272" y="1555350"/>
                </a:lnTo>
                <a:lnTo>
                  <a:pt x="1147146" y="1555350"/>
                </a:lnTo>
                <a:lnTo>
                  <a:pt x="1127021" y="1555350"/>
                </a:lnTo>
                <a:lnTo>
                  <a:pt x="1106896" y="1555350"/>
                </a:lnTo>
                <a:lnTo>
                  <a:pt x="1086770" y="1555350"/>
                </a:lnTo>
                <a:lnTo>
                  <a:pt x="1066645" y="1555350"/>
                </a:lnTo>
                <a:lnTo>
                  <a:pt x="1046520" y="1555350"/>
                </a:lnTo>
                <a:lnTo>
                  <a:pt x="1026394" y="1555350"/>
                </a:lnTo>
                <a:lnTo>
                  <a:pt x="1006269" y="1555350"/>
                </a:lnTo>
                <a:lnTo>
                  <a:pt x="986143" y="1555350"/>
                </a:lnTo>
                <a:lnTo>
                  <a:pt x="966018" y="1555350"/>
                </a:lnTo>
                <a:lnTo>
                  <a:pt x="945893" y="1555350"/>
                </a:lnTo>
                <a:lnTo>
                  <a:pt x="925767" y="1555350"/>
                </a:lnTo>
                <a:lnTo>
                  <a:pt x="905642" y="1555350"/>
                </a:lnTo>
                <a:lnTo>
                  <a:pt x="885516" y="1555350"/>
                </a:lnTo>
                <a:lnTo>
                  <a:pt x="865391" y="1555350"/>
                </a:lnTo>
                <a:lnTo>
                  <a:pt x="845266" y="1555350"/>
                </a:lnTo>
                <a:lnTo>
                  <a:pt x="825140" y="1555350"/>
                </a:lnTo>
                <a:lnTo>
                  <a:pt x="805015" y="1555350"/>
                </a:lnTo>
                <a:lnTo>
                  <a:pt x="784890" y="1555350"/>
                </a:lnTo>
                <a:lnTo>
                  <a:pt x="764764" y="1555350"/>
                </a:lnTo>
                <a:lnTo>
                  <a:pt x="744639" y="1555350"/>
                </a:lnTo>
                <a:lnTo>
                  <a:pt x="724514" y="1555350"/>
                </a:lnTo>
                <a:lnTo>
                  <a:pt x="704388" y="1555350"/>
                </a:lnTo>
                <a:lnTo>
                  <a:pt x="684263" y="1555350"/>
                </a:lnTo>
                <a:lnTo>
                  <a:pt x="664137" y="1555350"/>
                </a:lnTo>
                <a:lnTo>
                  <a:pt x="644012" y="1555350"/>
                </a:lnTo>
                <a:lnTo>
                  <a:pt x="623887" y="1555350"/>
                </a:lnTo>
                <a:lnTo>
                  <a:pt x="603761" y="1555350"/>
                </a:lnTo>
                <a:lnTo>
                  <a:pt x="583636" y="1555350"/>
                </a:lnTo>
                <a:lnTo>
                  <a:pt x="563511" y="1555350"/>
                </a:lnTo>
                <a:lnTo>
                  <a:pt x="543385" y="1555350"/>
                </a:lnTo>
                <a:lnTo>
                  <a:pt x="523260" y="1555350"/>
                </a:lnTo>
                <a:lnTo>
                  <a:pt x="503134" y="1555350"/>
                </a:lnTo>
                <a:lnTo>
                  <a:pt x="483009" y="1555350"/>
                </a:lnTo>
                <a:lnTo>
                  <a:pt x="462884" y="1555350"/>
                </a:lnTo>
                <a:lnTo>
                  <a:pt x="442758" y="1555350"/>
                </a:lnTo>
                <a:lnTo>
                  <a:pt x="422633" y="1555350"/>
                </a:lnTo>
                <a:lnTo>
                  <a:pt x="402507" y="1555350"/>
                </a:lnTo>
                <a:lnTo>
                  <a:pt x="382382" y="1555350"/>
                </a:lnTo>
                <a:lnTo>
                  <a:pt x="362257" y="1555350"/>
                </a:lnTo>
                <a:lnTo>
                  <a:pt x="342131" y="1555350"/>
                </a:lnTo>
                <a:lnTo>
                  <a:pt x="322006" y="1555350"/>
                </a:lnTo>
                <a:lnTo>
                  <a:pt x="301881" y="1555350"/>
                </a:lnTo>
                <a:lnTo>
                  <a:pt x="281755" y="1555350"/>
                </a:lnTo>
                <a:lnTo>
                  <a:pt x="261630" y="1555350"/>
                </a:lnTo>
                <a:lnTo>
                  <a:pt x="241504" y="1555350"/>
                </a:lnTo>
                <a:lnTo>
                  <a:pt x="221379" y="1555350"/>
                </a:lnTo>
                <a:lnTo>
                  <a:pt x="201254" y="1555350"/>
                </a:lnTo>
                <a:lnTo>
                  <a:pt x="181128" y="1555350"/>
                </a:lnTo>
                <a:lnTo>
                  <a:pt x="161003" y="1555350"/>
                </a:lnTo>
                <a:lnTo>
                  <a:pt x="140878" y="1555350"/>
                </a:lnTo>
                <a:lnTo>
                  <a:pt x="120752" y="1555350"/>
                </a:lnTo>
                <a:lnTo>
                  <a:pt x="100627" y="1555350"/>
                </a:lnTo>
                <a:lnTo>
                  <a:pt x="80502" y="1555350"/>
                </a:lnTo>
                <a:lnTo>
                  <a:pt x="60376" y="1555350"/>
                </a:lnTo>
                <a:lnTo>
                  <a:pt x="40251" y="1555350"/>
                </a:lnTo>
                <a:lnTo>
                  <a:pt x="20125" y="1555350"/>
                </a:lnTo>
                <a:lnTo>
                  <a:pt x="0" y="1555350"/>
                </a:lnTo>
                <a:close/>
              </a:path>
            </a:pathLst>
          </a:custGeom>
          <a:solidFill xmlns:a="http://schemas.openxmlformats.org/drawingml/2006/main">
            <a:srgbClr val="87CEE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E9FA534-843A-4D7A-B8C8-EF188EC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7" y="323176"/>
            <a:ext cx="1997322" cy="1557805"/>
          </a:xfrm>
          <a:custGeom xmlns:a="http://schemas.openxmlformats.org/drawingml/2006/main">
            <a:pathLst>
              <a:path w="1997322" h="1557805">
                <a:moveTo>
                  <a:pt x="1997322" y="1557805"/>
                </a:moveTo>
                <a:lnTo>
                  <a:pt x="1997322" y="1557805"/>
                </a:lnTo>
                <a:lnTo>
                  <a:pt x="0" y="1557805"/>
                </a:lnTo>
                <a:lnTo>
                  <a:pt x="0" y="1557805"/>
                </a:lnTo>
                <a:lnTo>
                  <a:pt x="0" y="1557679"/>
                </a:lnTo>
                <a:lnTo>
                  <a:pt x="5" y="1557515"/>
                </a:lnTo>
                <a:lnTo>
                  <a:pt x="22" y="1557352"/>
                </a:lnTo>
                <a:lnTo>
                  <a:pt x="49" y="1557191"/>
                </a:lnTo>
                <a:lnTo>
                  <a:pt x="87" y="1557032"/>
                </a:lnTo>
                <a:lnTo>
                  <a:pt x="135" y="1556875"/>
                </a:lnTo>
                <a:lnTo>
                  <a:pt x="194" y="1556722"/>
                </a:lnTo>
                <a:lnTo>
                  <a:pt x="263" y="1556574"/>
                </a:lnTo>
                <a:lnTo>
                  <a:pt x="341" y="1556430"/>
                </a:lnTo>
                <a:lnTo>
                  <a:pt x="429" y="1556292"/>
                </a:lnTo>
                <a:lnTo>
                  <a:pt x="526" y="1556160"/>
                </a:lnTo>
                <a:lnTo>
                  <a:pt x="632" y="1556035"/>
                </a:lnTo>
                <a:lnTo>
                  <a:pt x="746" y="1555917"/>
                </a:lnTo>
                <a:lnTo>
                  <a:pt x="867" y="1555807"/>
                </a:lnTo>
                <a:lnTo>
                  <a:pt x="995" y="1555705"/>
                </a:lnTo>
                <a:lnTo>
                  <a:pt x="1130" y="1555612"/>
                </a:lnTo>
                <a:lnTo>
                  <a:pt x="1271" y="1555528"/>
                </a:lnTo>
                <a:lnTo>
                  <a:pt x="1417" y="1555454"/>
                </a:lnTo>
                <a:lnTo>
                  <a:pt x="1568" y="1555390"/>
                </a:lnTo>
                <a:lnTo>
                  <a:pt x="1722" y="1555336"/>
                </a:lnTo>
                <a:lnTo>
                  <a:pt x="1880" y="1555292"/>
                </a:lnTo>
                <a:lnTo>
                  <a:pt x="2040" y="1555259"/>
                </a:lnTo>
                <a:lnTo>
                  <a:pt x="22132" y="1551818"/>
                </a:lnTo>
                <a:lnTo>
                  <a:pt x="42185" y="1547798"/>
                </a:lnTo>
                <a:lnTo>
                  <a:pt x="62230" y="1543114"/>
                </a:lnTo>
                <a:lnTo>
                  <a:pt x="82267" y="1537677"/>
                </a:lnTo>
                <a:lnTo>
                  <a:pt x="102297" y="1531394"/>
                </a:lnTo>
                <a:lnTo>
                  <a:pt x="122320" y="1524162"/>
                </a:lnTo>
                <a:lnTo>
                  <a:pt x="142338" y="1515873"/>
                </a:lnTo>
                <a:lnTo>
                  <a:pt x="162351" y="1506412"/>
                </a:lnTo>
                <a:lnTo>
                  <a:pt x="182363" y="1495656"/>
                </a:lnTo>
                <a:lnTo>
                  <a:pt x="202375" y="1483479"/>
                </a:lnTo>
                <a:lnTo>
                  <a:pt x="222390" y="1469753"/>
                </a:lnTo>
                <a:lnTo>
                  <a:pt x="242409" y="1454344"/>
                </a:lnTo>
                <a:lnTo>
                  <a:pt x="262435" y="1437120"/>
                </a:lnTo>
                <a:lnTo>
                  <a:pt x="282468" y="1417950"/>
                </a:lnTo>
                <a:lnTo>
                  <a:pt x="302509" y="1396710"/>
                </a:lnTo>
                <a:lnTo>
                  <a:pt x="322559" y="1373279"/>
                </a:lnTo>
                <a:lnTo>
                  <a:pt x="342618" y="1347549"/>
                </a:lnTo>
                <a:lnTo>
                  <a:pt x="362685" y="1319425"/>
                </a:lnTo>
                <a:lnTo>
                  <a:pt x="382760" y="1288827"/>
                </a:lnTo>
                <a:lnTo>
                  <a:pt x="402842" y="1255696"/>
                </a:lnTo>
                <a:lnTo>
                  <a:pt x="422931" y="1219993"/>
                </a:lnTo>
                <a:lnTo>
                  <a:pt x="443025" y="1181709"/>
                </a:lnTo>
                <a:lnTo>
                  <a:pt x="463123" y="1140858"/>
                </a:lnTo>
                <a:lnTo>
                  <a:pt x="483226" y="1097492"/>
                </a:lnTo>
                <a:lnTo>
                  <a:pt x="503333" y="1051692"/>
                </a:lnTo>
                <a:lnTo>
                  <a:pt x="523442" y="1003578"/>
                </a:lnTo>
                <a:lnTo>
                  <a:pt x="543555" y="953306"/>
                </a:lnTo>
                <a:lnTo>
                  <a:pt x="563670" y="901072"/>
                </a:lnTo>
                <a:lnTo>
                  <a:pt x="583787" y="847111"/>
                </a:lnTo>
                <a:lnTo>
                  <a:pt x="603906" y="791695"/>
                </a:lnTo>
                <a:lnTo>
                  <a:pt x="624027" y="735138"/>
                </a:lnTo>
                <a:lnTo>
                  <a:pt x="644150" y="677786"/>
                </a:lnTo>
                <a:lnTo>
                  <a:pt x="664274" y="620020"/>
                </a:lnTo>
                <a:lnTo>
                  <a:pt x="684399" y="562253"/>
                </a:lnTo>
                <a:lnTo>
                  <a:pt x="684401" y="562248"/>
                </a:lnTo>
                <a:lnTo>
                  <a:pt x="704527" y="504920"/>
                </a:lnTo>
                <a:lnTo>
                  <a:pt x="704531" y="504909"/>
                </a:lnTo>
                <a:lnTo>
                  <a:pt x="724656" y="448477"/>
                </a:lnTo>
                <a:lnTo>
                  <a:pt x="724663" y="448459"/>
                </a:lnTo>
                <a:lnTo>
                  <a:pt x="744788" y="393394"/>
                </a:lnTo>
                <a:lnTo>
                  <a:pt x="744798" y="393369"/>
                </a:lnTo>
                <a:lnTo>
                  <a:pt x="764923" y="340153"/>
                </a:lnTo>
                <a:lnTo>
                  <a:pt x="764936" y="340118"/>
                </a:lnTo>
                <a:lnTo>
                  <a:pt x="785062" y="289233"/>
                </a:lnTo>
                <a:lnTo>
                  <a:pt x="785080" y="289188"/>
                </a:lnTo>
                <a:lnTo>
                  <a:pt x="805205" y="241111"/>
                </a:lnTo>
                <a:lnTo>
                  <a:pt x="805231" y="241053"/>
                </a:lnTo>
                <a:lnTo>
                  <a:pt x="825356" y="196247"/>
                </a:lnTo>
                <a:lnTo>
                  <a:pt x="825391" y="196173"/>
                </a:lnTo>
                <a:lnTo>
                  <a:pt x="845516" y="155083"/>
                </a:lnTo>
                <a:lnTo>
                  <a:pt x="845565" y="154988"/>
                </a:lnTo>
                <a:lnTo>
                  <a:pt x="865690" y="118031"/>
                </a:lnTo>
                <a:lnTo>
                  <a:pt x="865760" y="117911"/>
                </a:lnTo>
                <a:lnTo>
                  <a:pt x="885885" y="85467"/>
                </a:lnTo>
                <a:lnTo>
                  <a:pt x="885988" y="85315"/>
                </a:lnTo>
                <a:lnTo>
                  <a:pt x="906113" y="57727"/>
                </a:lnTo>
                <a:lnTo>
                  <a:pt x="906189" y="57629"/>
                </a:lnTo>
                <a:lnTo>
                  <a:pt x="906269" y="57535"/>
                </a:lnTo>
                <a:lnTo>
                  <a:pt x="926395" y="35097"/>
                </a:lnTo>
                <a:lnTo>
                  <a:pt x="926511" y="34975"/>
                </a:lnTo>
                <a:lnTo>
                  <a:pt x="926635" y="34862"/>
                </a:lnTo>
                <a:lnTo>
                  <a:pt x="946761" y="17816"/>
                </a:lnTo>
                <a:lnTo>
                  <a:pt x="946879" y="17722"/>
                </a:lnTo>
                <a:lnTo>
                  <a:pt x="947003" y="17636"/>
                </a:lnTo>
                <a:lnTo>
                  <a:pt x="947132" y="17557"/>
                </a:lnTo>
                <a:lnTo>
                  <a:pt x="967257" y="6088"/>
                </a:lnTo>
                <a:lnTo>
                  <a:pt x="967387" y="6019"/>
                </a:lnTo>
                <a:lnTo>
                  <a:pt x="967520" y="5958"/>
                </a:lnTo>
                <a:lnTo>
                  <a:pt x="967657" y="5906"/>
                </a:lnTo>
                <a:lnTo>
                  <a:pt x="967797" y="5861"/>
                </a:lnTo>
                <a:lnTo>
                  <a:pt x="987922" y="95"/>
                </a:lnTo>
                <a:lnTo>
                  <a:pt x="988088" y="54"/>
                </a:lnTo>
                <a:lnTo>
                  <a:pt x="988257" y="24"/>
                </a:lnTo>
                <a:lnTo>
                  <a:pt x="988427" y="6"/>
                </a:lnTo>
                <a:lnTo>
                  <a:pt x="988598" y="0"/>
                </a:lnTo>
                <a:lnTo>
                  <a:pt x="1008724" y="0"/>
                </a:lnTo>
                <a:lnTo>
                  <a:pt x="1008895" y="6"/>
                </a:lnTo>
                <a:lnTo>
                  <a:pt x="1009065" y="24"/>
                </a:lnTo>
                <a:lnTo>
                  <a:pt x="1009234" y="54"/>
                </a:lnTo>
                <a:lnTo>
                  <a:pt x="1009400" y="95"/>
                </a:lnTo>
                <a:lnTo>
                  <a:pt x="1029525" y="5861"/>
                </a:lnTo>
                <a:lnTo>
                  <a:pt x="1029665" y="5906"/>
                </a:lnTo>
                <a:lnTo>
                  <a:pt x="1029801" y="5958"/>
                </a:lnTo>
                <a:lnTo>
                  <a:pt x="1029935" y="6019"/>
                </a:lnTo>
                <a:lnTo>
                  <a:pt x="1030064" y="6088"/>
                </a:lnTo>
                <a:lnTo>
                  <a:pt x="1050190" y="17557"/>
                </a:lnTo>
                <a:lnTo>
                  <a:pt x="1050319" y="17636"/>
                </a:lnTo>
                <a:lnTo>
                  <a:pt x="1050443" y="17722"/>
                </a:lnTo>
                <a:lnTo>
                  <a:pt x="1050561" y="17816"/>
                </a:lnTo>
                <a:lnTo>
                  <a:pt x="1070686" y="34862"/>
                </a:lnTo>
                <a:lnTo>
                  <a:pt x="1070811" y="34975"/>
                </a:lnTo>
                <a:lnTo>
                  <a:pt x="1070927" y="35097"/>
                </a:lnTo>
                <a:lnTo>
                  <a:pt x="1091052" y="57535"/>
                </a:lnTo>
                <a:lnTo>
                  <a:pt x="1091133" y="57629"/>
                </a:lnTo>
                <a:lnTo>
                  <a:pt x="1091208" y="57727"/>
                </a:lnTo>
                <a:lnTo>
                  <a:pt x="1111334" y="85315"/>
                </a:lnTo>
                <a:lnTo>
                  <a:pt x="1111436" y="85467"/>
                </a:lnTo>
                <a:lnTo>
                  <a:pt x="1131562" y="117911"/>
                </a:lnTo>
                <a:lnTo>
                  <a:pt x="1131632" y="118031"/>
                </a:lnTo>
                <a:lnTo>
                  <a:pt x="1151757" y="154988"/>
                </a:lnTo>
                <a:lnTo>
                  <a:pt x="1151806" y="155083"/>
                </a:lnTo>
                <a:lnTo>
                  <a:pt x="1171931" y="196173"/>
                </a:lnTo>
                <a:lnTo>
                  <a:pt x="1171966" y="196247"/>
                </a:lnTo>
                <a:lnTo>
                  <a:pt x="1192091" y="241053"/>
                </a:lnTo>
                <a:lnTo>
                  <a:pt x="1192116" y="241111"/>
                </a:lnTo>
                <a:lnTo>
                  <a:pt x="1212242" y="289188"/>
                </a:lnTo>
                <a:lnTo>
                  <a:pt x="1212260" y="289233"/>
                </a:lnTo>
                <a:lnTo>
                  <a:pt x="1232385" y="340118"/>
                </a:lnTo>
                <a:lnTo>
                  <a:pt x="1232399" y="340153"/>
                </a:lnTo>
                <a:lnTo>
                  <a:pt x="1252524" y="393369"/>
                </a:lnTo>
                <a:lnTo>
                  <a:pt x="1252534" y="393394"/>
                </a:lnTo>
                <a:lnTo>
                  <a:pt x="1272659" y="448459"/>
                </a:lnTo>
                <a:lnTo>
                  <a:pt x="1272666" y="448477"/>
                </a:lnTo>
                <a:lnTo>
                  <a:pt x="1292791" y="504909"/>
                </a:lnTo>
                <a:lnTo>
                  <a:pt x="1292795" y="504920"/>
                </a:lnTo>
                <a:lnTo>
                  <a:pt x="1312920" y="562248"/>
                </a:lnTo>
                <a:lnTo>
                  <a:pt x="1312922" y="562253"/>
                </a:lnTo>
                <a:lnTo>
                  <a:pt x="1333048" y="620020"/>
                </a:lnTo>
                <a:lnTo>
                  <a:pt x="1353172" y="677786"/>
                </a:lnTo>
                <a:lnTo>
                  <a:pt x="1373295" y="735138"/>
                </a:lnTo>
                <a:lnTo>
                  <a:pt x="1393416" y="791695"/>
                </a:lnTo>
                <a:lnTo>
                  <a:pt x="1413535" y="847111"/>
                </a:lnTo>
                <a:lnTo>
                  <a:pt x="1433652" y="901072"/>
                </a:lnTo>
                <a:lnTo>
                  <a:pt x="1453767" y="953306"/>
                </a:lnTo>
                <a:lnTo>
                  <a:pt x="1473879" y="1003578"/>
                </a:lnTo>
                <a:lnTo>
                  <a:pt x="1493989" y="1051692"/>
                </a:lnTo>
                <a:lnTo>
                  <a:pt x="1514096" y="1097492"/>
                </a:lnTo>
                <a:lnTo>
                  <a:pt x="1534198" y="1140858"/>
                </a:lnTo>
                <a:lnTo>
                  <a:pt x="1554297" y="1181709"/>
                </a:lnTo>
                <a:lnTo>
                  <a:pt x="1574391" y="1219993"/>
                </a:lnTo>
                <a:lnTo>
                  <a:pt x="1594479" y="1255696"/>
                </a:lnTo>
                <a:lnTo>
                  <a:pt x="1614561" y="1288827"/>
                </a:lnTo>
                <a:lnTo>
                  <a:pt x="1634636" y="1319425"/>
                </a:lnTo>
                <a:lnTo>
                  <a:pt x="1654704" y="1347549"/>
                </a:lnTo>
                <a:lnTo>
                  <a:pt x="1674763" y="1373279"/>
                </a:lnTo>
                <a:lnTo>
                  <a:pt x="1694813" y="1396710"/>
                </a:lnTo>
                <a:lnTo>
                  <a:pt x="1714854" y="1417950"/>
                </a:lnTo>
                <a:lnTo>
                  <a:pt x="1734887" y="1437120"/>
                </a:lnTo>
                <a:lnTo>
                  <a:pt x="1754913" y="1454344"/>
                </a:lnTo>
                <a:lnTo>
                  <a:pt x="1774932" y="1469753"/>
                </a:lnTo>
                <a:lnTo>
                  <a:pt x="1794946" y="1483479"/>
                </a:lnTo>
                <a:lnTo>
                  <a:pt x="1814959" y="1495656"/>
                </a:lnTo>
                <a:lnTo>
                  <a:pt x="1834970" y="1506412"/>
                </a:lnTo>
                <a:lnTo>
                  <a:pt x="1854984" y="1515873"/>
                </a:lnTo>
                <a:lnTo>
                  <a:pt x="1875002" y="1524162"/>
                </a:lnTo>
                <a:lnTo>
                  <a:pt x="1895025" y="1531394"/>
                </a:lnTo>
                <a:lnTo>
                  <a:pt x="1915054" y="1537677"/>
                </a:lnTo>
                <a:lnTo>
                  <a:pt x="1935092" y="1543114"/>
                </a:lnTo>
                <a:lnTo>
                  <a:pt x="1955137" y="1547798"/>
                </a:lnTo>
                <a:lnTo>
                  <a:pt x="1975190" y="1551818"/>
                </a:lnTo>
                <a:lnTo>
                  <a:pt x="1995281" y="1555259"/>
                </a:lnTo>
                <a:lnTo>
                  <a:pt x="1995442" y="1555292"/>
                </a:lnTo>
                <a:lnTo>
                  <a:pt x="1995600" y="1555336"/>
                </a:lnTo>
                <a:lnTo>
                  <a:pt x="1995754" y="1555390"/>
                </a:lnTo>
                <a:lnTo>
                  <a:pt x="1995905" y="1555454"/>
                </a:lnTo>
                <a:lnTo>
                  <a:pt x="1996051" y="1555528"/>
                </a:lnTo>
                <a:lnTo>
                  <a:pt x="1996191" y="1555612"/>
                </a:lnTo>
                <a:lnTo>
                  <a:pt x="1996326" y="1555705"/>
                </a:lnTo>
                <a:lnTo>
                  <a:pt x="1996455" y="1555807"/>
                </a:lnTo>
                <a:lnTo>
                  <a:pt x="1996576" y="1555917"/>
                </a:lnTo>
                <a:lnTo>
                  <a:pt x="1996690" y="1556035"/>
                </a:lnTo>
                <a:lnTo>
                  <a:pt x="1996795" y="1556160"/>
                </a:lnTo>
                <a:lnTo>
                  <a:pt x="1996892" y="1556292"/>
                </a:lnTo>
                <a:lnTo>
                  <a:pt x="1996980" y="1556430"/>
                </a:lnTo>
                <a:lnTo>
                  <a:pt x="1997059" y="1556574"/>
                </a:lnTo>
                <a:lnTo>
                  <a:pt x="1997128" y="1556722"/>
                </a:lnTo>
                <a:lnTo>
                  <a:pt x="1997186" y="1556875"/>
                </a:lnTo>
                <a:lnTo>
                  <a:pt x="1997235" y="1557032"/>
                </a:lnTo>
                <a:lnTo>
                  <a:pt x="1997273" y="1557191"/>
                </a:lnTo>
                <a:lnTo>
                  <a:pt x="1997300" y="1557352"/>
                </a:lnTo>
                <a:lnTo>
                  <a:pt x="1997316" y="1557515"/>
                </a:lnTo>
                <a:lnTo>
                  <a:pt x="1997322" y="1557679"/>
                </a:lnTo>
                <a:lnTo>
                  <a:pt x="1997322" y="1557805"/>
                </a:lnTo>
                <a:close/>
                <a:moveTo>
                  <a:pt x="43188" y="1552604"/>
                </a:moveTo>
                <a:lnTo>
                  <a:pt x="29494" y="1555350"/>
                </a:lnTo>
                <a:lnTo>
                  <a:pt x="1967828" y="1555350"/>
                </a:lnTo>
                <a:lnTo>
                  <a:pt x="1954134" y="1552604"/>
                </a:lnTo>
                <a:lnTo>
                  <a:pt x="1954058" y="1552588"/>
                </a:lnTo>
                <a:lnTo>
                  <a:pt x="1933932" y="1547884"/>
                </a:lnTo>
                <a:lnTo>
                  <a:pt x="1933848" y="1547863"/>
                </a:lnTo>
                <a:lnTo>
                  <a:pt x="1913723" y="1542403"/>
                </a:lnTo>
                <a:lnTo>
                  <a:pt x="1913631" y="1542376"/>
                </a:lnTo>
                <a:lnTo>
                  <a:pt x="1893505" y="1536063"/>
                </a:lnTo>
                <a:lnTo>
                  <a:pt x="1893406" y="1536029"/>
                </a:lnTo>
                <a:lnTo>
                  <a:pt x="1873281" y="1528761"/>
                </a:lnTo>
                <a:lnTo>
                  <a:pt x="1873176" y="1528720"/>
                </a:lnTo>
                <a:lnTo>
                  <a:pt x="1853050" y="1520386"/>
                </a:lnTo>
                <a:lnTo>
                  <a:pt x="1852940" y="1520338"/>
                </a:lnTo>
                <a:lnTo>
                  <a:pt x="1832815" y="1510823"/>
                </a:lnTo>
                <a:lnTo>
                  <a:pt x="1832702" y="1510766"/>
                </a:lnTo>
                <a:lnTo>
                  <a:pt x="1812576" y="1499949"/>
                </a:lnTo>
                <a:lnTo>
                  <a:pt x="1812463" y="1499884"/>
                </a:lnTo>
                <a:lnTo>
                  <a:pt x="1792337" y="1487639"/>
                </a:lnTo>
                <a:lnTo>
                  <a:pt x="1792225" y="1487566"/>
                </a:lnTo>
                <a:lnTo>
                  <a:pt x="1772099" y="1473764"/>
                </a:lnTo>
                <a:lnTo>
                  <a:pt x="1771990" y="1473684"/>
                </a:lnTo>
                <a:lnTo>
                  <a:pt x="1751865" y="1458194"/>
                </a:lnTo>
                <a:lnTo>
                  <a:pt x="1751762" y="1458109"/>
                </a:lnTo>
                <a:lnTo>
                  <a:pt x="1731636" y="1440799"/>
                </a:lnTo>
                <a:lnTo>
                  <a:pt x="1731540" y="1440712"/>
                </a:lnTo>
                <a:lnTo>
                  <a:pt x="1711414" y="1421454"/>
                </a:lnTo>
                <a:lnTo>
                  <a:pt x="1711326" y="1421365"/>
                </a:lnTo>
                <a:lnTo>
                  <a:pt x="1691201" y="1400036"/>
                </a:lnTo>
                <a:lnTo>
                  <a:pt x="1691121" y="1399947"/>
                </a:lnTo>
                <a:lnTo>
                  <a:pt x="1670996" y="1376428"/>
                </a:lnTo>
                <a:lnTo>
                  <a:pt x="1670925" y="1376342"/>
                </a:lnTo>
                <a:lnTo>
                  <a:pt x="1650800" y="1350527"/>
                </a:lnTo>
                <a:lnTo>
                  <a:pt x="1650737" y="1350443"/>
                </a:lnTo>
                <a:lnTo>
                  <a:pt x="1630612" y="1322238"/>
                </a:lnTo>
                <a:lnTo>
                  <a:pt x="1630558" y="1322159"/>
                </a:lnTo>
                <a:lnTo>
                  <a:pt x="1610432" y="1291484"/>
                </a:lnTo>
                <a:lnTo>
                  <a:pt x="1610386" y="1291410"/>
                </a:lnTo>
                <a:lnTo>
                  <a:pt x="1590260" y="1258207"/>
                </a:lnTo>
                <a:lnTo>
                  <a:pt x="1590220" y="1258138"/>
                </a:lnTo>
                <a:lnTo>
                  <a:pt x="1570095" y="1222370"/>
                </a:lnTo>
                <a:lnTo>
                  <a:pt x="1570060" y="1222307"/>
                </a:lnTo>
                <a:lnTo>
                  <a:pt x="1549935" y="1183962"/>
                </a:lnTo>
                <a:lnTo>
                  <a:pt x="1549906" y="1183905"/>
                </a:lnTo>
                <a:lnTo>
                  <a:pt x="1529781" y="1143000"/>
                </a:lnTo>
                <a:lnTo>
                  <a:pt x="1529756" y="1142949"/>
                </a:lnTo>
                <a:lnTo>
                  <a:pt x="1509631" y="1099534"/>
                </a:lnTo>
                <a:lnTo>
                  <a:pt x="1509610" y="1099489"/>
                </a:lnTo>
                <a:lnTo>
                  <a:pt x="1489485" y="1053646"/>
                </a:lnTo>
                <a:lnTo>
                  <a:pt x="1489468" y="1053606"/>
                </a:lnTo>
                <a:lnTo>
                  <a:pt x="1469342" y="1005454"/>
                </a:lnTo>
                <a:lnTo>
                  <a:pt x="1469328" y="1005419"/>
                </a:lnTo>
                <a:lnTo>
                  <a:pt x="1449203" y="955115"/>
                </a:lnTo>
                <a:lnTo>
                  <a:pt x="1449191" y="955085"/>
                </a:lnTo>
                <a:lnTo>
                  <a:pt x="1429066" y="902824"/>
                </a:lnTo>
                <a:lnTo>
                  <a:pt x="1429056" y="902799"/>
                </a:lnTo>
                <a:lnTo>
                  <a:pt x="1408931" y="848816"/>
                </a:lnTo>
                <a:lnTo>
                  <a:pt x="1408924" y="848796"/>
                </a:lnTo>
                <a:lnTo>
                  <a:pt x="1388798" y="793363"/>
                </a:lnTo>
                <a:lnTo>
                  <a:pt x="1388793" y="793348"/>
                </a:lnTo>
                <a:lnTo>
                  <a:pt x="1368667" y="736778"/>
                </a:lnTo>
                <a:lnTo>
                  <a:pt x="1368664" y="736768"/>
                </a:lnTo>
                <a:lnTo>
                  <a:pt x="1348539" y="679408"/>
                </a:lnTo>
                <a:lnTo>
                  <a:pt x="1348537" y="679403"/>
                </a:lnTo>
                <a:lnTo>
                  <a:pt x="1328412" y="621635"/>
                </a:lnTo>
                <a:lnTo>
                  <a:pt x="1308287" y="563871"/>
                </a:lnTo>
                <a:lnTo>
                  <a:pt x="1288164" y="506552"/>
                </a:lnTo>
                <a:lnTo>
                  <a:pt x="1268044" y="450135"/>
                </a:lnTo>
                <a:lnTo>
                  <a:pt x="1247927" y="395093"/>
                </a:lnTo>
                <a:lnTo>
                  <a:pt x="1227813" y="341907"/>
                </a:lnTo>
                <a:lnTo>
                  <a:pt x="1207703" y="291062"/>
                </a:lnTo>
                <a:lnTo>
                  <a:pt x="1187600" y="243035"/>
                </a:lnTo>
                <a:lnTo>
                  <a:pt x="1167504" y="198296"/>
                </a:lnTo>
                <a:lnTo>
                  <a:pt x="1147420" y="157290"/>
                </a:lnTo>
                <a:lnTo>
                  <a:pt x="1127353" y="120440"/>
                </a:lnTo>
                <a:lnTo>
                  <a:pt x="1107313" y="88134"/>
                </a:lnTo>
                <a:lnTo>
                  <a:pt x="1087315" y="60720"/>
                </a:lnTo>
                <a:lnTo>
                  <a:pt x="1067385" y="38500"/>
                </a:lnTo>
                <a:lnTo>
                  <a:pt x="1047561" y="21710"/>
                </a:lnTo>
                <a:lnTo>
                  <a:pt x="1027890" y="10500"/>
                </a:lnTo>
                <a:lnTo>
                  <a:pt x="1008379" y="4910"/>
                </a:lnTo>
                <a:lnTo>
                  <a:pt x="988943" y="4910"/>
                </a:lnTo>
                <a:lnTo>
                  <a:pt x="969432" y="10500"/>
                </a:lnTo>
                <a:lnTo>
                  <a:pt x="949760" y="21710"/>
                </a:lnTo>
                <a:lnTo>
                  <a:pt x="929937" y="38500"/>
                </a:lnTo>
                <a:lnTo>
                  <a:pt x="910007" y="60720"/>
                </a:lnTo>
                <a:lnTo>
                  <a:pt x="890009" y="88134"/>
                </a:lnTo>
                <a:lnTo>
                  <a:pt x="869969" y="120440"/>
                </a:lnTo>
                <a:lnTo>
                  <a:pt x="849902" y="157290"/>
                </a:lnTo>
                <a:lnTo>
                  <a:pt x="829818" y="198296"/>
                </a:lnTo>
                <a:lnTo>
                  <a:pt x="809722" y="243035"/>
                </a:lnTo>
                <a:lnTo>
                  <a:pt x="789618" y="291062"/>
                </a:lnTo>
                <a:lnTo>
                  <a:pt x="769509" y="341907"/>
                </a:lnTo>
                <a:lnTo>
                  <a:pt x="749395" y="395093"/>
                </a:lnTo>
                <a:lnTo>
                  <a:pt x="729277" y="450135"/>
                </a:lnTo>
                <a:lnTo>
                  <a:pt x="709157" y="506552"/>
                </a:lnTo>
                <a:lnTo>
                  <a:pt x="689035" y="563871"/>
                </a:lnTo>
                <a:lnTo>
                  <a:pt x="668910" y="621635"/>
                </a:lnTo>
                <a:lnTo>
                  <a:pt x="648785" y="679403"/>
                </a:lnTo>
                <a:lnTo>
                  <a:pt x="648783" y="679408"/>
                </a:lnTo>
                <a:lnTo>
                  <a:pt x="628658" y="736768"/>
                </a:lnTo>
                <a:lnTo>
                  <a:pt x="628654" y="736778"/>
                </a:lnTo>
                <a:lnTo>
                  <a:pt x="608529" y="793348"/>
                </a:lnTo>
                <a:lnTo>
                  <a:pt x="608523" y="793363"/>
                </a:lnTo>
                <a:lnTo>
                  <a:pt x="588398" y="848796"/>
                </a:lnTo>
                <a:lnTo>
                  <a:pt x="588391" y="848816"/>
                </a:lnTo>
                <a:lnTo>
                  <a:pt x="568265" y="902799"/>
                </a:lnTo>
                <a:lnTo>
                  <a:pt x="568256" y="902824"/>
                </a:lnTo>
                <a:lnTo>
                  <a:pt x="548131" y="955085"/>
                </a:lnTo>
                <a:lnTo>
                  <a:pt x="548119" y="955115"/>
                </a:lnTo>
                <a:lnTo>
                  <a:pt x="527994" y="1005419"/>
                </a:lnTo>
                <a:lnTo>
                  <a:pt x="527980" y="1005454"/>
                </a:lnTo>
                <a:lnTo>
                  <a:pt x="507854" y="1053606"/>
                </a:lnTo>
                <a:lnTo>
                  <a:pt x="507837" y="1053646"/>
                </a:lnTo>
                <a:lnTo>
                  <a:pt x="487711" y="1099489"/>
                </a:lnTo>
                <a:lnTo>
                  <a:pt x="487691" y="1099534"/>
                </a:lnTo>
                <a:lnTo>
                  <a:pt x="467566" y="1142949"/>
                </a:lnTo>
                <a:lnTo>
                  <a:pt x="467541" y="1143000"/>
                </a:lnTo>
                <a:lnTo>
                  <a:pt x="447416" y="1183905"/>
                </a:lnTo>
                <a:lnTo>
                  <a:pt x="447387" y="1183962"/>
                </a:lnTo>
                <a:lnTo>
                  <a:pt x="427261" y="1222307"/>
                </a:lnTo>
                <a:lnTo>
                  <a:pt x="427227" y="1222370"/>
                </a:lnTo>
                <a:lnTo>
                  <a:pt x="407102" y="1258138"/>
                </a:lnTo>
                <a:lnTo>
                  <a:pt x="407062" y="1258207"/>
                </a:lnTo>
                <a:lnTo>
                  <a:pt x="386936" y="1291410"/>
                </a:lnTo>
                <a:lnTo>
                  <a:pt x="386889" y="1291484"/>
                </a:lnTo>
                <a:lnTo>
                  <a:pt x="366764" y="1322159"/>
                </a:lnTo>
                <a:lnTo>
                  <a:pt x="366710" y="1322238"/>
                </a:lnTo>
                <a:lnTo>
                  <a:pt x="346584" y="1350443"/>
                </a:lnTo>
                <a:lnTo>
                  <a:pt x="346522" y="1350527"/>
                </a:lnTo>
                <a:lnTo>
                  <a:pt x="326397" y="1376342"/>
                </a:lnTo>
                <a:lnTo>
                  <a:pt x="326326" y="1376428"/>
                </a:lnTo>
                <a:lnTo>
                  <a:pt x="306201" y="1399947"/>
                </a:lnTo>
                <a:lnTo>
                  <a:pt x="306121" y="1400036"/>
                </a:lnTo>
                <a:lnTo>
                  <a:pt x="285996" y="1421365"/>
                </a:lnTo>
                <a:lnTo>
                  <a:pt x="285907" y="1421454"/>
                </a:lnTo>
                <a:lnTo>
                  <a:pt x="265782" y="1440712"/>
                </a:lnTo>
                <a:lnTo>
                  <a:pt x="265685" y="1440799"/>
                </a:lnTo>
                <a:lnTo>
                  <a:pt x="245560" y="1458109"/>
                </a:lnTo>
                <a:lnTo>
                  <a:pt x="245457" y="1458194"/>
                </a:lnTo>
                <a:lnTo>
                  <a:pt x="225331" y="1473684"/>
                </a:lnTo>
                <a:lnTo>
                  <a:pt x="225222" y="1473764"/>
                </a:lnTo>
                <a:lnTo>
                  <a:pt x="205097" y="1487566"/>
                </a:lnTo>
                <a:lnTo>
                  <a:pt x="204984" y="1487639"/>
                </a:lnTo>
                <a:lnTo>
                  <a:pt x="184859" y="1499884"/>
                </a:lnTo>
                <a:lnTo>
                  <a:pt x="184745" y="1499949"/>
                </a:lnTo>
                <a:lnTo>
                  <a:pt x="164620" y="1510766"/>
                </a:lnTo>
                <a:lnTo>
                  <a:pt x="164507" y="1510823"/>
                </a:lnTo>
                <a:lnTo>
                  <a:pt x="144382" y="1520338"/>
                </a:lnTo>
                <a:lnTo>
                  <a:pt x="144272" y="1520386"/>
                </a:lnTo>
                <a:lnTo>
                  <a:pt x="124146" y="1528720"/>
                </a:lnTo>
                <a:lnTo>
                  <a:pt x="124041" y="1528761"/>
                </a:lnTo>
                <a:lnTo>
                  <a:pt x="103916" y="1536029"/>
                </a:lnTo>
                <a:lnTo>
                  <a:pt x="103816" y="1536063"/>
                </a:lnTo>
                <a:lnTo>
                  <a:pt x="83691" y="1542376"/>
                </a:lnTo>
                <a:lnTo>
                  <a:pt x="83599" y="1542403"/>
                </a:lnTo>
                <a:lnTo>
                  <a:pt x="63474" y="1547863"/>
                </a:lnTo>
                <a:lnTo>
                  <a:pt x="63390" y="1547884"/>
                </a:lnTo>
                <a:lnTo>
                  <a:pt x="43264" y="1552588"/>
                </a:lnTo>
                <a:lnTo>
                  <a:pt x="43188" y="1552604"/>
                </a:lnTo>
                <a:close/>
              </a:path>
            </a:pathLst>
          </a:custGeom>
          <a:solidFill xmlns:a="http://schemas.openxmlformats.org/drawingml/2006/main">
            <a:srgbClr val="87CEE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0ED5536-643F-4922-84F1-3F2611C6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84" y="320721"/>
            <a:ext cx="2003748" cy="1560260"/>
          </a:xfrm>
          <a:custGeom xmlns:a="http://schemas.openxmlformats.org/drawingml/2006/main">
            <a:pathLst>
              <a:path w="2003748" h="1560260">
                <a:moveTo>
                  <a:pt x="46884" y="1557466"/>
                </a:moveTo>
                <a:lnTo>
                  <a:pt x="32949" y="1560260"/>
                </a:lnTo>
                <a:lnTo>
                  <a:pt x="708" y="1560260"/>
                </a:lnTo>
                <a:lnTo>
                  <a:pt x="0" y="1556123"/>
                </a:lnTo>
                <a:lnTo>
                  <a:pt x="4839" y="1555295"/>
                </a:lnTo>
                <a:lnTo>
                  <a:pt x="24896" y="1551860"/>
                </a:lnTo>
                <a:lnTo>
                  <a:pt x="44877" y="1547854"/>
                </a:lnTo>
                <a:lnTo>
                  <a:pt x="64842" y="1543188"/>
                </a:lnTo>
                <a:lnTo>
                  <a:pt x="84791" y="1537775"/>
                </a:lnTo>
                <a:lnTo>
                  <a:pt x="104725" y="1531522"/>
                </a:lnTo>
                <a:lnTo>
                  <a:pt x="124646" y="1524328"/>
                </a:lnTo>
                <a:lnTo>
                  <a:pt x="144556" y="1516083"/>
                </a:lnTo>
                <a:lnTo>
                  <a:pt x="164458" y="1506674"/>
                </a:lnTo>
                <a:lnTo>
                  <a:pt x="184356" y="1495979"/>
                </a:lnTo>
                <a:lnTo>
                  <a:pt x="204255" y="1483872"/>
                </a:lnTo>
                <a:lnTo>
                  <a:pt x="224159" y="1470221"/>
                </a:lnTo>
                <a:lnTo>
                  <a:pt x="244072" y="1454894"/>
                </a:lnTo>
                <a:lnTo>
                  <a:pt x="263998" y="1437756"/>
                </a:lnTo>
                <a:lnTo>
                  <a:pt x="283938" y="1418675"/>
                </a:lnTo>
                <a:lnTo>
                  <a:pt x="303896" y="1397523"/>
                </a:lnTo>
                <a:lnTo>
                  <a:pt x="323871" y="1374180"/>
                </a:lnTo>
                <a:lnTo>
                  <a:pt x="343863" y="1348536"/>
                </a:lnTo>
                <a:lnTo>
                  <a:pt x="363872" y="1320493"/>
                </a:lnTo>
                <a:lnTo>
                  <a:pt x="383897" y="1289972"/>
                </a:lnTo>
                <a:lnTo>
                  <a:pt x="403936" y="1256912"/>
                </a:lnTo>
                <a:lnTo>
                  <a:pt x="423987" y="1221276"/>
                </a:lnTo>
                <a:lnTo>
                  <a:pt x="444049" y="1183051"/>
                </a:lnTo>
                <a:lnTo>
                  <a:pt x="464121" y="1142255"/>
                </a:lnTo>
                <a:lnTo>
                  <a:pt x="484202" y="1098937"/>
                </a:lnTo>
                <a:lnTo>
                  <a:pt x="504289" y="1053180"/>
                </a:lnTo>
                <a:lnTo>
                  <a:pt x="524383" y="1005104"/>
                </a:lnTo>
                <a:lnTo>
                  <a:pt x="544483" y="954864"/>
                </a:lnTo>
                <a:lnTo>
                  <a:pt x="564587" y="902657"/>
                </a:lnTo>
                <a:lnTo>
                  <a:pt x="584696" y="848718"/>
                </a:lnTo>
                <a:lnTo>
                  <a:pt x="604809" y="793320"/>
                </a:lnTo>
                <a:lnTo>
                  <a:pt x="624925" y="736775"/>
                </a:lnTo>
                <a:lnTo>
                  <a:pt x="645045" y="679430"/>
                </a:lnTo>
                <a:lnTo>
                  <a:pt x="665169" y="621667"/>
                </a:lnTo>
                <a:lnTo>
                  <a:pt x="685294" y="563900"/>
                </a:lnTo>
                <a:lnTo>
                  <a:pt x="685298" y="563889"/>
                </a:lnTo>
                <a:lnTo>
                  <a:pt x="705424" y="506562"/>
                </a:lnTo>
                <a:lnTo>
                  <a:pt x="705432" y="506539"/>
                </a:lnTo>
                <a:lnTo>
                  <a:pt x="725557" y="450107"/>
                </a:lnTo>
                <a:lnTo>
                  <a:pt x="725570" y="450071"/>
                </a:lnTo>
                <a:lnTo>
                  <a:pt x="745696" y="395007"/>
                </a:lnTo>
                <a:lnTo>
                  <a:pt x="745715" y="394955"/>
                </a:lnTo>
                <a:lnTo>
                  <a:pt x="765840" y="341739"/>
                </a:lnTo>
                <a:lnTo>
                  <a:pt x="765867" y="341670"/>
                </a:lnTo>
                <a:lnTo>
                  <a:pt x="785992" y="290785"/>
                </a:lnTo>
                <a:lnTo>
                  <a:pt x="786029" y="290695"/>
                </a:lnTo>
                <a:lnTo>
                  <a:pt x="806154" y="242618"/>
                </a:lnTo>
                <a:lnTo>
                  <a:pt x="806204" y="242502"/>
                </a:lnTo>
                <a:lnTo>
                  <a:pt x="826330" y="197696"/>
                </a:lnTo>
                <a:lnTo>
                  <a:pt x="826399" y="197548"/>
                </a:lnTo>
                <a:lnTo>
                  <a:pt x="846525" y="156458"/>
                </a:lnTo>
                <a:lnTo>
                  <a:pt x="846622" y="156269"/>
                </a:lnTo>
                <a:lnTo>
                  <a:pt x="866747" y="119311"/>
                </a:lnTo>
                <a:lnTo>
                  <a:pt x="866887" y="119071"/>
                </a:lnTo>
                <a:lnTo>
                  <a:pt x="887012" y="86628"/>
                </a:lnTo>
                <a:lnTo>
                  <a:pt x="887218" y="86323"/>
                </a:lnTo>
                <a:lnTo>
                  <a:pt x="907343" y="58735"/>
                </a:lnTo>
                <a:lnTo>
                  <a:pt x="907494" y="58539"/>
                </a:lnTo>
                <a:lnTo>
                  <a:pt x="907655" y="58350"/>
                </a:lnTo>
                <a:lnTo>
                  <a:pt x="927780" y="35912"/>
                </a:lnTo>
                <a:lnTo>
                  <a:pt x="928013" y="35670"/>
                </a:lnTo>
                <a:lnTo>
                  <a:pt x="928262" y="35444"/>
                </a:lnTo>
                <a:lnTo>
                  <a:pt x="948387" y="18398"/>
                </a:lnTo>
                <a:lnTo>
                  <a:pt x="948624" y="18210"/>
                </a:lnTo>
                <a:lnTo>
                  <a:pt x="948872" y="18037"/>
                </a:lnTo>
                <a:lnTo>
                  <a:pt x="949130" y="17879"/>
                </a:lnTo>
                <a:lnTo>
                  <a:pt x="969255" y="6410"/>
                </a:lnTo>
                <a:lnTo>
                  <a:pt x="969514" y="6273"/>
                </a:lnTo>
                <a:lnTo>
                  <a:pt x="969781" y="6151"/>
                </a:lnTo>
                <a:lnTo>
                  <a:pt x="970054" y="6045"/>
                </a:lnTo>
                <a:lnTo>
                  <a:pt x="970334" y="5956"/>
                </a:lnTo>
                <a:lnTo>
                  <a:pt x="990459" y="190"/>
                </a:lnTo>
                <a:lnTo>
                  <a:pt x="990791" y="107"/>
                </a:lnTo>
                <a:lnTo>
                  <a:pt x="991129" y="48"/>
                </a:lnTo>
                <a:lnTo>
                  <a:pt x="991469" y="12"/>
                </a:lnTo>
                <a:lnTo>
                  <a:pt x="991811" y="0"/>
                </a:lnTo>
                <a:lnTo>
                  <a:pt x="1011937" y="0"/>
                </a:lnTo>
                <a:lnTo>
                  <a:pt x="1012279" y="12"/>
                </a:lnTo>
                <a:lnTo>
                  <a:pt x="1012619" y="48"/>
                </a:lnTo>
                <a:lnTo>
                  <a:pt x="1012957" y="107"/>
                </a:lnTo>
                <a:lnTo>
                  <a:pt x="1013289" y="190"/>
                </a:lnTo>
                <a:lnTo>
                  <a:pt x="1033414" y="5956"/>
                </a:lnTo>
                <a:lnTo>
                  <a:pt x="1033694" y="6045"/>
                </a:lnTo>
                <a:lnTo>
                  <a:pt x="1033967" y="6151"/>
                </a:lnTo>
                <a:lnTo>
                  <a:pt x="1034234" y="6273"/>
                </a:lnTo>
                <a:lnTo>
                  <a:pt x="1034493" y="6410"/>
                </a:lnTo>
                <a:lnTo>
                  <a:pt x="1054618" y="17879"/>
                </a:lnTo>
                <a:lnTo>
                  <a:pt x="1054876" y="18037"/>
                </a:lnTo>
                <a:lnTo>
                  <a:pt x="1055124" y="18210"/>
                </a:lnTo>
                <a:lnTo>
                  <a:pt x="1055361" y="18398"/>
                </a:lnTo>
                <a:lnTo>
                  <a:pt x="1075486" y="35444"/>
                </a:lnTo>
                <a:lnTo>
                  <a:pt x="1075735" y="35670"/>
                </a:lnTo>
                <a:lnTo>
                  <a:pt x="1075968" y="35912"/>
                </a:lnTo>
                <a:lnTo>
                  <a:pt x="1096093" y="58350"/>
                </a:lnTo>
                <a:lnTo>
                  <a:pt x="1096254" y="58539"/>
                </a:lnTo>
                <a:lnTo>
                  <a:pt x="1096405" y="58735"/>
                </a:lnTo>
                <a:lnTo>
                  <a:pt x="1116530" y="86323"/>
                </a:lnTo>
                <a:lnTo>
                  <a:pt x="1116736" y="86628"/>
                </a:lnTo>
                <a:lnTo>
                  <a:pt x="1136861" y="119071"/>
                </a:lnTo>
                <a:lnTo>
                  <a:pt x="1137001" y="119311"/>
                </a:lnTo>
                <a:lnTo>
                  <a:pt x="1157126" y="156269"/>
                </a:lnTo>
                <a:lnTo>
                  <a:pt x="1157223" y="156458"/>
                </a:lnTo>
                <a:lnTo>
                  <a:pt x="1177349" y="197548"/>
                </a:lnTo>
                <a:lnTo>
                  <a:pt x="1177418" y="197696"/>
                </a:lnTo>
                <a:lnTo>
                  <a:pt x="1197544" y="242502"/>
                </a:lnTo>
                <a:lnTo>
                  <a:pt x="1197594" y="242618"/>
                </a:lnTo>
                <a:lnTo>
                  <a:pt x="1217719" y="290695"/>
                </a:lnTo>
                <a:lnTo>
                  <a:pt x="1217756" y="290785"/>
                </a:lnTo>
                <a:lnTo>
                  <a:pt x="1237881" y="341670"/>
                </a:lnTo>
                <a:lnTo>
                  <a:pt x="1237908" y="341739"/>
                </a:lnTo>
                <a:lnTo>
                  <a:pt x="1258033" y="394955"/>
                </a:lnTo>
                <a:lnTo>
                  <a:pt x="1258052" y="395007"/>
                </a:lnTo>
                <a:lnTo>
                  <a:pt x="1278178" y="450071"/>
                </a:lnTo>
                <a:lnTo>
                  <a:pt x="1278191" y="450107"/>
                </a:lnTo>
                <a:lnTo>
                  <a:pt x="1298316" y="506539"/>
                </a:lnTo>
                <a:lnTo>
                  <a:pt x="1298324" y="506562"/>
                </a:lnTo>
                <a:lnTo>
                  <a:pt x="1318450" y="563889"/>
                </a:lnTo>
                <a:lnTo>
                  <a:pt x="1318454" y="563900"/>
                </a:lnTo>
                <a:lnTo>
                  <a:pt x="1338579" y="621667"/>
                </a:lnTo>
                <a:lnTo>
                  <a:pt x="1358703" y="679430"/>
                </a:lnTo>
                <a:lnTo>
                  <a:pt x="1378823" y="736775"/>
                </a:lnTo>
                <a:lnTo>
                  <a:pt x="1398939" y="793320"/>
                </a:lnTo>
                <a:lnTo>
                  <a:pt x="1419052" y="848718"/>
                </a:lnTo>
                <a:lnTo>
                  <a:pt x="1439161" y="902657"/>
                </a:lnTo>
                <a:lnTo>
                  <a:pt x="1459265" y="954864"/>
                </a:lnTo>
                <a:lnTo>
                  <a:pt x="1479365" y="1005104"/>
                </a:lnTo>
                <a:lnTo>
                  <a:pt x="1499459" y="1053180"/>
                </a:lnTo>
                <a:lnTo>
                  <a:pt x="1519546" y="1098937"/>
                </a:lnTo>
                <a:lnTo>
                  <a:pt x="1539627" y="1142255"/>
                </a:lnTo>
                <a:lnTo>
                  <a:pt x="1559699" y="1183051"/>
                </a:lnTo>
                <a:lnTo>
                  <a:pt x="1579761" y="1221276"/>
                </a:lnTo>
                <a:lnTo>
                  <a:pt x="1599812" y="1256912"/>
                </a:lnTo>
                <a:lnTo>
                  <a:pt x="1619851" y="1289972"/>
                </a:lnTo>
                <a:lnTo>
                  <a:pt x="1639876" y="1320493"/>
                </a:lnTo>
                <a:lnTo>
                  <a:pt x="1659885" y="1348536"/>
                </a:lnTo>
                <a:lnTo>
                  <a:pt x="1679877" y="1374180"/>
                </a:lnTo>
                <a:lnTo>
                  <a:pt x="1699852" y="1397523"/>
                </a:lnTo>
                <a:lnTo>
                  <a:pt x="1719810" y="1418675"/>
                </a:lnTo>
                <a:lnTo>
                  <a:pt x="1739750" y="1437756"/>
                </a:lnTo>
                <a:lnTo>
                  <a:pt x="1759676" y="1454894"/>
                </a:lnTo>
                <a:lnTo>
                  <a:pt x="1779589" y="1470221"/>
                </a:lnTo>
                <a:lnTo>
                  <a:pt x="1799493" y="1483872"/>
                </a:lnTo>
                <a:lnTo>
                  <a:pt x="1819392" y="1495979"/>
                </a:lnTo>
                <a:lnTo>
                  <a:pt x="1839290" y="1506674"/>
                </a:lnTo>
                <a:lnTo>
                  <a:pt x="1859192" y="1516083"/>
                </a:lnTo>
                <a:lnTo>
                  <a:pt x="1879102" y="1524328"/>
                </a:lnTo>
                <a:lnTo>
                  <a:pt x="1899023" y="1531522"/>
                </a:lnTo>
                <a:lnTo>
                  <a:pt x="1918957" y="1537775"/>
                </a:lnTo>
                <a:lnTo>
                  <a:pt x="1938906" y="1543188"/>
                </a:lnTo>
                <a:lnTo>
                  <a:pt x="1958871" y="1547854"/>
                </a:lnTo>
                <a:lnTo>
                  <a:pt x="1978852" y="1551860"/>
                </a:lnTo>
                <a:lnTo>
                  <a:pt x="2003748" y="1556123"/>
                </a:lnTo>
                <a:lnTo>
                  <a:pt x="2003039" y="1560260"/>
                </a:lnTo>
                <a:lnTo>
                  <a:pt x="1970799" y="1560260"/>
                </a:lnTo>
                <a:lnTo>
                  <a:pt x="1956864" y="1557466"/>
                </a:lnTo>
                <a:lnTo>
                  <a:pt x="1956712" y="1557433"/>
                </a:lnTo>
                <a:lnTo>
                  <a:pt x="1936587" y="1552730"/>
                </a:lnTo>
                <a:lnTo>
                  <a:pt x="1936418" y="1552687"/>
                </a:lnTo>
                <a:lnTo>
                  <a:pt x="1916293" y="1547227"/>
                </a:lnTo>
                <a:lnTo>
                  <a:pt x="1916109" y="1547173"/>
                </a:lnTo>
                <a:lnTo>
                  <a:pt x="1895984" y="1540860"/>
                </a:lnTo>
                <a:lnTo>
                  <a:pt x="1895785" y="1540793"/>
                </a:lnTo>
                <a:lnTo>
                  <a:pt x="1875660" y="1533524"/>
                </a:lnTo>
                <a:lnTo>
                  <a:pt x="1875449" y="1533443"/>
                </a:lnTo>
                <a:lnTo>
                  <a:pt x="1855324" y="1525109"/>
                </a:lnTo>
                <a:lnTo>
                  <a:pt x="1855104" y="1525012"/>
                </a:lnTo>
                <a:lnTo>
                  <a:pt x="1834979" y="1515497"/>
                </a:lnTo>
                <a:lnTo>
                  <a:pt x="1834753" y="1515383"/>
                </a:lnTo>
                <a:lnTo>
                  <a:pt x="1814627" y="1504566"/>
                </a:lnTo>
                <a:lnTo>
                  <a:pt x="1814400" y="1504436"/>
                </a:lnTo>
                <a:lnTo>
                  <a:pt x="1794274" y="1492191"/>
                </a:lnTo>
                <a:lnTo>
                  <a:pt x="1794049" y="1492045"/>
                </a:lnTo>
                <a:lnTo>
                  <a:pt x="1773924" y="1478243"/>
                </a:lnTo>
                <a:lnTo>
                  <a:pt x="1773706" y="1478085"/>
                </a:lnTo>
                <a:lnTo>
                  <a:pt x="1753581" y="1462594"/>
                </a:lnTo>
                <a:lnTo>
                  <a:pt x="1753374" y="1462425"/>
                </a:lnTo>
                <a:lnTo>
                  <a:pt x="1733249" y="1445115"/>
                </a:lnTo>
                <a:lnTo>
                  <a:pt x="1733056" y="1444940"/>
                </a:lnTo>
                <a:lnTo>
                  <a:pt x="1712930" y="1425683"/>
                </a:lnTo>
                <a:lnTo>
                  <a:pt x="1712754" y="1425505"/>
                </a:lnTo>
                <a:lnTo>
                  <a:pt x="1692628" y="1404175"/>
                </a:lnTo>
                <a:lnTo>
                  <a:pt x="1692469" y="1403998"/>
                </a:lnTo>
                <a:lnTo>
                  <a:pt x="1672344" y="1380479"/>
                </a:lnTo>
                <a:lnTo>
                  <a:pt x="1672202" y="1380306"/>
                </a:lnTo>
                <a:lnTo>
                  <a:pt x="1652077" y="1354491"/>
                </a:lnTo>
                <a:lnTo>
                  <a:pt x="1651952" y="1354324"/>
                </a:lnTo>
                <a:lnTo>
                  <a:pt x="1631827" y="1326118"/>
                </a:lnTo>
                <a:lnTo>
                  <a:pt x="1631718" y="1325960"/>
                </a:lnTo>
                <a:lnTo>
                  <a:pt x="1611593" y="1295285"/>
                </a:lnTo>
                <a:lnTo>
                  <a:pt x="1611499" y="1295137"/>
                </a:lnTo>
                <a:lnTo>
                  <a:pt x="1591374" y="1261934"/>
                </a:lnTo>
                <a:lnTo>
                  <a:pt x="1591294" y="1261797"/>
                </a:lnTo>
                <a:lnTo>
                  <a:pt x="1571168" y="1226028"/>
                </a:lnTo>
                <a:lnTo>
                  <a:pt x="1571100" y="1225902"/>
                </a:lnTo>
                <a:lnTo>
                  <a:pt x="1550975" y="1187558"/>
                </a:lnTo>
                <a:lnTo>
                  <a:pt x="1550916" y="1187443"/>
                </a:lnTo>
                <a:lnTo>
                  <a:pt x="1530791" y="1146539"/>
                </a:lnTo>
                <a:lnTo>
                  <a:pt x="1530742" y="1146436"/>
                </a:lnTo>
                <a:lnTo>
                  <a:pt x="1510617" y="1103022"/>
                </a:lnTo>
                <a:lnTo>
                  <a:pt x="1510576" y="1102930"/>
                </a:lnTo>
                <a:lnTo>
                  <a:pt x="1490450" y="1057088"/>
                </a:lnTo>
                <a:lnTo>
                  <a:pt x="1490416" y="1057007"/>
                </a:lnTo>
                <a:lnTo>
                  <a:pt x="1470291" y="1008856"/>
                </a:lnTo>
                <a:lnTo>
                  <a:pt x="1470262" y="1008786"/>
                </a:lnTo>
                <a:lnTo>
                  <a:pt x="1450137" y="958482"/>
                </a:lnTo>
                <a:lnTo>
                  <a:pt x="1450113" y="958422"/>
                </a:lnTo>
                <a:lnTo>
                  <a:pt x="1429988" y="906161"/>
                </a:lnTo>
                <a:lnTo>
                  <a:pt x="1429969" y="906112"/>
                </a:lnTo>
                <a:lnTo>
                  <a:pt x="1409844" y="852128"/>
                </a:lnTo>
                <a:lnTo>
                  <a:pt x="1409829" y="852088"/>
                </a:lnTo>
                <a:lnTo>
                  <a:pt x="1389704" y="796656"/>
                </a:lnTo>
                <a:lnTo>
                  <a:pt x="1389693" y="796626"/>
                </a:lnTo>
                <a:lnTo>
                  <a:pt x="1369568" y="740056"/>
                </a:lnTo>
                <a:lnTo>
                  <a:pt x="1369561" y="740036"/>
                </a:lnTo>
                <a:lnTo>
                  <a:pt x="1349435" y="682676"/>
                </a:lnTo>
                <a:lnTo>
                  <a:pt x="1349432" y="682666"/>
                </a:lnTo>
                <a:lnTo>
                  <a:pt x="1329306" y="624897"/>
                </a:lnTo>
                <a:lnTo>
                  <a:pt x="1309183" y="567136"/>
                </a:lnTo>
                <a:lnTo>
                  <a:pt x="1289063" y="509826"/>
                </a:lnTo>
                <a:lnTo>
                  <a:pt x="1268949" y="453423"/>
                </a:lnTo>
                <a:lnTo>
                  <a:pt x="1248839" y="398403"/>
                </a:lnTo>
                <a:lnTo>
                  <a:pt x="1228737" y="345247"/>
                </a:lnTo>
                <a:lnTo>
                  <a:pt x="1208643" y="294442"/>
                </a:lnTo>
                <a:lnTo>
                  <a:pt x="1188561" y="246467"/>
                </a:lnTo>
                <a:lnTo>
                  <a:pt x="1168495" y="201794"/>
                </a:lnTo>
                <a:lnTo>
                  <a:pt x="1148452" y="160872"/>
                </a:lnTo>
                <a:lnTo>
                  <a:pt x="1128444" y="124129"/>
                </a:lnTo>
                <a:lnTo>
                  <a:pt x="1108489" y="91961"/>
                </a:lnTo>
                <a:lnTo>
                  <a:pt x="1088618" y="64722"/>
                </a:lnTo>
                <a:lnTo>
                  <a:pt x="1068883" y="42719"/>
                </a:lnTo>
                <a:lnTo>
                  <a:pt x="1049361" y="26185"/>
                </a:lnTo>
                <a:lnTo>
                  <a:pt x="1030143" y="15233"/>
                </a:lnTo>
                <a:lnTo>
                  <a:pt x="1011247" y="9819"/>
                </a:lnTo>
                <a:lnTo>
                  <a:pt x="992501" y="9819"/>
                </a:lnTo>
                <a:lnTo>
                  <a:pt x="973605" y="15233"/>
                </a:lnTo>
                <a:lnTo>
                  <a:pt x="954387" y="26185"/>
                </a:lnTo>
                <a:lnTo>
                  <a:pt x="934865" y="42719"/>
                </a:lnTo>
                <a:lnTo>
                  <a:pt x="915130" y="64722"/>
                </a:lnTo>
                <a:lnTo>
                  <a:pt x="895259" y="91961"/>
                </a:lnTo>
                <a:lnTo>
                  <a:pt x="875304" y="124129"/>
                </a:lnTo>
                <a:lnTo>
                  <a:pt x="855296" y="160872"/>
                </a:lnTo>
                <a:lnTo>
                  <a:pt x="835253" y="201794"/>
                </a:lnTo>
                <a:lnTo>
                  <a:pt x="815187" y="246467"/>
                </a:lnTo>
                <a:lnTo>
                  <a:pt x="795105" y="294442"/>
                </a:lnTo>
                <a:lnTo>
                  <a:pt x="775011" y="345247"/>
                </a:lnTo>
                <a:lnTo>
                  <a:pt x="754909" y="398403"/>
                </a:lnTo>
                <a:lnTo>
                  <a:pt x="734799" y="453423"/>
                </a:lnTo>
                <a:lnTo>
                  <a:pt x="714684" y="509826"/>
                </a:lnTo>
                <a:lnTo>
                  <a:pt x="694565" y="567136"/>
                </a:lnTo>
                <a:lnTo>
                  <a:pt x="674442" y="624897"/>
                </a:lnTo>
                <a:lnTo>
                  <a:pt x="654316" y="682666"/>
                </a:lnTo>
                <a:lnTo>
                  <a:pt x="654313" y="682676"/>
                </a:lnTo>
                <a:lnTo>
                  <a:pt x="634187" y="740036"/>
                </a:lnTo>
                <a:lnTo>
                  <a:pt x="634180" y="740056"/>
                </a:lnTo>
                <a:lnTo>
                  <a:pt x="614055" y="796626"/>
                </a:lnTo>
                <a:lnTo>
                  <a:pt x="614044" y="796656"/>
                </a:lnTo>
                <a:lnTo>
                  <a:pt x="593919" y="852088"/>
                </a:lnTo>
                <a:lnTo>
                  <a:pt x="593904" y="852128"/>
                </a:lnTo>
                <a:lnTo>
                  <a:pt x="573779" y="906112"/>
                </a:lnTo>
                <a:lnTo>
                  <a:pt x="573760" y="906161"/>
                </a:lnTo>
                <a:lnTo>
                  <a:pt x="553635" y="958422"/>
                </a:lnTo>
                <a:lnTo>
                  <a:pt x="553611" y="958482"/>
                </a:lnTo>
                <a:lnTo>
                  <a:pt x="533486" y="1008786"/>
                </a:lnTo>
                <a:lnTo>
                  <a:pt x="533458" y="1008856"/>
                </a:lnTo>
                <a:lnTo>
                  <a:pt x="513332" y="1057007"/>
                </a:lnTo>
                <a:lnTo>
                  <a:pt x="513298" y="1057088"/>
                </a:lnTo>
                <a:lnTo>
                  <a:pt x="493172" y="1102930"/>
                </a:lnTo>
                <a:lnTo>
                  <a:pt x="493131" y="1103022"/>
                </a:lnTo>
                <a:lnTo>
                  <a:pt x="473006" y="1146436"/>
                </a:lnTo>
                <a:lnTo>
                  <a:pt x="472957" y="1146539"/>
                </a:lnTo>
                <a:lnTo>
                  <a:pt x="452831" y="1187443"/>
                </a:lnTo>
                <a:lnTo>
                  <a:pt x="452773" y="1187557"/>
                </a:lnTo>
                <a:lnTo>
                  <a:pt x="432648" y="1225902"/>
                </a:lnTo>
                <a:lnTo>
                  <a:pt x="432580" y="1226028"/>
                </a:lnTo>
                <a:lnTo>
                  <a:pt x="412454" y="1261797"/>
                </a:lnTo>
                <a:lnTo>
                  <a:pt x="412374" y="1261934"/>
                </a:lnTo>
                <a:lnTo>
                  <a:pt x="392249" y="1295137"/>
                </a:lnTo>
                <a:lnTo>
                  <a:pt x="392155" y="1295285"/>
                </a:lnTo>
                <a:lnTo>
                  <a:pt x="372030" y="1325960"/>
                </a:lnTo>
                <a:lnTo>
                  <a:pt x="371921" y="1326118"/>
                </a:lnTo>
                <a:lnTo>
                  <a:pt x="351796" y="1354324"/>
                </a:lnTo>
                <a:lnTo>
                  <a:pt x="351671" y="1354491"/>
                </a:lnTo>
                <a:lnTo>
                  <a:pt x="331546" y="1380306"/>
                </a:lnTo>
                <a:lnTo>
                  <a:pt x="331404" y="1380479"/>
                </a:lnTo>
                <a:lnTo>
                  <a:pt x="311279" y="1403998"/>
                </a:lnTo>
                <a:lnTo>
                  <a:pt x="311120" y="1404175"/>
                </a:lnTo>
                <a:lnTo>
                  <a:pt x="290994" y="1425505"/>
                </a:lnTo>
                <a:lnTo>
                  <a:pt x="290817" y="1425683"/>
                </a:lnTo>
                <a:lnTo>
                  <a:pt x="270692" y="1444940"/>
                </a:lnTo>
                <a:lnTo>
                  <a:pt x="270499" y="1445115"/>
                </a:lnTo>
                <a:lnTo>
                  <a:pt x="250374" y="1462425"/>
                </a:lnTo>
                <a:lnTo>
                  <a:pt x="250167" y="1462594"/>
                </a:lnTo>
                <a:lnTo>
                  <a:pt x="230042" y="1478085"/>
                </a:lnTo>
                <a:lnTo>
                  <a:pt x="229824" y="1478243"/>
                </a:lnTo>
                <a:lnTo>
                  <a:pt x="209698" y="1492045"/>
                </a:lnTo>
                <a:lnTo>
                  <a:pt x="209474" y="1492191"/>
                </a:lnTo>
                <a:lnTo>
                  <a:pt x="189348" y="1504436"/>
                </a:lnTo>
                <a:lnTo>
                  <a:pt x="189121" y="1504566"/>
                </a:lnTo>
                <a:lnTo>
                  <a:pt x="168995" y="1515383"/>
                </a:lnTo>
                <a:lnTo>
                  <a:pt x="168769" y="1515497"/>
                </a:lnTo>
                <a:lnTo>
                  <a:pt x="148644" y="1525012"/>
                </a:lnTo>
                <a:lnTo>
                  <a:pt x="148424" y="1525109"/>
                </a:lnTo>
                <a:lnTo>
                  <a:pt x="128298" y="1533443"/>
                </a:lnTo>
                <a:lnTo>
                  <a:pt x="128088" y="1533524"/>
                </a:lnTo>
                <a:lnTo>
                  <a:pt x="107963" y="1540793"/>
                </a:lnTo>
                <a:lnTo>
                  <a:pt x="107764" y="1540860"/>
                </a:lnTo>
                <a:lnTo>
                  <a:pt x="87639" y="1547173"/>
                </a:lnTo>
                <a:lnTo>
                  <a:pt x="87455" y="1547227"/>
                </a:lnTo>
                <a:lnTo>
                  <a:pt x="67330" y="1552687"/>
                </a:lnTo>
                <a:lnTo>
                  <a:pt x="67161" y="1552730"/>
                </a:lnTo>
                <a:lnTo>
                  <a:pt x="47036" y="1557433"/>
                </a:lnTo>
                <a:lnTo>
                  <a:pt x="46884" y="1557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C26F6-AB67-4B87-9449-5BBDC541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645" y="325631"/>
            <a:ext cx="1992412" cy="1555350"/>
          </a:xfrm>
          <a:custGeom xmlns:a="http://schemas.openxmlformats.org/drawingml/2006/main">
            <a:pathLst>
              <a:path w="1992412" h="1555350">
                <a:moveTo>
                  <a:pt x="0" y="1555350"/>
                </a:moveTo>
                <a:lnTo>
                  <a:pt x="0" y="1555224"/>
                </a:lnTo>
                <a:lnTo>
                  <a:pt x="20125" y="1551777"/>
                </a:lnTo>
                <a:lnTo>
                  <a:pt x="40251" y="1547743"/>
                </a:lnTo>
                <a:lnTo>
                  <a:pt x="60376" y="1543039"/>
                </a:lnTo>
                <a:lnTo>
                  <a:pt x="80502" y="1537579"/>
                </a:lnTo>
                <a:lnTo>
                  <a:pt x="100627" y="1531266"/>
                </a:lnTo>
                <a:lnTo>
                  <a:pt x="120752" y="1523997"/>
                </a:lnTo>
                <a:lnTo>
                  <a:pt x="140878" y="1515664"/>
                </a:lnTo>
                <a:lnTo>
                  <a:pt x="161003" y="1506149"/>
                </a:lnTo>
                <a:lnTo>
                  <a:pt x="181128" y="1495332"/>
                </a:lnTo>
                <a:lnTo>
                  <a:pt x="201254" y="1483087"/>
                </a:lnTo>
                <a:lnTo>
                  <a:pt x="221379" y="1469284"/>
                </a:lnTo>
                <a:lnTo>
                  <a:pt x="241504" y="1453793"/>
                </a:lnTo>
                <a:lnTo>
                  <a:pt x="261630" y="1436483"/>
                </a:lnTo>
                <a:lnTo>
                  <a:pt x="281755" y="1417226"/>
                </a:lnTo>
                <a:lnTo>
                  <a:pt x="301881" y="1395896"/>
                </a:lnTo>
                <a:lnTo>
                  <a:pt x="322006" y="1372377"/>
                </a:lnTo>
                <a:lnTo>
                  <a:pt x="342131" y="1346563"/>
                </a:lnTo>
                <a:lnTo>
                  <a:pt x="362257" y="1318357"/>
                </a:lnTo>
                <a:lnTo>
                  <a:pt x="382382" y="1287682"/>
                </a:lnTo>
                <a:lnTo>
                  <a:pt x="402507" y="1254479"/>
                </a:lnTo>
                <a:lnTo>
                  <a:pt x="422633" y="1218711"/>
                </a:lnTo>
                <a:lnTo>
                  <a:pt x="442758" y="1180366"/>
                </a:lnTo>
                <a:lnTo>
                  <a:pt x="462884" y="1139462"/>
                </a:lnTo>
                <a:lnTo>
                  <a:pt x="483009" y="1096047"/>
                </a:lnTo>
                <a:lnTo>
                  <a:pt x="503134" y="1050204"/>
                </a:lnTo>
                <a:lnTo>
                  <a:pt x="523260" y="1002053"/>
                </a:lnTo>
                <a:lnTo>
                  <a:pt x="543385" y="951748"/>
                </a:lnTo>
                <a:lnTo>
                  <a:pt x="563511" y="899487"/>
                </a:lnTo>
                <a:lnTo>
                  <a:pt x="583636" y="845503"/>
                </a:lnTo>
                <a:lnTo>
                  <a:pt x="603761" y="790071"/>
                </a:lnTo>
                <a:lnTo>
                  <a:pt x="623887" y="733501"/>
                </a:lnTo>
                <a:lnTo>
                  <a:pt x="644012" y="676141"/>
                </a:lnTo>
                <a:lnTo>
                  <a:pt x="664137" y="618372"/>
                </a:lnTo>
                <a:lnTo>
                  <a:pt x="684263" y="560606"/>
                </a:lnTo>
                <a:lnTo>
                  <a:pt x="704388" y="503278"/>
                </a:lnTo>
                <a:lnTo>
                  <a:pt x="724514" y="446846"/>
                </a:lnTo>
                <a:lnTo>
                  <a:pt x="744639" y="391782"/>
                </a:lnTo>
                <a:lnTo>
                  <a:pt x="764764" y="338567"/>
                </a:lnTo>
                <a:lnTo>
                  <a:pt x="784890" y="287681"/>
                </a:lnTo>
                <a:lnTo>
                  <a:pt x="805015" y="239604"/>
                </a:lnTo>
                <a:lnTo>
                  <a:pt x="825140" y="194798"/>
                </a:lnTo>
                <a:lnTo>
                  <a:pt x="845266" y="153708"/>
                </a:lnTo>
                <a:lnTo>
                  <a:pt x="865391" y="116750"/>
                </a:lnTo>
                <a:lnTo>
                  <a:pt x="885516" y="84307"/>
                </a:lnTo>
                <a:lnTo>
                  <a:pt x="905642" y="56719"/>
                </a:lnTo>
                <a:lnTo>
                  <a:pt x="925767" y="34281"/>
                </a:lnTo>
                <a:lnTo>
                  <a:pt x="945893" y="17235"/>
                </a:lnTo>
                <a:lnTo>
                  <a:pt x="966018" y="5766"/>
                </a:lnTo>
                <a:lnTo>
                  <a:pt x="986143" y="0"/>
                </a:lnTo>
                <a:lnTo>
                  <a:pt x="1006269" y="0"/>
                </a:lnTo>
                <a:lnTo>
                  <a:pt x="1026394" y="5766"/>
                </a:lnTo>
                <a:lnTo>
                  <a:pt x="1046520" y="17235"/>
                </a:lnTo>
                <a:lnTo>
                  <a:pt x="1066645" y="34281"/>
                </a:lnTo>
                <a:lnTo>
                  <a:pt x="1086770" y="56719"/>
                </a:lnTo>
                <a:lnTo>
                  <a:pt x="1106896" y="84307"/>
                </a:lnTo>
                <a:lnTo>
                  <a:pt x="1127021" y="116750"/>
                </a:lnTo>
                <a:lnTo>
                  <a:pt x="1147146" y="153708"/>
                </a:lnTo>
                <a:lnTo>
                  <a:pt x="1167272" y="194798"/>
                </a:lnTo>
                <a:lnTo>
                  <a:pt x="1187397" y="239604"/>
                </a:lnTo>
                <a:lnTo>
                  <a:pt x="1207522" y="287681"/>
                </a:lnTo>
                <a:lnTo>
                  <a:pt x="1227648" y="338567"/>
                </a:lnTo>
                <a:lnTo>
                  <a:pt x="1247773" y="391782"/>
                </a:lnTo>
                <a:lnTo>
                  <a:pt x="1267899" y="446846"/>
                </a:lnTo>
                <a:lnTo>
                  <a:pt x="1288024" y="503278"/>
                </a:lnTo>
                <a:lnTo>
                  <a:pt x="1308149" y="560606"/>
                </a:lnTo>
                <a:lnTo>
                  <a:pt x="1328275" y="618372"/>
                </a:lnTo>
                <a:lnTo>
                  <a:pt x="1348400" y="676141"/>
                </a:lnTo>
                <a:lnTo>
                  <a:pt x="1368525" y="733501"/>
                </a:lnTo>
                <a:lnTo>
                  <a:pt x="1388651" y="790071"/>
                </a:lnTo>
                <a:lnTo>
                  <a:pt x="1408776" y="845503"/>
                </a:lnTo>
                <a:lnTo>
                  <a:pt x="1428902" y="899487"/>
                </a:lnTo>
                <a:lnTo>
                  <a:pt x="1449027" y="951748"/>
                </a:lnTo>
                <a:lnTo>
                  <a:pt x="1469152" y="1002053"/>
                </a:lnTo>
                <a:lnTo>
                  <a:pt x="1489278" y="1050204"/>
                </a:lnTo>
                <a:lnTo>
                  <a:pt x="1509403" y="1096047"/>
                </a:lnTo>
                <a:lnTo>
                  <a:pt x="1529528" y="1139462"/>
                </a:lnTo>
                <a:lnTo>
                  <a:pt x="1549654" y="1180366"/>
                </a:lnTo>
                <a:lnTo>
                  <a:pt x="1569779" y="1218711"/>
                </a:lnTo>
                <a:lnTo>
                  <a:pt x="1589905" y="1254479"/>
                </a:lnTo>
                <a:lnTo>
                  <a:pt x="1610030" y="1287682"/>
                </a:lnTo>
                <a:lnTo>
                  <a:pt x="1630155" y="1318357"/>
                </a:lnTo>
                <a:lnTo>
                  <a:pt x="1650281" y="1346563"/>
                </a:lnTo>
                <a:lnTo>
                  <a:pt x="1670406" y="1372377"/>
                </a:lnTo>
                <a:lnTo>
                  <a:pt x="1690532" y="1395896"/>
                </a:lnTo>
                <a:lnTo>
                  <a:pt x="1710657" y="1417226"/>
                </a:lnTo>
                <a:lnTo>
                  <a:pt x="1730782" y="1436483"/>
                </a:lnTo>
                <a:lnTo>
                  <a:pt x="1750908" y="1453793"/>
                </a:lnTo>
                <a:lnTo>
                  <a:pt x="1771033" y="1469284"/>
                </a:lnTo>
                <a:lnTo>
                  <a:pt x="1791158" y="1483087"/>
                </a:lnTo>
                <a:lnTo>
                  <a:pt x="1811284" y="1495332"/>
                </a:lnTo>
                <a:lnTo>
                  <a:pt x="1831409" y="1506149"/>
                </a:lnTo>
                <a:lnTo>
                  <a:pt x="1851534" y="1515664"/>
                </a:lnTo>
                <a:lnTo>
                  <a:pt x="1871660" y="1523997"/>
                </a:lnTo>
                <a:lnTo>
                  <a:pt x="1891785" y="1531266"/>
                </a:lnTo>
                <a:lnTo>
                  <a:pt x="1911911" y="1537579"/>
                </a:lnTo>
                <a:lnTo>
                  <a:pt x="1932036" y="1543039"/>
                </a:lnTo>
                <a:lnTo>
                  <a:pt x="1952161" y="1547743"/>
                </a:lnTo>
                <a:lnTo>
                  <a:pt x="1972287" y="1551777"/>
                </a:lnTo>
                <a:lnTo>
                  <a:pt x="1992412" y="1555224"/>
                </a:lnTo>
                <a:lnTo>
                  <a:pt x="1992412" y="1555350"/>
                </a:lnTo>
                <a:lnTo>
                  <a:pt x="1972287" y="1555350"/>
                </a:lnTo>
                <a:lnTo>
                  <a:pt x="1952161" y="1555350"/>
                </a:lnTo>
                <a:lnTo>
                  <a:pt x="1932036" y="1555350"/>
                </a:lnTo>
                <a:lnTo>
                  <a:pt x="1911911" y="1555350"/>
                </a:lnTo>
                <a:lnTo>
                  <a:pt x="1891785" y="1555350"/>
                </a:lnTo>
                <a:lnTo>
                  <a:pt x="1871660" y="1555350"/>
                </a:lnTo>
                <a:lnTo>
                  <a:pt x="1851534" y="1555350"/>
                </a:lnTo>
                <a:lnTo>
                  <a:pt x="1831409" y="1555350"/>
                </a:lnTo>
                <a:lnTo>
                  <a:pt x="1811284" y="1555350"/>
                </a:lnTo>
                <a:lnTo>
                  <a:pt x="1791158" y="1555350"/>
                </a:lnTo>
                <a:lnTo>
                  <a:pt x="1771033" y="1555350"/>
                </a:lnTo>
                <a:lnTo>
                  <a:pt x="1750908" y="1555350"/>
                </a:lnTo>
                <a:lnTo>
                  <a:pt x="1730782" y="1555350"/>
                </a:lnTo>
                <a:lnTo>
                  <a:pt x="1710657" y="1555350"/>
                </a:lnTo>
                <a:lnTo>
                  <a:pt x="1690532" y="1555350"/>
                </a:lnTo>
                <a:lnTo>
                  <a:pt x="1670406" y="1555350"/>
                </a:lnTo>
                <a:lnTo>
                  <a:pt x="1650281" y="1555350"/>
                </a:lnTo>
                <a:lnTo>
                  <a:pt x="1630155" y="1555350"/>
                </a:lnTo>
                <a:lnTo>
                  <a:pt x="1610030" y="1555350"/>
                </a:lnTo>
                <a:lnTo>
                  <a:pt x="1589905" y="1555350"/>
                </a:lnTo>
                <a:lnTo>
                  <a:pt x="1569779" y="1555350"/>
                </a:lnTo>
                <a:lnTo>
                  <a:pt x="1549654" y="1555350"/>
                </a:lnTo>
                <a:lnTo>
                  <a:pt x="1529528" y="1555350"/>
                </a:lnTo>
                <a:lnTo>
                  <a:pt x="1509403" y="1555350"/>
                </a:lnTo>
                <a:lnTo>
                  <a:pt x="1489278" y="1555350"/>
                </a:lnTo>
                <a:lnTo>
                  <a:pt x="1469152" y="1555350"/>
                </a:lnTo>
                <a:lnTo>
                  <a:pt x="1449027" y="1555350"/>
                </a:lnTo>
                <a:lnTo>
                  <a:pt x="1428902" y="1555350"/>
                </a:lnTo>
                <a:lnTo>
                  <a:pt x="1408776" y="1555350"/>
                </a:lnTo>
                <a:lnTo>
                  <a:pt x="1388651" y="1555350"/>
                </a:lnTo>
                <a:lnTo>
                  <a:pt x="1368525" y="1555350"/>
                </a:lnTo>
                <a:lnTo>
                  <a:pt x="1348400" y="1555350"/>
                </a:lnTo>
                <a:lnTo>
                  <a:pt x="1328275" y="1555350"/>
                </a:lnTo>
                <a:lnTo>
                  <a:pt x="1308149" y="1555350"/>
                </a:lnTo>
                <a:lnTo>
                  <a:pt x="1288024" y="1555350"/>
                </a:lnTo>
                <a:lnTo>
                  <a:pt x="1267899" y="1555350"/>
                </a:lnTo>
                <a:lnTo>
                  <a:pt x="1247773" y="1555350"/>
                </a:lnTo>
                <a:lnTo>
                  <a:pt x="1227648" y="1555350"/>
                </a:lnTo>
                <a:lnTo>
                  <a:pt x="1207522" y="1555350"/>
                </a:lnTo>
                <a:lnTo>
                  <a:pt x="1187397" y="1555350"/>
                </a:lnTo>
                <a:lnTo>
                  <a:pt x="1167272" y="1555350"/>
                </a:lnTo>
                <a:lnTo>
                  <a:pt x="1147146" y="1555350"/>
                </a:lnTo>
                <a:lnTo>
                  <a:pt x="1127021" y="1555350"/>
                </a:lnTo>
                <a:lnTo>
                  <a:pt x="1106896" y="1555350"/>
                </a:lnTo>
                <a:lnTo>
                  <a:pt x="1086770" y="1555350"/>
                </a:lnTo>
                <a:lnTo>
                  <a:pt x="1066645" y="1555350"/>
                </a:lnTo>
                <a:lnTo>
                  <a:pt x="1046520" y="1555350"/>
                </a:lnTo>
                <a:lnTo>
                  <a:pt x="1026394" y="1555350"/>
                </a:lnTo>
                <a:lnTo>
                  <a:pt x="1006269" y="1555350"/>
                </a:lnTo>
                <a:lnTo>
                  <a:pt x="986143" y="1555350"/>
                </a:lnTo>
                <a:lnTo>
                  <a:pt x="966018" y="1555350"/>
                </a:lnTo>
                <a:lnTo>
                  <a:pt x="945893" y="1555350"/>
                </a:lnTo>
                <a:lnTo>
                  <a:pt x="925767" y="1555350"/>
                </a:lnTo>
                <a:lnTo>
                  <a:pt x="905642" y="1555350"/>
                </a:lnTo>
                <a:lnTo>
                  <a:pt x="885516" y="1555350"/>
                </a:lnTo>
                <a:lnTo>
                  <a:pt x="865391" y="1555350"/>
                </a:lnTo>
                <a:lnTo>
                  <a:pt x="845266" y="1555350"/>
                </a:lnTo>
                <a:lnTo>
                  <a:pt x="825140" y="1555350"/>
                </a:lnTo>
                <a:lnTo>
                  <a:pt x="805015" y="1555350"/>
                </a:lnTo>
                <a:lnTo>
                  <a:pt x="784890" y="1555350"/>
                </a:lnTo>
                <a:lnTo>
                  <a:pt x="764764" y="1555350"/>
                </a:lnTo>
                <a:lnTo>
                  <a:pt x="744639" y="1555350"/>
                </a:lnTo>
                <a:lnTo>
                  <a:pt x="724514" y="1555350"/>
                </a:lnTo>
                <a:lnTo>
                  <a:pt x="704388" y="1555350"/>
                </a:lnTo>
                <a:lnTo>
                  <a:pt x="684263" y="1555350"/>
                </a:lnTo>
                <a:lnTo>
                  <a:pt x="664137" y="1555350"/>
                </a:lnTo>
                <a:lnTo>
                  <a:pt x="644012" y="1555350"/>
                </a:lnTo>
                <a:lnTo>
                  <a:pt x="623887" y="1555350"/>
                </a:lnTo>
                <a:lnTo>
                  <a:pt x="603761" y="1555350"/>
                </a:lnTo>
                <a:lnTo>
                  <a:pt x="583636" y="1555350"/>
                </a:lnTo>
                <a:lnTo>
                  <a:pt x="563511" y="1555350"/>
                </a:lnTo>
                <a:lnTo>
                  <a:pt x="543385" y="1555350"/>
                </a:lnTo>
                <a:lnTo>
                  <a:pt x="523260" y="1555350"/>
                </a:lnTo>
                <a:lnTo>
                  <a:pt x="503134" y="1555350"/>
                </a:lnTo>
                <a:lnTo>
                  <a:pt x="483009" y="1555350"/>
                </a:lnTo>
                <a:lnTo>
                  <a:pt x="462884" y="1555350"/>
                </a:lnTo>
                <a:lnTo>
                  <a:pt x="442758" y="1555350"/>
                </a:lnTo>
                <a:lnTo>
                  <a:pt x="422633" y="1555350"/>
                </a:lnTo>
                <a:lnTo>
                  <a:pt x="402507" y="1555350"/>
                </a:lnTo>
                <a:lnTo>
                  <a:pt x="382382" y="1555350"/>
                </a:lnTo>
                <a:lnTo>
                  <a:pt x="362257" y="1555350"/>
                </a:lnTo>
                <a:lnTo>
                  <a:pt x="342131" y="1555350"/>
                </a:lnTo>
                <a:lnTo>
                  <a:pt x="322006" y="1555350"/>
                </a:lnTo>
                <a:lnTo>
                  <a:pt x="301881" y="1555350"/>
                </a:lnTo>
                <a:lnTo>
                  <a:pt x="281755" y="1555350"/>
                </a:lnTo>
                <a:lnTo>
                  <a:pt x="261630" y="1555350"/>
                </a:lnTo>
                <a:lnTo>
                  <a:pt x="241504" y="1555350"/>
                </a:lnTo>
                <a:lnTo>
                  <a:pt x="221379" y="1555350"/>
                </a:lnTo>
                <a:lnTo>
                  <a:pt x="201254" y="1555350"/>
                </a:lnTo>
                <a:lnTo>
                  <a:pt x="181128" y="1555350"/>
                </a:lnTo>
                <a:lnTo>
                  <a:pt x="161003" y="1555350"/>
                </a:lnTo>
                <a:lnTo>
                  <a:pt x="140878" y="1555350"/>
                </a:lnTo>
                <a:lnTo>
                  <a:pt x="120752" y="1555350"/>
                </a:lnTo>
                <a:lnTo>
                  <a:pt x="100627" y="1555350"/>
                </a:lnTo>
                <a:lnTo>
                  <a:pt x="80502" y="1555350"/>
                </a:lnTo>
                <a:lnTo>
                  <a:pt x="60376" y="1555350"/>
                </a:lnTo>
                <a:lnTo>
                  <a:pt x="40251" y="1555350"/>
                </a:lnTo>
                <a:lnTo>
                  <a:pt x="20125" y="1555350"/>
                </a:lnTo>
                <a:lnTo>
                  <a:pt x="0" y="1555350"/>
                </a:lnTo>
                <a:close/>
              </a:path>
            </a:pathLst>
          </a:custGeom>
          <a:solidFill xmlns:a="http://schemas.openxmlformats.org/drawingml/2006/main">
            <a:srgbClr val="8FBC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9F225E3-72EC-4192-B22C-71206E1A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190" y="323176"/>
            <a:ext cx="1997322" cy="1557805"/>
          </a:xfrm>
          <a:custGeom xmlns:a="http://schemas.openxmlformats.org/drawingml/2006/main">
            <a:pathLst>
              <a:path w="1997322" h="1557805">
                <a:moveTo>
                  <a:pt x="1997322" y="1557805"/>
                </a:moveTo>
                <a:lnTo>
                  <a:pt x="1997322" y="1557805"/>
                </a:lnTo>
                <a:lnTo>
                  <a:pt x="0" y="1557805"/>
                </a:lnTo>
                <a:lnTo>
                  <a:pt x="0" y="1557805"/>
                </a:lnTo>
                <a:lnTo>
                  <a:pt x="0" y="1557679"/>
                </a:lnTo>
                <a:lnTo>
                  <a:pt x="5" y="1557515"/>
                </a:lnTo>
                <a:lnTo>
                  <a:pt x="22" y="1557352"/>
                </a:lnTo>
                <a:lnTo>
                  <a:pt x="49" y="1557191"/>
                </a:lnTo>
                <a:lnTo>
                  <a:pt x="87" y="1557032"/>
                </a:lnTo>
                <a:lnTo>
                  <a:pt x="135" y="1556875"/>
                </a:lnTo>
                <a:lnTo>
                  <a:pt x="194" y="1556722"/>
                </a:lnTo>
                <a:lnTo>
                  <a:pt x="263" y="1556574"/>
                </a:lnTo>
                <a:lnTo>
                  <a:pt x="341" y="1556430"/>
                </a:lnTo>
                <a:lnTo>
                  <a:pt x="429" y="1556292"/>
                </a:lnTo>
                <a:lnTo>
                  <a:pt x="526" y="1556160"/>
                </a:lnTo>
                <a:lnTo>
                  <a:pt x="632" y="1556035"/>
                </a:lnTo>
                <a:lnTo>
                  <a:pt x="746" y="1555917"/>
                </a:lnTo>
                <a:lnTo>
                  <a:pt x="867" y="1555807"/>
                </a:lnTo>
                <a:lnTo>
                  <a:pt x="995" y="1555705"/>
                </a:lnTo>
                <a:lnTo>
                  <a:pt x="1130" y="1555612"/>
                </a:lnTo>
                <a:lnTo>
                  <a:pt x="1271" y="1555528"/>
                </a:lnTo>
                <a:lnTo>
                  <a:pt x="1417" y="1555454"/>
                </a:lnTo>
                <a:lnTo>
                  <a:pt x="1568" y="1555390"/>
                </a:lnTo>
                <a:lnTo>
                  <a:pt x="1722" y="1555336"/>
                </a:lnTo>
                <a:lnTo>
                  <a:pt x="1880" y="1555292"/>
                </a:lnTo>
                <a:lnTo>
                  <a:pt x="2040" y="1555259"/>
                </a:lnTo>
                <a:lnTo>
                  <a:pt x="22132" y="1551818"/>
                </a:lnTo>
                <a:lnTo>
                  <a:pt x="42185" y="1547798"/>
                </a:lnTo>
                <a:lnTo>
                  <a:pt x="62230" y="1543114"/>
                </a:lnTo>
                <a:lnTo>
                  <a:pt x="82267" y="1537677"/>
                </a:lnTo>
                <a:lnTo>
                  <a:pt x="102297" y="1531394"/>
                </a:lnTo>
                <a:lnTo>
                  <a:pt x="122320" y="1524162"/>
                </a:lnTo>
                <a:lnTo>
                  <a:pt x="142338" y="1515873"/>
                </a:lnTo>
                <a:lnTo>
                  <a:pt x="162351" y="1506412"/>
                </a:lnTo>
                <a:lnTo>
                  <a:pt x="182363" y="1495656"/>
                </a:lnTo>
                <a:lnTo>
                  <a:pt x="202375" y="1483479"/>
                </a:lnTo>
                <a:lnTo>
                  <a:pt x="222390" y="1469753"/>
                </a:lnTo>
                <a:lnTo>
                  <a:pt x="242409" y="1454344"/>
                </a:lnTo>
                <a:lnTo>
                  <a:pt x="262435" y="1437120"/>
                </a:lnTo>
                <a:lnTo>
                  <a:pt x="282468" y="1417950"/>
                </a:lnTo>
                <a:lnTo>
                  <a:pt x="302509" y="1396710"/>
                </a:lnTo>
                <a:lnTo>
                  <a:pt x="322559" y="1373279"/>
                </a:lnTo>
                <a:lnTo>
                  <a:pt x="342618" y="1347549"/>
                </a:lnTo>
                <a:lnTo>
                  <a:pt x="362685" y="1319425"/>
                </a:lnTo>
                <a:lnTo>
                  <a:pt x="382760" y="1288827"/>
                </a:lnTo>
                <a:lnTo>
                  <a:pt x="402842" y="1255696"/>
                </a:lnTo>
                <a:lnTo>
                  <a:pt x="422931" y="1219993"/>
                </a:lnTo>
                <a:lnTo>
                  <a:pt x="443025" y="1181709"/>
                </a:lnTo>
                <a:lnTo>
                  <a:pt x="463123" y="1140858"/>
                </a:lnTo>
                <a:lnTo>
                  <a:pt x="483226" y="1097492"/>
                </a:lnTo>
                <a:lnTo>
                  <a:pt x="503333" y="1051692"/>
                </a:lnTo>
                <a:lnTo>
                  <a:pt x="523442" y="1003578"/>
                </a:lnTo>
                <a:lnTo>
                  <a:pt x="543555" y="953306"/>
                </a:lnTo>
                <a:lnTo>
                  <a:pt x="563670" y="901072"/>
                </a:lnTo>
                <a:lnTo>
                  <a:pt x="583787" y="847111"/>
                </a:lnTo>
                <a:lnTo>
                  <a:pt x="603906" y="791695"/>
                </a:lnTo>
                <a:lnTo>
                  <a:pt x="624027" y="735138"/>
                </a:lnTo>
                <a:lnTo>
                  <a:pt x="644150" y="677786"/>
                </a:lnTo>
                <a:lnTo>
                  <a:pt x="664274" y="620020"/>
                </a:lnTo>
                <a:lnTo>
                  <a:pt x="684399" y="562253"/>
                </a:lnTo>
                <a:lnTo>
                  <a:pt x="684401" y="562248"/>
                </a:lnTo>
                <a:lnTo>
                  <a:pt x="704527" y="504920"/>
                </a:lnTo>
                <a:lnTo>
                  <a:pt x="704531" y="504909"/>
                </a:lnTo>
                <a:lnTo>
                  <a:pt x="724656" y="448477"/>
                </a:lnTo>
                <a:lnTo>
                  <a:pt x="724663" y="448459"/>
                </a:lnTo>
                <a:lnTo>
                  <a:pt x="744788" y="393394"/>
                </a:lnTo>
                <a:lnTo>
                  <a:pt x="744798" y="393369"/>
                </a:lnTo>
                <a:lnTo>
                  <a:pt x="764923" y="340153"/>
                </a:lnTo>
                <a:lnTo>
                  <a:pt x="764936" y="340118"/>
                </a:lnTo>
                <a:lnTo>
                  <a:pt x="785062" y="289233"/>
                </a:lnTo>
                <a:lnTo>
                  <a:pt x="785080" y="289188"/>
                </a:lnTo>
                <a:lnTo>
                  <a:pt x="805205" y="241111"/>
                </a:lnTo>
                <a:lnTo>
                  <a:pt x="805231" y="241053"/>
                </a:lnTo>
                <a:lnTo>
                  <a:pt x="825356" y="196247"/>
                </a:lnTo>
                <a:lnTo>
                  <a:pt x="825391" y="196173"/>
                </a:lnTo>
                <a:lnTo>
                  <a:pt x="845516" y="155083"/>
                </a:lnTo>
                <a:lnTo>
                  <a:pt x="845565" y="154988"/>
                </a:lnTo>
                <a:lnTo>
                  <a:pt x="865690" y="118031"/>
                </a:lnTo>
                <a:lnTo>
                  <a:pt x="865760" y="117911"/>
                </a:lnTo>
                <a:lnTo>
                  <a:pt x="885885" y="85467"/>
                </a:lnTo>
                <a:lnTo>
                  <a:pt x="885988" y="85315"/>
                </a:lnTo>
                <a:lnTo>
                  <a:pt x="906113" y="57727"/>
                </a:lnTo>
                <a:lnTo>
                  <a:pt x="906189" y="57629"/>
                </a:lnTo>
                <a:lnTo>
                  <a:pt x="906269" y="57535"/>
                </a:lnTo>
                <a:lnTo>
                  <a:pt x="926395" y="35097"/>
                </a:lnTo>
                <a:lnTo>
                  <a:pt x="926511" y="34975"/>
                </a:lnTo>
                <a:lnTo>
                  <a:pt x="926635" y="34862"/>
                </a:lnTo>
                <a:lnTo>
                  <a:pt x="946761" y="17816"/>
                </a:lnTo>
                <a:lnTo>
                  <a:pt x="946879" y="17722"/>
                </a:lnTo>
                <a:lnTo>
                  <a:pt x="947003" y="17636"/>
                </a:lnTo>
                <a:lnTo>
                  <a:pt x="947132" y="17557"/>
                </a:lnTo>
                <a:lnTo>
                  <a:pt x="967257" y="6088"/>
                </a:lnTo>
                <a:lnTo>
                  <a:pt x="967387" y="6019"/>
                </a:lnTo>
                <a:lnTo>
                  <a:pt x="967520" y="5958"/>
                </a:lnTo>
                <a:lnTo>
                  <a:pt x="967657" y="5906"/>
                </a:lnTo>
                <a:lnTo>
                  <a:pt x="967797" y="5861"/>
                </a:lnTo>
                <a:lnTo>
                  <a:pt x="987922" y="95"/>
                </a:lnTo>
                <a:lnTo>
                  <a:pt x="988088" y="54"/>
                </a:lnTo>
                <a:lnTo>
                  <a:pt x="988257" y="24"/>
                </a:lnTo>
                <a:lnTo>
                  <a:pt x="988427" y="6"/>
                </a:lnTo>
                <a:lnTo>
                  <a:pt x="988598" y="0"/>
                </a:lnTo>
                <a:lnTo>
                  <a:pt x="1008724" y="0"/>
                </a:lnTo>
                <a:lnTo>
                  <a:pt x="1008895" y="6"/>
                </a:lnTo>
                <a:lnTo>
                  <a:pt x="1009065" y="24"/>
                </a:lnTo>
                <a:lnTo>
                  <a:pt x="1009234" y="54"/>
                </a:lnTo>
                <a:lnTo>
                  <a:pt x="1009400" y="95"/>
                </a:lnTo>
                <a:lnTo>
                  <a:pt x="1029525" y="5861"/>
                </a:lnTo>
                <a:lnTo>
                  <a:pt x="1029665" y="5906"/>
                </a:lnTo>
                <a:lnTo>
                  <a:pt x="1029801" y="5958"/>
                </a:lnTo>
                <a:lnTo>
                  <a:pt x="1029935" y="6019"/>
                </a:lnTo>
                <a:lnTo>
                  <a:pt x="1030064" y="6088"/>
                </a:lnTo>
                <a:lnTo>
                  <a:pt x="1050190" y="17557"/>
                </a:lnTo>
                <a:lnTo>
                  <a:pt x="1050319" y="17636"/>
                </a:lnTo>
                <a:lnTo>
                  <a:pt x="1050443" y="17722"/>
                </a:lnTo>
                <a:lnTo>
                  <a:pt x="1050561" y="17816"/>
                </a:lnTo>
                <a:lnTo>
                  <a:pt x="1070686" y="34862"/>
                </a:lnTo>
                <a:lnTo>
                  <a:pt x="1070811" y="34975"/>
                </a:lnTo>
                <a:lnTo>
                  <a:pt x="1070927" y="35097"/>
                </a:lnTo>
                <a:lnTo>
                  <a:pt x="1091052" y="57535"/>
                </a:lnTo>
                <a:lnTo>
                  <a:pt x="1091133" y="57629"/>
                </a:lnTo>
                <a:lnTo>
                  <a:pt x="1091208" y="57727"/>
                </a:lnTo>
                <a:lnTo>
                  <a:pt x="1111334" y="85315"/>
                </a:lnTo>
                <a:lnTo>
                  <a:pt x="1111436" y="85467"/>
                </a:lnTo>
                <a:lnTo>
                  <a:pt x="1131562" y="117911"/>
                </a:lnTo>
                <a:lnTo>
                  <a:pt x="1131632" y="118031"/>
                </a:lnTo>
                <a:lnTo>
                  <a:pt x="1151757" y="154988"/>
                </a:lnTo>
                <a:lnTo>
                  <a:pt x="1151806" y="155083"/>
                </a:lnTo>
                <a:lnTo>
                  <a:pt x="1171931" y="196173"/>
                </a:lnTo>
                <a:lnTo>
                  <a:pt x="1171966" y="196247"/>
                </a:lnTo>
                <a:lnTo>
                  <a:pt x="1192091" y="241053"/>
                </a:lnTo>
                <a:lnTo>
                  <a:pt x="1192116" y="241111"/>
                </a:lnTo>
                <a:lnTo>
                  <a:pt x="1212242" y="289188"/>
                </a:lnTo>
                <a:lnTo>
                  <a:pt x="1212260" y="289233"/>
                </a:lnTo>
                <a:lnTo>
                  <a:pt x="1232385" y="340118"/>
                </a:lnTo>
                <a:lnTo>
                  <a:pt x="1232399" y="340153"/>
                </a:lnTo>
                <a:lnTo>
                  <a:pt x="1252524" y="393369"/>
                </a:lnTo>
                <a:lnTo>
                  <a:pt x="1252534" y="393394"/>
                </a:lnTo>
                <a:lnTo>
                  <a:pt x="1272659" y="448459"/>
                </a:lnTo>
                <a:lnTo>
                  <a:pt x="1272666" y="448477"/>
                </a:lnTo>
                <a:lnTo>
                  <a:pt x="1292791" y="504909"/>
                </a:lnTo>
                <a:lnTo>
                  <a:pt x="1292795" y="504920"/>
                </a:lnTo>
                <a:lnTo>
                  <a:pt x="1312920" y="562248"/>
                </a:lnTo>
                <a:lnTo>
                  <a:pt x="1312922" y="562253"/>
                </a:lnTo>
                <a:lnTo>
                  <a:pt x="1333048" y="620020"/>
                </a:lnTo>
                <a:lnTo>
                  <a:pt x="1353172" y="677786"/>
                </a:lnTo>
                <a:lnTo>
                  <a:pt x="1373295" y="735138"/>
                </a:lnTo>
                <a:lnTo>
                  <a:pt x="1393416" y="791695"/>
                </a:lnTo>
                <a:lnTo>
                  <a:pt x="1413535" y="847111"/>
                </a:lnTo>
                <a:lnTo>
                  <a:pt x="1433652" y="901072"/>
                </a:lnTo>
                <a:lnTo>
                  <a:pt x="1453767" y="953306"/>
                </a:lnTo>
                <a:lnTo>
                  <a:pt x="1473879" y="1003578"/>
                </a:lnTo>
                <a:lnTo>
                  <a:pt x="1493989" y="1051692"/>
                </a:lnTo>
                <a:lnTo>
                  <a:pt x="1514096" y="1097492"/>
                </a:lnTo>
                <a:lnTo>
                  <a:pt x="1534198" y="1140858"/>
                </a:lnTo>
                <a:lnTo>
                  <a:pt x="1554297" y="1181709"/>
                </a:lnTo>
                <a:lnTo>
                  <a:pt x="1574391" y="1219993"/>
                </a:lnTo>
                <a:lnTo>
                  <a:pt x="1594479" y="1255696"/>
                </a:lnTo>
                <a:lnTo>
                  <a:pt x="1614561" y="1288827"/>
                </a:lnTo>
                <a:lnTo>
                  <a:pt x="1634636" y="1319425"/>
                </a:lnTo>
                <a:lnTo>
                  <a:pt x="1654704" y="1347549"/>
                </a:lnTo>
                <a:lnTo>
                  <a:pt x="1674763" y="1373279"/>
                </a:lnTo>
                <a:lnTo>
                  <a:pt x="1694813" y="1396710"/>
                </a:lnTo>
                <a:lnTo>
                  <a:pt x="1714854" y="1417950"/>
                </a:lnTo>
                <a:lnTo>
                  <a:pt x="1734887" y="1437120"/>
                </a:lnTo>
                <a:lnTo>
                  <a:pt x="1754913" y="1454344"/>
                </a:lnTo>
                <a:lnTo>
                  <a:pt x="1774932" y="1469753"/>
                </a:lnTo>
                <a:lnTo>
                  <a:pt x="1794946" y="1483479"/>
                </a:lnTo>
                <a:lnTo>
                  <a:pt x="1814959" y="1495656"/>
                </a:lnTo>
                <a:lnTo>
                  <a:pt x="1834970" y="1506412"/>
                </a:lnTo>
                <a:lnTo>
                  <a:pt x="1854984" y="1515873"/>
                </a:lnTo>
                <a:lnTo>
                  <a:pt x="1875002" y="1524162"/>
                </a:lnTo>
                <a:lnTo>
                  <a:pt x="1895025" y="1531394"/>
                </a:lnTo>
                <a:lnTo>
                  <a:pt x="1915054" y="1537677"/>
                </a:lnTo>
                <a:lnTo>
                  <a:pt x="1935092" y="1543114"/>
                </a:lnTo>
                <a:lnTo>
                  <a:pt x="1955137" y="1547798"/>
                </a:lnTo>
                <a:lnTo>
                  <a:pt x="1975190" y="1551818"/>
                </a:lnTo>
                <a:lnTo>
                  <a:pt x="1995281" y="1555259"/>
                </a:lnTo>
                <a:lnTo>
                  <a:pt x="1995442" y="1555292"/>
                </a:lnTo>
                <a:lnTo>
                  <a:pt x="1995600" y="1555336"/>
                </a:lnTo>
                <a:lnTo>
                  <a:pt x="1995754" y="1555390"/>
                </a:lnTo>
                <a:lnTo>
                  <a:pt x="1995905" y="1555454"/>
                </a:lnTo>
                <a:lnTo>
                  <a:pt x="1996051" y="1555528"/>
                </a:lnTo>
                <a:lnTo>
                  <a:pt x="1996191" y="1555612"/>
                </a:lnTo>
                <a:lnTo>
                  <a:pt x="1996326" y="1555705"/>
                </a:lnTo>
                <a:lnTo>
                  <a:pt x="1996455" y="1555807"/>
                </a:lnTo>
                <a:lnTo>
                  <a:pt x="1996576" y="1555917"/>
                </a:lnTo>
                <a:lnTo>
                  <a:pt x="1996690" y="1556035"/>
                </a:lnTo>
                <a:lnTo>
                  <a:pt x="1996795" y="1556160"/>
                </a:lnTo>
                <a:lnTo>
                  <a:pt x="1996892" y="1556292"/>
                </a:lnTo>
                <a:lnTo>
                  <a:pt x="1996980" y="1556430"/>
                </a:lnTo>
                <a:lnTo>
                  <a:pt x="1997059" y="1556574"/>
                </a:lnTo>
                <a:lnTo>
                  <a:pt x="1997128" y="1556722"/>
                </a:lnTo>
                <a:lnTo>
                  <a:pt x="1997186" y="1556875"/>
                </a:lnTo>
                <a:lnTo>
                  <a:pt x="1997235" y="1557032"/>
                </a:lnTo>
                <a:lnTo>
                  <a:pt x="1997273" y="1557191"/>
                </a:lnTo>
                <a:lnTo>
                  <a:pt x="1997300" y="1557352"/>
                </a:lnTo>
                <a:lnTo>
                  <a:pt x="1997316" y="1557515"/>
                </a:lnTo>
                <a:lnTo>
                  <a:pt x="1997322" y="1557679"/>
                </a:lnTo>
                <a:lnTo>
                  <a:pt x="1997322" y="1557805"/>
                </a:lnTo>
                <a:close/>
                <a:moveTo>
                  <a:pt x="43188" y="1552604"/>
                </a:moveTo>
                <a:lnTo>
                  <a:pt x="29494" y="1555350"/>
                </a:lnTo>
                <a:lnTo>
                  <a:pt x="1967828" y="1555350"/>
                </a:lnTo>
                <a:lnTo>
                  <a:pt x="1954134" y="1552604"/>
                </a:lnTo>
                <a:lnTo>
                  <a:pt x="1954058" y="1552588"/>
                </a:lnTo>
                <a:lnTo>
                  <a:pt x="1933932" y="1547884"/>
                </a:lnTo>
                <a:lnTo>
                  <a:pt x="1933848" y="1547863"/>
                </a:lnTo>
                <a:lnTo>
                  <a:pt x="1913723" y="1542403"/>
                </a:lnTo>
                <a:lnTo>
                  <a:pt x="1913631" y="1542376"/>
                </a:lnTo>
                <a:lnTo>
                  <a:pt x="1893505" y="1536063"/>
                </a:lnTo>
                <a:lnTo>
                  <a:pt x="1893406" y="1536029"/>
                </a:lnTo>
                <a:lnTo>
                  <a:pt x="1873281" y="1528761"/>
                </a:lnTo>
                <a:lnTo>
                  <a:pt x="1873176" y="1528720"/>
                </a:lnTo>
                <a:lnTo>
                  <a:pt x="1853050" y="1520386"/>
                </a:lnTo>
                <a:lnTo>
                  <a:pt x="1852940" y="1520338"/>
                </a:lnTo>
                <a:lnTo>
                  <a:pt x="1832815" y="1510823"/>
                </a:lnTo>
                <a:lnTo>
                  <a:pt x="1832702" y="1510766"/>
                </a:lnTo>
                <a:lnTo>
                  <a:pt x="1812576" y="1499949"/>
                </a:lnTo>
                <a:lnTo>
                  <a:pt x="1812463" y="1499884"/>
                </a:lnTo>
                <a:lnTo>
                  <a:pt x="1792337" y="1487639"/>
                </a:lnTo>
                <a:lnTo>
                  <a:pt x="1792225" y="1487566"/>
                </a:lnTo>
                <a:lnTo>
                  <a:pt x="1772099" y="1473764"/>
                </a:lnTo>
                <a:lnTo>
                  <a:pt x="1771990" y="1473684"/>
                </a:lnTo>
                <a:lnTo>
                  <a:pt x="1751865" y="1458194"/>
                </a:lnTo>
                <a:lnTo>
                  <a:pt x="1751762" y="1458109"/>
                </a:lnTo>
                <a:lnTo>
                  <a:pt x="1731636" y="1440799"/>
                </a:lnTo>
                <a:lnTo>
                  <a:pt x="1731540" y="1440712"/>
                </a:lnTo>
                <a:lnTo>
                  <a:pt x="1711414" y="1421454"/>
                </a:lnTo>
                <a:lnTo>
                  <a:pt x="1711326" y="1421365"/>
                </a:lnTo>
                <a:lnTo>
                  <a:pt x="1691201" y="1400036"/>
                </a:lnTo>
                <a:lnTo>
                  <a:pt x="1691121" y="1399947"/>
                </a:lnTo>
                <a:lnTo>
                  <a:pt x="1670996" y="1376428"/>
                </a:lnTo>
                <a:lnTo>
                  <a:pt x="1670925" y="1376342"/>
                </a:lnTo>
                <a:lnTo>
                  <a:pt x="1650800" y="1350527"/>
                </a:lnTo>
                <a:lnTo>
                  <a:pt x="1650737" y="1350443"/>
                </a:lnTo>
                <a:lnTo>
                  <a:pt x="1630612" y="1322238"/>
                </a:lnTo>
                <a:lnTo>
                  <a:pt x="1630558" y="1322159"/>
                </a:lnTo>
                <a:lnTo>
                  <a:pt x="1610432" y="1291484"/>
                </a:lnTo>
                <a:lnTo>
                  <a:pt x="1610386" y="1291410"/>
                </a:lnTo>
                <a:lnTo>
                  <a:pt x="1590260" y="1258207"/>
                </a:lnTo>
                <a:lnTo>
                  <a:pt x="1590220" y="1258138"/>
                </a:lnTo>
                <a:lnTo>
                  <a:pt x="1570095" y="1222370"/>
                </a:lnTo>
                <a:lnTo>
                  <a:pt x="1570060" y="1222307"/>
                </a:lnTo>
                <a:lnTo>
                  <a:pt x="1549935" y="1183962"/>
                </a:lnTo>
                <a:lnTo>
                  <a:pt x="1549906" y="1183905"/>
                </a:lnTo>
                <a:lnTo>
                  <a:pt x="1529781" y="1143000"/>
                </a:lnTo>
                <a:lnTo>
                  <a:pt x="1529756" y="1142949"/>
                </a:lnTo>
                <a:lnTo>
                  <a:pt x="1509631" y="1099534"/>
                </a:lnTo>
                <a:lnTo>
                  <a:pt x="1509610" y="1099489"/>
                </a:lnTo>
                <a:lnTo>
                  <a:pt x="1489485" y="1053646"/>
                </a:lnTo>
                <a:lnTo>
                  <a:pt x="1489468" y="1053606"/>
                </a:lnTo>
                <a:lnTo>
                  <a:pt x="1469342" y="1005454"/>
                </a:lnTo>
                <a:lnTo>
                  <a:pt x="1469328" y="1005419"/>
                </a:lnTo>
                <a:lnTo>
                  <a:pt x="1449203" y="955115"/>
                </a:lnTo>
                <a:lnTo>
                  <a:pt x="1449191" y="955085"/>
                </a:lnTo>
                <a:lnTo>
                  <a:pt x="1429066" y="902824"/>
                </a:lnTo>
                <a:lnTo>
                  <a:pt x="1429056" y="902799"/>
                </a:lnTo>
                <a:lnTo>
                  <a:pt x="1408931" y="848816"/>
                </a:lnTo>
                <a:lnTo>
                  <a:pt x="1408924" y="848796"/>
                </a:lnTo>
                <a:lnTo>
                  <a:pt x="1388798" y="793363"/>
                </a:lnTo>
                <a:lnTo>
                  <a:pt x="1388793" y="793348"/>
                </a:lnTo>
                <a:lnTo>
                  <a:pt x="1368667" y="736778"/>
                </a:lnTo>
                <a:lnTo>
                  <a:pt x="1368664" y="736768"/>
                </a:lnTo>
                <a:lnTo>
                  <a:pt x="1348539" y="679408"/>
                </a:lnTo>
                <a:lnTo>
                  <a:pt x="1348537" y="679403"/>
                </a:lnTo>
                <a:lnTo>
                  <a:pt x="1328412" y="621635"/>
                </a:lnTo>
                <a:lnTo>
                  <a:pt x="1308287" y="563871"/>
                </a:lnTo>
                <a:lnTo>
                  <a:pt x="1288164" y="506552"/>
                </a:lnTo>
                <a:lnTo>
                  <a:pt x="1268044" y="450135"/>
                </a:lnTo>
                <a:lnTo>
                  <a:pt x="1247927" y="395093"/>
                </a:lnTo>
                <a:lnTo>
                  <a:pt x="1227813" y="341907"/>
                </a:lnTo>
                <a:lnTo>
                  <a:pt x="1207703" y="291062"/>
                </a:lnTo>
                <a:lnTo>
                  <a:pt x="1187600" y="243035"/>
                </a:lnTo>
                <a:lnTo>
                  <a:pt x="1167504" y="198296"/>
                </a:lnTo>
                <a:lnTo>
                  <a:pt x="1147420" y="157290"/>
                </a:lnTo>
                <a:lnTo>
                  <a:pt x="1127353" y="120440"/>
                </a:lnTo>
                <a:lnTo>
                  <a:pt x="1107313" y="88134"/>
                </a:lnTo>
                <a:lnTo>
                  <a:pt x="1087315" y="60720"/>
                </a:lnTo>
                <a:lnTo>
                  <a:pt x="1067385" y="38500"/>
                </a:lnTo>
                <a:lnTo>
                  <a:pt x="1047561" y="21710"/>
                </a:lnTo>
                <a:lnTo>
                  <a:pt x="1027890" y="10500"/>
                </a:lnTo>
                <a:lnTo>
                  <a:pt x="1008379" y="4910"/>
                </a:lnTo>
                <a:lnTo>
                  <a:pt x="988943" y="4910"/>
                </a:lnTo>
                <a:lnTo>
                  <a:pt x="969432" y="10500"/>
                </a:lnTo>
                <a:lnTo>
                  <a:pt x="949760" y="21710"/>
                </a:lnTo>
                <a:lnTo>
                  <a:pt x="929937" y="38500"/>
                </a:lnTo>
                <a:lnTo>
                  <a:pt x="910007" y="60720"/>
                </a:lnTo>
                <a:lnTo>
                  <a:pt x="890009" y="88134"/>
                </a:lnTo>
                <a:lnTo>
                  <a:pt x="869969" y="120440"/>
                </a:lnTo>
                <a:lnTo>
                  <a:pt x="849902" y="157290"/>
                </a:lnTo>
                <a:lnTo>
                  <a:pt x="829818" y="198296"/>
                </a:lnTo>
                <a:lnTo>
                  <a:pt x="809722" y="243035"/>
                </a:lnTo>
                <a:lnTo>
                  <a:pt x="789618" y="291062"/>
                </a:lnTo>
                <a:lnTo>
                  <a:pt x="769509" y="341907"/>
                </a:lnTo>
                <a:lnTo>
                  <a:pt x="749395" y="395093"/>
                </a:lnTo>
                <a:lnTo>
                  <a:pt x="729277" y="450135"/>
                </a:lnTo>
                <a:lnTo>
                  <a:pt x="709157" y="506552"/>
                </a:lnTo>
                <a:lnTo>
                  <a:pt x="689035" y="563871"/>
                </a:lnTo>
                <a:lnTo>
                  <a:pt x="668910" y="621635"/>
                </a:lnTo>
                <a:lnTo>
                  <a:pt x="648785" y="679403"/>
                </a:lnTo>
                <a:lnTo>
                  <a:pt x="648783" y="679408"/>
                </a:lnTo>
                <a:lnTo>
                  <a:pt x="628658" y="736768"/>
                </a:lnTo>
                <a:lnTo>
                  <a:pt x="628654" y="736778"/>
                </a:lnTo>
                <a:lnTo>
                  <a:pt x="608529" y="793348"/>
                </a:lnTo>
                <a:lnTo>
                  <a:pt x="608523" y="793363"/>
                </a:lnTo>
                <a:lnTo>
                  <a:pt x="588398" y="848796"/>
                </a:lnTo>
                <a:lnTo>
                  <a:pt x="588391" y="848816"/>
                </a:lnTo>
                <a:lnTo>
                  <a:pt x="568265" y="902799"/>
                </a:lnTo>
                <a:lnTo>
                  <a:pt x="568256" y="902824"/>
                </a:lnTo>
                <a:lnTo>
                  <a:pt x="548131" y="955085"/>
                </a:lnTo>
                <a:lnTo>
                  <a:pt x="548119" y="955115"/>
                </a:lnTo>
                <a:lnTo>
                  <a:pt x="527994" y="1005419"/>
                </a:lnTo>
                <a:lnTo>
                  <a:pt x="527980" y="1005454"/>
                </a:lnTo>
                <a:lnTo>
                  <a:pt x="507854" y="1053606"/>
                </a:lnTo>
                <a:lnTo>
                  <a:pt x="507837" y="1053646"/>
                </a:lnTo>
                <a:lnTo>
                  <a:pt x="487711" y="1099489"/>
                </a:lnTo>
                <a:lnTo>
                  <a:pt x="487691" y="1099534"/>
                </a:lnTo>
                <a:lnTo>
                  <a:pt x="467566" y="1142949"/>
                </a:lnTo>
                <a:lnTo>
                  <a:pt x="467541" y="1143000"/>
                </a:lnTo>
                <a:lnTo>
                  <a:pt x="447416" y="1183905"/>
                </a:lnTo>
                <a:lnTo>
                  <a:pt x="447387" y="1183962"/>
                </a:lnTo>
                <a:lnTo>
                  <a:pt x="427261" y="1222307"/>
                </a:lnTo>
                <a:lnTo>
                  <a:pt x="427227" y="1222370"/>
                </a:lnTo>
                <a:lnTo>
                  <a:pt x="407102" y="1258138"/>
                </a:lnTo>
                <a:lnTo>
                  <a:pt x="407062" y="1258207"/>
                </a:lnTo>
                <a:lnTo>
                  <a:pt x="386936" y="1291410"/>
                </a:lnTo>
                <a:lnTo>
                  <a:pt x="386889" y="1291484"/>
                </a:lnTo>
                <a:lnTo>
                  <a:pt x="366764" y="1322159"/>
                </a:lnTo>
                <a:lnTo>
                  <a:pt x="366710" y="1322238"/>
                </a:lnTo>
                <a:lnTo>
                  <a:pt x="346584" y="1350443"/>
                </a:lnTo>
                <a:lnTo>
                  <a:pt x="346522" y="1350527"/>
                </a:lnTo>
                <a:lnTo>
                  <a:pt x="326397" y="1376342"/>
                </a:lnTo>
                <a:lnTo>
                  <a:pt x="326326" y="1376428"/>
                </a:lnTo>
                <a:lnTo>
                  <a:pt x="306201" y="1399947"/>
                </a:lnTo>
                <a:lnTo>
                  <a:pt x="306121" y="1400036"/>
                </a:lnTo>
                <a:lnTo>
                  <a:pt x="285996" y="1421365"/>
                </a:lnTo>
                <a:lnTo>
                  <a:pt x="285907" y="1421454"/>
                </a:lnTo>
                <a:lnTo>
                  <a:pt x="265782" y="1440712"/>
                </a:lnTo>
                <a:lnTo>
                  <a:pt x="265685" y="1440799"/>
                </a:lnTo>
                <a:lnTo>
                  <a:pt x="245560" y="1458109"/>
                </a:lnTo>
                <a:lnTo>
                  <a:pt x="245457" y="1458194"/>
                </a:lnTo>
                <a:lnTo>
                  <a:pt x="225331" y="1473684"/>
                </a:lnTo>
                <a:lnTo>
                  <a:pt x="225222" y="1473764"/>
                </a:lnTo>
                <a:lnTo>
                  <a:pt x="205097" y="1487566"/>
                </a:lnTo>
                <a:lnTo>
                  <a:pt x="204984" y="1487639"/>
                </a:lnTo>
                <a:lnTo>
                  <a:pt x="184859" y="1499884"/>
                </a:lnTo>
                <a:lnTo>
                  <a:pt x="184745" y="1499949"/>
                </a:lnTo>
                <a:lnTo>
                  <a:pt x="164620" y="1510766"/>
                </a:lnTo>
                <a:lnTo>
                  <a:pt x="164507" y="1510823"/>
                </a:lnTo>
                <a:lnTo>
                  <a:pt x="144382" y="1520338"/>
                </a:lnTo>
                <a:lnTo>
                  <a:pt x="144272" y="1520386"/>
                </a:lnTo>
                <a:lnTo>
                  <a:pt x="124146" y="1528720"/>
                </a:lnTo>
                <a:lnTo>
                  <a:pt x="124041" y="1528761"/>
                </a:lnTo>
                <a:lnTo>
                  <a:pt x="103916" y="1536029"/>
                </a:lnTo>
                <a:lnTo>
                  <a:pt x="103816" y="1536063"/>
                </a:lnTo>
                <a:lnTo>
                  <a:pt x="83691" y="1542376"/>
                </a:lnTo>
                <a:lnTo>
                  <a:pt x="83599" y="1542403"/>
                </a:lnTo>
                <a:lnTo>
                  <a:pt x="63474" y="1547863"/>
                </a:lnTo>
                <a:lnTo>
                  <a:pt x="63390" y="1547884"/>
                </a:lnTo>
                <a:lnTo>
                  <a:pt x="43264" y="1552588"/>
                </a:lnTo>
                <a:lnTo>
                  <a:pt x="43188" y="1552604"/>
                </a:lnTo>
                <a:close/>
              </a:path>
            </a:pathLst>
          </a:custGeom>
          <a:solidFill xmlns:a="http://schemas.openxmlformats.org/drawingml/2006/main">
            <a:srgbClr val="8FBC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491384E-2F6A-43E5-9A1A-AA69A90C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977" y="320721"/>
            <a:ext cx="2003748" cy="1560260"/>
          </a:xfrm>
          <a:custGeom xmlns:a="http://schemas.openxmlformats.org/drawingml/2006/main">
            <a:pathLst>
              <a:path w="2003748" h="1560260">
                <a:moveTo>
                  <a:pt x="46884" y="1557466"/>
                </a:moveTo>
                <a:lnTo>
                  <a:pt x="32949" y="1560260"/>
                </a:lnTo>
                <a:lnTo>
                  <a:pt x="708" y="1560260"/>
                </a:lnTo>
                <a:lnTo>
                  <a:pt x="0" y="1556123"/>
                </a:lnTo>
                <a:lnTo>
                  <a:pt x="4839" y="1555295"/>
                </a:lnTo>
                <a:lnTo>
                  <a:pt x="24896" y="1551860"/>
                </a:lnTo>
                <a:lnTo>
                  <a:pt x="44877" y="1547854"/>
                </a:lnTo>
                <a:lnTo>
                  <a:pt x="64842" y="1543188"/>
                </a:lnTo>
                <a:lnTo>
                  <a:pt x="84791" y="1537775"/>
                </a:lnTo>
                <a:lnTo>
                  <a:pt x="104725" y="1531522"/>
                </a:lnTo>
                <a:lnTo>
                  <a:pt x="124646" y="1524328"/>
                </a:lnTo>
                <a:lnTo>
                  <a:pt x="144556" y="1516083"/>
                </a:lnTo>
                <a:lnTo>
                  <a:pt x="164458" y="1506674"/>
                </a:lnTo>
                <a:lnTo>
                  <a:pt x="184356" y="1495979"/>
                </a:lnTo>
                <a:lnTo>
                  <a:pt x="204255" y="1483872"/>
                </a:lnTo>
                <a:lnTo>
                  <a:pt x="224159" y="1470221"/>
                </a:lnTo>
                <a:lnTo>
                  <a:pt x="244072" y="1454894"/>
                </a:lnTo>
                <a:lnTo>
                  <a:pt x="263998" y="1437756"/>
                </a:lnTo>
                <a:lnTo>
                  <a:pt x="283938" y="1418675"/>
                </a:lnTo>
                <a:lnTo>
                  <a:pt x="303896" y="1397523"/>
                </a:lnTo>
                <a:lnTo>
                  <a:pt x="323871" y="1374180"/>
                </a:lnTo>
                <a:lnTo>
                  <a:pt x="343863" y="1348536"/>
                </a:lnTo>
                <a:lnTo>
                  <a:pt x="363872" y="1320493"/>
                </a:lnTo>
                <a:lnTo>
                  <a:pt x="383897" y="1289972"/>
                </a:lnTo>
                <a:lnTo>
                  <a:pt x="403936" y="1256912"/>
                </a:lnTo>
                <a:lnTo>
                  <a:pt x="423987" y="1221276"/>
                </a:lnTo>
                <a:lnTo>
                  <a:pt x="444049" y="1183051"/>
                </a:lnTo>
                <a:lnTo>
                  <a:pt x="464121" y="1142255"/>
                </a:lnTo>
                <a:lnTo>
                  <a:pt x="484202" y="1098937"/>
                </a:lnTo>
                <a:lnTo>
                  <a:pt x="504289" y="1053180"/>
                </a:lnTo>
                <a:lnTo>
                  <a:pt x="524383" y="1005104"/>
                </a:lnTo>
                <a:lnTo>
                  <a:pt x="544483" y="954864"/>
                </a:lnTo>
                <a:lnTo>
                  <a:pt x="564587" y="902657"/>
                </a:lnTo>
                <a:lnTo>
                  <a:pt x="584696" y="848718"/>
                </a:lnTo>
                <a:lnTo>
                  <a:pt x="604809" y="793320"/>
                </a:lnTo>
                <a:lnTo>
                  <a:pt x="624925" y="736775"/>
                </a:lnTo>
                <a:lnTo>
                  <a:pt x="645045" y="679430"/>
                </a:lnTo>
                <a:lnTo>
                  <a:pt x="665169" y="621667"/>
                </a:lnTo>
                <a:lnTo>
                  <a:pt x="685294" y="563900"/>
                </a:lnTo>
                <a:lnTo>
                  <a:pt x="685298" y="563889"/>
                </a:lnTo>
                <a:lnTo>
                  <a:pt x="705424" y="506562"/>
                </a:lnTo>
                <a:lnTo>
                  <a:pt x="705432" y="506539"/>
                </a:lnTo>
                <a:lnTo>
                  <a:pt x="725557" y="450107"/>
                </a:lnTo>
                <a:lnTo>
                  <a:pt x="725570" y="450071"/>
                </a:lnTo>
                <a:lnTo>
                  <a:pt x="745696" y="395007"/>
                </a:lnTo>
                <a:lnTo>
                  <a:pt x="745715" y="394955"/>
                </a:lnTo>
                <a:lnTo>
                  <a:pt x="765840" y="341739"/>
                </a:lnTo>
                <a:lnTo>
                  <a:pt x="765867" y="341670"/>
                </a:lnTo>
                <a:lnTo>
                  <a:pt x="785992" y="290785"/>
                </a:lnTo>
                <a:lnTo>
                  <a:pt x="786029" y="290695"/>
                </a:lnTo>
                <a:lnTo>
                  <a:pt x="806154" y="242618"/>
                </a:lnTo>
                <a:lnTo>
                  <a:pt x="806204" y="242502"/>
                </a:lnTo>
                <a:lnTo>
                  <a:pt x="826330" y="197696"/>
                </a:lnTo>
                <a:lnTo>
                  <a:pt x="826399" y="197548"/>
                </a:lnTo>
                <a:lnTo>
                  <a:pt x="846525" y="156458"/>
                </a:lnTo>
                <a:lnTo>
                  <a:pt x="846622" y="156269"/>
                </a:lnTo>
                <a:lnTo>
                  <a:pt x="866747" y="119311"/>
                </a:lnTo>
                <a:lnTo>
                  <a:pt x="866887" y="119071"/>
                </a:lnTo>
                <a:lnTo>
                  <a:pt x="887012" y="86628"/>
                </a:lnTo>
                <a:lnTo>
                  <a:pt x="887218" y="86323"/>
                </a:lnTo>
                <a:lnTo>
                  <a:pt x="907343" y="58735"/>
                </a:lnTo>
                <a:lnTo>
                  <a:pt x="907494" y="58539"/>
                </a:lnTo>
                <a:lnTo>
                  <a:pt x="907655" y="58350"/>
                </a:lnTo>
                <a:lnTo>
                  <a:pt x="927780" y="35912"/>
                </a:lnTo>
                <a:lnTo>
                  <a:pt x="928013" y="35670"/>
                </a:lnTo>
                <a:lnTo>
                  <a:pt x="928262" y="35444"/>
                </a:lnTo>
                <a:lnTo>
                  <a:pt x="948387" y="18398"/>
                </a:lnTo>
                <a:lnTo>
                  <a:pt x="948624" y="18210"/>
                </a:lnTo>
                <a:lnTo>
                  <a:pt x="948872" y="18037"/>
                </a:lnTo>
                <a:lnTo>
                  <a:pt x="949130" y="17879"/>
                </a:lnTo>
                <a:lnTo>
                  <a:pt x="969255" y="6410"/>
                </a:lnTo>
                <a:lnTo>
                  <a:pt x="969514" y="6273"/>
                </a:lnTo>
                <a:lnTo>
                  <a:pt x="969781" y="6151"/>
                </a:lnTo>
                <a:lnTo>
                  <a:pt x="970054" y="6045"/>
                </a:lnTo>
                <a:lnTo>
                  <a:pt x="970334" y="5956"/>
                </a:lnTo>
                <a:lnTo>
                  <a:pt x="990459" y="190"/>
                </a:lnTo>
                <a:lnTo>
                  <a:pt x="990791" y="107"/>
                </a:lnTo>
                <a:lnTo>
                  <a:pt x="991129" y="48"/>
                </a:lnTo>
                <a:lnTo>
                  <a:pt x="991469" y="12"/>
                </a:lnTo>
                <a:lnTo>
                  <a:pt x="991811" y="0"/>
                </a:lnTo>
                <a:lnTo>
                  <a:pt x="1011937" y="0"/>
                </a:lnTo>
                <a:lnTo>
                  <a:pt x="1012279" y="12"/>
                </a:lnTo>
                <a:lnTo>
                  <a:pt x="1012619" y="48"/>
                </a:lnTo>
                <a:lnTo>
                  <a:pt x="1012957" y="107"/>
                </a:lnTo>
                <a:lnTo>
                  <a:pt x="1013289" y="190"/>
                </a:lnTo>
                <a:lnTo>
                  <a:pt x="1033414" y="5956"/>
                </a:lnTo>
                <a:lnTo>
                  <a:pt x="1033694" y="6045"/>
                </a:lnTo>
                <a:lnTo>
                  <a:pt x="1033967" y="6151"/>
                </a:lnTo>
                <a:lnTo>
                  <a:pt x="1034234" y="6273"/>
                </a:lnTo>
                <a:lnTo>
                  <a:pt x="1034493" y="6410"/>
                </a:lnTo>
                <a:lnTo>
                  <a:pt x="1054618" y="17879"/>
                </a:lnTo>
                <a:lnTo>
                  <a:pt x="1054876" y="18037"/>
                </a:lnTo>
                <a:lnTo>
                  <a:pt x="1055124" y="18210"/>
                </a:lnTo>
                <a:lnTo>
                  <a:pt x="1055361" y="18398"/>
                </a:lnTo>
                <a:lnTo>
                  <a:pt x="1075486" y="35444"/>
                </a:lnTo>
                <a:lnTo>
                  <a:pt x="1075735" y="35670"/>
                </a:lnTo>
                <a:lnTo>
                  <a:pt x="1075968" y="35912"/>
                </a:lnTo>
                <a:lnTo>
                  <a:pt x="1096093" y="58350"/>
                </a:lnTo>
                <a:lnTo>
                  <a:pt x="1096254" y="58539"/>
                </a:lnTo>
                <a:lnTo>
                  <a:pt x="1096405" y="58735"/>
                </a:lnTo>
                <a:lnTo>
                  <a:pt x="1116530" y="86323"/>
                </a:lnTo>
                <a:lnTo>
                  <a:pt x="1116736" y="86628"/>
                </a:lnTo>
                <a:lnTo>
                  <a:pt x="1136861" y="119071"/>
                </a:lnTo>
                <a:lnTo>
                  <a:pt x="1137001" y="119311"/>
                </a:lnTo>
                <a:lnTo>
                  <a:pt x="1157126" y="156269"/>
                </a:lnTo>
                <a:lnTo>
                  <a:pt x="1157223" y="156458"/>
                </a:lnTo>
                <a:lnTo>
                  <a:pt x="1177349" y="197548"/>
                </a:lnTo>
                <a:lnTo>
                  <a:pt x="1177418" y="197696"/>
                </a:lnTo>
                <a:lnTo>
                  <a:pt x="1197544" y="242502"/>
                </a:lnTo>
                <a:lnTo>
                  <a:pt x="1197594" y="242618"/>
                </a:lnTo>
                <a:lnTo>
                  <a:pt x="1217719" y="290695"/>
                </a:lnTo>
                <a:lnTo>
                  <a:pt x="1217756" y="290785"/>
                </a:lnTo>
                <a:lnTo>
                  <a:pt x="1237881" y="341670"/>
                </a:lnTo>
                <a:lnTo>
                  <a:pt x="1237908" y="341739"/>
                </a:lnTo>
                <a:lnTo>
                  <a:pt x="1258033" y="394955"/>
                </a:lnTo>
                <a:lnTo>
                  <a:pt x="1258052" y="395007"/>
                </a:lnTo>
                <a:lnTo>
                  <a:pt x="1278178" y="450071"/>
                </a:lnTo>
                <a:lnTo>
                  <a:pt x="1278191" y="450107"/>
                </a:lnTo>
                <a:lnTo>
                  <a:pt x="1298316" y="506539"/>
                </a:lnTo>
                <a:lnTo>
                  <a:pt x="1298324" y="506562"/>
                </a:lnTo>
                <a:lnTo>
                  <a:pt x="1318450" y="563889"/>
                </a:lnTo>
                <a:lnTo>
                  <a:pt x="1318454" y="563900"/>
                </a:lnTo>
                <a:lnTo>
                  <a:pt x="1338579" y="621667"/>
                </a:lnTo>
                <a:lnTo>
                  <a:pt x="1358703" y="679430"/>
                </a:lnTo>
                <a:lnTo>
                  <a:pt x="1378823" y="736775"/>
                </a:lnTo>
                <a:lnTo>
                  <a:pt x="1398939" y="793320"/>
                </a:lnTo>
                <a:lnTo>
                  <a:pt x="1419052" y="848718"/>
                </a:lnTo>
                <a:lnTo>
                  <a:pt x="1439161" y="902657"/>
                </a:lnTo>
                <a:lnTo>
                  <a:pt x="1459265" y="954864"/>
                </a:lnTo>
                <a:lnTo>
                  <a:pt x="1479365" y="1005104"/>
                </a:lnTo>
                <a:lnTo>
                  <a:pt x="1499459" y="1053180"/>
                </a:lnTo>
                <a:lnTo>
                  <a:pt x="1519546" y="1098937"/>
                </a:lnTo>
                <a:lnTo>
                  <a:pt x="1539627" y="1142255"/>
                </a:lnTo>
                <a:lnTo>
                  <a:pt x="1559699" y="1183051"/>
                </a:lnTo>
                <a:lnTo>
                  <a:pt x="1579761" y="1221276"/>
                </a:lnTo>
                <a:lnTo>
                  <a:pt x="1599812" y="1256912"/>
                </a:lnTo>
                <a:lnTo>
                  <a:pt x="1619851" y="1289972"/>
                </a:lnTo>
                <a:lnTo>
                  <a:pt x="1639876" y="1320493"/>
                </a:lnTo>
                <a:lnTo>
                  <a:pt x="1659885" y="1348536"/>
                </a:lnTo>
                <a:lnTo>
                  <a:pt x="1679877" y="1374180"/>
                </a:lnTo>
                <a:lnTo>
                  <a:pt x="1699852" y="1397523"/>
                </a:lnTo>
                <a:lnTo>
                  <a:pt x="1719810" y="1418675"/>
                </a:lnTo>
                <a:lnTo>
                  <a:pt x="1739750" y="1437756"/>
                </a:lnTo>
                <a:lnTo>
                  <a:pt x="1759676" y="1454894"/>
                </a:lnTo>
                <a:lnTo>
                  <a:pt x="1779589" y="1470221"/>
                </a:lnTo>
                <a:lnTo>
                  <a:pt x="1799493" y="1483872"/>
                </a:lnTo>
                <a:lnTo>
                  <a:pt x="1819392" y="1495979"/>
                </a:lnTo>
                <a:lnTo>
                  <a:pt x="1839290" y="1506674"/>
                </a:lnTo>
                <a:lnTo>
                  <a:pt x="1859192" y="1516083"/>
                </a:lnTo>
                <a:lnTo>
                  <a:pt x="1879102" y="1524328"/>
                </a:lnTo>
                <a:lnTo>
                  <a:pt x="1899023" y="1531522"/>
                </a:lnTo>
                <a:lnTo>
                  <a:pt x="1918957" y="1537775"/>
                </a:lnTo>
                <a:lnTo>
                  <a:pt x="1938906" y="1543188"/>
                </a:lnTo>
                <a:lnTo>
                  <a:pt x="1958871" y="1547854"/>
                </a:lnTo>
                <a:lnTo>
                  <a:pt x="1978852" y="1551860"/>
                </a:lnTo>
                <a:lnTo>
                  <a:pt x="2003748" y="1556123"/>
                </a:lnTo>
                <a:lnTo>
                  <a:pt x="2003039" y="1560260"/>
                </a:lnTo>
                <a:lnTo>
                  <a:pt x="1970799" y="1560260"/>
                </a:lnTo>
                <a:lnTo>
                  <a:pt x="1956864" y="1557466"/>
                </a:lnTo>
                <a:lnTo>
                  <a:pt x="1956712" y="1557433"/>
                </a:lnTo>
                <a:lnTo>
                  <a:pt x="1936587" y="1552730"/>
                </a:lnTo>
                <a:lnTo>
                  <a:pt x="1936418" y="1552687"/>
                </a:lnTo>
                <a:lnTo>
                  <a:pt x="1916293" y="1547227"/>
                </a:lnTo>
                <a:lnTo>
                  <a:pt x="1916109" y="1547173"/>
                </a:lnTo>
                <a:lnTo>
                  <a:pt x="1895984" y="1540860"/>
                </a:lnTo>
                <a:lnTo>
                  <a:pt x="1895785" y="1540793"/>
                </a:lnTo>
                <a:lnTo>
                  <a:pt x="1875660" y="1533524"/>
                </a:lnTo>
                <a:lnTo>
                  <a:pt x="1875449" y="1533443"/>
                </a:lnTo>
                <a:lnTo>
                  <a:pt x="1855324" y="1525109"/>
                </a:lnTo>
                <a:lnTo>
                  <a:pt x="1855104" y="1525012"/>
                </a:lnTo>
                <a:lnTo>
                  <a:pt x="1834979" y="1515497"/>
                </a:lnTo>
                <a:lnTo>
                  <a:pt x="1834753" y="1515383"/>
                </a:lnTo>
                <a:lnTo>
                  <a:pt x="1814627" y="1504566"/>
                </a:lnTo>
                <a:lnTo>
                  <a:pt x="1814400" y="1504436"/>
                </a:lnTo>
                <a:lnTo>
                  <a:pt x="1794274" y="1492191"/>
                </a:lnTo>
                <a:lnTo>
                  <a:pt x="1794049" y="1492045"/>
                </a:lnTo>
                <a:lnTo>
                  <a:pt x="1773924" y="1478243"/>
                </a:lnTo>
                <a:lnTo>
                  <a:pt x="1773706" y="1478085"/>
                </a:lnTo>
                <a:lnTo>
                  <a:pt x="1753581" y="1462594"/>
                </a:lnTo>
                <a:lnTo>
                  <a:pt x="1753374" y="1462425"/>
                </a:lnTo>
                <a:lnTo>
                  <a:pt x="1733249" y="1445115"/>
                </a:lnTo>
                <a:lnTo>
                  <a:pt x="1733056" y="1444940"/>
                </a:lnTo>
                <a:lnTo>
                  <a:pt x="1712930" y="1425683"/>
                </a:lnTo>
                <a:lnTo>
                  <a:pt x="1712754" y="1425505"/>
                </a:lnTo>
                <a:lnTo>
                  <a:pt x="1692628" y="1404175"/>
                </a:lnTo>
                <a:lnTo>
                  <a:pt x="1692469" y="1403998"/>
                </a:lnTo>
                <a:lnTo>
                  <a:pt x="1672344" y="1380479"/>
                </a:lnTo>
                <a:lnTo>
                  <a:pt x="1672202" y="1380306"/>
                </a:lnTo>
                <a:lnTo>
                  <a:pt x="1652077" y="1354491"/>
                </a:lnTo>
                <a:lnTo>
                  <a:pt x="1651952" y="1354324"/>
                </a:lnTo>
                <a:lnTo>
                  <a:pt x="1631827" y="1326118"/>
                </a:lnTo>
                <a:lnTo>
                  <a:pt x="1631718" y="1325960"/>
                </a:lnTo>
                <a:lnTo>
                  <a:pt x="1611593" y="1295285"/>
                </a:lnTo>
                <a:lnTo>
                  <a:pt x="1611499" y="1295137"/>
                </a:lnTo>
                <a:lnTo>
                  <a:pt x="1591374" y="1261934"/>
                </a:lnTo>
                <a:lnTo>
                  <a:pt x="1591294" y="1261797"/>
                </a:lnTo>
                <a:lnTo>
                  <a:pt x="1571168" y="1226028"/>
                </a:lnTo>
                <a:lnTo>
                  <a:pt x="1571100" y="1225902"/>
                </a:lnTo>
                <a:lnTo>
                  <a:pt x="1550975" y="1187558"/>
                </a:lnTo>
                <a:lnTo>
                  <a:pt x="1550916" y="1187443"/>
                </a:lnTo>
                <a:lnTo>
                  <a:pt x="1530791" y="1146539"/>
                </a:lnTo>
                <a:lnTo>
                  <a:pt x="1530742" y="1146436"/>
                </a:lnTo>
                <a:lnTo>
                  <a:pt x="1510617" y="1103022"/>
                </a:lnTo>
                <a:lnTo>
                  <a:pt x="1510576" y="1102930"/>
                </a:lnTo>
                <a:lnTo>
                  <a:pt x="1490450" y="1057088"/>
                </a:lnTo>
                <a:lnTo>
                  <a:pt x="1490416" y="1057007"/>
                </a:lnTo>
                <a:lnTo>
                  <a:pt x="1470291" y="1008856"/>
                </a:lnTo>
                <a:lnTo>
                  <a:pt x="1470262" y="1008786"/>
                </a:lnTo>
                <a:lnTo>
                  <a:pt x="1450137" y="958482"/>
                </a:lnTo>
                <a:lnTo>
                  <a:pt x="1450113" y="958422"/>
                </a:lnTo>
                <a:lnTo>
                  <a:pt x="1429988" y="906161"/>
                </a:lnTo>
                <a:lnTo>
                  <a:pt x="1429969" y="906112"/>
                </a:lnTo>
                <a:lnTo>
                  <a:pt x="1409844" y="852128"/>
                </a:lnTo>
                <a:lnTo>
                  <a:pt x="1409829" y="852088"/>
                </a:lnTo>
                <a:lnTo>
                  <a:pt x="1389704" y="796656"/>
                </a:lnTo>
                <a:lnTo>
                  <a:pt x="1389693" y="796626"/>
                </a:lnTo>
                <a:lnTo>
                  <a:pt x="1369568" y="740056"/>
                </a:lnTo>
                <a:lnTo>
                  <a:pt x="1369561" y="740036"/>
                </a:lnTo>
                <a:lnTo>
                  <a:pt x="1349435" y="682676"/>
                </a:lnTo>
                <a:lnTo>
                  <a:pt x="1349432" y="682666"/>
                </a:lnTo>
                <a:lnTo>
                  <a:pt x="1329306" y="624897"/>
                </a:lnTo>
                <a:lnTo>
                  <a:pt x="1309183" y="567136"/>
                </a:lnTo>
                <a:lnTo>
                  <a:pt x="1289063" y="509826"/>
                </a:lnTo>
                <a:lnTo>
                  <a:pt x="1268949" y="453423"/>
                </a:lnTo>
                <a:lnTo>
                  <a:pt x="1248839" y="398403"/>
                </a:lnTo>
                <a:lnTo>
                  <a:pt x="1228737" y="345247"/>
                </a:lnTo>
                <a:lnTo>
                  <a:pt x="1208643" y="294442"/>
                </a:lnTo>
                <a:lnTo>
                  <a:pt x="1188561" y="246467"/>
                </a:lnTo>
                <a:lnTo>
                  <a:pt x="1168495" y="201794"/>
                </a:lnTo>
                <a:lnTo>
                  <a:pt x="1148452" y="160872"/>
                </a:lnTo>
                <a:lnTo>
                  <a:pt x="1128444" y="124129"/>
                </a:lnTo>
                <a:lnTo>
                  <a:pt x="1108489" y="91961"/>
                </a:lnTo>
                <a:lnTo>
                  <a:pt x="1088618" y="64722"/>
                </a:lnTo>
                <a:lnTo>
                  <a:pt x="1068883" y="42719"/>
                </a:lnTo>
                <a:lnTo>
                  <a:pt x="1049361" y="26185"/>
                </a:lnTo>
                <a:lnTo>
                  <a:pt x="1030143" y="15233"/>
                </a:lnTo>
                <a:lnTo>
                  <a:pt x="1011247" y="9819"/>
                </a:lnTo>
                <a:lnTo>
                  <a:pt x="992501" y="9819"/>
                </a:lnTo>
                <a:lnTo>
                  <a:pt x="973605" y="15233"/>
                </a:lnTo>
                <a:lnTo>
                  <a:pt x="954387" y="26185"/>
                </a:lnTo>
                <a:lnTo>
                  <a:pt x="934865" y="42719"/>
                </a:lnTo>
                <a:lnTo>
                  <a:pt x="915130" y="64722"/>
                </a:lnTo>
                <a:lnTo>
                  <a:pt x="895259" y="91961"/>
                </a:lnTo>
                <a:lnTo>
                  <a:pt x="875304" y="124129"/>
                </a:lnTo>
                <a:lnTo>
                  <a:pt x="855296" y="160872"/>
                </a:lnTo>
                <a:lnTo>
                  <a:pt x="835253" y="201794"/>
                </a:lnTo>
                <a:lnTo>
                  <a:pt x="815187" y="246467"/>
                </a:lnTo>
                <a:lnTo>
                  <a:pt x="795105" y="294442"/>
                </a:lnTo>
                <a:lnTo>
                  <a:pt x="775011" y="345247"/>
                </a:lnTo>
                <a:lnTo>
                  <a:pt x="754909" y="398403"/>
                </a:lnTo>
                <a:lnTo>
                  <a:pt x="734799" y="453423"/>
                </a:lnTo>
                <a:lnTo>
                  <a:pt x="714684" y="509826"/>
                </a:lnTo>
                <a:lnTo>
                  <a:pt x="694565" y="567136"/>
                </a:lnTo>
                <a:lnTo>
                  <a:pt x="674442" y="624897"/>
                </a:lnTo>
                <a:lnTo>
                  <a:pt x="654316" y="682666"/>
                </a:lnTo>
                <a:lnTo>
                  <a:pt x="654313" y="682676"/>
                </a:lnTo>
                <a:lnTo>
                  <a:pt x="634187" y="740036"/>
                </a:lnTo>
                <a:lnTo>
                  <a:pt x="634180" y="740056"/>
                </a:lnTo>
                <a:lnTo>
                  <a:pt x="614055" y="796626"/>
                </a:lnTo>
                <a:lnTo>
                  <a:pt x="614044" y="796656"/>
                </a:lnTo>
                <a:lnTo>
                  <a:pt x="593919" y="852088"/>
                </a:lnTo>
                <a:lnTo>
                  <a:pt x="593904" y="852128"/>
                </a:lnTo>
                <a:lnTo>
                  <a:pt x="573779" y="906112"/>
                </a:lnTo>
                <a:lnTo>
                  <a:pt x="573760" y="906161"/>
                </a:lnTo>
                <a:lnTo>
                  <a:pt x="553635" y="958422"/>
                </a:lnTo>
                <a:lnTo>
                  <a:pt x="553611" y="958482"/>
                </a:lnTo>
                <a:lnTo>
                  <a:pt x="533486" y="1008786"/>
                </a:lnTo>
                <a:lnTo>
                  <a:pt x="533458" y="1008856"/>
                </a:lnTo>
                <a:lnTo>
                  <a:pt x="513332" y="1057007"/>
                </a:lnTo>
                <a:lnTo>
                  <a:pt x="513298" y="1057088"/>
                </a:lnTo>
                <a:lnTo>
                  <a:pt x="493172" y="1102930"/>
                </a:lnTo>
                <a:lnTo>
                  <a:pt x="493131" y="1103022"/>
                </a:lnTo>
                <a:lnTo>
                  <a:pt x="473006" y="1146436"/>
                </a:lnTo>
                <a:lnTo>
                  <a:pt x="472957" y="1146539"/>
                </a:lnTo>
                <a:lnTo>
                  <a:pt x="452831" y="1187443"/>
                </a:lnTo>
                <a:lnTo>
                  <a:pt x="452773" y="1187557"/>
                </a:lnTo>
                <a:lnTo>
                  <a:pt x="432648" y="1225902"/>
                </a:lnTo>
                <a:lnTo>
                  <a:pt x="432580" y="1226028"/>
                </a:lnTo>
                <a:lnTo>
                  <a:pt x="412454" y="1261797"/>
                </a:lnTo>
                <a:lnTo>
                  <a:pt x="412374" y="1261934"/>
                </a:lnTo>
                <a:lnTo>
                  <a:pt x="392249" y="1295137"/>
                </a:lnTo>
                <a:lnTo>
                  <a:pt x="392155" y="1295285"/>
                </a:lnTo>
                <a:lnTo>
                  <a:pt x="372030" y="1325960"/>
                </a:lnTo>
                <a:lnTo>
                  <a:pt x="371921" y="1326118"/>
                </a:lnTo>
                <a:lnTo>
                  <a:pt x="351796" y="1354324"/>
                </a:lnTo>
                <a:lnTo>
                  <a:pt x="351671" y="1354491"/>
                </a:lnTo>
                <a:lnTo>
                  <a:pt x="331546" y="1380306"/>
                </a:lnTo>
                <a:lnTo>
                  <a:pt x="331404" y="1380479"/>
                </a:lnTo>
                <a:lnTo>
                  <a:pt x="311279" y="1403998"/>
                </a:lnTo>
                <a:lnTo>
                  <a:pt x="311120" y="1404175"/>
                </a:lnTo>
                <a:lnTo>
                  <a:pt x="290994" y="1425505"/>
                </a:lnTo>
                <a:lnTo>
                  <a:pt x="290817" y="1425683"/>
                </a:lnTo>
                <a:lnTo>
                  <a:pt x="270692" y="1444940"/>
                </a:lnTo>
                <a:lnTo>
                  <a:pt x="270499" y="1445115"/>
                </a:lnTo>
                <a:lnTo>
                  <a:pt x="250374" y="1462425"/>
                </a:lnTo>
                <a:lnTo>
                  <a:pt x="250167" y="1462594"/>
                </a:lnTo>
                <a:lnTo>
                  <a:pt x="230042" y="1478085"/>
                </a:lnTo>
                <a:lnTo>
                  <a:pt x="229824" y="1478243"/>
                </a:lnTo>
                <a:lnTo>
                  <a:pt x="209698" y="1492045"/>
                </a:lnTo>
                <a:lnTo>
                  <a:pt x="209474" y="1492191"/>
                </a:lnTo>
                <a:lnTo>
                  <a:pt x="189348" y="1504436"/>
                </a:lnTo>
                <a:lnTo>
                  <a:pt x="189121" y="1504566"/>
                </a:lnTo>
                <a:lnTo>
                  <a:pt x="168995" y="1515383"/>
                </a:lnTo>
                <a:lnTo>
                  <a:pt x="168769" y="1515497"/>
                </a:lnTo>
                <a:lnTo>
                  <a:pt x="148644" y="1525012"/>
                </a:lnTo>
                <a:lnTo>
                  <a:pt x="148424" y="1525109"/>
                </a:lnTo>
                <a:lnTo>
                  <a:pt x="128298" y="1533443"/>
                </a:lnTo>
                <a:lnTo>
                  <a:pt x="128088" y="1533524"/>
                </a:lnTo>
                <a:lnTo>
                  <a:pt x="107963" y="1540793"/>
                </a:lnTo>
                <a:lnTo>
                  <a:pt x="107764" y="1540860"/>
                </a:lnTo>
                <a:lnTo>
                  <a:pt x="87639" y="1547173"/>
                </a:lnTo>
                <a:lnTo>
                  <a:pt x="87455" y="1547227"/>
                </a:lnTo>
                <a:lnTo>
                  <a:pt x="67330" y="1552687"/>
                </a:lnTo>
                <a:lnTo>
                  <a:pt x="67161" y="1552730"/>
                </a:lnTo>
                <a:lnTo>
                  <a:pt x="47036" y="1557433"/>
                </a:lnTo>
                <a:lnTo>
                  <a:pt x="46884" y="1557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92B85-802A-41C8-8EDB-DBB02B76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85" y="326457"/>
            <a:ext cx="1992501" cy="1554524"/>
          </a:xfrm>
          <a:custGeom xmlns:a="http://schemas.openxmlformats.org/drawingml/2006/main">
            <a:pathLst>
              <a:path w="1992501" h="1554524">
                <a:moveTo>
                  <a:pt x="1992501" y="1554398"/>
                </a:moveTo>
                <a:lnTo>
                  <a:pt x="1972375" y="1550953"/>
                </a:lnTo>
                <a:lnTo>
                  <a:pt x="1952248" y="1546921"/>
                </a:lnTo>
                <a:lnTo>
                  <a:pt x="1932122" y="1542220"/>
                </a:lnTo>
                <a:lnTo>
                  <a:pt x="1911996" y="1536762"/>
                </a:lnTo>
                <a:lnTo>
                  <a:pt x="1891870" y="1530453"/>
                </a:lnTo>
                <a:lnTo>
                  <a:pt x="1871743" y="1523188"/>
                </a:lnTo>
                <a:lnTo>
                  <a:pt x="1851617" y="1514859"/>
                </a:lnTo>
                <a:lnTo>
                  <a:pt x="1831491" y="1505349"/>
                </a:lnTo>
                <a:lnTo>
                  <a:pt x="1811365" y="1494538"/>
                </a:lnTo>
                <a:lnTo>
                  <a:pt x="1791238" y="1482300"/>
                </a:lnTo>
                <a:lnTo>
                  <a:pt x="1771112" y="1468504"/>
                </a:lnTo>
                <a:lnTo>
                  <a:pt x="1750986" y="1453022"/>
                </a:lnTo>
                <a:lnTo>
                  <a:pt x="1730859" y="1435721"/>
                </a:lnTo>
                <a:lnTo>
                  <a:pt x="1710733" y="1416473"/>
                </a:lnTo>
                <a:lnTo>
                  <a:pt x="1690607" y="1395155"/>
                </a:lnTo>
                <a:lnTo>
                  <a:pt x="1670481" y="1371649"/>
                </a:lnTo>
                <a:lnTo>
                  <a:pt x="1650354" y="1345848"/>
                </a:lnTo>
                <a:lnTo>
                  <a:pt x="1630228" y="1317657"/>
                </a:lnTo>
                <a:lnTo>
                  <a:pt x="1610102" y="1286999"/>
                </a:lnTo>
                <a:lnTo>
                  <a:pt x="1589976" y="1253813"/>
                </a:lnTo>
                <a:lnTo>
                  <a:pt x="1569849" y="1218064"/>
                </a:lnTo>
                <a:lnTo>
                  <a:pt x="1549723" y="1179740"/>
                </a:lnTo>
                <a:lnTo>
                  <a:pt x="1529597" y="1138857"/>
                </a:lnTo>
                <a:lnTo>
                  <a:pt x="1509470" y="1095465"/>
                </a:lnTo>
                <a:lnTo>
                  <a:pt x="1489344" y="1049647"/>
                </a:lnTo>
                <a:lnTo>
                  <a:pt x="1469218" y="1001521"/>
                </a:lnTo>
                <a:lnTo>
                  <a:pt x="1449092" y="951243"/>
                </a:lnTo>
                <a:lnTo>
                  <a:pt x="1428965" y="899010"/>
                </a:lnTo>
                <a:lnTo>
                  <a:pt x="1408839" y="845055"/>
                </a:lnTo>
                <a:lnTo>
                  <a:pt x="1388713" y="789651"/>
                </a:lnTo>
                <a:lnTo>
                  <a:pt x="1368586" y="733111"/>
                </a:lnTo>
                <a:lnTo>
                  <a:pt x="1348460" y="675782"/>
                </a:lnTo>
                <a:lnTo>
                  <a:pt x="1328334" y="618044"/>
                </a:lnTo>
                <a:lnTo>
                  <a:pt x="1308208" y="560309"/>
                </a:lnTo>
                <a:lnTo>
                  <a:pt x="1288081" y="503011"/>
                </a:lnTo>
                <a:lnTo>
                  <a:pt x="1267955" y="446609"/>
                </a:lnTo>
                <a:lnTo>
                  <a:pt x="1247829" y="391574"/>
                </a:lnTo>
                <a:lnTo>
                  <a:pt x="1227703" y="338387"/>
                </a:lnTo>
                <a:lnTo>
                  <a:pt x="1207576" y="287529"/>
                </a:lnTo>
                <a:lnTo>
                  <a:pt x="1187450" y="239477"/>
                </a:lnTo>
                <a:lnTo>
                  <a:pt x="1167324" y="194694"/>
                </a:lnTo>
                <a:lnTo>
                  <a:pt x="1147197" y="153626"/>
                </a:lnTo>
                <a:lnTo>
                  <a:pt x="1127071" y="116688"/>
                </a:lnTo>
                <a:lnTo>
                  <a:pt x="1106945" y="84262"/>
                </a:lnTo>
                <a:lnTo>
                  <a:pt x="1086819" y="56689"/>
                </a:lnTo>
                <a:lnTo>
                  <a:pt x="1066692" y="34263"/>
                </a:lnTo>
                <a:lnTo>
                  <a:pt x="1046566" y="17226"/>
                </a:lnTo>
                <a:lnTo>
                  <a:pt x="1026440" y="5763"/>
                </a:lnTo>
                <a:lnTo>
                  <a:pt x="1006314" y="0"/>
                </a:lnTo>
                <a:lnTo>
                  <a:pt x="986187" y="0"/>
                </a:lnTo>
                <a:lnTo>
                  <a:pt x="966061" y="5763"/>
                </a:lnTo>
                <a:lnTo>
                  <a:pt x="945935" y="17226"/>
                </a:lnTo>
                <a:lnTo>
                  <a:pt x="925808" y="34263"/>
                </a:lnTo>
                <a:lnTo>
                  <a:pt x="905682" y="56689"/>
                </a:lnTo>
                <a:lnTo>
                  <a:pt x="885556" y="84262"/>
                </a:lnTo>
                <a:lnTo>
                  <a:pt x="865430" y="116688"/>
                </a:lnTo>
                <a:lnTo>
                  <a:pt x="845303" y="153626"/>
                </a:lnTo>
                <a:lnTo>
                  <a:pt x="825177" y="194694"/>
                </a:lnTo>
                <a:lnTo>
                  <a:pt x="805051" y="239477"/>
                </a:lnTo>
                <a:lnTo>
                  <a:pt x="784925" y="287529"/>
                </a:lnTo>
                <a:lnTo>
                  <a:pt x="764798" y="338387"/>
                </a:lnTo>
                <a:lnTo>
                  <a:pt x="744672" y="391574"/>
                </a:lnTo>
                <a:lnTo>
                  <a:pt x="724546" y="446609"/>
                </a:lnTo>
                <a:lnTo>
                  <a:pt x="704420" y="503011"/>
                </a:lnTo>
                <a:lnTo>
                  <a:pt x="684293" y="560309"/>
                </a:lnTo>
                <a:lnTo>
                  <a:pt x="664167" y="618044"/>
                </a:lnTo>
                <a:lnTo>
                  <a:pt x="644041" y="675782"/>
                </a:lnTo>
                <a:lnTo>
                  <a:pt x="623914" y="733111"/>
                </a:lnTo>
                <a:lnTo>
                  <a:pt x="603788" y="789651"/>
                </a:lnTo>
                <a:lnTo>
                  <a:pt x="583662" y="845055"/>
                </a:lnTo>
                <a:lnTo>
                  <a:pt x="563536" y="899010"/>
                </a:lnTo>
                <a:lnTo>
                  <a:pt x="543409" y="951243"/>
                </a:lnTo>
                <a:lnTo>
                  <a:pt x="523283" y="1001521"/>
                </a:lnTo>
                <a:lnTo>
                  <a:pt x="503157" y="1049647"/>
                </a:lnTo>
                <a:lnTo>
                  <a:pt x="483031" y="1095465"/>
                </a:lnTo>
                <a:lnTo>
                  <a:pt x="462904" y="1138857"/>
                </a:lnTo>
                <a:lnTo>
                  <a:pt x="442778" y="1179740"/>
                </a:lnTo>
                <a:lnTo>
                  <a:pt x="422652" y="1218064"/>
                </a:lnTo>
                <a:lnTo>
                  <a:pt x="402525" y="1253813"/>
                </a:lnTo>
                <a:lnTo>
                  <a:pt x="382399" y="1286999"/>
                </a:lnTo>
                <a:lnTo>
                  <a:pt x="362273" y="1317657"/>
                </a:lnTo>
                <a:lnTo>
                  <a:pt x="342147" y="1345848"/>
                </a:lnTo>
                <a:lnTo>
                  <a:pt x="322020" y="1371649"/>
                </a:lnTo>
                <a:lnTo>
                  <a:pt x="301894" y="1395155"/>
                </a:lnTo>
                <a:lnTo>
                  <a:pt x="281768" y="1416473"/>
                </a:lnTo>
                <a:lnTo>
                  <a:pt x="261642" y="1435721"/>
                </a:lnTo>
                <a:lnTo>
                  <a:pt x="241515" y="1453022"/>
                </a:lnTo>
                <a:lnTo>
                  <a:pt x="221389" y="1468504"/>
                </a:lnTo>
                <a:lnTo>
                  <a:pt x="201263" y="1482300"/>
                </a:lnTo>
                <a:lnTo>
                  <a:pt x="181136" y="1494538"/>
                </a:lnTo>
                <a:lnTo>
                  <a:pt x="161010" y="1505349"/>
                </a:lnTo>
                <a:lnTo>
                  <a:pt x="140884" y="1514859"/>
                </a:lnTo>
                <a:lnTo>
                  <a:pt x="120758" y="1523188"/>
                </a:lnTo>
                <a:lnTo>
                  <a:pt x="100631" y="1530453"/>
                </a:lnTo>
                <a:lnTo>
                  <a:pt x="80505" y="1536762"/>
                </a:lnTo>
                <a:lnTo>
                  <a:pt x="60379" y="1542220"/>
                </a:lnTo>
                <a:lnTo>
                  <a:pt x="40253" y="1546921"/>
                </a:lnTo>
                <a:lnTo>
                  <a:pt x="20126" y="1550953"/>
                </a:lnTo>
                <a:lnTo>
                  <a:pt x="0" y="1554398"/>
                </a:lnTo>
                <a:lnTo>
                  <a:pt x="0" y="1554524"/>
                </a:lnTo>
                <a:lnTo>
                  <a:pt x="1992501" y="1554524"/>
                </a:lnTo>
                <a:lnTo>
                  <a:pt x="1992501" y="1554398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59BFEF0-1A60-45DD-81F3-E73B84D6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30" y="324002"/>
            <a:ext cx="1997411" cy="1556979"/>
          </a:xfrm>
          <a:custGeom xmlns:a="http://schemas.openxmlformats.org/drawingml/2006/main">
            <a:pathLst>
              <a:path w="1997411" h="1556979">
                <a:moveTo>
                  <a:pt x="1997411" y="1556853"/>
                </a:moveTo>
                <a:lnTo>
                  <a:pt x="1997411" y="1556979"/>
                </a:lnTo>
                <a:lnTo>
                  <a:pt x="1981141" y="1556979"/>
                </a:lnTo>
                <a:lnTo>
                  <a:pt x="1974415" y="1555828"/>
                </a:lnTo>
                <a:lnTo>
                  <a:pt x="1974347" y="1555815"/>
                </a:lnTo>
                <a:lnTo>
                  <a:pt x="1954221" y="1551783"/>
                </a:lnTo>
                <a:lnTo>
                  <a:pt x="1954145" y="1551766"/>
                </a:lnTo>
                <a:lnTo>
                  <a:pt x="1934019" y="1547065"/>
                </a:lnTo>
                <a:lnTo>
                  <a:pt x="1933935" y="1547044"/>
                </a:lnTo>
                <a:lnTo>
                  <a:pt x="1913808" y="1541587"/>
                </a:lnTo>
                <a:lnTo>
                  <a:pt x="1913716" y="1541560"/>
                </a:lnTo>
                <a:lnTo>
                  <a:pt x="1893590" y="1535250"/>
                </a:lnTo>
                <a:lnTo>
                  <a:pt x="1893491" y="1535217"/>
                </a:lnTo>
                <a:lnTo>
                  <a:pt x="1873365" y="1527952"/>
                </a:lnTo>
                <a:lnTo>
                  <a:pt x="1873259" y="1527911"/>
                </a:lnTo>
                <a:lnTo>
                  <a:pt x="1853133" y="1519582"/>
                </a:lnTo>
                <a:lnTo>
                  <a:pt x="1853023" y="1519533"/>
                </a:lnTo>
                <a:lnTo>
                  <a:pt x="1832897" y="1510024"/>
                </a:lnTo>
                <a:lnTo>
                  <a:pt x="1832784" y="1509967"/>
                </a:lnTo>
                <a:lnTo>
                  <a:pt x="1812658" y="1499156"/>
                </a:lnTo>
                <a:lnTo>
                  <a:pt x="1812544" y="1499091"/>
                </a:lnTo>
                <a:lnTo>
                  <a:pt x="1792418" y="1486852"/>
                </a:lnTo>
                <a:lnTo>
                  <a:pt x="1792305" y="1486779"/>
                </a:lnTo>
                <a:lnTo>
                  <a:pt x="1772179" y="1472984"/>
                </a:lnTo>
                <a:lnTo>
                  <a:pt x="1772070" y="1472905"/>
                </a:lnTo>
                <a:lnTo>
                  <a:pt x="1751944" y="1457422"/>
                </a:lnTo>
                <a:lnTo>
                  <a:pt x="1751840" y="1457338"/>
                </a:lnTo>
                <a:lnTo>
                  <a:pt x="1731714" y="1440037"/>
                </a:lnTo>
                <a:lnTo>
                  <a:pt x="1731618" y="1439950"/>
                </a:lnTo>
                <a:lnTo>
                  <a:pt x="1711491" y="1420702"/>
                </a:lnTo>
                <a:lnTo>
                  <a:pt x="1711403" y="1420613"/>
                </a:lnTo>
                <a:lnTo>
                  <a:pt x="1691277" y="1399295"/>
                </a:lnTo>
                <a:lnTo>
                  <a:pt x="1691197" y="1399206"/>
                </a:lnTo>
                <a:lnTo>
                  <a:pt x="1671071" y="1375700"/>
                </a:lnTo>
                <a:lnTo>
                  <a:pt x="1671000" y="1375614"/>
                </a:lnTo>
                <a:lnTo>
                  <a:pt x="1650874" y="1349812"/>
                </a:lnTo>
                <a:lnTo>
                  <a:pt x="1650811" y="1349729"/>
                </a:lnTo>
                <a:lnTo>
                  <a:pt x="1630685" y="1321538"/>
                </a:lnTo>
                <a:lnTo>
                  <a:pt x="1630631" y="1321459"/>
                </a:lnTo>
                <a:lnTo>
                  <a:pt x="1610504" y="1290801"/>
                </a:lnTo>
                <a:lnTo>
                  <a:pt x="1610458" y="1290727"/>
                </a:lnTo>
                <a:lnTo>
                  <a:pt x="1590331" y="1257541"/>
                </a:lnTo>
                <a:lnTo>
                  <a:pt x="1590291" y="1257473"/>
                </a:lnTo>
                <a:lnTo>
                  <a:pt x="1570165" y="1221723"/>
                </a:lnTo>
                <a:lnTo>
                  <a:pt x="1570131" y="1221660"/>
                </a:lnTo>
                <a:lnTo>
                  <a:pt x="1550004" y="1183336"/>
                </a:lnTo>
                <a:lnTo>
                  <a:pt x="1549975" y="1183279"/>
                </a:lnTo>
                <a:lnTo>
                  <a:pt x="1529849" y="1142396"/>
                </a:lnTo>
                <a:lnTo>
                  <a:pt x="1529825" y="1142345"/>
                </a:lnTo>
                <a:lnTo>
                  <a:pt x="1509698" y="1098953"/>
                </a:lnTo>
                <a:lnTo>
                  <a:pt x="1509678" y="1098907"/>
                </a:lnTo>
                <a:lnTo>
                  <a:pt x="1489551" y="1053089"/>
                </a:lnTo>
                <a:lnTo>
                  <a:pt x="1489534" y="1053049"/>
                </a:lnTo>
                <a:lnTo>
                  <a:pt x="1469408" y="1004923"/>
                </a:lnTo>
                <a:lnTo>
                  <a:pt x="1469394" y="1004888"/>
                </a:lnTo>
                <a:lnTo>
                  <a:pt x="1449267" y="954610"/>
                </a:lnTo>
                <a:lnTo>
                  <a:pt x="1449256" y="954581"/>
                </a:lnTo>
                <a:lnTo>
                  <a:pt x="1429130" y="902347"/>
                </a:lnTo>
                <a:lnTo>
                  <a:pt x="1429120" y="902322"/>
                </a:lnTo>
                <a:lnTo>
                  <a:pt x="1408994" y="848367"/>
                </a:lnTo>
                <a:lnTo>
                  <a:pt x="1408987" y="848348"/>
                </a:lnTo>
                <a:lnTo>
                  <a:pt x="1388860" y="792944"/>
                </a:lnTo>
                <a:lnTo>
                  <a:pt x="1388855" y="792929"/>
                </a:lnTo>
                <a:lnTo>
                  <a:pt x="1368729" y="736390"/>
                </a:lnTo>
                <a:lnTo>
                  <a:pt x="1368725" y="736379"/>
                </a:lnTo>
                <a:lnTo>
                  <a:pt x="1348599" y="679050"/>
                </a:lnTo>
                <a:lnTo>
                  <a:pt x="1348597" y="679045"/>
                </a:lnTo>
                <a:lnTo>
                  <a:pt x="1328471" y="621307"/>
                </a:lnTo>
                <a:lnTo>
                  <a:pt x="1308345" y="563574"/>
                </a:lnTo>
                <a:lnTo>
                  <a:pt x="1288222" y="506285"/>
                </a:lnTo>
                <a:lnTo>
                  <a:pt x="1268101" y="449898"/>
                </a:lnTo>
                <a:lnTo>
                  <a:pt x="1247983" y="394885"/>
                </a:lnTo>
                <a:lnTo>
                  <a:pt x="1227868" y="341728"/>
                </a:lnTo>
                <a:lnTo>
                  <a:pt x="1207757" y="290910"/>
                </a:lnTo>
                <a:lnTo>
                  <a:pt x="1187653" y="242909"/>
                </a:lnTo>
                <a:lnTo>
                  <a:pt x="1167556" y="198193"/>
                </a:lnTo>
                <a:lnTo>
                  <a:pt x="1147471" y="157209"/>
                </a:lnTo>
                <a:lnTo>
                  <a:pt x="1127404" y="120378"/>
                </a:lnTo>
                <a:lnTo>
                  <a:pt x="1107363" y="88090"/>
                </a:lnTo>
                <a:lnTo>
                  <a:pt x="1087364" y="60691"/>
                </a:lnTo>
                <a:lnTo>
                  <a:pt x="1067433" y="38483"/>
                </a:lnTo>
                <a:lnTo>
                  <a:pt x="1047609" y="21701"/>
                </a:lnTo>
                <a:lnTo>
                  <a:pt x="1027936" y="10497"/>
                </a:lnTo>
                <a:lnTo>
                  <a:pt x="1008424" y="4910"/>
                </a:lnTo>
                <a:lnTo>
                  <a:pt x="988987" y="4910"/>
                </a:lnTo>
                <a:lnTo>
                  <a:pt x="969475" y="10497"/>
                </a:lnTo>
                <a:lnTo>
                  <a:pt x="949802" y="21701"/>
                </a:lnTo>
                <a:lnTo>
                  <a:pt x="929978" y="38483"/>
                </a:lnTo>
                <a:lnTo>
                  <a:pt x="910047" y="60691"/>
                </a:lnTo>
                <a:lnTo>
                  <a:pt x="890048" y="88090"/>
                </a:lnTo>
                <a:lnTo>
                  <a:pt x="870007" y="120378"/>
                </a:lnTo>
                <a:lnTo>
                  <a:pt x="849939" y="157209"/>
                </a:lnTo>
                <a:lnTo>
                  <a:pt x="829854" y="198193"/>
                </a:lnTo>
                <a:lnTo>
                  <a:pt x="809758" y="242909"/>
                </a:lnTo>
                <a:lnTo>
                  <a:pt x="789653" y="290910"/>
                </a:lnTo>
                <a:lnTo>
                  <a:pt x="769543" y="341728"/>
                </a:lnTo>
                <a:lnTo>
                  <a:pt x="749428" y="394885"/>
                </a:lnTo>
                <a:lnTo>
                  <a:pt x="729309" y="449898"/>
                </a:lnTo>
                <a:lnTo>
                  <a:pt x="709189" y="506285"/>
                </a:lnTo>
                <a:lnTo>
                  <a:pt x="689065" y="563574"/>
                </a:lnTo>
                <a:lnTo>
                  <a:pt x="668940" y="621307"/>
                </a:lnTo>
                <a:lnTo>
                  <a:pt x="648814" y="679045"/>
                </a:lnTo>
                <a:lnTo>
                  <a:pt x="648812" y="679050"/>
                </a:lnTo>
                <a:lnTo>
                  <a:pt x="628686" y="736379"/>
                </a:lnTo>
                <a:lnTo>
                  <a:pt x="628682" y="736389"/>
                </a:lnTo>
                <a:lnTo>
                  <a:pt x="608556" y="792929"/>
                </a:lnTo>
                <a:lnTo>
                  <a:pt x="608550" y="792944"/>
                </a:lnTo>
                <a:lnTo>
                  <a:pt x="588424" y="848348"/>
                </a:lnTo>
                <a:lnTo>
                  <a:pt x="588417" y="848367"/>
                </a:lnTo>
                <a:lnTo>
                  <a:pt x="568291" y="902322"/>
                </a:lnTo>
                <a:lnTo>
                  <a:pt x="568281" y="902347"/>
                </a:lnTo>
                <a:lnTo>
                  <a:pt x="548155" y="954581"/>
                </a:lnTo>
                <a:lnTo>
                  <a:pt x="548143" y="954610"/>
                </a:lnTo>
                <a:lnTo>
                  <a:pt x="528017" y="1004888"/>
                </a:lnTo>
                <a:lnTo>
                  <a:pt x="528003" y="1004923"/>
                </a:lnTo>
                <a:lnTo>
                  <a:pt x="507876" y="1053049"/>
                </a:lnTo>
                <a:lnTo>
                  <a:pt x="507859" y="1053089"/>
                </a:lnTo>
                <a:lnTo>
                  <a:pt x="487733" y="1098907"/>
                </a:lnTo>
                <a:lnTo>
                  <a:pt x="487712" y="1098953"/>
                </a:lnTo>
                <a:lnTo>
                  <a:pt x="467586" y="1142345"/>
                </a:lnTo>
                <a:lnTo>
                  <a:pt x="467562" y="1142396"/>
                </a:lnTo>
                <a:lnTo>
                  <a:pt x="447435" y="1183279"/>
                </a:lnTo>
                <a:lnTo>
                  <a:pt x="447406" y="1183336"/>
                </a:lnTo>
                <a:lnTo>
                  <a:pt x="427280" y="1221660"/>
                </a:lnTo>
                <a:lnTo>
                  <a:pt x="427246" y="1221723"/>
                </a:lnTo>
                <a:lnTo>
                  <a:pt x="407119" y="1257473"/>
                </a:lnTo>
                <a:lnTo>
                  <a:pt x="407079" y="1257541"/>
                </a:lnTo>
                <a:lnTo>
                  <a:pt x="386953" y="1290727"/>
                </a:lnTo>
                <a:lnTo>
                  <a:pt x="386906" y="1290801"/>
                </a:lnTo>
                <a:lnTo>
                  <a:pt x="366780" y="1321459"/>
                </a:lnTo>
                <a:lnTo>
                  <a:pt x="366726" y="1321538"/>
                </a:lnTo>
                <a:lnTo>
                  <a:pt x="346599" y="1349729"/>
                </a:lnTo>
                <a:lnTo>
                  <a:pt x="346537" y="1349812"/>
                </a:lnTo>
                <a:lnTo>
                  <a:pt x="326411" y="1375614"/>
                </a:lnTo>
                <a:lnTo>
                  <a:pt x="326340" y="1375700"/>
                </a:lnTo>
                <a:lnTo>
                  <a:pt x="306214" y="1399206"/>
                </a:lnTo>
                <a:lnTo>
                  <a:pt x="306134" y="1399295"/>
                </a:lnTo>
                <a:lnTo>
                  <a:pt x="286008" y="1420613"/>
                </a:lnTo>
                <a:lnTo>
                  <a:pt x="285919" y="1420702"/>
                </a:lnTo>
                <a:lnTo>
                  <a:pt x="265793" y="1439950"/>
                </a:lnTo>
                <a:lnTo>
                  <a:pt x="265697" y="1440037"/>
                </a:lnTo>
                <a:lnTo>
                  <a:pt x="245570" y="1457338"/>
                </a:lnTo>
                <a:lnTo>
                  <a:pt x="245467" y="1457422"/>
                </a:lnTo>
                <a:lnTo>
                  <a:pt x="225341" y="1472905"/>
                </a:lnTo>
                <a:lnTo>
                  <a:pt x="225232" y="1472984"/>
                </a:lnTo>
                <a:lnTo>
                  <a:pt x="205105" y="1486779"/>
                </a:lnTo>
                <a:lnTo>
                  <a:pt x="204993" y="1486852"/>
                </a:lnTo>
                <a:lnTo>
                  <a:pt x="184867" y="1499091"/>
                </a:lnTo>
                <a:lnTo>
                  <a:pt x="184753" y="1499156"/>
                </a:lnTo>
                <a:lnTo>
                  <a:pt x="164627" y="1509967"/>
                </a:lnTo>
                <a:lnTo>
                  <a:pt x="164514" y="1510024"/>
                </a:lnTo>
                <a:lnTo>
                  <a:pt x="144387" y="1519533"/>
                </a:lnTo>
                <a:lnTo>
                  <a:pt x="144277" y="1519582"/>
                </a:lnTo>
                <a:lnTo>
                  <a:pt x="124151" y="1527911"/>
                </a:lnTo>
                <a:lnTo>
                  <a:pt x="124046" y="1527952"/>
                </a:lnTo>
                <a:lnTo>
                  <a:pt x="103920" y="1535217"/>
                </a:lnTo>
                <a:lnTo>
                  <a:pt x="103821" y="1535250"/>
                </a:lnTo>
                <a:lnTo>
                  <a:pt x="83694" y="1541560"/>
                </a:lnTo>
                <a:lnTo>
                  <a:pt x="83602" y="1541587"/>
                </a:lnTo>
                <a:lnTo>
                  <a:pt x="63476" y="1547044"/>
                </a:lnTo>
                <a:lnTo>
                  <a:pt x="63392" y="1547065"/>
                </a:lnTo>
                <a:lnTo>
                  <a:pt x="43266" y="1551766"/>
                </a:lnTo>
                <a:lnTo>
                  <a:pt x="43190" y="1551783"/>
                </a:lnTo>
                <a:lnTo>
                  <a:pt x="23063" y="1555815"/>
                </a:lnTo>
                <a:lnTo>
                  <a:pt x="22995" y="1555828"/>
                </a:lnTo>
                <a:lnTo>
                  <a:pt x="16270" y="1556979"/>
                </a:lnTo>
                <a:lnTo>
                  <a:pt x="0" y="1556979"/>
                </a:lnTo>
                <a:lnTo>
                  <a:pt x="0" y="1556853"/>
                </a:lnTo>
                <a:lnTo>
                  <a:pt x="5" y="1556690"/>
                </a:lnTo>
                <a:lnTo>
                  <a:pt x="22" y="1556527"/>
                </a:lnTo>
                <a:lnTo>
                  <a:pt x="49" y="1556365"/>
                </a:lnTo>
                <a:lnTo>
                  <a:pt x="87" y="1556206"/>
                </a:lnTo>
                <a:lnTo>
                  <a:pt x="135" y="1556049"/>
                </a:lnTo>
                <a:lnTo>
                  <a:pt x="194" y="1555896"/>
                </a:lnTo>
                <a:lnTo>
                  <a:pt x="263" y="1555748"/>
                </a:lnTo>
                <a:lnTo>
                  <a:pt x="342" y="1555604"/>
                </a:lnTo>
                <a:lnTo>
                  <a:pt x="430" y="1555466"/>
                </a:lnTo>
                <a:lnTo>
                  <a:pt x="527" y="1555334"/>
                </a:lnTo>
                <a:lnTo>
                  <a:pt x="632" y="1555209"/>
                </a:lnTo>
                <a:lnTo>
                  <a:pt x="746" y="1555091"/>
                </a:lnTo>
                <a:lnTo>
                  <a:pt x="867" y="1554981"/>
                </a:lnTo>
                <a:lnTo>
                  <a:pt x="995" y="1554879"/>
                </a:lnTo>
                <a:lnTo>
                  <a:pt x="1130" y="1554786"/>
                </a:lnTo>
                <a:lnTo>
                  <a:pt x="1271" y="1554703"/>
                </a:lnTo>
                <a:lnTo>
                  <a:pt x="1417" y="1554629"/>
                </a:lnTo>
                <a:lnTo>
                  <a:pt x="1568" y="1554564"/>
                </a:lnTo>
                <a:lnTo>
                  <a:pt x="1722" y="1554510"/>
                </a:lnTo>
                <a:lnTo>
                  <a:pt x="1880" y="1554467"/>
                </a:lnTo>
                <a:lnTo>
                  <a:pt x="2041" y="1554434"/>
                </a:lnTo>
                <a:lnTo>
                  <a:pt x="22133" y="1550994"/>
                </a:lnTo>
                <a:lnTo>
                  <a:pt x="42187" y="1546976"/>
                </a:lnTo>
                <a:lnTo>
                  <a:pt x="62233" y="1542294"/>
                </a:lnTo>
                <a:lnTo>
                  <a:pt x="82271" y="1536861"/>
                </a:lnTo>
                <a:lnTo>
                  <a:pt x="102302" y="1530581"/>
                </a:lnTo>
                <a:lnTo>
                  <a:pt x="122326" y="1523353"/>
                </a:lnTo>
                <a:lnTo>
                  <a:pt x="142344" y="1515069"/>
                </a:lnTo>
                <a:lnTo>
                  <a:pt x="162359" y="1505612"/>
                </a:lnTo>
                <a:lnTo>
                  <a:pt x="182372" y="1494862"/>
                </a:lnTo>
                <a:lnTo>
                  <a:pt x="202385" y="1482692"/>
                </a:lnTo>
                <a:lnTo>
                  <a:pt x="222400" y="1468972"/>
                </a:lnTo>
                <a:lnTo>
                  <a:pt x="242420" y="1453571"/>
                </a:lnTo>
                <a:lnTo>
                  <a:pt x="262447" y="1436356"/>
                </a:lnTo>
                <a:lnTo>
                  <a:pt x="282481" y="1417197"/>
                </a:lnTo>
                <a:lnTo>
                  <a:pt x="302523" y="1395968"/>
                </a:lnTo>
                <a:lnTo>
                  <a:pt x="322574" y="1372550"/>
                </a:lnTo>
                <a:lnTo>
                  <a:pt x="342634" y="1346834"/>
                </a:lnTo>
                <a:lnTo>
                  <a:pt x="362702" y="1318725"/>
                </a:lnTo>
                <a:lnTo>
                  <a:pt x="382778" y="1288143"/>
                </a:lnTo>
                <a:lnTo>
                  <a:pt x="402861" y="1255029"/>
                </a:lnTo>
                <a:lnTo>
                  <a:pt x="422950" y="1219346"/>
                </a:lnTo>
                <a:lnTo>
                  <a:pt x="443045" y="1181081"/>
                </a:lnTo>
                <a:lnTo>
                  <a:pt x="463144" y="1140253"/>
                </a:lnTo>
                <a:lnTo>
                  <a:pt x="483248" y="1096910"/>
                </a:lnTo>
                <a:lnTo>
                  <a:pt x="503355" y="1051134"/>
                </a:lnTo>
                <a:lnTo>
                  <a:pt x="523466" y="1003046"/>
                </a:lnTo>
                <a:lnTo>
                  <a:pt x="543579" y="952801"/>
                </a:lnTo>
                <a:lnTo>
                  <a:pt x="563695" y="900594"/>
                </a:lnTo>
                <a:lnTo>
                  <a:pt x="583813" y="846661"/>
                </a:lnTo>
                <a:lnTo>
                  <a:pt x="603933" y="791275"/>
                </a:lnTo>
                <a:lnTo>
                  <a:pt x="624055" y="734748"/>
                </a:lnTo>
                <a:lnTo>
                  <a:pt x="644178" y="677426"/>
                </a:lnTo>
                <a:lnTo>
                  <a:pt x="664304" y="619691"/>
                </a:lnTo>
                <a:lnTo>
                  <a:pt x="684430" y="561955"/>
                </a:lnTo>
                <a:lnTo>
                  <a:pt x="684432" y="561950"/>
                </a:lnTo>
                <a:lnTo>
                  <a:pt x="704558" y="504653"/>
                </a:lnTo>
                <a:lnTo>
                  <a:pt x="704562" y="504641"/>
                </a:lnTo>
                <a:lnTo>
                  <a:pt x="724689" y="448239"/>
                </a:lnTo>
                <a:lnTo>
                  <a:pt x="724695" y="448221"/>
                </a:lnTo>
                <a:lnTo>
                  <a:pt x="744821" y="393186"/>
                </a:lnTo>
                <a:lnTo>
                  <a:pt x="744831" y="393161"/>
                </a:lnTo>
                <a:lnTo>
                  <a:pt x="764957" y="339973"/>
                </a:lnTo>
                <a:lnTo>
                  <a:pt x="764971" y="339938"/>
                </a:lnTo>
                <a:lnTo>
                  <a:pt x="785097" y="289080"/>
                </a:lnTo>
                <a:lnTo>
                  <a:pt x="785115" y="289035"/>
                </a:lnTo>
                <a:lnTo>
                  <a:pt x="805242" y="240983"/>
                </a:lnTo>
                <a:lnTo>
                  <a:pt x="805267" y="240925"/>
                </a:lnTo>
                <a:lnTo>
                  <a:pt x="825393" y="196143"/>
                </a:lnTo>
                <a:lnTo>
                  <a:pt x="825428" y="196069"/>
                </a:lnTo>
                <a:lnTo>
                  <a:pt x="845554" y="155001"/>
                </a:lnTo>
                <a:lnTo>
                  <a:pt x="845603" y="154906"/>
                </a:lnTo>
                <a:lnTo>
                  <a:pt x="865729" y="117968"/>
                </a:lnTo>
                <a:lnTo>
                  <a:pt x="865799" y="117848"/>
                </a:lnTo>
                <a:lnTo>
                  <a:pt x="885925" y="85422"/>
                </a:lnTo>
                <a:lnTo>
                  <a:pt x="886028" y="85269"/>
                </a:lnTo>
                <a:lnTo>
                  <a:pt x="906154" y="57696"/>
                </a:lnTo>
                <a:lnTo>
                  <a:pt x="906230" y="57598"/>
                </a:lnTo>
                <a:lnTo>
                  <a:pt x="906310" y="57504"/>
                </a:lnTo>
                <a:lnTo>
                  <a:pt x="926436" y="35078"/>
                </a:lnTo>
                <a:lnTo>
                  <a:pt x="926553" y="34957"/>
                </a:lnTo>
                <a:lnTo>
                  <a:pt x="926677" y="34844"/>
                </a:lnTo>
                <a:lnTo>
                  <a:pt x="946804" y="17807"/>
                </a:lnTo>
                <a:lnTo>
                  <a:pt x="946922" y="17713"/>
                </a:lnTo>
                <a:lnTo>
                  <a:pt x="947046" y="17626"/>
                </a:lnTo>
                <a:lnTo>
                  <a:pt x="947175" y="17548"/>
                </a:lnTo>
                <a:lnTo>
                  <a:pt x="967301" y="6085"/>
                </a:lnTo>
                <a:lnTo>
                  <a:pt x="967430" y="6016"/>
                </a:lnTo>
                <a:lnTo>
                  <a:pt x="967564" y="5955"/>
                </a:lnTo>
                <a:lnTo>
                  <a:pt x="967700" y="5903"/>
                </a:lnTo>
                <a:lnTo>
                  <a:pt x="967840" y="5858"/>
                </a:lnTo>
                <a:lnTo>
                  <a:pt x="987966" y="95"/>
                </a:lnTo>
                <a:lnTo>
                  <a:pt x="988132" y="54"/>
                </a:lnTo>
                <a:lnTo>
                  <a:pt x="988301" y="24"/>
                </a:lnTo>
                <a:lnTo>
                  <a:pt x="988471" y="6"/>
                </a:lnTo>
                <a:lnTo>
                  <a:pt x="988642" y="0"/>
                </a:lnTo>
                <a:lnTo>
                  <a:pt x="1008768" y="0"/>
                </a:lnTo>
                <a:lnTo>
                  <a:pt x="1008939" y="6"/>
                </a:lnTo>
                <a:lnTo>
                  <a:pt x="1009110" y="24"/>
                </a:lnTo>
                <a:lnTo>
                  <a:pt x="1009278" y="54"/>
                </a:lnTo>
                <a:lnTo>
                  <a:pt x="1009444" y="95"/>
                </a:lnTo>
                <a:lnTo>
                  <a:pt x="1029571" y="5858"/>
                </a:lnTo>
                <a:lnTo>
                  <a:pt x="1029710" y="5903"/>
                </a:lnTo>
                <a:lnTo>
                  <a:pt x="1029847" y="5955"/>
                </a:lnTo>
                <a:lnTo>
                  <a:pt x="1029980" y="6016"/>
                </a:lnTo>
                <a:lnTo>
                  <a:pt x="1030110" y="6085"/>
                </a:lnTo>
                <a:lnTo>
                  <a:pt x="1050236" y="17548"/>
                </a:lnTo>
                <a:lnTo>
                  <a:pt x="1050365" y="17626"/>
                </a:lnTo>
                <a:lnTo>
                  <a:pt x="1050489" y="17713"/>
                </a:lnTo>
                <a:lnTo>
                  <a:pt x="1050607" y="17807"/>
                </a:lnTo>
                <a:lnTo>
                  <a:pt x="1070733" y="34844"/>
                </a:lnTo>
                <a:lnTo>
                  <a:pt x="1070858" y="34957"/>
                </a:lnTo>
                <a:lnTo>
                  <a:pt x="1070974" y="35078"/>
                </a:lnTo>
                <a:lnTo>
                  <a:pt x="1091101" y="57504"/>
                </a:lnTo>
                <a:lnTo>
                  <a:pt x="1091181" y="57598"/>
                </a:lnTo>
                <a:lnTo>
                  <a:pt x="1091256" y="57696"/>
                </a:lnTo>
                <a:lnTo>
                  <a:pt x="1111383" y="85269"/>
                </a:lnTo>
                <a:lnTo>
                  <a:pt x="1111486" y="85422"/>
                </a:lnTo>
                <a:lnTo>
                  <a:pt x="1131612" y="117848"/>
                </a:lnTo>
                <a:lnTo>
                  <a:pt x="1131682" y="117968"/>
                </a:lnTo>
                <a:lnTo>
                  <a:pt x="1151808" y="154906"/>
                </a:lnTo>
                <a:lnTo>
                  <a:pt x="1151857" y="155001"/>
                </a:lnTo>
                <a:lnTo>
                  <a:pt x="1171983" y="196069"/>
                </a:lnTo>
                <a:lnTo>
                  <a:pt x="1172018" y="196143"/>
                </a:lnTo>
                <a:lnTo>
                  <a:pt x="1192144" y="240925"/>
                </a:lnTo>
                <a:lnTo>
                  <a:pt x="1192169" y="240983"/>
                </a:lnTo>
                <a:lnTo>
                  <a:pt x="1212295" y="289035"/>
                </a:lnTo>
                <a:lnTo>
                  <a:pt x="1212314" y="289080"/>
                </a:lnTo>
                <a:lnTo>
                  <a:pt x="1232440" y="339938"/>
                </a:lnTo>
                <a:lnTo>
                  <a:pt x="1232453" y="339973"/>
                </a:lnTo>
                <a:lnTo>
                  <a:pt x="1252580" y="393161"/>
                </a:lnTo>
                <a:lnTo>
                  <a:pt x="1252589" y="393186"/>
                </a:lnTo>
                <a:lnTo>
                  <a:pt x="1272715" y="448221"/>
                </a:lnTo>
                <a:lnTo>
                  <a:pt x="1272722" y="448239"/>
                </a:lnTo>
                <a:lnTo>
                  <a:pt x="1292848" y="504641"/>
                </a:lnTo>
                <a:lnTo>
                  <a:pt x="1292852" y="504653"/>
                </a:lnTo>
                <a:lnTo>
                  <a:pt x="1312979" y="561950"/>
                </a:lnTo>
                <a:lnTo>
                  <a:pt x="1312981" y="561955"/>
                </a:lnTo>
                <a:lnTo>
                  <a:pt x="1333107" y="619691"/>
                </a:lnTo>
                <a:lnTo>
                  <a:pt x="1353232" y="677426"/>
                </a:lnTo>
                <a:lnTo>
                  <a:pt x="1373356" y="734748"/>
                </a:lnTo>
                <a:lnTo>
                  <a:pt x="1393478" y="791275"/>
                </a:lnTo>
                <a:lnTo>
                  <a:pt x="1413598" y="846661"/>
                </a:lnTo>
                <a:lnTo>
                  <a:pt x="1433716" y="900594"/>
                </a:lnTo>
                <a:lnTo>
                  <a:pt x="1453831" y="952801"/>
                </a:lnTo>
                <a:lnTo>
                  <a:pt x="1473945" y="1003046"/>
                </a:lnTo>
                <a:lnTo>
                  <a:pt x="1494055" y="1051134"/>
                </a:lnTo>
                <a:lnTo>
                  <a:pt x="1514163" y="1096910"/>
                </a:lnTo>
                <a:lnTo>
                  <a:pt x="1534267" y="1140253"/>
                </a:lnTo>
                <a:lnTo>
                  <a:pt x="1554366" y="1181081"/>
                </a:lnTo>
                <a:lnTo>
                  <a:pt x="1574461" y="1219346"/>
                </a:lnTo>
                <a:lnTo>
                  <a:pt x="1594550" y="1255029"/>
                </a:lnTo>
                <a:lnTo>
                  <a:pt x="1614633" y="1288143"/>
                </a:lnTo>
                <a:lnTo>
                  <a:pt x="1634709" y="1318725"/>
                </a:lnTo>
                <a:lnTo>
                  <a:pt x="1654777" y="1346834"/>
                </a:lnTo>
                <a:lnTo>
                  <a:pt x="1674837" y="1372550"/>
                </a:lnTo>
                <a:lnTo>
                  <a:pt x="1694888" y="1395968"/>
                </a:lnTo>
                <a:lnTo>
                  <a:pt x="1714930" y="1417197"/>
                </a:lnTo>
                <a:lnTo>
                  <a:pt x="1734964" y="1436356"/>
                </a:lnTo>
                <a:lnTo>
                  <a:pt x="1754990" y="1453571"/>
                </a:lnTo>
                <a:lnTo>
                  <a:pt x="1775010" y="1468972"/>
                </a:lnTo>
                <a:lnTo>
                  <a:pt x="1795026" y="1482692"/>
                </a:lnTo>
                <a:lnTo>
                  <a:pt x="1815039" y="1494862"/>
                </a:lnTo>
                <a:lnTo>
                  <a:pt x="1835052" y="1505612"/>
                </a:lnTo>
                <a:lnTo>
                  <a:pt x="1855066" y="1515069"/>
                </a:lnTo>
                <a:lnTo>
                  <a:pt x="1875085" y="1523353"/>
                </a:lnTo>
                <a:lnTo>
                  <a:pt x="1895109" y="1530581"/>
                </a:lnTo>
                <a:lnTo>
                  <a:pt x="1915139" y="1536861"/>
                </a:lnTo>
                <a:lnTo>
                  <a:pt x="1935178" y="1542294"/>
                </a:lnTo>
                <a:lnTo>
                  <a:pt x="1955224" y="1546976"/>
                </a:lnTo>
                <a:lnTo>
                  <a:pt x="1975278" y="1550994"/>
                </a:lnTo>
                <a:lnTo>
                  <a:pt x="1995370" y="1554434"/>
                </a:lnTo>
                <a:lnTo>
                  <a:pt x="1995530" y="1554467"/>
                </a:lnTo>
                <a:lnTo>
                  <a:pt x="1995688" y="1554510"/>
                </a:lnTo>
                <a:lnTo>
                  <a:pt x="1995843" y="1554564"/>
                </a:lnTo>
                <a:lnTo>
                  <a:pt x="1995993" y="1554629"/>
                </a:lnTo>
                <a:lnTo>
                  <a:pt x="1996139" y="1554703"/>
                </a:lnTo>
                <a:lnTo>
                  <a:pt x="1996280" y="1554786"/>
                </a:lnTo>
                <a:lnTo>
                  <a:pt x="1996415" y="1554879"/>
                </a:lnTo>
                <a:lnTo>
                  <a:pt x="1996543" y="1554981"/>
                </a:lnTo>
                <a:lnTo>
                  <a:pt x="1996665" y="1555091"/>
                </a:lnTo>
                <a:lnTo>
                  <a:pt x="1996778" y="1555209"/>
                </a:lnTo>
                <a:lnTo>
                  <a:pt x="1996884" y="1555334"/>
                </a:lnTo>
                <a:lnTo>
                  <a:pt x="1996981" y="1555466"/>
                </a:lnTo>
                <a:lnTo>
                  <a:pt x="1997069" y="1555604"/>
                </a:lnTo>
                <a:lnTo>
                  <a:pt x="1997148" y="1555748"/>
                </a:lnTo>
                <a:lnTo>
                  <a:pt x="1997216" y="1555896"/>
                </a:lnTo>
                <a:lnTo>
                  <a:pt x="1997275" y="1556049"/>
                </a:lnTo>
                <a:lnTo>
                  <a:pt x="1997324" y="1556206"/>
                </a:lnTo>
                <a:lnTo>
                  <a:pt x="1997362" y="1556365"/>
                </a:lnTo>
                <a:lnTo>
                  <a:pt x="1997389" y="1556527"/>
                </a:lnTo>
                <a:lnTo>
                  <a:pt x="1997405" y="1556690"/>
                </a:lnTo>
                <a:lnTo>
                  <a:pt x="1997411" y="1556853"/>
                </a:lnTo>
                <a:close/>
              </a:path>
            </a:pathLst>
          </a:custGeom>
          <a:solidFill xmlns:a="http://schemas.openxmlformats.org/drawingml/2006/main">
            <a:srgbClr val="D3D3D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9C848-9DAE-43BB-89EE-D0C5A39F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357" y="321547"/>
            <a:ext cx="1994158" cy="1559434"/>
          </a:xfrm>
          <a:custGeom xmlns:a="http://schemas.openxmlformats.org/drawingml/2006/main">
            <a:pathLst>
              <a:path w="1994158" h="1559434">
                <a:moveTo>
                  <a:pt x="37523" y="1557550"/>
                </a:moveTo>
                <a:lnTo>
                  <a:pt x="35594" y="1547923"/>
                </a:lnTo>
                <a:lnTo>
                  <a:pt x="20058" y="1551036"/>
                </a:lnTo>
                <a:lnTo>
                  <a:pt x="0" y="1554469"/>
                </a:lnTo>
                <a:lnTo>
                  <a:pt x="850" y="1559434"/>
                </a:lnTo>
                <a:lnTo>
                  <a:pt x="28123" y="1559434"/>
                </a:lnTo>
                <a:lnTo>
                  <a:pt x="37523" y="1557550"/>
                </a:lnTo>
                <a:close/>
                <a:moveTo>
                  <a:pt x="20126" y="1551024"/>
                </a:moveTo>
                <a:lnTo>
                  <a:pt x="20955" y="1555863"/>
                </a:lnTo>
                <a:lnTo>
                  <a:pt x="19990" y="1551049"/>
                </a:lnTo>
                <a:lnTo>
                  <a:pt x="20058" y="1551036"/>
                </a:lnTo>
                <a:lnTo>
                  <a:pt x="20126" y="1551024"/>
                </a:lnTo>
                <a:close/>
                <a:moveTo>
                  <a:pt x="62492" y="1551868"/>
                </a:moveTo>
                <a:lnTo>
                  <a:pt x="82619" y="1546410"/>
                </a:lnTo>
                <a:lnTo>
                  <a:pt x="82626" y="1546408"/>
                </a:lnTo>
                <a:lnTo>
                  <a:pt x="82634" y="1546406"/>
                </a:lnTo>
                <a:lnTo>
                  <a:pt x="82642" y="1546404"/>
                </a:lnTo>
                <a:lnTo>
                  <a:pt x="82649" y="1546402"/>
                </a:lnTo>
                <a:lnTo>
                  <a:pt x="82657" y="1546400"/>
                </a:lnTo>
                <a:lnTo>
                  <a:pt x="82665" y="1546398"/>
                </a:lnTo>
                <a:lnTo>
                  <a:pt x="82672" y="1546395"/>
                </a:lnTo>
                <a:lnTo>
                  <a:pt x="82680" y="1546393"/>
                </a:lnTo>
                <a:lnTo>
                  <a:pt x="82688" y="1546391"/>
                </a:lnTo>
                <a:lnTo>
                  <a:pt x="82695" y="1546389"/>
                </a:lnTo>
                <a:lnTo>
                  <a:pt x="82703" y="1546387"/>
                </a:lnTo>
                <a:lnTo>
                  <a:pt x="82711" y="1546384"/>
                </a:lnTo>
                <a:lnTo>
                  <a:pt x="82718" y="1546382"/>
                </a:lnTo>
                <a:lnTo>
                  <a:pt x="82726" y="1546380"/>
                </a:lnTo>
                <a:lnTo>
                  <a:pt x="82734" y="1546378"/>
                </a:lnTo>
                <a:lnTo>
                  <a:pt x="82741" y="1546375"/>
                </a:lnTo>
                <a:lnTo>
                  <a:pt x="82749" y="1546373"/>
                </a:lnTo>
                <a:lnTo>
                  <a:pt x="82757" y="1546371"/>
                </a:lnTo>
                <a:lnTo>
                  <a:pt x="82764" y="1546368"/>
                </a:lnTo>
                <a:lnTo>
                  <a:pt x="82772" y="1546366"/>
                </a:lnTo>
                <a:lnTo>
                  <a:pt x="82779" y="1546364"/>
                </a:lnTo>
                <a:lnTo>
                  <a:pt x="82787" y="1546361"/>
                </a:lnTo>
                <a:lnTo>
                  <a:pt x="82795" y="1546359"/>
                </a:lnTo>
                <a:lnTo>
                  <a:pt x="82802" y="1546357"/>
                </a:lnTo>
                <a:lnTo>
                  <a:pt x="88442" y="1544588"/>
                </a:lnTo>
                <a:lnTo>
                  <a:pt x="85504" y="1535219"/>
                </a:lnTo>
                <a:lnTo>
                  <a:pt x="79961" y="1536957"/>
                </a:lnTo>
                <a:lnTo>
                  <a:pt x="60006" y="1542368"/>
                </a:lnTo>
                <a:lnTo>
                  <a:pt x="50772" y="1544525"/>
                </a:lnTo>
                <a:lnTo>
                  <a:pt x="53006" y="1554087"/>
                </a:lnTo>
                <a:lnTo>
                  <a:pt x="62324" y="1551910"/>
                </a:lnTo>
                <a:lnTo>
                  <a:pt x="62331" y="1551909"/>
                </a:lnTo>
                <a:lnTo>
                  <a:pt x="62338" y="1551907"/>
                </a:lnTo>
                <a:lnTo>
                  <a:pt x="62345" y="1551905"/>
                </a:lnTo>
                <a:lnTo>
                  <a:pt x="62352" y="1551904"/>
                </a:lnTo>
                <a:lnTo>
                  <a:pt x="62359" y="1551902"/>
                </a:lnTo>
                <a:lnTo>
                  <a:pt x="62366" y="1551900"/>
                </a:lnTo>
                <a:lnTo>
                  <a:pt x="62373" y="1551899"/>
                </a:lnTo>
                <a:lnTo>
                  <a:pt x="62380" y="1551897"/>
                </a:lnTo>
                <a:lnTo>
                  <a:pt x="62387" y="1551895"/>
                </a:lnTo>
                <a:lnTo>
                  <a:pt x="62394" y="1551893"/>
                </a:lnTo>
                <a:lnTo>
                  <a:pt x="62401" y="1551892"/>
                </a:lnTo>
                <a:lnTo>
                  <a:pt x="62408" y="1551890"/>
                </a:lnTo>
                <a:lnTo>
                  <a:pt x="62415" y="1551888"/>
                </a:lnTo>
                <a:lnTo>
                  <a:pt x="62422" y="1551886"/>
                </a:lnTo>
                <a:lnTo>
                  <a:pt x="62429" y="1551885"/>
                </a:lnTo>
                <a:lnTo>
                  <a:pt x="62436" y="1551883"/>
                </a:lnTo>
                <a:lnTo>
                  <a:pt x="62443" y="1551881"/>
                </a:lnTo>
                <a:lnTo>
                  <a:pt x="62450" y="1551879"/>
                </a:lnTo>
                <a:lnTo>
                  <a:pt x="62457" y="1551877"/>
                </a:lnTo>
                <a:lnTo>
                  <a:pt x="62464" y="1551875"/>
                </a:lnTo>
                <a:lnTo>
                  <a:pt x="62471" y="1551874"/>
                </a:lnTo>
                <a:lnTo>
                  <a:pt x="62478" y="1551872"/>
                </a:lnTo>
                <a:lnTo>
                  <a:pt x="62485" y="1551870"/>
                </a:lnTo>
                <a:lnTo>
                  <a:pt x="62492" y="1551868"/>
                </a:lnTo>
                <a:close/>
                <a:moveTo>
                  <a:pt x="80048" y="1536933"/>
                </a:moveTo>
                <a:lnTo>
                  <a:pt x="81333" y="1541672"/>
                </a:lnTo>
                <a:lnTo>
                  <a:pt x="79865" y="1536987"/>
                </a:lnTo>
                <a:lnTo>
                  <a:pt x="79961" y="1536957"/>
                </a:lnTo>
                <a:lnTo>
                  <a:pt x="80048" y="1536933"/>
                </a:lnTo>
                <a:close/>
                <a:moveTo>
                  <a:pt x="60090" y="1542349"/>
                </a:moveTo>
                <a:lnTo>
                  <a:pt x="61207" y="1547130"/>
                </a:lnTo>
                <a:lnTo>
                  <a:pt x="59922" y="1542391"/>
                </a:lnTo>
                <a:lnTo>
                  <a:pt x="60006" y="1542368"/>
                </a:lnTo>
                <a:lnTo>
                  <a:pt x="60090" y="1542349"/>
                </a:lnTo>
                <a:close/>
                <a:moveTo>
                  <a:pt x="123464" y="1532634"/>
                </a:moveTo>
                <a:lnTo>
                  <a:pt x="137753" y="1526720"/>
                </a:lnTo>
                <a:lnTo>
                  <a:pt x="133998" y="1517648"/>
                </a:lnTo>
                <a:lnTo>
                  <a:pt x="119815" y="1523517"/>
                </a:lnTo>
                <a:lnTo>
                  <a:pt x="100291" y="1530565"/>
                </a:lnTo>
                <a:lnTo>
                  <a:pt x="103625" y="1539800"/>
                </a:lnTo>
                <a:lnTo>
                  <a:pt x="123253" y="1532715"/>
                </a:lnTo>
                <a:lnTo>
                  <a:pt x="123262" y="1532712"/>
                </a:lnTo>
                <a:lnTo>
                  <a:pt x="123271" y="1532709"/>
                </a:lnTo>
                <a:lnTo>
                  <a:pt x="123280" y="1532706"/>
                </a:lnTo>
                <a:lnTo>
                  <a:pt x="123288" y="1532703"/>
                </a:lnTo>
                <a:lnTo>
                  <a:pt x="123297" y="1532699"/>
                </a:lnTo>
                <a:lnTo>
                  <a:pt x="123306" y="1532696"/>
                </a:lnTo>
                <a:lnTo>
                  <a:pt x="123315" y="1532693"/>
                </a:lnTo>
                <a:lnTo>
                  <a:pt x="123324" y="1532689"/>
                </a:lnTo>
                <a:lnTo>
                  <a:pt x="123332" y="1532686"/>
                </a:lnTo>
                <a:lnTo>
                  <a:pt x="123341" y="1532683"/>
                </a:lnTo>
                <a:lnTo>
                  <a:pt x="123350" y="1532679"/>
                </a:lnTo>
                <a:lnTo>
                  <a:pt x="123359" y="1532676"/>
                </a:lnTo>
                <a:lnTo>
                  <a:pt x="123368" y="1532673"/>
                </a:lnTo>
                <a:lnTo>
                  <a:pt x="123376" y="1532669"/>
                </a:lnTo>
                <a:lnTo>
                  <a:pt x="123385" y="1532666"/>
                </a:lnTo>
                <a:lnTo>
                  <a:pt x="123394" y="1532662"/>
                </a:lnTo>
                <a:lnTo>
                  <a:pt x="123403" y="1532659"/>
                </a:lnTo>
                <a:lnTo>
                  <a:pt x="123411" y="1532655"/>
                </a:lnTo>
                <a:lnTo>
                  <a:pt x="123420" y="1532652"/>
                </a:lnTo>
                <a:lnTo>
                  <a:pt x="123429" y="1532648"/>
                </a:lnTo>
                <a:lnTo>
                  <a:pt x="123437" y="1532645"/>
                </a:lnTo>
                <a:lnTo>
                  <a:pt x="123446" y="1532641"/>
                </a:lnTo>
                <a:lnTo>
                  <a:pt x="123455" y="1532638"/>
                </a:lnTo>
                <a:lnTo>
                  <a:pt x="123464" y="1532634"/>
                </a:lnTo>
                <a:close/>
                <a:moveTo>
                  <a:pt x="119919" y="1523480"/>
                </a:moveTo>
                <a:lnTo>
                  <a:pt x="121586" y="1528098"/>
                </a:lnTo>
                <a:lnTo>
                  <a:pt x="119708" y="1523561"/>
                </a:lnTo>
                <a:lnTo>
                  <a:pt x="119815" y="1523517"/>
                </a:lnTo>
                <a:lnTo>
                  <a:pt x="119919" y="1523480"/>
                </a:lnTo>
                <a:close/>
                <a:moveTo>
                  <a:pt x="164162" y="1514584"/>
                </a:moveTo>
                <a:lnTo>
                  <a:pt x="184288" y="1503773"/>
                </a:lnTo>
                <a:lnTo>
                  <a:pt x="184298" y="1503767"/>
                </a:lnTo>
                <a:lnTo>
                  <a:pt x="184308" y="1503762"/>
                </a:lnTo>
                <a:lnTo>
                  <a:pt x="184317" y="1503757"/>
                </a:lnTo>
                <a:lnTo>
                  <a:pt x="184327" y="1503752"/>
                </a:lnTo>
                <a:lnTo>
                  <a:pt x="184336" y="1503746"/>
                </a:lnTo>
                <a:lnTo>
                  <a:pt x="184346" y="1503741"/>
                </a:lnTo>
                <a:lnTo>
                  <a:pt x="184356" y="1503736"/>
                </a:lnTo>
                <a:lnTo>
                  <a:pt x="184365" y="1503731"/>
                </a:lnTo>
                <a:lnTo>
                  <a:pt x="184375" y="1503725"/>
                </a:lnTo>
                <a:lnTo>
                  <a:pt x="184384" y="1503720"/>
                </a:lnTo>
                <a:lnTo>
                  <a:pt x="184394" y="1503714"/>
                </a:lnTo>
                <a:lnTo>
                  <a:pt x="184403" y="1503709"/>
                </a:lnTo>
                <a:lnTo>
                  <a:pt x="184413" y="1503704"/>
                </a:lnTo>
                <a:lnTo>
                  <a:pt x="184422" y="1503698"/>
                </a:lnTo>
                <a:lnTo>
                  <a:pt x="184432" y="1503693"/>
                </a:lnTo>
                <a:lnTo>
                  <a:pt x="184441" y="1503687"/>
                </a:lnTo>
                <a:lnTo>
                  <a:pt x="184450" y="1503682"/>
                </a:lnTo>
                <a:lnTo>
                  <a:pt x="184460" y="1503676"/>
                </a:lnTo>
                <a:lnTo>
                  <a:pt x="184469" y="1503670"/>
                </a:lnTo>
                <a:lnTo>
                  <a:pt x="184479" y="1503665"/>
                </a:lnTo>
                <a:lnTo>
                  <a:pt x="184488" y="1503659"/>
                </a:lnTo>
                <a:lnTo>
                  <a:pt x="184498" y="1503654"/>
                </a:lnTo>
                <a:lnTo>
                  <a:pt x="184507" y="1503648"/>
                </a:lnTo>
                <a:lnTo>
                  <a:pt x="184516" y="1503642"/>
                </a:lnTo>
                <a:lnTo>
                  <a:pt x="185047" y="1503320"/>
                </a:lnTo>
                <a:lnTo>
                  <a:pt x="179944" y="1494930"/>
                </a:lnTo>
                <a:lnTo>
                  <a:pt x="179525" y="1495185"/>
                </a:lnTo>
                <a:lnTo>
                  <a:pt x="159628" y="1505873"/>
                </a:lnTo>
                <a:lnTo>
                  <a:pt x="148109" y="1511316"/>
                </a:lnTo>
                <a:lnTo>
                  <a:pt x="152304" y="1520194"/>
                </a:lnTo>
                <a:lnTo>
                  <a:pt x="163936" y="1514698"/>
                </a:lnTo>
                <a:lnTo>
                  <a:pt x="163946" y="1514693"/>
                </a:lnTo>
                <a:lnTo>
                  <a:pt x="163955" y="1514689"/>
                </a:lnTo>
                <a:lnTo>
                  <a:pt x="163965" y="1514684"/>
                </a:lnTo>
                <a:lnTo>
                  <a:pt x="163974" y="1514680"/>
                </a:lnTo>
                <a:lnTo>
                  <a:pt x="163984" y="1514675"/>
                </a:lnTo>
                <a:lnTo>
                  <a:pt x="163993" y="1514670"/>
                </a:lnTo>
                <a:lnTo>
                  <a:pt x="164003" y="1514666"/>
                </a:lnTo>
                <a:lnTo>
                  <a:pt x="164012" y="1514661"/>
                </a:lnTo>
                <a:lnTo>
                  <a:pt x="164022" y="1514656"/>
                </a:lnTo>
                <a:lnTo>
                  <a:pt x="164031" y="1514652"/>
                </a:lnTo>
                <a:lnTo>
                  <a:pt x="164040" y="1514647"/>
                </a:lnTo>
                <a:lnTo>
                  <a:pt x="164050" y="1514642"/>
                </a:lnTo>
                <a:lnTo>
                  <a:pt x="164059" y="1514638"/>
                </a:lnTo>
                <a:lnTo>
                  <a:pt x="164069" y="1514633"/>
                </a:lnTo>
                <a:lnTo>
                  <a:pt x="164078" y="1514628"/>
                </a:lnTo>
                <a:lnTo>
                  <a:pt x="164087" y="1514623"/>
                </a:lnTo>
                <a:lnTo>
                  <a:pt x="164097" y="1514618"/>
                </a:lnTo>
                <a:lnTo>
                  <a:pt x="164106" y="1514613"/>
                </a:lnTo>
                <a:lnTo>
                  <a:pt x="164116" y="1514609"/>
                </a:lnTo>
                <a:lnTo>
                  <a:pt x="164125" y="1514604"/>
                </a:lnTo>
                <a:lnTo>
                  <a:pt x="164134" y="1514599"/>
                </a:lnTo>
                <a:lnTo>
                  <a:pt x="164144" y="1514594"/>
                </a:lnTo>
                <a:lnTo>
                  <a:pt x="164153" y="1514589"/>
                </a:lnTo>
                <a:lnTo>
                  <a:pt x="164162" y="1514584"/>
                </a:lnTo>
                <a:close/>
                <a:moveTo>
                  <a:pt x="179641" y="1495123"/>
                </a:moveTo>
                <a:lnTo>
                  <a:pt x="181965" y="1499448"/>
                </a:lnTo>
                <a:lnTo>
                  <a:pt x="179413" y="1495253"/>
                </a:lnTo>
                <a:lnTo>
                  <a:pt x="179525" y="1495185"/>
                </a:lnTo>
                <a:lnTo>
                  <a:pt x="179641" y="1495123"/>
                </a:lnTo>
                <a:close/>
                <a:moveTo>
                  <a:pt x="159741" y="1505820"/>
                </a:moveTo>
                <a:lnTo>
                  <a:pt x="161839" y="1510259"/>
                </a:lnTo>
                <a:lnTo>
                  <a:pt x="159515" y="1505934"/>
                </a:lnTo>
                <a:lnTo>
                  <a:pt x="159628" y="1505873"/>
                </a:lnTo>
                <a:lnTo>
                  <a:pt x="159741" y="1505820"/>
                </a:lnTo>
                <a:close/>
                <a:moveTo>
                  <a:pt x="204867" y="1491259"/>
                </a:moveTo>
                <a:lnTo>
                  <a:pt x="224993" y="1477463"/>
                </a:lnTo>
                <a:lnTo>
                  <a:pt x="225003" y="1477457"/>
                </a:lnTo>
                <a:lnTo>
                  <a:pt x="225012" y="1477451"/>
                </a:lnTo>
                <a:lnTo>
                  <a:pt x="225021" y="1477444"/>
                </a:lnTo>
                <a:lnTo>
                  <a:pt x="225030" y="1477438"/>
                </a:lnTo>
                <a:lnTo>
                  <a:pt x="225039" y="1477431"/>
                </a:lnTo>
                <a:lnTo>
                  <a:pt x="225049" y="1477425"/>
                </a:lnTo>
                <a:lnTo>
                  <a:pt x="225058" y="1477418"/>
                </a:lnTo>
                <a:lnTo>
                  <a:pt x="225067" y="1477412"/>
                </a:lnTo>
                <a:lnTo>
                  <a:pt x="225076" y="1477405"/>
                </a:lnTo>
                <a:lnTo>
                  <a:pt x="225085" y="1477399"/>
                </a:lnTo>
                <a:lnTo>
                  <a:pt x="225094" y="1477392"/>
                </a:lnTo>
                <a:lnTo>
                  <a:pt x="225103" y="1477386"/>
                </a:lnTo>
                <a:lnTo>
                  <a:pt x="225112" y="1477379"/>
                </a:lnTo>
                <a:lnTo>
                  <a:pt x="225122" y="1477372"/>
                </a:lnTo>
                <a:lnTo>
                  <a:pt x="225131" y="1477366"/>
                </a:lnTo>
                <a:lnTo>
                  <a:pt x="225140" y="1477359"/>
                </a:lnTo>
                <a:lnTo>
                  <a:pt x="225149" y="1477352"/>
                </a:lnTo>
                <a:lnTo>
                  <a:pt x="225158" y="1477346"/>
                </a:lnTo>
                <a:lnTo>
                  <a:pt x="225167" y="1477339"/>
                </a:lnTo>
                <a:lnTo>
                  <a:pt x="225176" y="1477332"/>
                </a:lnTo>
                <a:lnTo>
                  <a:pt x="225184" y="1477325"/>
                </a:lnTo>
                <a:lnTo>
                  <a:pt x="225193" y="1477319"/>
                </a:lnTo>
                <a:lnTo>
                  <a:pt x="225202" y="1477312"/>
                </a:lnTo>
                <a:lnTo>
                  <a:pt x="225211" y="1477305"/>
                </a:lnTo>
                <a:lnTo>
                  <a:pt x="228943" y="1474434"/>
                </a:lnTo>
                <a:lnTo>
                  <a:pt x="222956" y="1466651"/>
                </a:lnTo>
                <a:lnTo>
                  <a:pt x="219331" y="1469440"/>
                </a:lnTo>
                <a:lnTo>
                  <a:pt x="199424" y="1483085"/>
                </a:lnTo>
                <a:lnTo>
                  <a:pt x="193368" y="1486767"/>
                </a:lnTo>
                <a:lnTo>
                  <a:pt x="198471" y="1495157"/>
                </a:lnTo>
                <a:lnTo>
                  <a:pt x="204642" y="1491404"/>
                </a:lnTo>
                <a:lnTo>
                  <a:pt x="204652" y="1491398"/>
                </a:lnTo>
                <a:lnTo>
                  <a:pt x="204661" y="1491392"/>
                </a:lnTo>
                <a:lnTo>
                  <a:pt x="204671" y="1491386"/>
                </a:lnTo>
                <a:lnTo>
                  <a:pt x="204680" y="1491380"/>
                </a:lnTo>
                <a:lnTo>
                  <a:pt x="204690" y="1491374"/>
                </a:lnTo>
                <a:lnTo>
                  <a:pt x="204699" y="1491369"/>
                </a:lnTo>
                <a:lnTo>
                  <a:pt x="204709" y="1491363"/>
                </a:lnTo>
                <a:lnTo>
                  <a:pt x="204718" y="1491357"/>
                </a:lnTo>
                <a:lnTo>
                  <a:pt x="204728" y="1491351"/>
                </a:lnTo>
                <a:lnTo>
                  <a:pt x="204737" y="1491345"/>
                </a:lnTo>
                <a:lnTo>
                  <a:pt x="204746" y="1491339"/>
                </a:lnTo>
                <a:lnTo>
                  <a:pt x="204756" y="1491333"/>
                </a:lnTo>
                <a:lnTo>
                  <a:pt x="204765" y="1491327"/>
                </a:lnTo>
                <a:lnTo>
                  <a:pt x="204774" y="1491321"/>
                </a:lnTo>
                <a:lnTo>
                  <a:pt x="204784" y="1491314"/>
                </a:lnTo>
                <a:lnTo>
                  <a:pt x="204793" y="1491308"/>
                </a:lnTo>
                <a:lnTo>
                  <a:pt x="204802" y="1491302"/>
                </a:lnTo>
                <a:lnTo>
                  <a:pt x="204812" y="1491296"/>
                </a:lnTo>
                <a:lnTo>
                  <a:pt x="204821" y="1491290"/>
                </a:lnTo>
                <a:lnTo>
                  <a:pt x="204830" y="1491284"/>
                </a:lnTo>
                <a:lnTo>
                  <a:pt x="204839" y="1491277"/>
                </a:lnTo>
                <a:lnTo>
                  <a:pt x="204849" y="1491271"/>
                </a:lnTo>
                <a:lnTo>
                  <a:pt x="204858" y="1491265"/>
                </a:lnTo>
                <a:lnTo>
                  <a:pt x="204867" y="1491259"/>
                </a:lnTo>
                <a:close/>
                <a:moveTo>
                  <a:pt x="219441" y="1469364"/>
                </a:moveTo>
                <a:lnTo>
                  <a:pt x="222217" y="1473414"/>
                </a:lnTo>
                <a:lnTo>
                  <a:pt x="219224" y="1469523"/>
                </a:lnTo>
                <a:lnTo>
                  <a:pt x="219331" y="1469440"/>
                </a:lnTo>
                <a:lnTo>
                  <a:pt x="219441" y="1469364"/>
                </a:lnTo>
                <a:close/>
                <a:moveTo>
                  <a:pt x="199540" y="1483014"/>
                </a:moveTo>
                <a:lnTo>
                  <a:pt x="202091" y="1487209"/>
                </a:lnTo>
                <a:lnTo>
                  <a:pt x="199315" y="1483159"/>
                </a:lnTo>
                <a:lnTo>
                  <a:pt x="199424" y="1483085"/>
                </a:lnTo>
                <a:lnTo>
                  <a:pt x="199540" y="1483014"/>
                </a:lnTo>
                <a:close/>
                <a:moveTo>
                  <a:pt x="245544" y="1461654"/>
                </a:moveTo>
                <a:lnTo>
                  <a:pt x="265671" y="1444353"/>
                </a:lnTo>
                <a:lnTo>
                  <a:pt x="265679" y="1444346"/>
                </a:lnTo>
                <a:lnTo>
                  <a:pt x="265687" y="1444339"/>
                </a:lnTo>
                <a:lnTo>
                  <a:pt x="265695" y="1444332"/>
                </a:lnTo>
                <a:lnTo>
                  <a:pt x="265703" y="1444325"/>
                </a:lnTo>
                <a:lnTo>
                  <a:pt x="265712" y="1444318"/>
                </a:lnTo>
                <a:lnTo>
                  <a:pt x="265720" y="1444311"/>
                </a:lnTo>
                <a:lnTo>
                  <a:pt x="265728" y="1444303"/>
                </a:lnTo>
                <a:lnTo>
                  <a:pt x="265736" y="1444296"/>
                </a:lnTo>
                <a:lnTo>
                  <a:pt x="265744" y="1444289"/>
                </a:lnTo>
                <a:lnTo>
                  <a:pt x="265752" y="1444282"/>
                </a:lnTo>
                <a:lnTo>
                  <a:pt x="265760" y="1444274"/>
                </a:lnTo>
                <a:lnTo>
                  <a:pt x="265768" y="1444267"/>
                </a:lnTo>
                <a:lnTo>
                  <a:pt x="265776" y="1444260"/>
                </a:lnTo>
                <a:lnTo>
                  <a:pt x="265784" y="1444253"/>
                </a:lnTo>
                <a:lnTo>
                  <a:pt x="265792" y="1444245"/>
                </a:lnTo>
                <a:lnTo>
                  <a:pt x="265800" y="1444238"/>
                </a:lnTo>
                <a:lnTo>
                  <a:pt x="265808" y="1444231"/>
                </a:lnTo>
                <a:lnTo>
                  <a:pt x="265816" y="1444223"/>
                </a:lnTo>
                <a:lnTo>
                  <a:pt x="265824" y="1444216"/>
                </a:lnTo>
                <a:lnTo>
                  <a:pt x="265832" y="1444208"/>
                </a:lnTo>
                <a:lnTo>
                  <a:pt x="265840" y="1444201"/>
                </a:lnTo>
                <a:lnTo>
                  <a:pt x="265848" y="1444193"/>
                </a:lnTo>
                <a:lnTo>
                  <a:pt x="265856" y="1444186"/>
                </a:lnTo>
                <a:lnTo>
                  <a:pt x="265864" y="1444178"/>
                </a:lnTo>
                <a:lnTo>
                  <a:pt x="269346" y="1440848"/>
                </a:lnTo>
                <a:lnTo>
                  <a:pt x="262559" y="1433751"/>
                </a:lnTo>
                <a:lnTo>
                  <a:pt x="259169" y="1436993"/>
                </a:lnTo>
                <a:lnTo>
                  <a:pt x="239245" y="1454120"/>
                </a:lnTo>
                <a:lnTo>
                  <a:pt x="235409" y="1457072"/>
                </a:lnTo>
                <a:lnTo>
                  <a:pt x="241396" y="1464854"/>
                </a:lnTo>
                <a:lnTo>
                  <a:pt x="245337" y="1461822"/>
                </a:lnTo>
                <a:lnTo>
                  <a:pt x="245346" y="1461816"/>
                </a:lnTo>
                <a:lnTo>
                  <a:pt x="245355" y="1461809"/>
                </a:lnTo>
                <a:lnTo>
                  <a:pt x="245364" y="1461802"/>
                </a:lnTo>
                <a:lnTo>
                  <a:pt x="245373" y="1461795"/>
                </a:lnTo>
                <a:lnTo>
                  <a:pt x="245381" y="1461788"/>
                </a:lnTo>
                <a:lnTo>
                  <a:pt x="245390" y="1461781"/>
                </a:lnTo>
                <a:lnTo>
                  <a:pt x="245399" y="1461774"/>
                </a:lnTo>
                <a:lnTo>
                  <a:pt x="245407" y="1461768"/>
                </a:lnTo>
                <a:lnTo>
                  <a:pt x="245416" y="1461761"/>
                </a:lnTo>
                <a:lnTo>
                  <a:pt x="245425" y="1461754"/>
                </a:lnTo>
                <a:lnTo>
                  <a:pt x="245433" y="1461747"/>
                </a:lnTo>
                <a:lnTo>
                  <a:pt x="245442" y="1461740"/>
                </a:lnTo>
                <a:lnTo>
                  <a:pt x="245451" y="1461733"/>
                </a:lnTo>
                <a:lnTo>
                  <a:pt x="245459" y="1461726"/>
                </a:lnTo>
                <a:lnTo>
                  <a:pt x="245468" y="1461718"/>
                </a:lnTo>
                <a:lnTo>
                  <a:pt x="245476" y="1461711"/>
                </a:lnTo>
                <a:lnTo>
                  <a:pt x="245485" y="1461704"/>
                </a:lnTo>
                <a:lnTo>
                  <a:pt x="245493" y="1461697"/>
                </a:lnTo>
                <a:lnTo>
                  <a:pt x="245502" y="1461690"/>
                </a:lnTo>
                <a:lnTo>
                  <a:pt x="245511" y="1461683"/>
                </a:lnTo>
                <a:lnTo>
                  <a:pt x="245519" y="1461676"/>
                </a:lnTo>
                <a:lnTo>
                  <a:pt x="245527" y="1461668"/>
                </a:lnTo>
                <a:lnTo>
                  <a:pt x="245536" y="1461661"/>
                </a:lnTo>
                <a:lnTo>
                  <a:pt x="245544" y="1461654"/>
                </a:lnTo>
                <a:close/>
                <a:moveTo>
                  <a:pt x="259269" y="1436907"/>
                </a:moveTo>
                <a:lnTo>
                  <a:pt x="262470" y="1440630"/>
                </a:lnTo>
                <a:lnTo>
                  <a:pt x="259076" y="1437082"/>
                </a:lnTo>
                <a:lnTo>
                  <a:pt x="259169" y="1436993"/>
                </a:lnTo>
                <a:lnTo>
                  <a:pt x="259269" y="1436907"/>
                </a:lnTo>
                <a:close/>
                <a:moveTo>
                  <a:pt x="239350" y="1454040"/>
                </a:moveTo>
                <a:lnTo>
                  <a:pt x="242344" y="1457931"/>
                </a:lnTo>
                <a:lnTo>
                  <a:pt x="239143" y="1454208"/>
                </a:lnTo>
                <a:lnTo>
                  <a:pt x="239245" y="1454120"/>
                </a:lnTo>
                <a:lnTo>
                  <a:pt x="239350" y="1454040"/>
                </a:lnTo>
                <a:close/>
                <a:moveTo>
                  <a:pt x="286167" y="1424753"/>
                </a:moveTo>
                <a:lnTo>
                  <a:pt x="306084" y="1403656"/>
                </a:lnTo>
                <a:lnTo>
                  <a:pt x="298943" y="1396915"/>
                </a:lnTo>
                <a:lnTo>
                  <a:pt x="279113" y="1417921"/>
                </a:lnTo>
                <a:lnTo>
                  <a:pt x="273914" y="1422893"/>
                </a:lnTo>
                <a:lnTo>
                  <a:pt x="280701" y="1429989"/>
                </a:lnTo>
                <a:lnTo>
                  <a:pt x="285990" y="1424931"/>
                </a:lnTo>
                <a:lnTo>
                  <a:pt x="285997" y="1424924"/>
                </a:lnTo>
                <a:lnTo>
                  <a:pt x="286005" y="1424916"/>
                </a:lnTo>
                <a:lnTo>
                  <a:pt x="286012" y="1424909"/>
                </a:lnTo>
                <a:lnTo>
                  <a:pt x="286020" y="1424902"/>
                </a:lnTo>
                <a:lnTo>
                  <a:pt x="286027" y="1424895"/>
                </a:lnTo>
                <a:lnTo>
                  <a:pt x="286035" y="1424887"/>
                </a:lnTo>
                <a:lnTo>
                  <a:pt x="286042" y="1424880"/>
                </a:lnTo>
                <a:lnTo>
                  <a:pt x="286050" y="1424873"/>
                </a:lnTo>
                <a:lnTo>
                  <a:pt x="286057" y="1424865"/>
                </a:lnTo>
                <a:lnTo>
                  <a:pt x="286065" y="1424858"/>
                </a:lnTo>
                <a:lnTo>
                  <a:pt x="286072" y="1424851"/>
                </a:lnTo>
                <a:lnTo>
                  <a:pt x="286079" y="1424843"/>
                </a:lnTo>
                <a:lnTo>
                  <a:pt x="286087" y="1424836"/>
                </a:lnTo>
                <a:lnTo>
                  <a:pt x="286094" y="1424828"/>
                </a:lnTo>
                <a:lnTo>
                  <a:pt x="286101" y="1424821"/>
                </a:lnTo>
                <a:lnTo>
                  <a:pt x="286109" y="1424813"/>
                </a:lnTo>
                <a:lnTo>
                  <a:pt x="286116" y="1424806"/>
                </a:lnTo>
                <a:lnTo>
                  <a:pt x="286123" y="1424798"/>
                </a:lnTo>
                <a:lnTo>
                  <a:pt x="286130" y="1424791"/>
                </a:lnTo>
                <a:lnTo>
                  <a:pt x="286138" y="1424783"/>
                </a:lnTo>
                <a:lnTo>
                  <a:pt x="286145" y="1424776"/>
                </a:lnTo>
                <a:lnTo>
                  <a:pt x="286152" y="1424768"/>
                </a:lnTo>
                <a:lnTo>
                  <a:pt x="286159" y="1424761"/>
                </a:lnTo>
                <a:lnTo>
                  <a:pt x="286167" y="1424753"/>
                </a:lnTo>
                <a:close/>
                <a:moveTo>
                  <a:pt x="279203" y="1417835"/>
                </a:moveTo>
                <a:lnTo>
                  <a:pt x="282596" y="1421383"/>
                </a:lnTo>
                <a:lnTo>
                  <a:pt x="279026" y="1418013"/>
                </a:lnTo>
                <a:lnTo>
                  <a:pt x="279113" y="1417921"/>
                </a:lnTo>
                <a:lnTo>
                  <a:pt x="279203" y="1417835"/>
                </a:lnTo>
                <a:close/>
                <a:moveTo>
                  <a:pt x="326720" y="1379578"/>
                </a:moveTo>
                <a:lnTo>
                  <a:pt x="339509" y="1363183"/>
                </a:lnTo>
                <a:lnTo>
                  <a:pt x="331766" y="1357144"/>
                </a:lnTo>
                <a:lnTo>
                  <a:pt x="319045" y="1373452"/>
                </a:lnTo>
                <a:lnTo>
                  <a:pt x="309013" y="1385168"/>
                </a:lnTo>
                <a:lnTo>
                  <a:pt x="316472" y="1391554"/>
                </a:lnTo>
                <a:lnTo>
                  <a:pt x="326578" y="1379751"/>
                </a:lnTo>
                <a:lnTo>
                  <a:pt x="326584" y="1379744"/>
                </a:lnTo>
                <a:lnTo>
                  <a:pt x="326590" y="1379737"/>
                </a:lnTo>
                <a:lnTo>
                  <a:pt x="326596" y="1379730"/>
                </a:lnTo>
                <a:lnTo>
                  <a:pt x="326603" y="1379723"/>
                </a:lnTo>
                <a:lnTo>
                  <a:pt x="326609" y="1379716"/>
                </a:lnTo>
                <a:lnTo>
                  <a:pt x="326615" y="1379709"/>
                </a:lnTo>
                <a:lnTo>
                  <a:pt x="326621" y="1379701"/>
                </a:lnTo>
                <a:lnTo>
                  <a:pt x="326626" y="1379694"/>
                </a:lnTo>
                <a:lnTo>
                  <a:pt x="326632" y="1379687"/>
                </a:lnTo>
                <a:lnTo>
                  <a:pt x="326638" y="1379680"/>
                </a:lnTo>
                <a:lnTo>
                  <a:pt x="326644" y="1379673"/>
                </a:lnTo>
                <a:lnTo>
                  <a:pt x="326650" y="1379665"/>
                </a:lnTo>
                <a:lnTo>
                  <a:pt x="326656" y="1379658"/>
                </a:lnTo>
                <a:lnTo>
                  <a:pt x="326662" y="1379651"/>
                </a:lnTo>
                <a:lnTo>
                  <a:pt x="326668" y="1379644"/>
                </a:lnTo>
                <a:lnTo>
                  <a:pt x="326674" y="1379636"/>
                </a:lnTo>
                <a:lnTo>
                  <a:pt x="326680" y="1379629"/>
                </a:lnTo>
                <a:lnTo>
                  <a:pt x="326685" y="1379622"/>
                </a:lnTo>
                <a:lnTo>
                  <a:pt x="326691" y="1379615"/>
                </a:lnTo>
                <a:lnTo>
                  <a:pt x="326697" y="1379607"/>
                </a:lnTo>
                <a:lnTo>
                  <a:pt x="326703" y="1379600"/>
                </a:lnTo>
                <a:lnTo>
                  <a:pt x="326709" y="1379593"/>
                </a:lnTo>
                <a:lnTo>
                  <a:pt x="326714" y="1379585"/>
                </a:lnTo>
                <a:lnTo>
                  <a:pt x="326720" y="1379578"/>
                </a:lnTo>
                <a:close/>
                <a:moveTo>
                  <a:pt x="319119" y="1373365"/>
                </a:moveTo>
                <a:lnTo>
                  <a:pt x="322849" y="1376558"/>
                </a:lnTo>
                <a:lnTo>
                  <a:pt x="318977" y="1373539"/>
                </a:lnTo>
                <a:lnTo>
                  <a:pt x="319045" y="1373452"/>
                </a:lnTo>
                <a:lnTo>
                  <a:pt x="319119" y="1373365"/>
                </a:lnTo>
                <a:close/>
                <a:moveTo>
                  <a:pt x="367206" y="1325261"/>
                </a:moveTo>
                <a:lnTo>
                  <a:pt x="370210" y="1320684"/>
                </a:lnTo>
                <a:lnTo>
                  <a:pt x="362001" y="1315295"/>
                </a:lnTo>
                <a:lnTo>
                  <a:pt x="359049" y="1319792"/>
                </a:lnTo>
                <a:lnTo>
                  <a:pt x="341176" y="1344827"/>
                </a:lnTo>
                <a:lnTo>
                  <a:pt x="349168" y="1350532"/>
                </a:lnTo>
                <a:lnTo>
                  <a:pt x="367097" y="1325419"/>
                </a:lnTo>
                <a:lnTo>
                  <a:pt x="367102" y="1325413"/>
                </a:lnTo>
                <a:lnTo>
                  <a:pt x="367107" y="1325406"/>
                </a:lnTo>
                <a:lnTo>
                  <a:pt x="367111" y="1325400"/>
                </a:lnTo>
                <a:lnTo>
                  <a:pt x="367116" y="1325393"/>
                </a:lnTo>
                <a:lnTo>
                  <a:pt x="367120" y="1325387"/>
                </a:lnTo>
                <a:lnTo>
                  <a:pt x="367125" y="1325380"/>
                </a:lnTo>
                <a:lnTo>
                  <a:pt x="367130" y="1325373"/>
                </a:lnTo>
                <a:lnTo>
                  <a:pt x="367134" y="1325367"/>
                </a:lnTo>
                <a:lnTo>
                  <a:pt x="367139" y="1325360"/>
                </a:lnTo>
                <a:lnTo>
                  <a:pt x="367143" y="1325354"/>
                </a:lnTo>
                <a:lnTo>
                  <a:pt x="367148" y="1325347"/>
                </a:lnTo>
                <a:lnTo>
                  <a:pt x="367152" y="1325341"/>
                </a:lnTo>
                <a:lnTo>
                  <a:pt x="367157" y="1325334"/>
                </a:lnTo>
                <a:lnTo>
                  <a:pt x="367161" y="1325327"/>
                </a:lnTo>
                <a:lnTo>
                  <a:pt x="367166" y="1325321"/>
                </a:lnTo>
                <a:lnTo>
                  <a:pt x="367170" y="1325314"/>
                </a:lnTo>
                <a:lnTo>
                  <a:pt x="367175" y="1325307"/>
                </a:lnTo>
                <a:lnTo>
                  <a:pt x="367179" y="1325301"/>
                </a:lnTo>
                <a:lnTo>
                  <a:pt x="367184" y="1325294"/>
                </a:lnTo>
                <a:lnTo>
                  <a:pt x="367188" y="1325288"/>
                </a:lnTo>
                <a:lnTo>
                  <a:pt x="367193" y="1325281"/>
                </a:lnTo>
                <a:lnTo>
                  <a:pt x="367197" y="1325274"/>
                </a:lnTo>
                <a:lnTo>
                  <a:pt x="367201" y="1325267"/>
                </a:lnTo>
                <a:lnTo>
                  <a:pt x="367206" y="1325261"/>
                </a:lnTo>
                <a:close/>
                <a:moveTo>
                  <a:pt x="359105" y="1319714"/>
                </a:moveTo>
                <a:lnTo>
                  <a:pt x="363101" y="1322567"/>
                </a:lnTo>
                <a:lnTo>
                  <a:pt x="358997" y="1319872"/>
                </a:lnTo>
                <a:lnTo>
                  <a:pt x="359049" y="1319792"/>
                </a:lnTo>
                <a:lnTo>
                  <a:pt x="359105" y="1319714"/>
                </a:lnTo>
                <a:close/>
                <a:moveTo>
                  <a:pt x="387426" y="1294454"/>
                </a:moveTo>
                <a:lnTo>
                  <a:pt x="398234" y="1276633"/>
                </a:lnTo>
                <a:lnTo>
                  <a:pt x="389838" y="1271541"/>
                </a:lnTo>
                <a:lnTo>
                  <a:pt x="379075" y="1289288"/>
                </a:lnTo>
                <a:lnTo>
                  <a:pt x="370623" y="1302162"/>
                </a:lnTo>
                <a:lnTo>
                  <a:pt x="378832" y="1307550"/>
                </a:lnTo>
                <a:lnTo>
                  <a:pt x="387332" y="1294603"/>
                </a:lnTo>
                <a:lnTo>
                  <a:pt x="387336" y="1294596"/>
                </a:lnTo>
                <a:lnTo>
                  <a:pt x="387340" y="1294590"/>
                </a:lnTo>
                <a:lnTo>
                  <a:pt x="387344" y="1294584"/>
                </a:lnTo>
                <a:lnTo>
                  <a:pt x="387348" y="1294578"/>
                </a:lnTo>
                <a:lnTo>
                  <a:pt x="387352" y="1294572"/>
                </a:lnTo>
                <a:lnTo>
                  <a:pt x="387356" y="1294566"/>
                </a:lnTo>
                <a:lnTo>
                  <a:pt x="387360" y="1294560"/>
                </a:lnTo>
                <a:lnTo>
                  <a:pt x="387364" y="1294553"/>
                </a:lnTo>
                <a:lnTo>
                  <a:pt x="387368" y="1294547"/>
                </a:lnTo>
                <a:lnTo>
                  <a:pt x="387372" y="1294541"/>
                </a:lnTo>
                <a:lnTo>
                  <a:pt x="387376" y="1294535"/>
                </a:lnTo>
                <a:lnTo>
                  <a:pt x="387380" y="1294529"/>
                </a:lnTo>
                <a:lnTo>
                  <a:pt x="387383" y="1294522"/>
                </a:lnTo>
                <a:lnTo>
                  <a:pt x="387387" y="1294516"/>
                </a:lnTo>
                <a:lnTo>
                  <a:pt x="387391" y="1294510"/>
                </a:lnTo>
                <a:lnTo>
                  <a:pt x="387395" y="1294504"/>
                </a:lnTo>
                <a:lnTo>
                  <a:pt x="387399" y="1294498"/>
                </a:lnTo>
                <a:lnTo>
                  <a:pt x="387403" y="1294492"/>
                </a:lnTo>
                <a:lnTo>
                  <a:pt x="387407" y="1294485"/>
                </a:lnTo>
                <a:lnTo>
                  <a:pt x="387410" y="1294479"/>
                </a:lnTo>
                <a:lnTo>
                  <a:pt x="387414" y="1294473"/>
                </a:lnTo>
                <a:lnTo>
                  <a:pt x="387418" y="1294467"/>
                </a:lnTo>
                <a:lnTo>
                  <a:pt x="387422" y="1294460"/>
                </a:lnTo>
                <a:lnTo>
                  <a:pt x="387426" y="1294454"/>
                </a:lnTo>
                <a:close/>
                <a:moveTo>
                  <a:pt x="379123" y="1289214"/>
                </a:moveTo>
                <a:lnTo>
                  <a:pt x="383228" y="1291908"/>
                </a:lnTo>
                <a:lnTo>
                  <a:pt x="379029" y="1289362"/>
                </a:lnTo>
                <a:lnTo>
                  <a:pt x="379075" y="1289288"/>
                </a:lnTo>
                <a:lnTo>
                  <a:pt x="379123" y="1289214"/>
                </a:lnTo>
                <a:close/>
                <a:moveTo>
                  <a:pt x="407632" y="1261131"/>
                </a:moveTo>
                <a:lnTo>
                  <a:pt x="424348" y="1231440"/>
                </a:lnTo>
                <a:lnTo>
                  <a:pt x="415791" y="1226623"/>
                </a:lnTo>
                <a:lnTo>
                  <a:pt x="399115" y="1256244"/>
                </a:lnTo>
                <a:lnTo>
                  <a:pt x="397985" y="1258107"/>
                </a:lnTo>
                <a:lnTo>
                  <a:pt x="406381" y="1263199"/>
                </a:lnTo>
                <a:lnTo>
                  <a:pt x="407552" y="1261269"/>
                </a:lnTo>
                <a:lnTo>
                  <a:pt x="407555" y="1261263"/>
                </a:lnTo>
                <a:lnTo>
                  <a:pt x="407559" y="1261257"/>
                </a:lnTo>
                <a:lnTo>
                  <a:pt x="407562" y="1261252"/>
                </a:lnTo>
                <a:lnTo>
                  <a:pt x="407566" y="1261246"/>
                </a:lnTo>
                <a:lnTo>
                  <a:pt x="407569" y="1261240"/>
                </a:lnTo>
                <a:lnTo>
                  <a:pt x="407573" y="1261235"/>
                </a:lnTo>
                <a:lnTo>
                  <a:pt x="407576" y="1261229"/>
                </a:lnTo>
                <a:lnTo>
                  <a:pt x="407579" y="1261223"/>
                </a:lnTo>
                <a:lnTo>
                  <a:pt x="407583" y="1261218"/>
                </a:lnTo>
                <a:lnTo>
                  <a:pt x="407586" y="1261212"/>
                </a:lnTo>
                <a:lnTo>
                  <a:pt x="407589" y="1261206"/>
                </a:lnTo>
                <a:lnTo>
                  <a:pt x="407593" y="1261200"/>
                </a:lnTo>
                <a:lnTo>
                  <a:pt x="407596" y="1261195"/>
                </a:lnTo>
                <a:lnTo>
                  <a:pt x="407599" y="1261189"/>
                </a:lnTo>
                <a:lnTo>
                  <a:pt x="407603" y="1261183"/>
                </a:lnTo>
                <a:lnTo>
                  <a:pt x="407606" y="1261178"/>
                </a:lnTo>
                <a:lnTo>
                  <a:pt x="407609" y="1261172"/>
                </a:lnTo>
                <a:lnTo>
                  <a:pt x="407613" y="1261166"/>
                </a:lnTo>
                <a:lnTo>
                  <a:pt x="407616" y="1261160"/>
                </a:lnTo>
                <a:lnTo>
                  <a:pt x="407619" y="1261155"/>
                </a:lnTo>
                <a:lnTo>
                  <a:pt x="407623" y="1261149"/>
                </a:lnTo>
                <a:lnTo>
                  <a:pt x="407626" y="1261143"/>
                </a:lnTo>
                <a:lnTo>
                  <a:pt x="407629" y="1261137"/>
                </a:lnTo>
                <a:lnTo>
                  <a:pt x="407632" y="1261131"/>
                </a:lnTo>
                <a:close/>
                <a:moveTo>
                  <a:pt x="399156" y="1256177"/>
                </a:moveTo>
                <a:lnTo>
                  <a:pt x="403354" y="1258723"/>
                </a:lnTo>
                <a:lnTo>
                  <a:pt x="399075" y="1256314"/>
                </a:lnTo>
                <a:lnTo>
                  <a:pt x="399115" y="1256244"/>
                </a:lnTo>
                <a:lnTo>
                  <a:pt x="399156" y="1256177"/>
                </a:lnTo>
                <a:close/>
                <a:moveTo>
                  <a:pt x="448011" y="1186817"/>
                </a:moveTo>
                <a:lnTo>
                  <a:pt x="448808" y="1185200"/>
                </a:lnTo>
                <a:lnTo>
                  <a:pt x="439997" y="1180864"/>
                </a:lnTo>
                <a:lnTo>
                  <a:pt x="439230" y="1182423"/>
                </a:lnTo>
                <a:lnTo>
                  <a:pt x="423206" y="1212936"/>
                </a:lnTo>
                <a:lnTo>
                  <a:pt x="431899" y="1217501"/>
                </a:lnTo>
                <a:lnTo>
                  <a:pt x="447953" y="1186932"/>
                </a:lnTo>
                <a:lnTo>
                  <a:pt x="447956" y="1186927"/>
                </a:lnTo>
                <a:lnTo>
                  <a:pt x="447958" y="1186922"/>
                </a:lnTo>
                <a:lnTo>
                  <a:pt x="447961" y="1186917"/>
                </a:lnTo>
                <a:lnTo>
                  <a:pt x="447963" y="1186913"/>
                </a:lnTo>
                <a:lnTo>
                  <a:pt x="447966" y="1186908"/>
                </a:lnTo>
                <a:lnTo>
                  <a:pt x="447968" y="1186903"/>
                </a:lnTo>
                <a:lnTo>
                  <a:pt x="447971" y="1186898"/>
                </a:lnTo>
                <a:lnTo>
                  <a:pt x="447973" y="1186894"/>
                </a:lnTo>
                <a:lnTo>
                  <a:pt x="447975" y="1186889"/>
                </a:lnTo>
                <a:lnTo>
                  <a:pt x="447978" y="1186884"/>
                </a:lnTo>
                <a:lnTo>
                  <a:pt x="447980" y="1186879"/>
                </a:lnTo>
                <a:lnTo>
                  <a:pt x="447983" y="1186875"/>
                </a:lnTo>
                <a:lnTo>
                  <a:pt x="447985" y="1186870"/>
                </a:lnTo>
                <a:lnTo>
                  <a:pt x="447988" y="1186865"/>
                </a:lnTo>
                <a:lnTo>
                  <a:pt x="447990" y="1186860"/>
                </a:lnTo>
                <a:lnTo>
                  <a:pt x="447992" y="1186856"/>
                </a:lnTo>
                <a:lnTo>
                  <a:pt x="447995" y="1186851"/>
                </a:lnTo>
                <a:lnTo>
                  <a:pt x="447997" y="1186846"/>
                </a:lnTo>
                <a:lnTo>
                  <a:pt x="448000" y="1186841"/>
                </a:lnTo>
                <a:lnTo>
                  <a:pt x="448002" y="1186836"/>
                </a:lnTo>
                <a:lnTo>
                  <a:pt x="448004" y="1186832"/>
                </a:lnTo>
                <a:lnTo>
                  <a:pt x="448007" y="1186827"/>
                </a:lnTo>
                <a:lnTo>
                  <a:pt x="448009" y="1186822"/>
                </a:lnTo>
                <a:lnTo>
                  <a:pt x="448011" y="1186817"/>
                </a:lnTo>
                <a:close/>
                <a:moveTo>
                  <a:pt x="439259" y="1182366"/>
                </a:moveTo>
                <a:lnTo>
                  <a:pt x="443606" y="1184649"/>
                </a:lnTo>
                <a:lnTo>
                  <a:pt x="439201" y="1182481"/>
                </a:lnTo>
                <a:lnTo>
                  <a:pt x="439230" y="1182423"/>
                </a:lnTo>
                <a:lnTo>
                  <a:pt x="439259" y="1182366"/>
                </a:lnTo>
                <a:close/>
                <a:moveTo>
                  <a:pt x="468187" y="1145832"/>
                </a:moveTo>
                <a:lnTo>
                  <a:pt x="471669" y="1138324"/>
                </a:lnTo>
                <a:lnTo>
                  <a:pt x="462761" y="1134193"/>
                </a:lnTo>
                <a:lnTo>
                  <a:pt x="459302" y="1141649"/>
                </a:lnTo>
                <a:lnTo>
                  <a:pt x="446936" y="1166768"/>
                </a:lnTo>
                <a:lnTo>
                  <a:pt x="455747" y="1171105"/>
                </a:lnTo>
                <a:lnTo>
                  <a:pt x="468138" y="1145935"/>
                </a:lnTo>
                <a:lnTo>
                  <a:pt x="468140" y="1145930"/>
                </a:lnTo>
                <a:lnTo>
                  <a:pt x="468142" y="1145926"/>
                </a:lnTo>
                <a:lnTo>
                  <a:pt x="468144" y="1145922"/>
                </a:lnTo>
                <a:lnTo>
                  <a:pt x="468146" y="1145918"/>
                </a:lnTo>
                <a:lnTo>
                  <a:pt x="468148" y="1145913"/>
                </a:lnTo>
                <a:lnTo>
                  <a:pt x="468150" y="1145909"/>
                </a:lnTo>
                <a:lnTo>
                  <a:pt x="468152" y="1145905"/>
                </a:lnTo>
                <a:lnTo>
                  <a:pt x="468154" y="1145901"/>
                </a:lnTo>
                <a:lnTo>
                  <a:pt x="468156" y="1145896"/>
                </a:lnTo>
                <a:lnTo>
                  <a:pt x="468158" y="1145892"/>
                </a:lnTo>
                <a:lnTo>
                  <a:pt x="468160" y="1145888"/>
                </a:lnTo>
                <a:lnTo>
                  <a:pt x="468163" y="1145884"/>
                </a:lnTo>
                <a:lnTo>
                  <a:pt x="468165" y="1145879"/>
                </a:lnTo>
                <a:lnTo>
                  <a:pt x="468167" y="1145875"/>
                </a:lnTo>
                <a:lnTo>
                  <a:pt x="468169" y="1145871"/>
                </a:lnTo>
                <a:lnTo>
                  <a:pt x="468171" y="1145866"/>
                </a:lnTo>
                <a:lnTo>
                  <a:pt x="468173" y="1145862"/>
                </a:lnTo>
                <a:lnTo>
                  <a:pt x="468175" y="1145858"/>
                </a:lnTo>
                <a:lnTo>
                  <a:pt x="468177" y="1145854"/>
                </a:lnTo>
                <a:lnTo>
                  <a:pt x="468179" y="1145849"/>
                </a:lnTo>
                <a:lnTo>
                  <a:pt x="468181" y="1145845"/>
                </a:lnTo>
                <a:lnTo>
                  <a:pt x="468183" y="1145841"/>
                </a:lnTo>
                <a:lnTo>
                  <a:pt x="468185" y="1145836"/>
                </a:lnTo>
                <a:lnTo>
                  <a:pt x="468187" y="1145832"/>
                </a:lnTo>
                <a:close/>
                <a:moveTo>
                  <a:pt x="459328" y="1141598"/>
                </a:moveTo>
                <a:lnTo>
                  <a:pt x="463733" y="1143766"/>
                </a:lnTo>
                <a:lnTo>
                  <a:pt x="459279" y="1141701"/>
                </a:lnTo>
                <a:lnTo>
                  <a:pt x="459302" y="1141649"/>
                </a:lnTo>
                <a:lnTo>
                  <a:pt x="459328" y="1141598"/>
                </a:lnTo>
                <a:close/>
                <a:moveTo>
                  <a:pt x="488313" y="1102440"/>
                </a:moveTo>
                <a:lnTo>
                  <a:pt x="493376" y="1090917"/>
                </a:lnTo>
                <a:lnTo>
                  <a:pt x="484385" y="1086969"/>
                </a:lnTo>
                <a:lnTo>
                  <a:pt x="479405" y="1098309"/>
                </a:lnTo>
                <a:lnTo>
                  <a:pt x="469372" y="1119941"/>
                </a:lnTo>
                <a:lnTo>
                  <a:pt x="478280" y="1124072"/>
                </a:lnTo>
                <a:lnTo>
                  <a:pt x="488313" y="1102440"/>
                </a:lnTo>
                <a:close/>
                <a:moveTo>
                  <a:pt x="508481" y="1056531"/>
                </a:moveTo>
                <a:lnTo>
                  <a:pt x="514103" y="1043088"/>
                </a:lnTo>
                <a:lnTo>
                  <a:pt x="505044" y="1039300"/>
                </a:lnTo>
                <a:lnTo>
                  <a:pt x="499490" y="1052582"/>
                </a:lnTo>
                <a:lnTo>
                  <a:pt x="490704" y="1072584"/>
                </a:lnTo>
                <a:lnTo>
                  <a:pt x="499694" y="1076533"/>
                </a:lnTo>
                <a:lnTo>
                  <a:pt x="508481" y="1056531"/>
                </a:lnTo>
                <a:close/>
                <a:moveTo>
                  <a:pt x="528641" y="1008324"/>
                </a:moveTo>
                <a:lnTo>
                  <a:pt x="534007" y="994922"/>
                </a:lnTo>
                <a:lnTo>
                  <a:pt x="524890" y="991274"/>
                </a:lnTo>
                <a:lnTo>
                  <a:pt x="519582" y="1004536"/>
                </a:lnTo>
                <a:lnTo>
                  <a:pt x="511105" y="1024805"/>
                </a:lnTo>
                <a:lnTo>
                  <a:pt x="520165" y="1028594"/>
                </a:lnTo>
                <a:lnTo>
                  <a:pt x="528641" y="1008324"/>
                </a:lnTo>
                <a:close/>
                <a:moveTo>
                  <a:pt x="548796" y="957977"/>
                </a:moveTo>
                <a:lnTo>
                  <a:pt x="553222" y="946491"/>
                </a:lnTo>
                <a:lnTo>
                  <a:pt x="544059" y="942960"/>
                </a:lnTo>
                <a:lnTo>
                  <a:pt x="539679" y="954328"/>
                </a:lnTo>
                <a:lnTo>
                  <a:pt x="530729" y="976688"/>
                </a:lnTo>
                <a:lnTo>
                  <a:pt x="539845" y="980337"/>
                </a:lnTo>
                <a:lnTo>
                  <a:pt x="548796" y="957977"/>
                </a:lnTo>
                <a:close/>
                <a:moveTo>
                  <a:pt x="568946" y="905684"/>
                </a:moveTo>
                <a:lnTo>
                  <a:pt x="571869" y="897848"/>
                </a:lnTo>
                <a:lnTo>
                  <a:pt x="562669" y="894416"/>
                </a:lnTo>
                <a:lnTo>
                  <a:pt x="559783" y="902154"/>
                </a:lnTo>
                <a:lnTo>
                  <a:pt x="549708" y="928300"/>
                </a:lnTo>
                <a:lnTo>
                  <a:pt x="558871" y="931830"/>
                </a:lnTo>
                <a:lnTo>
                  <a:pt x="568946" y="905684"/>
                </a:lnTo>
                <a:close/>
                <a:moveTo>
                  <a:pt x="589091" y="851680"/>
                </a:moveTo>
                <a:lnTo>
                  <a:pt x="590050" y="849040"/>
                </a:lnTo>
                <a:lnTo>
                  <a:pt x="580820" y="845688"/>
                </a:lnTo>
                <a:lnTo>
                  <a:pt x="579890" y="848248"/>
                </a:lnTo>
                <a:lnTo>
                  <a:pt x="568159" y="879696"/>
                </a:lnTo>
                <a:lnTo>
                  <a:pt x="577360" y="883128"/>
                </a:lnTo>
                <a:lnTo>
                  <a:pt x="589091" y="851680"/>
                </a:lnTo>
                <a:close/>
                <a:moveTo>
                  <a:pt x="607819" y="800126"/>
                </a:moveTo>
                <a:lnTo>
                  <a:pt x="598589" y="796774"/>
                </a:lnTo>
                <a:lnTo>
                  <a:pt x="586184" y="830921"/>
                </a:lnTo>
                <a:lnTo>
                  <a:pt x="595414" y="834274"/>
                </a:lnTo>
                <a:lnTo>
                  <a:pt x="607819" y="800126"/>
                </a:lnTo>
                <a:close/>
                <a:moveTo>
                  <a:pt x="625307" y="751077"/>
                </a:moveTo>
                <a:lnTo>
                  <a:pt x="616056" y="747784"/>
                </a:lnTo>
                <a:lnTo>
                  <a:pt x="603872" y="782012"/>
                </a:lnTo>
                <a:lnTo>
                  <a:pt x="613123" y="785304"/>
                </a:lnTo>
                <a:lnTo>
                  <a:pt x="625307" y="751077"/>
                </a:lnTo>
                <a:close/>
                <a:moveTo>
                  <a:pt x="642602" y="701971"/>
                </a:moveTo>
                <a:lnTo>
                  <a:pt x="633337" y="698719"/>
                </a:lnTo>
                <a:lnTo>
                  <a:pt x="621302" y="732998"/>
                </a:lnTo>
                <a:lnTo>
                  <a:pt x="630568" y="736251"/>
                </a:lnTo>
                <a:lnTo>
                  <a:pt x="642602" y="701971"/>
                </a:lnTo>
                <a:close/>
                <a:moveTo>
                  <a:pt x="649502" y="682318"/>
                </a:moveTo>
                <a:lnTo>
                  <a:pt x="659779" y="652834"/>
                </a:lnTo>
                <a:lnTo>
                  <a:pt x="650507" y="649602"/>
                </a:lnTo>
                <a:lnTo>
                  <a:pt x="640236" y="679065"/>
                </a:lnTo>
                <a:lnTo>
                  <a:pt x="638541" y="683895"/>
                </a:lnTo>
                <a:lnTo>
                  <a:pt x="647806" y="687147"/>
                </a:lnTo>
                <a:lnTo>
                  <a:pt x="649502" y="682318"/>
                </a:lnTo>
                <a:close/>
                <a:moveTo>
                  <a:pt x="669632" y="624570"/>
                </a:moveTo>
                <a:lnTo>
                  <a:pt x="676909" y="603693"/>
                </a:lnTo>
                <a:lnTo>
                  <a:pt x="667637" y="600461"/>
                </a:lnTo>
                <a:lnTo>
                  <a:pt x="660359" y="621338"/>
                </a:lnTo>
                <a:lnTo>
                  <a:pt x="655678" y="634767"/>
                </a:lnTo>
                <a:lnTo>
                  <a:pt x="664950" y="637999"/>
                </a:lnTo>
                <a:lnTo>
                  <a:pt x="669632" y="624570"/>
                </a:lnTo>
                <a:close/>
                <a:moveTo>
                  <a:pt x="689758" y="566834"/>
                </a:moveTo>
                <a:lnTo>
                  <a:pt x="694065" y="554572"/>
                </a:lnTo>
                <a:lnTo>
                  <a:pt x="684800" y="551318"/>
                </a:lnTo>
                <a:lnTo>
                  <a:pt x="680485" y="563602"/>
                </a:lnTo>
                <a:lnTo>
                  <a:pt x="672808" y="585625"/>
                </a:lnTo>
                <a:lnTo>
                  <a:pt x="682081" y="588857"/>
                </a:lnTo>
                <a:lnTo>
                  <a:pt x="689758" y="566834"/>
                </a:lnTo>
                <a:close/>
                <a:moveTo>
                  <a:pt x="709880" y="509548"/>
                </a:moveTo>
                <a:lnTo>
                  <a:pt x="711324" y="505502"/>
                </a:lnTo>
                <a:lnTo>
                  <a:pt x="702076" y="502202"/>
                </a:lnTo>
                <a:lnTo>
                  <a:pt x="700616" y="506294"/>
                </a:lnTo>
                <a:lnTo>
                  <a:pt x="690007" y="536496"/>
                </a:lnTo>
                <a:lnTo>
                  <a:pt x="699272" y="539749"/>
                </a:lnTo>
                <a:lnTo>
                  <a:pt x="709880" y="509548"/>
                </a:lnTo>
                <a:close/>
                <a:moveTo>
                  <a:pt x="728814" y="456487"/>
                </a:moveTo>
                <a:lnTo>
                  <a:pt x="719566" y="453187"/>
                </a:lnTo>
                <a:lnTo>
                  <a:pt x="707356" y="487405"/>
                </a:lnTo>
                <a:lnTo>
                  <a:pt x="716604" y="490705"/>
                </a:lnTo>
                <a:lnTo>
                  <a:pt x="728814" y="456487"/>
                </a:lnTo>
                <a:close/>
                <a:moveTo>
                  <a:pt x="746649" y="407638"/>
                </a:moveTo>
                <a:lnTo>
                  <a:pt x="737427" y="404266"/>
                </a:lnTo>
                <a:lnTo>
                  <a:pt x="724949" y="438387"/>
                </a:lnTo>
                <a:lnTo>
                  <a:pt x="734171" y="441759"/>
                </a:lnTo>
                <a:lnTo>
                  <a:pt x="746649" y="407638"/>
                </a:lnTo>
                <a:close/>
                <a:moveTo>
                  <a:pt x="764943" y="358976"/>
                </a:moveTo>
                <a:lnTo>
                  <a:pt x="755759" y="355501"/>
                </a:lnTo>
                <a:lnTo>
                  <a:pt x="742901" y="389481"/>
                </a:lnTo>
                <a:lnTo>
                  <a:pt x="752085" y="392956"/>
                </a:lnTo>
                <a:lnTo>
                  <a:pt x="764943" y="358976"/>
                </a:lnTo>
                <a:close/>
                <a:moveTo>
                  <a:pt x="783856" y="310574"/>
                </a:moveTo>
                <a:lnTo>
                  <a:pt x="774726" y="306961"/>
                </a:lnTo>
                <a:lnTo>
                  <a:pt x="761357" y="340743"/>
                </a:lnTo>
                <a:lnTo>
                  <a:pt x="770488" y="344356"/>
                </a:lnTo>
                <a:lnTo>
                  <a:pt x="783856" y="310574"/>
                </a:lnTo>
                <a:close/>
                <a:moveTo>
                  <a:pt x="790318" y="294245"/>
                </a:moveTo>
                <a:lnTo>
                  <a:pt x="803602" y="262531"/>
                </a:lnTo>
                <a:lnTo>
                  <a:pt x="794545" y="258738"/>
                </a:lnTo>
                <a:lnTo>
                  <a:pt x="781188" y="290632"/>
                </a:lnTo>
                <a:lnTo>
                  <a:pt x="780507" y="292352"/>
                </a:lnTo>
                <a:lnTo>
                  <a:pt x="789637" y="295966"/>
                </a:lnTo>
                <a:lnTo>
                  <a:pt x="790318" y="294245"/>
                </a:lnTo>
                <a:close/>
                <a:moveTo>
                  <a:pt x="801351" y="242489"/>
                </a:moveTo>
                <a:lnTo>
                  <a:pt x="800614" y="244247"/>
                </a:lnTo>
                <a:lnTo>
                  <a:pt x="809672" y="248040"/>
                </a:lnTo>
                <a:lnTo>
                  <a:pt x="810383" y="246341"/>
                </a:lnTo>
                <a:lnTo>
                  <a:pt x="824470" y="214998"/>
                </a:lnTo>
                <a:lnTo>
                  <a:pt x="815513" y="210974"/>
                </a:lnTo>
                <a:lnTo>
                  <a:pt x="801401" y="242374"/>
                </a:lnTo>
                <a:lnTo>
                  <a:pt x="801399" y="242378"/>
                </a:lnTo>
                <a:lnTo>
                  <a:pt x="801397" y="242383"/>
                </a:lnTo>
                <a:lnTo>
                  <a:pt x="801394" y="242388"/>
                </a:lnTo>
                <a:lnTo>
                  <a:pt x="801392" y="242393"/>
                </a:lnTo>
                <a:lnTo>
                  <a:pt x="801390" y="242398"/>
                </a:lnTo>
                <a:lnTo>
                  <a:pt x="801388" y="242402"/>
                </a:lnTo>
                <a:lnTo>
                  <a:pt x="801386" y="242407"/>
                </a:lnTo>
                <a:lnTo>
                  <a:pt x="801384" y="242412"/>
                </a:lnTo>
                <a:lnTo>
                  <a:pt x="801382" y="242417"/>
                </a:lnTo>
                <a:lnTo>
                  <a:pt x="801380" y="242422"/>
                </a:lnTo>
                <a:lnTo>
                  <a:pt x="801377" y="242427"/>
                </a:lnTo>
                <a:lnTo>
                  <a:pt x="801375" y="242431"/>
                </a:lnTo>
                <a:lnTo>
                  <a:pt x="801373" y="242436"/>
                </a:lnTo>
                <a:lnTo>
                  <a:pt x="801371" y="242441"/>
                </a:lnTo>
                <a:lnTo>
                  <a:pt x="801369" y="242446"/>
                </a:lnTo>
                <a:lnTo>
                  <a:pt x="801367" y="242451"/>
                </a:lnTo>
                <a:lnTo>
                  <a:pt x="801365" y="242455"/>
                </a:lnTo>
                <a:lnTo>
                  <a:pt x="801363" y="242460"/>
                </a:lnTo>
                <a:lnTo>
                  <a:pt x="801361" y="242465"/>
                </a:lnTo>
                <a:lnTo>
                  <a:pt x="801359" y="242470"/>
                </a:lnTo>
                <a:lnTo>
                  <a:pt x="801357" y="242475"/>
                </a:lnTo>
                <a:lnTo>
                  <a:pt x="801355" y="242480"/>
                </a:lnTo>
                <a:lnTo>
                  <a:pt x="801353" y="242485"/>
                </a:lnTo>
                <a:lnTo>
                  <a:pt x="801351" y="242489"/>
                </a:lnTo>
                <a:close/>
                <a:moveTo>
                  <a:pt x="810358" y="246399"/>
                </a:moveTo>
                <a:lnTo>
                  <a:pt x="805879" y="244386"/>
                </a:lnTo>
                <a:lnTo>
                  <a:pt x="810408" y="246283"/>
                </a:lnTo>
                <a:lnTo>
                  <a:pt x="810383" y="246341"/>
                </a:lnTo>
                <a:lnTo>
                  <a:pt x="810358" y="246399"/>
                </a:lnTo>
                <a:close/>
                <a:moveTo>
                  <a:pt x="846860" y="168207"/>
                </a:moveTo>
                <a:lnTo>
                  <a:pt x="838042" y="163886"/>
                </a:lnTo>
                <a:lnTo>
                  <a:pt x="822054" y="196510"/>
                </a:lnTo>
                <a:lnTo>
                  <a:pt x="830872" y="200831"/>
                </a:lnTo>
                <a:lnTo>
                  <a:pt x="846860" y="168207"/>
                </a:lnTo>
                <a:close/>
                <a:moveTo>
                  <a:pt x="861947" y="119248"/>
                </a:moveTo>
                <a:lnTo>
                  <a:pt x="845335" y="149736"/>
                </a:lnTo>
                <a:lnTo>
                  <a:pt x="853958" y="154433"/>
                </a:lnTo>
                <a:lnTo>
                  <a:pt x="870503" y="124068"/>
                </a:lnTo>
                <a:lnTo>
                  <a:pt x="871280" y="122816"/>
                </a:lnTo>
                <a:lnTo>
                  <a:pt x="862937" y="117639"/>
                </a:lnTo>
                <a:lnTo>
                  <a:pt x="862086" y="119008"/>
                </a:lnTo>
                <a:lnTo>
                  <a:pt x="862080" y="119018"/>
                </a:lnTo>
                <a:lnTo>
                  <a:pt x="862074" y="119028"/>
                </a:lnTo>
                <a:lnTo>
                  <a:pt x="862068" y="119038"/>
                </a:lnTo>
                <a:lnTo>
                  <a:pt x="862062" y="119048"/>
                </a:lnTo>
                <a:lnTo>
                  <a:pt x="862056" y="119058"/>
                </a:lnTo>
                <a:lnTo>
                  <a:pt x="862050" y="119068"/>
                </a:lnTo>
                <a:lnTo>
                  <a:pt x="862044" y="119078"/>
                </a:lnTo>
                <a:lnTo>
                  <a:pt x="862038" y="119088"/>
                </a:lnTo>
                <a:lnTo>
                  <a:pt x="862032" y="119098"/>
                </a:lnTo>
                <a:lnTo>
                  <a:pt x="862026" y="119108"/>
                </a:lnTo>
                <a:lnTo>
                  <a:pt x="862021" y="119117"/>
                </a:lnTo>
                <a:lnTo>
                  <a:pt x="862015" y="119127"/>
                </a:lnTo>
                <a:lnTo>
                  <a:pt x="862009" y="119137"/>
                </a:lnTo>
                <a:lnTo>
                  <a:pt x="862003" y="119148"/>
                </a:lnTo>
                <a:lnTo>
                  <a:pt x="861997" y="119158"/>
                </a:lnTo>
                <a:lnTo>
                  <a:pt x="861992" y="119168"/>
                </a:lnTo>
                <a:lnTo>
                  <a:pt x="861986" y="119178"/>
                </a:lnTo>
                <a:lnTo>
                  <a:pt x="861980" y="119188"/>
                </a:lnTo>
                <a:lnTo>
                  <a:pt x="861975" y="119198"/>
                </a:lnTo>
                <a:lnTo>
                  <a:pt x="861969" y="119208"/>
                </a:lnTo>
                <a:lnTo>
                  <a:pt x="861963" y="119218"/>
                </a:lnTo>
                <a:lnTo>
                  <a:pt x="861958" y="119228"/>
                </a:lnTo>
                <a:lnTo>
                  <a:pt x="861952" y="119238"/>
                </a:lnTo>
                <a:lnTo>
                  <a:pt x="861947" y="119248"/>
                </a:lnTo>
                <a:close/>
                <a:moveTo>
                  <a:pt x="870430" y="124186"/>
                </a:moveTo>
                <a:lnTo>
                  <a:pt x="866258" y="121597"/>
                </a:lnTo>
                <a:lnTo>
                  <a:pt x="870570" y="123946"/>
                </a:lnTo>
                <a:lnTo>
                  <a:pt x="870503" y="124068"/>
                </a:lnTo>
                <a:lnTo>
                  <a:pt x="870430" y="124186"/>
                </a:lnTo>
                <a:close/>
                <a:moveTo>
                  <a:pt x="882213" y="86582"/>
                </a:moveTo>
                <a:lnTo>
                  <a:pt x="871222" y="104290"/>
                </a:lnTo>
                <a:lnTo>
                  <a:pt x="879565" y="109468"/>
                </a:lnTo>
                <a:lnTo>
                  <a:pt x="890459" y="91916"/>
                </a:lnTo>
                <a:lnTo>
                  <a:pt x="899483" y="79554"/>
                </a:lnTo>
                <a:lnTo>
                  <a:pt x="891551" y="73765"/>
                </a:lnTo>
                <a:lnTo>
                  <a:pt x="882419" y="86277"/>
                </a:lnTo>
                <a:lnTo>
                  <a:pt x="882410" y="86289"/>
                </a:lnTo>
                <a:lnTo>
                  <a:pt x="882401" y="86302"/>
                </a:lnTo>
                <a:lnTo>
                  <a:pt x="882392" y="86314"/>
                </a:lnTo>
                <a:lnTo>
                  <a:pt x="882383" y="86327"/>
                </a:lnTo>
                <a:lnTo>
                  <a:pt x="882374" y="86339"/>
                </a:lnTo>
                <a:lnTo>
                  <a:pt x="882365" y="86352"/>
                </a:lnTo>
                <a:lnTo>
                  <a:pt x="882356" y="86364"/>
                </a:lnTo>
                <a:lnTo>
                  <a:pt x="882347" y="86377"/>
                </a:lnTo>
                <a:lnTo>
                  <a:pt x="882339" y="86390"/>
                </a:lnTo>
                <a:lnTo>
                  <a:pt x="882330" y="86402"/>
                </a:lnTo>
                <a:lnTo>
                  <a:pt x="882321" y="86415"/>
                </a:lnTo>
                <a:lnTo>
                  <a:pt x="882313" y="86428"/>
                </a:lnTo>
                <a:lnTo>
                  <a:pt x="882304" y="86440"/>
                </a:lnTo>
                <a:lnTo>
                  <a:pt x="882296" y="86453"/>
                </a:lnTo>
                <a:lnTo>
                  <a:pt x="882287" y="86466"/>
                </a:lnTo>
                <a:lnTo>
                  <a:pt x="882279" y="86479"/>
                </a:lnTo>
                <a:lnTo>
                  <a:pt x="882270" y="86492"/>
                </a:lnTo>
                <a:lnTo>
                  <a:pt x="882262" y="86504"/>
                </a:lnTo>
                <a:lnTo>
                  <a:pt x="882254" y="86517"/>
                </a:lnTo>
                <a:lnTo>
                  <a:pt x="882245" y="86530"/>
                </a:lnTo>
                <a:lnTo>
                  <a:pt x="882237" y="86543"/>
                </a:lnTo>
                <a:lnTo>
                  <a:pt x="882229" y="86556"/>
                </a:lnTo>
                <a:lnTo>
                  <a:pt x="882221" y="86569"/>
                </a:lnTo>
                <a:lnTo>
                  <a:pt x="882213" y="86582"/>
                </a:lnTo>
                <a:close/>
                <a:moveTo>
                  <a:pt x="890350" y="92066"/>
                </a:moveTo>
                <a:lnTo>
                  <a:pt x="886384" y="89171"/>
                </a:lnTo>
                <a:lnTo>
                  <a:pt x="890556" y="91760"/>
                </a:lnTo>
                <a:lnTo>
                  <a:pt x="890459" y="91916"/>
                </a:lnTo>
                <a:lnTo>
                  <a:pt x="890350" y="92066"/>
                </a:lnTo>
                <a:close/>
                <a:moveTo>
                  <a:pt x="922983" y="35893"/>
                </a:moveTo>
                <a:lnTo>
                  <a:pt x="902857" y="58319"/>
                </a:lnTo>
                <a:lnTo>
                  <a:pt x="902843" y="58335"/>
                </a:lnTo>
                <a:lnTo>
                  <a:pt x="902829" y="58350"/>
                </a:lnTo>
                <a:lnTo>
                  <a:pt x="902815" y="58366"/>
                </a:lnTo>
                <a:lnTo>
                  <a:pt x="902802" y="58381"/>
                </a:lnTo>
                <a:lnTo>
                  <a:pt x="902788" y="58397"/>
                </a:lnTo>
                <a:lnTo>
                  <a:pt x="902775" y="58412"/>
                </a:lnTo>
                <a:lnTo>
                  <a:pt x="902762" y="58428"/>
                </a:lnTo>
                <a:lnTo>
                  <a:pt x="902748" y="58444"/>
                </a:lnTo>
                <a:lnTo>
                  <a:pt x="902735" y="58460"/>
                </a:lnTo>
                <a:lnTo>
                  <a:pt x="902722" y="58476"/>
                </a:lnTo>
                <a:lnTo>
                  <a:pt x="902709" y="58492"/>
                </a:lnTo>
                <a:lnTo>
                  <a:pt x="902696" y="58508"/>
                </a:lnTo>
                <a:lnTo>
                  <a:pt x="902683" y="58524"/>
                </a:lnTo>
                <a:lnTo>
                  <a:pt x="902670" y="58540"/>
                </a:lnTo>
                <a:lnTo>
                  <a:pt x="902657" y="58556"/>
                </a:lnTo>
                <a:lnTo>
                  <a:pt x="902644" y="58572"/>
                </a:lnTo>
                <a:lnTo>
                  <a:pt x="902632" y="58588"/>
                </a:lnTo>
                <a:lnTo>
                  <a:pt x="902619" y="58605"/>
                </a:lnTo>
                <a:lnTo>
                  <a:pt x="902607" y="58621"/>
                </a:lnTo>
                <a:lnTo>
                  <a:pt x="902594" y="58638"/>
                </a:lnTo>
                <a:lnTo>
                  <a:pt x="902582" y="58654"/>
                </a:lnTo>
                <a:lnTo>
                  <a:pt x="902569" y="58671"/>
                </a:lnTo>
                <a:lnTo>
                  <a:pt x="902557" y="58687"/>
                </a:lnTo>
                <a:lnTo>
                  <a:pt x="902545" y="58704"/>
                </a:lnTo>
                <a:lnTo>
                  <a:pt x="900814" y="61075"/>
                </a:lnTo>
                <a:lnTo>
                  <a:pt x="908745" y="66864"/>
                </a:lnTo>
                <a:lnTo>
                  <a:pt x="910331" y="64693"/>
                </a:lnTo>
                <a:lnTo>
                  <a:pt x="930066" y="42702"/>
                </a:lnTo>
                <a:lnTo>
                  <a:pt x="932300" y="40811"/>
                </a:lnTo>
                <a:lnTo>
                  <a:pt x="925955" y="33317"/>
                </a:lnTo>
                <a:lnTo>
                  <a:pt x="923465" y="35425"/>
                </a:lnTo>
                <a:lnTo>
                  <a:pt x="923443" y="35443"/>
                </a:lnTo>
                <a:lnTo>
                  <a:pt x="923422" y="35462"/>
                </a:lnTo>
                <a:lnTo>
                  <a:pt x="923401" y="35480"/>
                </a:lnTo>
                <a:lnTo>
                  <a:pt x="923380" y="35499"/>
                </a:lnTo>
                <a:lnTo>
                  <a:pt x="923359" y="35517"/>
                </a:lnTo>
                <a:lnTo>
                  <a:pt x="923338" y="35536"/>
                </a:lnTo>
                <a:lnTo>
                  <a:pt x="923317" y="35555"/>
                </a:lnTo>
                <a:lnTo>
                  <a:pt x="923297" y="35574"/>
                </a:lnTo>
                <a:lnTo>
                  <a:pt x="923276" y="35593"/>
                </a:lnTo>
                <a:lnTo>
                  <a:pt x="923256" y="35612"/>
                </a:lnTo>
                <a:lnTo>
                  <a:pt x="923236" y="35632"/>
                </a:lnTo>
                <a:lnTo>
                  <a:pt x="923216" y="35651"/>
                </a:lnTo>
                <a:lnTo>
                  <a:pt x="923196" y="35671"/>
                </a:lnTo>
                <a:lnTo>
                  <a:pt x="923176" y="35690"/>
                </a:lnTo>
                <a:lnTo>
                  <a:pt x="923156" y="35710"/>
                </a:lnTo>
                <a:lnTo>
                  <a:pt x="923136" y="35730"/>
                </a:lnTo>
                <a:lnTo>
                  <a:pt x="923117" y="35750"/>
                </a:lnTo>
                <a:lnTo>
                  <a:pt x="923097" y="35770"/>
                </a:lnTo>
                <a:lnTo>
                  <a:pt x="923078" y="35790"/>
                </a:lnTo>
                <a:lnTo>
                  <a:pt x="923059" y="35811"/>
                </a:lnTo>
                <a:lnTo>
                  <a:pt x="923039" y="35831"/>
                </a:lnTo>
                <a:lnTo>
                  <a:pt x="923020" y="35852"/>
                </a:lnTo>
                <a:lnTo>
                  <a:pt x="923002" y="35872"/>
                </a:lnTo>
                <a:lnTo>
                  <a:pt x="922983" y="35893"/>
                </a:lnTo>
                <a:close/>
                <a:moveTo>
                  <a:pt x="910165" y="64877"/>
                </a:moveTo>
                <a:lnTo>
                  <a:pt x="906511" y="61598"/>
                </a:lnTo>
                <a:lnTo>
                  <a:pt x="910476" y="64493"/>
                </a:lnTo>
                <a:lnTo>
                  <a:pt x="910331" y="64693"/>
                </a:lnTo>
                <a:lnTo>
                  <a:pt x="910165" y="64877"/>
                </a:lnTo>
                <a:close/>
                <a:moveTo>
                  <a:pt x="929809" y="42920"/>
                </a:moveTo>
                <a:lnTo>
                  <a:pt x="926637" y="39172"/>
                </a:lnTo>
                <a:lnTo>
                  <a:pt x="930291" y="42451"/>
                </a:lnTo>
                <a:lnTo>
                  <a:pt x="930066" y="42702"/>
                </a:lnTo>
                <a:lnTo>
                  <a:pt x="929809" y="42920"/>
                </a:lnTo>
                <a:close/>
                <a:moveTo>
                  <a:pt x="964459" y="6406"/>
                </a:moveTo>
                <a:lnTo>
                  <a:pt x="944333" y="17869"/>
                </a:lnTo>
                <a:lnTo>
                  <a:pt x="944300" y="17888"/>
                </a:lnTo>
                <a:lnTo>
                  <a:pt x="944268" y="17907"/>
                </a:lnTo>
                <a:lnTo>
                  <a:pt x="944235" y="17927"/>
                </a:lnTo>
                <a:lnTo>
                  <a:pt x="944203" y="17946"/>
                </a:lnTo>
                <a:lnTo>
                  <a:pt x="944171" y="17966"/>
                </a:lnTo>
                <a:lnTo>
                  <a:pt x="944139" y="17986"/>
                </a:lnTo>
                <a:lnTo>
                  <a:pt x="944107" y="18006"/>
                </a:lnTo>
                <a:lnTo>
                  <a:pt x="944075" y="18027"/>
                </a:lnTo>
                <a:lnTo>
                  <a:pt x="944044" y="18048"/>
                </a:lnTo>
                <a:lnTo>
                  <a:pt x="944012" y="18069"/>
                </a:lnTo>
                <a:lnTo>
                  <a:pt x="943981" y="18090"/>
                </a:lnTo>
                <a:lnTo>
                  <a:pt x="943950" y="18112"/>
                </a:lnTo>
                <a:lnTo>
                  <a:pt x="943919" y="18133"/>
                </a:lnTo>
                <a:lnTo>
                  <a:pt x="943889" y="18155"/>
                </a:lnTo>
                <a:lnTo>
                  <a:pt x="943858" y="18177"/>
                </a:lnTo>
                <a:lnTo>
                  <a:pt x="943828" y="18200"/>
                </a:lnTo>
                <a:lnTo>
                  <a:pt x="943797" y="18223"/>
                </a:lnTo>
                <a:lnTo>
                  <a:pt x="943767" y="18246"/>
                </a:lnTo>
                <a:lnTo>
                  <a:pt x="943738" y="18269"/>
                </a:lnTo>
                <a:lnTo>
                  <a:pt x="943708" y="18292"/>
                </a:lnTo>
                <a:lnTo>
                  <a:pt x="943678" y="18316"/>
                </a:lnTo>
                <a:lnTo>
                  <a:pt x="943649" y="18340"/>
                </a:lnTo>
                <a:lnTo>
                  <a:pt x="943620" y="18364"/>
                </a:lnTo>
                <a:lnTo>
                  <a:pt x="943591" y="18388"/>
                </a:lnTo>
                <a:lnTo>
                  <a:pt x="937947" y="23166"/>
                </a:lnTo>
                <a:lnTo>
                  <a:pt x="944291" y="30660"/>
                </a:lnTo>
                <a:lnTo>
                  <a:pt x="949588" y="26176"/>
                </a:lnTo>
                <a:lnTo>
                  <a:pt x="968807" y="15230"/>
                </a:lnTo>
                <a:lnTo>
                  <a:pt x="973794" y="13803"/>
                </a:lnTo>
                <a:lnTo>
                  <a:pt x="971090" y="4363"/>
                </a:lnTo>
                <a:lnTo>
                  <a:pt x="965538" y="5953"/>
                </a:lnTo>
                <a:lnTo>
                  <a:pt x="965491" y="5966"/>
                </a:lnTo>
                <a:lnTo>
                  <a:pt x="965444" y="5981"/>
                </a:lnTo>
                <a:lnTo>
                  <a:pt x="965397" y="5995"/>
                </a:lnTo>
                <a:lnTo>
                  <a:pt x="965351" y="6010"/>
                </a:lnTo>
                <a:lnTo>
                  <a:pt x="965304" y="6026"/>
                </a:lnTo>
                <a:lnTo>
                  <a:pt x="965258" y="6042"/>
                </a:lnTo>
                <a:lnTo>
                  <a:pt x="965212" y="6058"/>
                </a:lnTo>
                <a:lnTo>
                  <a:pt x="965166" y="6075"/>
                </a:lnTo>
                <a:lnTo>
                  <a:pt x="965121" y="6093"/>
                </a:lnTo>
                <a:lnTo>
                  <a:pt x="965075" y="6110"/>
                </a:lnTo>
                <a:lnTo>
                  <a:pt x="965030" y="6129"/>
                </a:lnTo>
                <a:lnTo>
                  <a:pt x="964985" y="6147"/>
                </a:lnTo>
                <a:lnTo>
                  <a:pt x="964940" y="6166"/>
                </a:lnTo>
                <a:lnTo>
                  <a:pt x="964896" y="6186"/>
                </a:lnTo>
                <a:lnTo>
                  <a:pt x="964851" y="6206"/>
                </a:lnTo>
                <a:lnTo>
                  <a:pt x="964807" y="6226"/>
                </a:lnTo>
                <a:lnTo>
                  <a:pt x="964763" y="6247"/>
                </a:lnTo>
                <a:lnTo>
                  <a:pt x="964719" y="6269"/>
                </a:lnTo>
                <a:lnTo>
                  <a:pt x="964675" y="6291"/>
                </a:lnTo>
                <a:lnTo>
                  <a:pt x="964632" y="6313"/>
                </a:lnTo>
                <a:lnTo>
                  <a:pt x="964588" y="6336"/>
                </a:lnTo>
                <a:lnTo>
                  <a:pt x="964545" y="6359"/>
                </a:lnTo>
                <a:lnTo>
                  <a:pt x="964502" y="6382"/>
                </a:lnTo>
                <a:lnTo>
                  <a:pt x="964459" y="6406"/>
                </a:lnTo>
                <a:close/>
                <a:moveTo>
                  <a:pt x="949193" y="26401"/>
                </a:moveTo>
                <a:lnTo>
                  <a:pt x="946763" y="22135"/>
                </a:lnTo>
                <a:lnTo>
                  <a:pt x="949936" y="25883"/>
                </a:lnTo>
                <a:lnTo>
                  <a:pt x="949588" y="26176"/>
                </a:lnTo>
                <a:lnTo>
                  <a:pt x="949193" y="26401"/>
                </a:lnTo>
                <a:close/>
                <a:moveTo>
                  <a:pt x="968241" y="15392"/>
                </a:moveTo>
                <a:lnTo>
                  <a:pt x="966889" y="10673"/>
                </a:lnTo>
                <a:lnTo>
                  <a:pt x="969319" y="14939"/>
                </a:lnTo>
                <a:lnTo>
                  <a:pt x="968807" y="15230"/>
                </a:lnTo>
                <a:lnTo>
                  <a:pt x="968241" y="15392"/>
                </a:lnTo>
                <a:close/>
                <a:moveTo>
                  <a:pt x="1007142" y="0"/>
                </a:moveTo>
                <a:lnTo>
                  <a:pt x="987568" y="0"/>
                </a:lnTo>
                <a:lnTo>
                  <a:pt x="987568" y="9819"/>
                </a:lnTo>
                <a:lnTo>
                  <a:pt x="1006453" y="9819"/>
                </a:lnTo>
                <a:lnTo>
                  <a:pt x="1021901" y="14243"/>
                </a:lnTo>
                <a:lnTo>
                  <a:pt x="1024605" y="4803"/>
                </a:lnTo>
                <a:lnTo>
                  <a:pt x="1008494" y="190"/>
                </a:lnTo>
                <a:lnTo>
                  <a:pt x="1008438" y="174"/>
                </a:lnTo>
                <a:lnTo>
                  <a:pt x="1008383" y="159"/>
                </a:lnTo>
                <a:lnTo>
                  <a:pt x="1008328" y="145"/>
                </a:lnTo>
                <a:lnTo>
                  <a:pt x="1008272" y="132"/>
                </a:lnTo>
                <a:lnTo>
                  <a:pt x="1008217" y="119"/>
                </a:lnTo>
                <a:lnTo>
                  <a:pt x="1008161" y="107"/>
                </a:lnTo>
                <a:lnTo>
                  <a:pt x="1008105" y="95"/>
                </a:lnTo>
                <a:lnTo>
                  <a:pt x="1008049" y="84"/>
                </a:lnTo>
                <a:lnTo>
                  <a:pt x="1007993" y="74"/>
                </a:lnTo>
                <a:lnTo>
                  <a:pt x="1007937" y="65"/>
                </a:lnTo>
                <a:lnTo>
                  <a:pt x="1007881" y="56"/>
                </a:lnTo>
                <a:lnTo>
                  <a:pt x="1007825" y="47"/>
                </a:lnTo>
                <a:lnTo>
                  <a:pt x="1007768" y="40"/>
                </a:lnTo>
                <a:lnTo>
                  <a:pt x="1007712" y="33"/>
                </a:lnTo>
                <a:lnTo>
                  <a:pt x="1007655" y="27"/>
                </a:lnTo>
                <a:lnTo>
                  <a:pt x="1007599" y="21"/>
                </a:lnTo>
                <a:lnTo>
                  <a:pt x="1007542" y="16"/>
                </a:lnTo>
                <a:lnTo>
                  <a:pt x="1007485" y="12"/>
                </a:lnTo>
                <a:lnTo>
                  <a:pt x="1007428" y="8"/>
                </a:lnTo>
                <a:lnTo>
                  <a:pt x="1007371" y="5"/>
                </a:lnTo>
                <a:lnTo>
                  <a:pt x="1007314" y="3"/>
                </a:lnTo>
                <a:lnTo>
                  <a:pt x="1007257" y="1"/>
                </a:lnTo>
                <a:lnTo>
                  <a:pt x="1007199" y="0"/>
                </a:lnTo>
                <a:lnTo>
                  <a:pt x="1007142" y="0"/>
                </a:lnTo>
                <a:close/>
                <a:moveTo>
                  <a:pt x="1005790" y="9629"/>
                </a:moveTo>
                <a:lnTo>
                  <a:pt x="1007142" y="4910"/>
                </a:lnTo>
                <a:lnTo>
                  <a:pt x="1007142" y="9819"/>
                </a:lnTo>
                <a:lnTo>
                  <a:pt x="1006453" y="9819"/>
                </a:lnTo>
                <a:lnTo>
                  <a:pt x="1005790" y="9629"/>
                </a:lnTo>
                <a:close/>
                <a:moveTo>
                  <a:pt x="1049825" y="17869"/>
                </a:moveTo>
                <a:lnTo>
                  <a:pt x="1039721" y="12115"/>
                </a:lnTo>
                <a:lnTo>
                  <a:pt x="1034861" y="20647"/>
                </a:lnTo>
                <a:lnTo>
                  <a:pt x="1044569" y="26176"/>
                </a:lnTo>
                <a:lnTo>
                  <a:pt x="1063078" y="41844"/>
                </a:lnTo>
                <a:lnTo>
                  <a:pt x="1069423" y="34350"/>
                </a:lnTo>
                <a:lnTo>
                  <a:pt x="1050567" y="18388"/>
                </a:lnTo>
                <a:lnTo>
                  <a:pt x="1050538" y="18364"/>
                </a:lnTo>
                <a:lnTo>
                  <a:pt x="1050509" y="18340"/>
                </a:lnTo>
                <a:lnTo>
                  <a:pt x="1050479" y="18316"/>
                </a:lnTo>
                <a:lnTo>
                  <a:pt x="1050450" y="18292"/>
                </a:lnTo>
                <a:lnTo>
                  <a:pt x="1050420" y="18269"/>
                </a:lnTo>
                <a:lnTo>
                  <a:pt x="1050390" y="18246"/>
                </a:lnTo>
                <a:lnTo>
                  <a:pt x="1050360" y="18223"/>
                </a:lnTo>
                <a:lnTo>
                  <a:pt x="1050330" y="18200"/>
                </a:lnTo>
                <a:lnTo>
                  <a:pt x="1050300" y="18177"/>
                </a:lnTo>
                <a:lnTo>
                  <a:pt x="1050269" y="18155"/>
                </a:lnTo>
                <a:lnTo>
                  <a:pt x="1050239" y="18133"/>
                </a:lnTo>
                <a:lnTo>
                  <a:pt x="1050208" y="18112"/>
                </a:lnTo>
                <a:lnTo>
                  <a:pt x="1050177" y="18090"/>
                </a:lnTo>
                <a:lnTo>
                  <a:pt x="1050146" y="18069"/>
                </a:lnTo>
                <a:lnTo>
                  <a:pt x="1050114" y="18048"/>
                </a:lnTo>
                <a:lnTo>
                  <a:pt x="1050083" y="18027"/>
                </a:lnTo>
                <a:lnTo>
                  <a:pt x="1050051" y="18006"/>
                </a:lnTo>
                <a:lnTo>
                  <a:pt x="1050019" y="17986"/>
                </a:lnTo>
                <a:lnTo>
                  <a:pt x="1049987" y="17966"/>
                </a:lnTo>
                <a:lnTo>
                  <a:pt x="1049955" y="17946"/>
                </a:lnTo>
                <a:lnTo>
                  <a:pt x="1049923" y="17927"/>
                </a:lnTo>
                <a:lnTo>
                  <a:pt x="1049890" y="17907"/>
                </a:lnTo>
                <a:lnTo>
                  <a:pt x="1049857" y="17888"/>
                </a:lnTo>
                <a:lnTo>
                  <a:pt x="1049825" y="17869"/>
                </a:lnTo>
                <a:close/>
                <a:moveTo>
                  <a:pt x="1044222" y="25883"/>
                </a:moveTo>
                <a:lnTo>
                  <a:pt x="1047395" y="22135"/>
                </a:lnTo>
                <a:lnTo>
                  <a:pt x="1044965" y="26401"/>
                </a:lnTo>
                <a:lnTo>
                  <a:pt x="1044569" y="26176"/>
                </a:lnTo>
                <a:lnTo>
                  <a:pt x="1044222" y="25883"/>
                </a:lnTo>
                <a:close/>
                <a:moveTo>
                  <a:pt x="1091301" y="58319"/>
                </a:moveTo>
                <a:lnTo>
                  <a:pt x="1080557" y="46347"/>
                </a:lnTo>
                <a:lnTo>
                  <a:pt x="1073249" y="52905"/>
                </a:lnTo>
                <a:lnTo>
                  <a:pt x="1083827" y="64693"/>
                </a:lnTo>
                <a:lnTo>
                  <a:pt x="1095618" y="80845"/>
                </a:lnTo>
                <a:lnTo>
                  <a:pt x="1103549" y="75056"/>
                </a:lnTo>
                <a:lnTo>
                  <a:pt x="1091613" y="58704"/>
                </a:lnTo>
                <a:lnTo>
                  <a:pt x="1091601" y="58687"/>
                </a:lnTo>
                <a:lnTo>
                  <a:pt x="1091588" y="58671"/>
                </a:lnTo>
                <a:lnTo>
                  <a:pt x="1091576" y="58654"/>
                </a:lnTo>
                <a:lnTo>
                  <a:pt x="1091564" y="58638"/>
                </a:lnTo>
                <a:lnTo>
                  <a:pt x="1091551" y="58621"/>
                </a:lnTo>
                <a:lnTo>
                  <a:pt x="1091539" y="58605"/>
                </a:lnTo>
                <a:lnTo>
                  <a:pt x="1091526" y="58588"/>
                </a:lnTo>
                <a:lnTo>
                  <a:pt x="1091513" y="58572"/>
                </a:lnTo>
                <a:lnTo>
                  <a:pt x="1091501" y="58556"/>
                </a:lnTo>
                <a:lnTo>
                  <a:pt x="1091488" y="58540"/>
                </a:lnTo>
                <a:lnTo>
                  <a:pt x="1091475" y="58524"/>
                </a:lnTo>
                <a:lnTo>
                  <a:pt x="1091462" y="58508"/>
                </a:lnTo>
                <a:lnTo>
                  <a:pt x="1091449" y="58492"/>
                </a:lnTo>
                <a:lnTo>
                  <a:pt x="1091436" y="58476"/>
                </a:lnTo>
                <a:lnTo>
                  <a:pt x="1091423" y="58460"/>
                </a:lnTo>
                <a:lnTo>
                  <a:pt x="1091409" y="58444"/>
                </a:lnTo>
                <a:lnTo>
                  <a:pt x="1091396" y="58428"/>
                </a:lnTo>
                <a:lnTo>
                  <a:pt x="1091383" y="58412"/>
                </a:lnTo>
                <a:lnTo>
                  <a:pt x="1091369" y="58397"/>
                </a:lnTo>
                <a:lnTo>
                  <a:pt x="1091356" y="58381"/>
                </a:lnTo>
                <a:lnTo>
                  <a:pt x="1091342" y="58366"/>
                </a:lnTo>
                <a:lnTo>
                  <a:pt x="1091329" y="58350"/>
                </a:lnTo>
                <a:lnTo>
                  <a:pt x="1091315" y="58335"/>
                </a:lnTo>
                <a:lnTo>
                  <a:pt x="1091301" y="58319"/>
                </a:lnTo>
                <a:close/>
                <a:moveTo>
                  <a:pt x="1083681" y="64493"/>
                </a:moveTo>
                <a:lnTo>
                  <a:pt x="1087647" y="61598"/>
                </a:lnTo>
                <a:lnTo>
                  <a:pt x="1083993" y="64877"/>
                </a:lnTo>
                <a:lnTo>
                  <a:pt x="1083827" y="64693"/>
                </a:lnTo>
                <a:lnTo>
                  <a:pt x="1083681" y="64493"/>
                </a:lnTo>
                <a:close/>
                <a:moveTo>
                  <a:pt x="1123721" y="124175"/>
                </a:moveTo>
                <a:lnTo>
                  <a:pt x="1132064" y="118997"/>
                </a:lnTo>
                <a:lnTo>
                  <a:pt x="1112904" y="88128"/>
                </a:lnTo>
                <a:lnTo>
                  <a:pt x="1104561" y="93306"/>
                </a:lnTo>
                <a:lnTo>
                  <a:pt x="1123721" y="124175"/>
                </a:lnTo>
                <a:close/>
                <a:moveTo>
                  <a:pt x="1152337" y="156187"/>
                </a:moveTo>
                <a:lnTo>
                  <a:pt x="1139721" y="133032"/>
                </a:lnTo>
                <a:lnTo>
                  <a:pt x="1131099" y="137730"/>
                </a:lnTo>
                <a:lnTo>
                  <a:pt x="1143663" y="160789"/>
                </a:lnTo>
                <a:lnTo>
                  <a:pt x="1148001" y="169642"/>
                </a:lnTo>
                <a:lnTo>
                  <a:pt x="1156819" y="165322"/>
                </a:lnTo>
                <a:lnTo>
                  <a:pt x="1152435" y="156375"/>
                </a:lnTo>
                <a:lnTo>
                  <a:pt x="1152431" y="156367"/>
                </a:lnTo>
                <a:lnTo>
                  <a:pt x="1152427" y="156359"/>
                </a:lnTo>
                <a:lnTo>
                  <a:pt x="1152423" y="156351"/>
                </a:lnTo>
                <a:lnTo>
                  <a:pt x="1152419" y="156343"/>
                </a:lnTo>
                <a:lnTo>
                  <a:pt x="1152415" y="156336"/>
                </a:lnTo>
                <a:lnTo>
                  <a:pt x="1152411" y="156328"/>
                </a:lnTo>
                <a:lnTo>
                  <a:pt x="1152407" y="156320"/>
                </a:lnTo>
                <a:lnTo>
                  <a:pt x="1152403" y="156312"/>
                </a:lnTo>
                <a:lnTo>
                  <a:pt x="1152399" y="156304"/>
                </a:lnTo>
                <a:lnTo>
                  <a:pt x="1152395" y="156296"/>
                </a:lnTo>
                <a:lnTo>
                  <a:pt x="1152391" y="156288"/>
                </a:lnTo>
                <a:lnTo>
                  <a:pt x="1152387" y="156280"/>
                </a:lnTo>
                <a:lnTo>
                  <a:pt x="1152383" y="156273"/>
                </a:lnTo>
                <a:lnTo>
                  <a:pt x="1152379" y="156265"/>
                </a:lnTo>
                <a:lnTo>
                  <a:pt x="1152375" y="156257"/>
                </a:lnTo>
                <a:lnTo>
                  <a:pt x="1152371" y="156249"/>
                </a:lnTo>
                <a:lnTo>
                  <a:pt x="1152367" y="156241"/>
                </a:lnTo>
                <a:lnTo>
                  <a:pt x="1152362" y="156233"/>
                </a:lnTo>
                <a:lnTo>
                  <a:pt x="1152358" y="156226"/>
                </a:lnTo>
                <a:lnTo>
                  <a:pt x="1152354" y="156218"/>
                </a:lnTo>
                <a:lnTo>
                  <a:pt x="1152350" y="156210"/>
                </a:lnTo>
                <a:lnTo>
                  <a:pt x="1152346" y="156202"/>
                </a:lnTo>
                <a:lnTo>
                  <a:pt x="1152341" y="156194"/>
                </a:lnTo>
                <a:lnTo>
                  <a:pt x="1152337" y="156187"/>
                </a:lnTo>
                <a:close/>
                <a:moveTo>
                  <a:pt x="1143617" y="160696"/>
                </a:moveTo>
                <a:lnTo>
                  <a:pt x="1148026" y="158536"/>
                </a:lnTo>
                <a:lnTo>
                  <a:pt x="1143715" y="160884"/>
                </a:lnTo>
                <a:lnTo>
                  <a:pt x="1143663" y="160789"/>
                </a:lnTo>
                <a:lnTo>
                  <a:pt x="1143617" y="160696"/>
                </a:lnTo>
                <a:close/>
                <a:moveTo>
                  <a:pt x="1172564" y="197450"/>
                </a:moveTo>
                <a:lnTo>
                  <a:pt x="1172561" y="197444"/>
                </a:lnTo>
                <a:lnTo>
                  <a:pt x="1163733" y="179429"/>
                </a:lnTo>
                <a:lnTo>
                  <a:pt x="1154915" y="183750"/>
                </a:lnTo>
                <a:lnTo>
                  <a:pt x="1163707" y="201691"/>
                </a:lnTo>
                <a:lnTo>
                  <a:pt x="1170343" y="216457"/>
                </a:lnTo>
                <a:lnTo>
                  <a:pt x="1179300" y="212432"/>
                </a:lnTo>
                <a:lnTo>
                  <a:pt x="1172631" y="197591"/>
                </a:lnTo>
                <a:lnTo>
                  <a:pt x="1172628" y="197585"/>
                </a:lnTo>
                <a:lnTo>
                  <a:pt x="1172625" y="197579"/>
                </a:lnTo>
                <a:lnTo>
                  <a:pt x="1172622" y="197573"/>
                </a:lnTo>
                <a:lnTo>
                  <a:pt x="1172619" y="197567"/>
                </a:lnTo>
                <a:lnTo>
                  <a:pt x="1172617" y="197560"/>
                </a:lnTo>
                <a:lnTo>
                  <a:pt x="1172614" y="197554"/>
                </a:lnTo>
                <a:lnTo>
                  <a:pt x="1172611" y="197548"/>
                </a:lnTo>
                <a:lnTo>
                  <a:pt x="1172608" y="197542"/>
                </a:lnTo>
                <a:lnTo>
                  <a:pt x="1172605" y="197536"/>
                </a:lnTo>
                <a:lnTo>
                  <a:pt x="1172602" y="197530"/>
                </a:lnTo>
                <a:lnTo>
                  <a:pt x="1172599" y="197523"/>
                </a:lnTo>
                <a:lnTo>
                  <a:pt x="1172597" y="197517"/>
                </a:lnTo>
                <a:lnTo>
                  <a:pt x="1172594" y="197511"/>
                </a:lnTo>
                <a:lnTo>
                  <a:pt x="1172591" y="197505"/>
                </a:lnTo>
                <a:lnTo>
                  <a:pt x="1172588" y="197499"/>
                </a:lnTo>
                <a:lnTo>
                  <a:pt x="1172585" y="197493"/>
                </a:lnTo>
                <a:lnTo>
                  <a:pt x="1172582" y="197486"/>
                </a:lnTo>
                <a:lnTo>
                  <a:pt x="1172579" y="197480"/>
                </a:lnTo>
                <a:lnTo>
                  <a:pt x="1172576" y="197474"/>
                </a:lnTo>
                <a:lnTo>
                  <a:pt x="1172573" y="197468"/>
                </a:lnTo>
                <a:lnTo>
                  <a:pt x="1172570" y="197462"/>
                </a:lnTo>
                <a:lnTo>
                  <a:pt x="1172567" y="197456"/>
                </a:lnTo>
                <a:lnTo>
                  <a:pt x="1172564" y="197450"/>
                </a:lnTo>
                <a:close/>
                <a:moveTo>
                  <a:pt x="1163674" y="201616"/>
                </a:moveTo>
                <a:lnTo>
                  <a:pt x="1168152" y="199604"/>
                </a:lnTo>
                <a:lnTo>
                  <a:pt x="1163743" y="201764"/>
                </a:lnTo>
                <a:lnTo>
                  <a:pt x="1163707" y="201691"/>
                </a:lnTo>
                <a:lnTo>
                  <a:pt x="1163674" y="201616"/>
                </a:lnTo>
                <a:close/>
                <a:moveTo>
                  <a:pt x="1192761" y="242383"/>
                </a:moveTo>
                <a:lnTo>
                  <a:pt x="1192759" y="242378"/>
                </a:lnTo>
                <a:lnTo>
                  <a:pt x="1192757" y="242374"/>
                </a:lnTo>
                <a:lnTo>
                  <a:pt x="1185741" y="226762"/>
                </a:lnTo>
                <a:lnTo>
                  <a:pt x="1176784" y="230787"/>
                </a:lnTo>
                <a:lnTo>
                  <a:pt x="1183775" y="246343"/>
                </a:lnTo>
                <a:lnTo>
                  <a:pt x="1191173" y="264006"/>
                </a:lnTo>
                <a:lnTo>
                  <a:pt x="1200230" y="260213"/>
                </a:lnTo>
                <a:lnTo>
                  <a:pt x="1192807" y="242489"/>
                </a:lnTo>
                <a:lnTo>
                  <a:pt x="1192805" y="242485"/>
                </a:lnTo>
                <a:lnTo>
                  <a:pt x="1192803" y="242480"/>
                </a:lnTo>
                <a:lnTo>
                  <a:pt x="1192801" y="242475"/>
                </a:lnTo>
                <a:lnTo>
                  <a:pt x="1192799" y="242470"/>
                </a:lnTo>
                <a:lnTo>
                  <a:pt x="1192797" y="242465"/>
                </a:lnTo>
                <a:lnTo>
                  <a:pt x="1192795" y="242460"/>
                </a:lnTo>
                <a:lnTo>
                  <a:pt x="1192793" y="242456"/>
                </a:lnTo>
                <a:lnTo>
                  <a:pt x="1192791" y="242451"/>
                </a:lnTo>
                <a:lnTo>
                  <a:pt x="1192789" y="242446"/>
                </a:lnTo>
                <a:lnTo>
                  <a:pt x="1192787" y="242441"/>
                </a:lnTo>
                <a:lnTo>
                  <a:pt x="1192784" y="242436"/>
                </a:lnTo>
                <a:lnTo>
                  <a:pt x="1192782" y="242431"/>
                </a:lnTo>
                <a:lnTo>
                  <a:pt x="1192780" y="242427"/>
                </a:lnTo>
                <a:lnTo>
                  <a:pt x="1192778" y="242422"/>
                </a:lnTo>
                <a:lnTo>
                  <a:pt x="1192776" y="242417"/>
                </a:lnTo>
                <a:lnTo>
                  <a:pt x="1192774" y="242412"/>
                </a:lnTo>
                <a:lnTo>
                  <a:pt x="1192772" y="242407"/>
                </a:lnTo>
                <a:lnTo>
                  <a:pt x="1192770" y="242402"/>
                </a:lnTo>
                <a:lnTo>
                  <a:pt x="1192768" y="242398"/>
                </a:lnTo>
                <a:lnTo>
                  <a:pt x="1192766" y="242393"/>
                </a:lnTo>
                <a:lnTo>
                  <a:pt x="1192763" y="242388"/>
                </a:lnTo>
                <a:lnTo>
                  <a:pt x="1192761" y="242383"/>
                </a:lnTo>
                <a:close/>
                <a:moveTo>
                  <a:pt x="1183750" y="246283"/>
                </a:moveTo>
                <a:lnTo>
                  <a:pt x="1188279" y="244386"/>
                </a:lnTo>
                <a:lnTo>
                  <a:pt x="1183800" y="246399"/>
                </a:lnTo>
                <a:lnTo>
                  <a:pt x="1183775" y="246343"/>
                </a:lnTo>
                <a:lnTo>
                  <a:pt x="1183750" y="246283"/>
                </a:lnTo>
                <a:close/>
                <a:moveTo>
                  <a:pt x="1212933" y="290542"/>
                </a:moveTo>
                <a:lnTo>
                  <a:pt x="1206300" y="274704"/>
                </a:lnTo>
                <a:lnTo>
                  <a:pt x="1197243" y="278497"/>
                </a:lnTo>
                <a:lnTo>
                  <a:pt x="1203876" y="294335"/>
                </a:lnTo>
                <a:lnTo>
                  <a:pt x="1210890" y="312060"/>
                </a:lnTo>
                <a:lnTo>
                  <a:pt x="1220020" y="308448"/>
                </a:lnTo>
                <a:lnTo>
                  <a:pt x="1212933" y="290542"/>
                </a:lnTo>
                <a:close/>
                <a:moveTo>
                  <a:pt x="1238965" y="356997"/>
                </a:moveTo>
                <a:lnTo>
                  <a:pt x="1233096" y="341490"/>
                </a:lnTo>
                <a:lnTo>
                  <a:pt x="1225801" y="323056"/>
                </a:lnTo>
                <a:lnTo>
                  <a:pt x="1216671" y="326669"/>
                </a:lnTo>
                <a:lnTo>
                  <a:pt x="1223966" y="345103"/>
                </a:lnTo>
                <a:lnTo>
                  <a:pt x="1229781" y="360472"/>
                </a:lnTo>
                <a:lnTo>
                  <a:pt x="1238965" y="356997"/>
                </a:lnTo>
                <a:close/>
                <a:moveTo>
                  <a:pt x="1248058" y="409139"/>
                </a:moveTo>
                <a:lnTo>
                  <a:pt x="1257280" y="405767"/>
                </a:lnTo>
                <a:lnTo>
                  <a:pt x="1253249" y="394746"/>
                </a:lnTo>
                <a:lnTo>
                  <a:pt x="1244525" y="371691"/>
                </a:lnTo>
                <a:lnTo>
                  <a:pt x="1235341" y="375166"/>
                </a:lnTo>
                <a:lnTo>
                  <a:pt x="1244065" y="398221"/>
                </a:lnTo>
                <a:lnTo>
                  <a:pt x="1248058" y="409139"/>
                </a:lnTo>
                <a:close/>
                <a:moveTo>
                  <a:pt x="1264172" y="453205"/>
                </a:moveTo>
                <a:lnTo>
                  <a:pt x="1265881" y="457993"/>
                </a:lnTo>
                <a:lnTo>
                  <a:pt x="1275129" y="454693"/>
                </a:lnTo>
                <a:lnTo>
                  <a:pt x="1273395" y="449833"/>
                </a:lnTo>
                <a:lnTo>
                  <a:pt x="1262676" y="420522"/>
                </a:lnTo>
                <a:lnTo>
                  <a:pt x="1253453" y="423894"/>
                </a:lnTo>
                <a:lnTo>
                  <a:pt x="1264172" y="453205"/>
                </a:lnTo>
                <a:close/>
                <a:moveTo>
                  <a:pt x="1292620" y="503708"/>
                </a:moveTo>
                <a:lnTo>
                  <a:pt x="1280409" y="469490"/>
                </a:lnTo>
                <a:lnTo>
                  <a:pt x="1271161" y="472790"/>
                </a:lnTo>
                <a:lnTo>
                  <a:pt x="1283371" y="507007"/>
                </a:lnTo>
                <a:lnTo>
                  <a:pt x="1292620" y="503708"/>
                </a:lnTo>
                <a:close/>
                <a:moveTo>
                  <a:pt x="1300623" y="556081"/>
                </a:moveTo>
                <a:lnTo>
                  <a:pt x="1309887" y="552827"/>
                </a:lnTo>
                <a:lnTo>
                  <a:pt x="1297847" y="518549"/>
                </a:lnTo>
                <a:lnTo>
                  <a:pt x="1288582" y="521803"/>
                </a:lnTo>
                <a:lnTo>
                  <a:pt x="1300623" y="556081"/>
                </a:lnTo>
                <a:close/>
                <a:moveTo>
                  <a:pt x="1305816" y="570896"/>
                </a:moveTo>
                <a:lnTo>
                  <a:pt x="1317775" y="605202"/>
                </a:lnTo>
                <a:lnTo>
                  <a:pt x="1327047" y="601970"/>
                </a:lnTo>
                <a:lnTo>
                  <a:pt x="1315088" y="567664"/>
                </a:lnTo>
                <a:lnTo>
                  <a:pt x="1305816" y="570896"/>
                </a:lnTo>
                <a:close/>
                <a:moveTo>
                  <a:pt x="1344177" y="651112"/>
                </a:moveTo>
                <a:lnTo>
                  <a:pt x="1333799" y="621338"/>
                </a:lnTo>
                <a:lnTo>
                  <a:pt x="1332219" y="616806"/>
                </a:lnTo>
                <a:lnTo>
                  <a:pt x="1322946" y="620037"/>
                </a:lnTo>
                <a:lnTo>
                  <a:pt x="1324526" y="624570"/>
                </a:lnTo>
                <a:lnTo>
                  <a:pt x="1334905" y="654344"/>
                </a:lnTo>
                <a:lnTo>
                  <a:pt x="1344177" y="651112"/>
                </a:lnTo>
                <a:close/>
                <a:moveTo>
                  <a:pt x="1352085" y="703479"/>
                </a:moveTo>
                <a:lnTo>
                  <a:pt x="1361350" y="700227"/>
                </a:lnTo>
                <a:lnTo>
                  <a:pt x="1353925" y="679076"/>
                </a:lnTo>
                <a:lnTo>
                  <a:pt x="1349349" y="665947"/>
                </a:lnTo>
                <a:lnTo>
                  <a:pt x="1340076" y="669179"/>
                </a:lnTo>
                <a:lnTo>
                  <a:pt x="1344652" y="682307"/>
                </a:lnTo>
                <a:lnTo>
                  <a:pt x="1352085" y="703479"/>
                </a:lnTo>
                <a:close/>
                <a:moveTo>
                  <a:pt x="1364782" y="739647"/>
                </a:moveTo>
                <a:lnTo>
                  <a:pt x="1369387" y="752583"/>
                </a:lnTo>
                <a:lnTo>
                  <a:pt x="1378638" y="749290"/>
                </a:lnTo>
                <a:lnTo>
                  <a:pt x="1374048" y="736395"/>
                </a:lnTo>
                <a:lnTo>
                  <a:pt x="1366554" y="715051"/>
                </a:lnTo>
                <a:lnTo>
                  <a:pt x="1357289" y="718303"/>
                </a:lnTo>
                <a:lnTo>
                  <a:pt x="1364782" y="739647"/>
                </a:lnTo>
                <a:close/>
                <a:moveTo>
                  <a:pt x="1374656" y="767384"/>
                </a:moveTo>
                <a:lnTo>
                  <a:pt x="1384916" y="796207"/>
                </a:lnTo>
                <a:lnTo>
                  <a:pt x="1386885" y="801629"/>
                </a:lnTo>
                <a:lnTo>
                  <a:pt x="1396115" y="798276"/>
                </a:lnTo>
                <a:lnTo>
                  <a:pt x="1394167" y="792914"/>
                </a:lnTo>
                <a:lnTo>
                  <a:pt x="1383907" y="764092"/>
                </a:lnTo>
                <a:lnTo>
                  <a:pt x="1374656" y="767384"/>
                </a:lnTo>
                <a:close/>
                <a:moveTo>
                  <a:pt x="1401479" y="813043"/>
                </a:moveTo>
                <a:lnTo>
                  <a:pt x="1392249" y="816395"/>
                </a:lnTo>
                <a:lnTo>
                  <a:pt x="1404654" y="850543"/>
                </a:lnTo>
                <a:lnTo>
                  <a:pt x="1413884" y="847191"/>
                </a:lnTo>
                <a:lnTo>
                  <a:pt x="1401479" y="813043"/>
                </a:lnTo>
                <a:close/>
                <a:moveTo>
                  <a:pt x="1432048" y="895914"/>
                </a:moveTo>
                <a:lnTo>
                  <a:pt x="1419351" y="861875"/>
                </a:lnTo>
                <a:lnTo>
                  <a:pt x="1410150" y="865306"/>
                </a:lnTo>
                <a:lnTo>
                  <a:pt x="1422847" y="899346"/>
                </a:lnTo>
                <a:lnTo>
                  <a:pt x="1432048" y="895914"/>
                </a:lnTo>
                <a:close/>
                <a:moveTo>
                  <a:pt x="1441510" y="947983"/>
                </a:moveTo>
                <a:lnTo>
                  <a:pt x="1450673" y="944452"/>
                </a:lnTo>
                <a:lnTo>
                  <a:pt x="1437611" y="910551"/>
                </a:lnTo>
                <a:lnTo>
                  <a:pt x="1428448" y="914081"/>
                </a:lnTo>
                <a:lnTo>
                  <a:pt x="1441510" y="947983"/>
                </a:lnTo>
                <a:close/>
                <a:moveTo>
                  <a:pt x="1447244" y="962678"/>
                </a:moveTo>
                <a:lnTo>
                  <a:pt x="1460745" y="996407"/>
                </a:lnTo>
                <a:lnTo>
                  <a:pt x="1469862" y="992758"/>
                </a:lnTo>
                <a:lnTo>
                  <a:pt x="1456360" y="959029"/>
                </a:lnTo>
                <a:lnTo>
                  <a:pt x="1447244" y="962678"/>
                </a:lnTo>
                <a:close/>
                <a:moveTo>
                  <a:pt x="1475714" y="1007257"/>
                </a:moveTo>
                <a:lnTo>
                  <a:pt x="1466654" y="1011045"/>
                </a:lnTo>
                <a:lnTo>
                  <a:pt x="1480672" y="1044563"/>
                </a:lnTo>
                <a:lnTo>
                  <a:pt x="1489731" y="1040775"/>
                </a:lnTo>
                <a:lnTo>
                  <a:pt x="1475714" y="1007257"/>
                </a:lnTo>
                <a:close/>
                <a:moveTo>
                  <a:pt x="1510416" y="1088433"/>
                </a:moveTo>
                <a:lnTo>
                  <a:pt x="1495804" y="1055169"/>
                </a:lnTo>
                <a:lnTo>
                  <a:pt x="1486814" y="1059118"/>
                </a:lnTo>
                <a:lnTo>
                  <a:pt x="1501425" y="1092381"/>
                </a:lnTo>
                <a:lnTo>
                  <a:pt x="1510416" y="1088433"/>
                </a:lnTo>
                <a:close/>
                <a:moveTo>
                  <a:pt x="1523161" y="1139775"/>
                </a:moveTo>
                <a:lnTo>
                  <a:pt x="1532070" y="1135643"/>
                </a:lnTo>
                <a:lnTo>
                  <a:pt x="1516783" y="1102685"/>
                </a:lnTo>
                <a:lnTo>
                  <a:pt x="1507874" y="1106816"/>
                </a:lnTo>
                <a:lnTo>
                  <a:pt x="1523161" y="1139775"/>
                </a:lnTo>
                <a:close/>
                <a:moveTo>
                  <a:pt x="1530010" y="1154039"/>
                </a:moveTo>
                <a:lnTo>
                  <a:pt x="1546057" y="1186635"/>
                </a:lnTo>
                <a:lnTo>
                  <a:pt x="1554867" y="1182298"/>
                </a:lnTo>
                <a:lnTo>
                  <a:pt x="1538820" y="1149703"/>
                </a:lnTo>
                <a:lnTo>
                  <a:pt x="1530010" y="1154039"/>
                </a:lnTo>
                <a:close/>
                <a:moveTo>
                  <a:pt x="1566336" y="1225267"/>
                </a:moveTo>
                <a:lnTo>
                  <a:pt x="1566339" y="1225272"/>
                </a:lnTo>
                <a:lnTo>
                  <a:pt x="1566342" y="1225277"/>
                </a:lnTo>
                <a:lnTo>
                  <a:pt x="1566345" y="1225282"/>
                </a:lnTo>
                <a:lnTo>
                  <a:pt x="1566347" y="1225288"/>
                </a:lnTo>
                <a:lnTo>
                  <a:pt x="1566350" y="1225293"/>
                </a:lnTo>
                <a:lnTo>
                  <a:pt x="1566353" y="1225298"/>
                </a:lnTo>
                <a:lnTo>
                  <a:pt x="1566356" y="1225304"/>
                </a:lnTo>
                <a:lnTo>
                  <a:pt x="1566359" y="1225309"/>
                </a:lnTo>
                <a:lnTo>
                  <a:pt x="1566362" y="1225314"/>
                </a:lnTo>
                <a:lnTo>
                  <a:pt x="1566364" y="1225319"/>
                </a:lnTo>
                <a:lnTo>
                  <a:pt x="1566367" y="1225325"/>
                </a:lnTo>
                <a:lnTo>
                  <a:pt x="1566370" y="1225330"/>
                </a:lnTo>
                <a:lnTo>
                  <a:pt x="1566373" y="1225335"/>
                </a:lnTo>
                <a:lnTo>
                  <a:pt x="1566376" y="1225340"/>
                </a:lnTo>
                <a:lnTo>
                  <a:pt x="1566379" y="1225345"/>
                </a:lnTo>
                <a:lnTo>
                  <a:pt x="1566382" y="1225351"/>
                </a:lnTo>
                <a:lnTo>
                  <a:pt x="1566385" y="1225356"/>
                </a:lnTo>
                <a:lnTo>
                  <a:pt x="1566387" y="1225361"/>
                </a:lnTo>
                <a:lnTo>
                  <a:pt x="1566390" y="1225366"/>
                </a:lnTo>
                <a:lnTo>
                  <a:pt x="1566393" y="1225372"/>
                </a:lnTo>
                <a:lnTo>
                  <a:pt x="1566396" y="1225377"/>
                </a:lnTo>
                <a:lnTo>
                  <a:pt x="1566399" y="1225382"/>
                </a:lnTo>
                <a:lnTo>
                  <a:pt x="1570594" y="1232833"/>
                </a:lnTo>
                <a:lnTo>
                  <a:pt x="1579151" y="1228016"/>
                </a:lnTo>
                <a:lnTo>
                  <a:pt x="1574991" y="1220627"/>
                </a:lnTo>
                <a:lnTo>
                  <a:pt x="1562108" y="1196096"/>
                </a:lnTo>
                <a:lnTo>
                  <a:pt x="1553414" y="1200661"/>
                </a:lnTo>
                <a:lnTo>
                  <a:pt x="1566331" y="1225256"/>
                </a:lnTo>
                <a:lnTo>
                  <a:pt x="1566333" y="1225261"/>
                </a:lnTo>
                <a:lnTo>
                  <a:pt x="1566336" y="1225267"/>
                </a:lnTo>
                <a:close/>
                <a:moveTo>
                  <a:pt x="1575025" y="1220691"/>
                </a:moveTo>
                <a:lnTo>
                  <a:pt x="1570678" y="1222974"/>
                </a:lnTo>
                <a:lnTo>
                  <a:pt x="1574956" y="1220565"/>
                </a:lnTo>
                <a:lnTo>
                  <a:pt x="1574991" y="1220627"/>
                </a:lnTo>
                <a:lnTo>
                  <a:pt x="1575025" y="1220691"/>
                </a:lnTo>
                <a:close/>
                <a:moveTo>
                  <a:pt x="1586529" y="1261137"/>
                </a:moveTo>
                <a:lnTo>
                  <a:pt x="1586532" y="1261143"/>
                </a:lnTo>
                <a:lnTo>
                  <a:pt x="1586535" y="1261149"/>
                </a:lnTo>
                <a:lnTo>
                  <a:pt x="1586539" y="1261154"/>
                </a:lnTo>
                <a:lnTo>
                  <a:pt x="1586542" y="1261160"/>
                </a:lnTo>
                <a:lnTo>
                  <a:pt x="1586545" y="1261166"/>
                </a:lnTo>
                <a:lnTo>
                  <a:pt x="1586548" y="1261172"/>
                </a:lnTo>
                <a:lnTo>
                  <a:pt x="1586552" y="1261177"/>
                </a:lnTo>
                <a:lnTo>
                  <a:pt x="1586555" y="1261183"/>
                </a:lnTo>
                <a:lnTo>
                  <a:pt x="1586558" y="1261189"/>
                </a:lnTo>
                <a:lnTo>
                  <a:pt x="1586562" y="1261195"/>
                </a:lnTo>
                <a:lnTo>
                  <a:pt x="1586565" y="1261200"/>
                </a:lnTo>
                <a:lnTo>
                  <a:pt x="1586568" y="1261206"/>
                </a:lnTo>
                <a:lnTo>
                  <a:pt x="1586572" y="1261212"/>
                </a:lnTo>
                <a:lnTo>
                  <a:pt x="1586575" y="1261218"/>
                </a:lnTo>
                <a:lnTo>
                  <a:pt x="1586579" y="1261223"/>
                </a:lnTo>
                <a:lnTo>
                  <a:pt x="1586582" y="1261229"/>
                </a:lnTo>
                <a:lnTo>
                  <a:pt x="1586585" y="1261235"/>
                </a:lnTo>
                <a:lnTo>
                  <a:pt x="1586589" y="1261240"/>
                </a:lnTo>
                <a:lnTo>
                  <a:pt x="1586592" y="1261246"/>
                </a:lnTo>
                <a:lnTo>
                  <a:pt x="1586596" y="1261252"/>
                </a:lnTo>
                <a:lnTo>
                  <a:pt x="1586599" y="1261257"/>
                </a:lnTo>
                <a:lnTo>
                  <a:pt x="1586602" y="1261263"/>
                </a:lnTo>
                <a:lnTo>
                  <a:pt x="1586606" y="1261269"/>
                </a:lnTo>
                <a:lnTo>
                  <a:pt x="1596753" y="1278000"/>
                </a:lnTo>
                <a:lnTo>
                  <a:pt x="1605149" y="1272908"/>
                </a:lnTo>
                <a:lnTo>
                  <a:pt x="1595043" y="1256244"/>
                </a:lnTo>
                <a:lnTo>
                  <a:pt x="1586858" y="1241707"/>
                </a:lnTo>
                <a:lnTo>
                  <a:pt x="1578301" y="1246523"/>
                </a:lnTo>
                <a:lnTo>
                  <a:pt x="1586526" y="1261131"/>
                </a:lnTo>
                <a:lnTo>
                  <a:pt x="1586529" y="1261137"/>
                </a:lnTo>
                <a:close/>
                <a:moveTo>
                  <a:pt x="1595082" y="1256314"/>
                </a:moveTo>
                <a:lnTo>
                  <a:pt x="1590804" y="1258723"/>
                </a:lnTo>
                <a:lnTo>
                  <a:pt x="1595002" y="1256177"/>
                </a:lnTo>
                <a:lnTo>
                  <a:pt x="1595043" y="1256244"/>
                </a:lnTo>
                <a:lnTo>
                  <a:pt x="1595082" y="1256314"/>
                </a:lnTo>
                <a:close/>
                <a:moveTo>
                  <a:pt x="1606732" y="1294454"/>
                </a:moveTo>
                <a:lnTo>
                  <a:pt x="1606736" y="1294460"/>
                </a:lnTo>
                <a:lnTo>
                  <a:pt x="1606740" y="1294467"/>
                </a:lnTo>
                <a:lnTo>
                  <a:pt x="1606744" y="1294473"/>
                </a:lnTo>
                <a:lnTo>
                  <a:pt x="1606747" y="1294479"/>
                </a:lnTo>
                <a:lnTo>
                  <a:pt x="1606751" y="1294485"/>
                </a:lnTo>
                <a:lnTo>
                  <a:pt x="1606755" y="1294492"/>
                </a:lnTo>
                <a:lnTo>
                  <a:pt x="1606759" y="1294498"/>
                </a:lnTo>
                <a:lnTo>
                  <a:pt x="1606763" y="1294504"/>
                </a:lnTo>
                <a:lnTo>
                  <a:pt x="1606767" y="1294510"/>
                </a:lnTo>
                <a:lnTo>
                  <a:pt x="1606770" y="1294516"/>
                </a:lnTo>
                <a:lnTo>
                  <a:pt x="1606774" y="1294522"/>
                </a:lnTo>
                <a:lnTo>
                  <a:pt x="1606778" y="1294529"/>
                </a:lnTo>
                <a:lnTo>
                  <a:pt x="1606782" y="1294535"/>
                </a:lnTo>
                <a:lnTo>
                  <a:pt x="1606786" y="1294541"/>
                </a:lnTo>
                <a:lnTo>
                  <a:pt x="1606790" y="1294547"/>
                </a:lnTo>
                <a:lnTo>
                  <a:pt x="1606794" y="1294553"/>
                </a:lnTo>
                <a:lnTo>
                  <a:pt x="1606798" y="1294560"/>
                </a:lnTo>
                <a:lnTo>
                  <a:pt x="1606802" y="1294566"/>
                </a:lnTo>
                <a:lnTo>
                  <a:pt x="1606806" y="1294572"/>
                </a:lnTo>
                <a:lnTo>
                  <a:pt x="1606810" y="1294578"/>
                </a:lnTo>
                <a:lnTo>
                  <a:pt x="1606814" y="1294584"/>
                </a:lnTo>
                <a:lnTo>
                  <a:pt x="1606818" y="1294590"/>
                </a:lnTo>
                <a:lnTo>
                  <a:pt x="1606822" y="1294596"/>
                </a:lnTo>
                <a:lnTo>
                  <a:pt x="1606826" y="1294603"/>
                </a:lnTo>
                <a:lnTo>
                  <a:pt x="1624825" y="1322020"/>
                </a:lnTo>
                <a:lnTo>
                  <a:pt x="1633034" y="1316632"/>
                </a:lnTo>
                <a:lnTo>
                  <a:pt x="1615084" y="1289289"/>
                </a:lnTo>
                <a:lnTo>
                  <a:pt x="1613296" y="1286341"/>
                </a:lnTo>
                <a:lnTo>
                  <a:pt x="1604900" y="1291433"/>
                </a:lnTo>
                <a:lnTo>
                  <a:pt x="1606732" y="1294454"/>
                </a:lnTo>
                <a:close/>
                <a:moveTo>
                  <a:pt x="1615128" y="1289362"/>
                </a:moveTo>
                <a:lnTo>
                  <a:pt x="1610930" y="1291908"/>
                </a:lnTo>
                <a:lnTo>
                  <a:pt x="1615035" y="1289214"/>
                </a:lnTo>
                <a:lnTo>
                  <a:pt x="1615084" y="1289289"/>
                </a:lnTo>
                <a:lnTo>
                  <a:pt x="1615128" y="1289362"/>
                </a:lnTo>
                <a:close/>
                <a:moveTo>
                  <a:pt x="1633937" y="1335051"/>
                </a:moveTo>
                <a:lnTo>
                  <a:pt x="1647187" y="1353610"/>
                </a:lnTo>
                <a:lnTo>
                  <a:pt x="1647192" y="1353617"/>
                </a:lnTo>
                <a:lnTo>
                  <a:pt x="1647197" y="1353624"/>
                </a:lnTo>
                <a:lnTo>
                  <a:pt x="1647202" y="1353631"/>
                </a:lnTo>
                <a:lnTo>
                  <a:pt x="1647207" y="1353638"/>
                </a:lnTo>
                <a:lnTo>
                  <a:pt x="1647212" y="1353645"/>
                </a:lnTo>
                <a:lnTo>
                  <a:pt x="1647217" y="1353652"/>
                </a:lnTo>
                <a:lnTo>
                  <a:pt x="1647222" y="1353659"/>
                </a:lnTo>
                <a:lnTo>
                  <a:pt x="1647227" y="1353666"/>
                </a:lnTo>
                <a:lnTo>
                  <a:pt x="1647233" y="1353673"/>
                </a:lnTo>
                <a:lnTo>
                  <a:pt x="1647238" y="1353680"/>
                </a:lnTo>
                <a:lnTo>
                  <a:pt x="1647243" y="1353687"/>
                </a:lnTo>
                <a:lnTo>
                  <a:pt x="1647248" y="1353694"/>
                </a:lnTo>
                <a:lnTo>
                  <a:pt x="1647253" y="1353701"/>
                </a:lnTo>
                <a:lnTo>
                  <a:pt x="1647259" y="1353708"/>
                </a:lnTo>
                <a:lnTo>
                  <a:pt x="1647264" y="1353715"/>
                </a:lnTo>
                <a:lnTo>
                  <a:pt x="1647269" y="1353722"/>
                </a:lnTo>
                <a:lnTo>
                  <a:pt x="1647274" y="1353729"/>
                </a:lnTo>
                <a:lnTo>
                  <a:pt x="1647279" y="1353736"/>
                </a:lnTo>
                <a:lnTo>
                  <a:pt x="1647285" y="1353742"/>
                </a:lnTo>
                <a:lnTo>
                  <a:pt x="1647290" y="1353749"/>
                </a:lnTo>
                <a:lnTo>
                  <a:pt x="1647295" y="1353756"/>
                </a:lnTo>
                <a:lnTo>
                  <a:pt x="1647301" y="1353763"/>
                </a:lnTo>
                <a:lnTo>
                  <a:pt x="1647306" y="1353770"/>
                </a:lnTo>
                <a:lnTo>
                  <a:pt x="1647311" y="1353777"/>
                </a:lnTo>
                <a:lnTo>
                  <a:pt x="1655632" y="1364444"/>
                </a:lnTo>
                <a:lnTo>
                  <a:pt x="1663375" y="1358404"/>
                </a:lnTo>
                <a:lnTo>
                  <a:pt x="1655115" y="1347816"/>
                </a:lnTo>
                <a:lnTo>
                  <a:pt x="1641929" y="1329346"/>
                </a:lnTo>
                <a:lnTo>
                  <a:pt x="1633937" y="1335051"/>
                </a:lnTo>
                <a:close/>
                <a:moveTo>
                  <a:pt x="1655179" y="1347905"/>
                </a:moveTo>
                <a:lnTo>
                  <a:pt x="1651183" y="1350757"/>
                </a:lnTo>
                <a:lnTo>
                  <a:pt x="1655054" y="1347738"/>
                </a:lnTo>
                <a:lnTo>
                  <a:pt x="1655115" y="1347816"/>
                </a:lnTo>
                <a:lnTo>
                  <a:pt x="1655179" y="1347905"/>
                </a:lnTo>
                <a:close/>
                <a:moveTo>
                  <a:pt x="1665295" y="1376831"/>
                </a:moveTo>
                <a:lnTo>
                  <a:pt x="1667438" y="1379578"/>
                </a:lnTo>
                <a:lnTo>
                  <a:pt x="1667443" y="1379585"/>
                </a:lnTo>
                <a:lnTo>
                  <a:pt x="1667449" y="1379593"/>
                </a:lnTo>
                <a:lnTo>
                  <a:pt x="1667455" y="1379600"/>
                </a:lnTo>
                <a:lnTo>
                  <a:pt x="1667461" y="1379607"/>
                </a:lnTo>
                <a:lnTo>
                  <a:pt x="1667466" y="1379614"/>
                </a:lnTo>
                <a:lnTo>
                  <a:pt x="1667472" y="1379622"/>
                </a:lnTo>
                <a:lnTo>
                  <a:pt x="1667478" y="1379629"/>
                </a:lnTo>
                <a:lnTo>
                  <a:pt x="1667484" y="1379636"/>
                </a:lnTo>
                <a:lnTo>
                  <a:pt x="1667490" y="1379644"/>
                </a:lnTo>
                <a:lnTo>
                  <a:pt x="1667496" y="1379651"/>
                </a:lnTo>
                <a:lnTo>
                  <a:pt x="1667502" y="1379658"/>
                </a:lnTo>
                <a:lnTo>
                  <a:pt x="1667508" y="1379665"/>
                </a:lnTo>
                <a:lnTo>
                  <a:pt x="1667513" y="1379673"/>
                </a:lnTo>
                <a:lnTo>
                  <a:pt x="1667519" y="1379680"/>
                </a:lnTo>
                <a:lnTo>
                  <a:pt x="1667525" y="1379687"/>
                </a:lnTo>
                <a:lnTo>
                  <a:pt x="1667531" y="1379694"/>
                </a:lnTo>
                <a:lnTo>
                  <a:pt x="1667537" y="1379701"/>
                </a:lnTo>
                <a:lnTo>
                  <a:pt x="1667543" y="1379708"/>
                </a:lnTo>
                <a:lnTo>
                  <a:pt x="1667549" y="1379716"/>
                </a:lnTo>
                <a:lnTo>
                  <a:pt x="1667555" y="1379723"/>
                </a:lnTo>
                <a:lnTo>
                  <a:pt x="1667561" y="1379730"/>
                </a:lnTo>
                <a:lnTo>
                  <a:pt x="1667567" y="1379737"/>
                </a:lnTo>
                <a:lnTo>
                  <a:pt x="1667573" y="1379744"/>
                </a:lnTo>
                <a:lnTo>
                  <a:pt x="1667579" y="1379751"/>
                </a:lnTo>
                <a:lnTo>
                  <a:pt x="1687706" y="1403257"/>
                </a:lnTo>
                <a:lnTo>
                  <a:pt x="1687712" y="1403265"/>
                </a:lnTo>
                <a:lnTo>
                  <a:pt x="1687719" y="1403272"/>
                </a:lnTo>
                <a:lnTo>
                  <a:pt x="1687725" y="1403280"/>
                </a:lnTo>
                <a:lnTo>
                  <a:pt x="1687732" y="1403287"/>
                </a:lnTo>
                <a:lnTo>
                  <a:pt x="1687738" y="1403295"/>
                </a:lnTo>
                <a:lnTo>
                  <a:pt x="1687745" y="1403302"/>
                </a:lnTo>
                <a:lnTo>
                  <a:pt x="1687751" y="1403310"/>
                </a:lnTo>
                <a:lnTo>
                  <a:pt x="1687758" y="1403317"/>
                </a:lnTo>
                <a:lnTo>
                  <a:pt x="1687765" y="1403325"/>
                </a:lnTo>
                <a:lnTo>
                  <a:pt x="1687771" y="1403332"/>
                </a:lnTo>
                <a:lnTo>
                  <a:pt x="1687778" y="1403340"/>
                </a:lnTo>
                <a:lnTo>
                  <a:pt x="1687784" y="1403347"/>
                </a:lnTo>
                <a:lnTo>
                  <a:pt x="1687791" y="1403354"/>
                </a:lnTo>
                <a:lnTo>
                  <a:pt x="1687798" y="1403362"/>
                </a:lnTo>
                <a:lnTo>
                  <a:pt x="1687804" y="1403369"/>
                </a:lnTo>
                <a:lnTo>
                  <a:pt x="1687811" y="1403376"/>
                </a:lnTo>
                <a:lnTo>
                  <a:pt x="1687818" y="1403384"/>
                </a:lnTo>
                <a:lnTo>
                  <a:pt x="1687824" y="1403391"/>
                </a:lnTo>
                <a:lnTo>
                  <a:pt x="1687831" y="1403398"/>
                </a:lnTo>
                <a:lnTo>
                  <a:pt x="1687838" y="1403406"/>
                </a:lnTo>
                <a:lnTo>
                  <a:pt x="1687845" y="1403413"/>
                </a:lnTo>
                <a:lnTo>
                  <a:pt x="1687851" y="1403420"/>
                </a:lnTo>
                <a:lnTo>
                  <a:pt x="1687858" y="1403427"/>
                </a:lnTo>
                <a:lnTo>
                  <a:pt x="1687865" y="1403435"/>
                </a:lnTo>
                <a:lnTo>
                  <a:pt x="1689171" y="1404818"/>
                </a:lnTo>
                <a:lnTo>
                  <a:pt x="1696312" y="1398078"/>
                </a:lnTo>
                <a:lnTo>
                  <a:pt x="1695087" y="1396780"/>
                </a:lnTo>
                <a:lnTo>
                  <a:pt x="1675112" y="1373451"/>
                </a:lnTo>
                <a:lnTo>
                  <a:pt x="1673038" y="1370792"/>
                </a:lnTo>
                <a:lnTo>
                  <a:pt x="1665295" y="1376831"/>
                </a:lnTo>
                <a:close/>
                <a:moveTo>
                  <a:pt x="1695165" y="1396871"/>
                </a:moveTo>
                <a:lnTo>
                  <a:pt x="1691435" y="1400064"/>
                </a:lnTo>
                <a:lnTo>
                  <a:pt x="1695006" y="1396694"/>
                </a:lnTo>
                <a:lnTo>
                  <a:pt x="1695087" y="1396780"/>
                </a:lnTo>
                <a:lnTo>
                  <a:pt x="1695165" y="1396871"/>
                </a:lnTo>
                <a:close/>
                <a:moveTo>
                  <a:pt x="1675181" y="1373539"/>
                </a:moveTo>
                <a:lnTo>
                  <a:pt x="1671309" y="1376558"/>
                </a:lnTo>
                <a:lnTo>
                  <a:pt x="1675039" y="1373365"/>
                </a:lnTo>
                <a:lnTo>
                  <a:pt x="1675112" y="1373451"/>
                </a:lnTo>
                <a:lnTo>
                  <a:pt x="1675181" y="1373539"/>
                </a:lnTo>
                <a:close/>
                <a:moveTo>
                  <a:pt x="1699957" y="1416243"/>
                </a:moveTo>
                <a:lnTo>
                  <a:pt x="1707991" y="1424753"/>
                </a:lnTo>
                <a:lnTo>
                  <a:pt x="1707998" y="1424761"/>
                </a:lnTo>
                <a:lnTo>
                  <a:pt x="1708006" y="1424768"/>
                </a:lnTo>
                <a:lnTo>
                  <a:pt x="1708013" y="1424776"/>
                </a:lnTo>
                <a:lnTo>
                  <a:pt x="1708020" y="1424783"/>
                </a:lnTo>
                <a:lnTo>
                  <a:pt x="1708027" y="1424791"/>
                </a:lnTo>
                <a:lnTo>
                  <a:pt x="1708035" y="1424798"/>
                </a:lnTo>
                <a:lnTo>
                  <a:pt x="1708042" y="1424806"/>
                </a:lnTo>
                <a:lnTo>
                  <a:pt x="1708049" y="1424813"/>
                </a:lnTo>
                <a:lnTo>
                  <a:pt x="1708056" y="1424821"/>
                </a:lnTo>
                <a:lnTo>
                  <a:pt x="1708064" y="1424828"/>
                </a:lnTo>
                <a:lnTo>
                  <a:pt x="1708071" y="1424836"/>
                </a:lnTo>
                <a:lnTo>
                  <a:pt x="1708079" y="1424843"/>
                </a:lnTo>
                <a:lnTo>
                  <a:pt x="1708086" y="1424851"/>
                </a:lnTo>
                <a:lnTo>
                  <a:pt x="1708093" y="1424858"/>
                </a:lnTo>
                <a:lnTo>
                  <a:pt x="1708101" y="1424865"/>
                </a:lnTo>
                <a:lnTo>
                  <a:pt x="1708108" y="1424873"/>
                </a:lnTo>
                <a:lnTo>
                  <a:pt x="1708116" y="1424880"/>
                </a:lnTo>
                <a:lnTo>
                  <a:pt x="1708123" y="1424887"/>
                </a:lnTo>
                <a:lnTo>
                  <a:pt x="1708130" y="1424895"/>
                </a:lnTo>
                <a:lnTo>
                  <a:pt x="1708138" y="1424902"/>
                </a:lnTo>
                <a:lnTo>
                  <a:pt x="1708145" y="1424909"/>
                </a:lnTo>
                <a:lnTo>
                  <a:pt x="1708153" y="1424916"/>
                </a:lnTo>
                <a:lnTo>
                  <a:pt x="1708160" y="1424924"/>
                </a:lnTo>
                <a:lnTo>
                  <a:pt x="1708168" y="1424931"/>
                </a:lnTo>
                <a:lnTo>
                  <a:pt x="1725967" y="1441952"/>
                </a:lnTo>
                <a:lnTo>
                  <a:pt x="1732754" y="1434856"/>
                </a:lnTo>
                <a:lnTo>
                  <a:pt x="1715046" y="1417922"/>
                </a:lnTo>
                <a:lnTo>
                  <a:pt x="1707097" y="1409502"/>
                </a:lnTo>
                <a:lnTo>
                  <a:pt x="1699957" y="1416243"/>
                </a:lnTo>
                <a:close/>
                <a:moveTo>
                  <a:pt x="1715132" y="1418013"/>
                </a:moveTo>
                <a:lnTo>
                  <a:pt x="1711562" y="1421383"/>
                </a:lnTo>
                <a:lnTo>
                  <a:pt x="1714955" y="1417835"/>
                </a:lnTo>
                <a:lnTo>
                  <a:pt x="1715046" y="1417922"/>
                </a:lnTo>
                <a:lnTo>
                  <a:pt x="1715132" y="1418013"/>
                </a:lnTo>
                <a:close/>
                <a:moveTo>
                  <a:pt x="1737959" y="1452495"/>
                </a:moveTo>
                <a:lnTo>
                  <a:pt x="1748613" y="1461654"/>
                </a:lnTo>
                <a:lnTo>
                  <a:pt x="1748622" y="1461661"/>
                </a:lnTo>
                <a:lnTo>
                  <a:pt x="1748630" y="1461668"/>
                </a:lnTo>
                <a:lnTo>
                  <a:pt x="1748639" y="1461676"/>
                </a:lnTo>
                <a:lnTo>
                  <a:pt x="1748647" y="1461683"/>
                </a:lnTo>
                <a:lnTo>
                  <a:pt x="1748656" y="1461690"/>
                </a:lnTo>
                <a:lnTo>
                  <a:pt x="1748664" y="1461697"/>
                </a:lnTo>
                <a:lnTo>
                  <a:pt x="1748673" y="1461704"/>
                </a:lnTo>
                <a:lnTo>
                  <a:pt x="1748681" y="1461711"/>
                </a:lnTo>
                <a:lnTo>
                  <a:pt x="1748690" y="1461718"/>
                </a:lnTo>
                <a:lnTo>
                  <a:pt x="1748699" y="1461726"/>
                </a:lnTo>
                <a:lnTo>
                  <a:pt x="1748707" y="1461733"/>
                </a:lnTo>
                <a:lnTo>
                  <a:pt x="1748716" y="1461740"/>
                </a:lnTo>
                <a:lnTo>
                  <a:pt x="1748724" y="1461747"/>
                </a:lnTo>
                <a:lnTo>
                  <a:pt x="1748733" y="1461754"/>
                </a:lnTo>
                <a:lnTo>
                  <a:pt x="1748742" y="1461761"/>
                </a:lnTo>
                <a:lnTo>
                  <a:pt x="1748750" y="1461768"/>
                </a:lnTo>
                <a:lnTo>
                  <a:pt x="1748759" y="1461774"/>
                </a:lnTo>
                <a:lnTo>
                  <a:pt x="1748768" y="1461781"/>
                </a:lnTo>
                <a:lnTo>
                  <a:pt x="1748777" y="1461788"/>
                </a:lnTo>
                <a:lnTo>
                  <a:pt x="1748785" y="1461795"/>
                </a:lnTo>
                <a:lnTo>
                  <a:pt x="1748794" y="1461802"/>
                </a:lnTo>
                <a:lnTo>
                  <a:pt x="1748803" y="1461809"/>
                </a:lnTo>
                <a:lnTo>
                  <a:pt x="1748812" y="1461816"/>
                </a:lnTo>
                <a:lnTo>
                  <a:pt x="1748820" y="1461822"/>
                </a:lnTo>
                <a:lnTo>
                  <a:pt x="1766481" y="1475409"/>
                </a:lnTo>
                <a:lnTo>
                  <a:pt x="1772469" y="1467626"/>
                </a:lnTo>
                <a:lnTo>
                  <a:pt x="1754912" y="1454120"/>
                </a:lnTo>
                <a:lnTo>
                  <a:pt x="1744361" y="1445050"/>
                </a:lnTo>
                <a:lnTo>
                  <a:pt x="1737959" y="1452495"/>
                </a:lnTo>
                <a:close/>
                <a:moveTo>
                  <a:pt x="1755015" y="1454208"/>
                </a:moveTo>
                <a:lnTo>
                  <a:pt x="1751814" y="1457931"/>
                </a:lnTo>
                <a:lnTo>
                  <a:pt x="1754808" y="1454040"/>
                </a:lnTo>
                <a:lnTo>
                  <a:pt x="1754912" y="1454120"/>
                </a:lnTo>
                <a:lnTo>
                  <a:pt x="1755015" y="1454208"/>
                </a:lnTo>
                <a:close/>
                <a:moveTo>
                  <a:pt x="1779558" y="1484587"/>
                </a:moveTo>
                <a:lnTo>
                  <a:pt x="1789291" y="1491259"/>
                </a:lnTo>
                <a:lnTo>
                  <a:pt x="1789300" y="1491265"/>
                </a:lnTo>
                <a:lnTo>
                  <a:pt x="1789309" y="1491271"/>
                </a:lnTo>
                <a:lnTo>
                  <a:pt x="1789318" y="1491277"/>
                </a:lnTo>
                <a:lnTo>
                  <a:pt x="1789328" y="1491284"/>
                </a:lnTo>
                <a:lnTo>
                  <a:pt x="1789337" y="1491290"/>
                </a:lnTo>
                <a:lnTo>
                  <a:pt x="1789346" y="1491296"/>
                </a:lnTo>
                <a:lnTo>
                  <a:pt x="1789355" y="1491302"/>
                </a:lnTo>
                <a:lnTo>
                  <a:pt x="1789365" y="1491308"/>
                </a:lnTo>
                <a:lnTo>
                  <a:pt x="1789374" y="1491314"/>
                </a:lnTo>
                <a:lnTo>
                  <a:pt x="1789383" y="1491321"/>
                </a:lnTo>
                <a:lnTo>
                  <a:pt x="1789393" y="1491327"/>
                </a:lnTo>
                <a:lnTo>
                  <a:pt x="1789402" y="1491333"/>
                </a:lnTo>
                <a:lnTo>
                  <a:pt x="1789411" y="1491339"/>
                </a:lnTo>
                <a:lnTo>
                  <a:pt x="1789421" y="1491345"/>
                </a:lnTo>
                <a:lnTo>
                  <a:pt x="1789430" y="1491351"/>
                </a:lnTo>
                <a:lnTo>
                  <a:pt x="1789440" y="1491357"/>
                </a:lnTo>
                <a:lnTo>
                  <a:pt x="1789449" y="1491363"/>
                </a:lnTo>
                <a:lnTo>
                  <a:pt x="1789459" y="1491369"/>
                </a:lnTo>
                <a:lnTo>
                  <a:pt x="1789468" y="1491374"/>
                </a:lnTo>
                <a:lnTo>
                  <a:pt x="1789478" y="1491380"/>
                </a:lnTo>
                <a:lnTo>
                  <a:pt x="1789487" y="1491386"/>
                </a:lnTo>
                <a:lnTo>
                  <a:pt x="1789496" y="1491392"/>
                </a:lnTo>
                <a:lnTo>
                  <a:pt x="1789506" y="1491398"/>
                </a:lnTo>
                <a:lnTo>
                  <a:pt x="1789516" y="1491404"/>
                </a:lnTo>
                <a:lnTo>
                  <a:pt x="1809642" y="1503642"/>
                </a:lnTo>
                <a:lnTo>
                  <a:pt x="1809651" y="1503648"/>
                </a:lnTo>
                <a:lnTo>
                  <a:pt x="1809661" y="1503654"/>
                </a:lnTo>
                <a:lnTo>
                  <a:pt x="1809670" y="1503659"/>
                </a:lnTo>
                <a:lnTo>
                  <a:pt x="1809679" y="1503665"/>
                </a:lnTo>
                <a:lnTo>
                  <a:pt x="1809689" y="1503671"/>
                </a:lnTo>
                <a:lnTo>
                  <a:pt x="1809698" y="1503676"/>
                </a:lnTo>
                <a:lnTo>
                  <a:pt x="1809708" y="1503682"/>
                </a:lnTo>
                <a:lnTo>
                  <a:pt x="1809717" y="1503687"/>
                </a:lnTo>
                <a:lnTo>
                  <a:pt x="1809726" y="1503693"/>
                </a:lnTo>
                <a:lnTo>
                  <a:pt x="1809736" y="1503698"/>
                </a:lnTo>
                <a:lnTo>
                  <a:pt x="1809745" y="1503704"/>
                </a:lnTo>
                <a:lnTo>
                  <a:pt x="1809755" y="1503709"/>
                </a:lnTo>
                <a:lnTo>
                  <a:pt x="1809764" y="1503715"/>
                </a:lnTo>
                <a:lnTo>
                  <a:pt x="1809774" y="1503720"/>
                </a:lnTo>
                <a:lnTo>
                  <a:pt x="1809783" y="1503725"/>
                </a:lnTo>
                <a:lnTo>
                  <a:pt x="1809793" y="1503731"/>
                </a:lnTo>
                <a:lnTo>
                  <a:pt x="1809802" y="1503736"/>
                </a:lnTo>
                <a:lnTo>
                  <a:pt x="1809812" y="1503741"/>
                </a:lnTo>
                <a:lnTo>
                  <a:pt x="1809821" y="1503747"/>
                </a:lnTo>
                <a:lnTo>
                  <a:pt x="1809831" y="1503752"/>
                </a:lnTo>
                <a:lnTo>
                  <a:pt x="1809841" y="1503757"/>
                </a:lnTo>
                <a:lnTo>
                  <a:pt x="1809850" y="1503762"/>
                </a:lnTo>
                <a:lnTo>
                  <a:pt x="1809860" y="1503768"/>
                </a:lnTo>
                <a:lnTo>
                  <a:pt x="1809870" y="1503773"/>
                </a:lnTo>
                <a:lnTo>
                  <a:pt x="1810731" y="1504235"/>
                </a:lnTo>
                <a:lnTo>
                  <a:pt x="1815377" y="1495585"/>
                </a:lnTo>
                <a:lnTo>
                  <a:pt x="1814630" y="1495183"/>
                </a:lnTo>
                <a:lnTo>
                  <a:pt x="1794735" y="1483085"/>
                </a:lnTo>
                <a:lnTo>
                  <a:pt x="1785110" y="1476488"/>
                </a:lnTo>
                <a:lnTo>
                  <a:pt x="1779558" y="1484587"/>
                </a:lnTo>
                <a:close/>
                <a:moveTo>
                  <a:pt x="1814744" y="1495253"/>
                </a:moveTo>
                <a:lnTo>
                  <a:pt x="1812193" y="1499448"/>
                </a:lnTo>
                <a:lnTo>
                  <a:pt x="1814516" y="1495123"/>
                </a:lnTo>
                <a:lnTo>
                  <a:pt x="1814630" y="1495183"/>
                </a:lnTo>
                <a:lnTo>
                  <a:pt x="1814744" y="1495253"/>
                </a:lnTo>
                <a:close/>
                <a:moveTo>
                  <a:pt x="1794843" y="1483159"/>
                </a:moveTo>
                <a:lnTo>
                  <a:pt x="1792067" y="1487209"/>
                </a:lnTo>
                <a:lnTo>
                  <a:pt x="1794618" y="1483014"/>
                </a:lnTo>
                <a:lnTo>
                  <a:pt x="1794735" y="1483085"/>
                </a:lnTo>
                <a:lnTo>
                  <a:pt x="1794843" y="1483159"/>
                </a:lnTo>
                <a:close/>
                <a:moveTo>
                  <a:pt x="1824571" y="1511670"/>
                </a:moveTo>
                <a:lnTo>
                  <a:pt x="1829996" y="1514584"/>
                </a:lnTo>
                <a:lnTo>
                  <a:pt x="1830005" y="1514589"/>
                </a:lnTo>
                <a:lnTo>
                  <a:pt x="1830014" y="1514594"/>
                </a:lnTo>
                <a:lnTo>
                  <a:pt x="1830024" y="1514599"/>
                </a:lnTo>
                <a:lnTo>
                  <a:pt x="1830033" y="1514604"/>
                </a:lnTo>
                <a:lnTo>
                  <a:pt x="1830042" y="1514609"/>
                </a:lnTo>
                <a:lnTo>
                  <a:pt x="1830052" y="1514614"/>
                </a:lnTo>
                <a:lnTo>
                  <a:pt x="1830061" y="1514618"/>
                </a:lnTo>
                <a:lnTo>
                  <a:pt x="1830070" y="1514623"/>
                </a:lnTo>
                <a:lnTo>
                  <a:pt x="1830080" y="1514628"/>
                </a:lnTo>
                <a:lnTo>
                  <a:pt x="1830089" y="1514633"/>
                </a:lnTo>
                <a:lnTo>
                  <a:pt x="1830099" y="1514638"/>
                </a:lnTo>
                <a:lnTo>
                  <a:pt x="1830108" y="1514642"/>
                </a:lnTo>
                <a:lnTo>
                  <a:pt x="1830117" y="1514647"/>
                </a:lnTo>
                <a:lnTo>
                  <a:pt x="1830127" y="1514652"/>
                </a:lnTo>
                <a:lnTo>
                  <a:pt x="1830136" y="1514657"/>
                </a:lnTo>
                <a:lnTo>
                  <a:pt x="1830146" y="1514661"/>
                </a:lnTo>
                <a:lnTo>
                  <a:pt x="1830155" y="1514666"/>
                </a:lnTo>
                <a:lnTo>
                  <a:pt x="1830165" y="1514670"/>
                </a:lnTo>
                <a:lnTo>
                  <a:pt x="1830174" y="1514675"/>
                </a:lnTo>
                <a:lnTo>
                  <a:pt x="1830184" y="1514680"/>
                </a:lnTo>
                <a:lnTo>
                  <a:pt x="1830193" y="1514684"/>
                </a:lnTo>
                <a:lnTo>
                  <a:pt x="1830203" y="1514689"/>
                </a:lnTo>
                <a:lnTo>
                  <a:pt x="1830212" y="1514693"/>
                </a:lnTo>
                <a:lnTo>
                  <a:pt x="1830222" y="1514698"/>
                </a:lnTo>
                <a:lnTo>
                  <a:pt x="1850348" y="1524207"/>
                </a:lnTo>
                <a:lnTo>
                  <a:pt x="1850357" y="1524212"/>
                </a:lnTo>
                <a:lnTo>
                  <a:pt x="1850366" y="1524216"/>
                </a:lnTo>
                <a:lnTo>
                  <a:pt x="1850375" y="1524220"/>
                </a:lnTo>
                <a:lnTo>
                  <a:pt x="1850384" y="1524224"/>
                </a:lnTo>
                <a:lnTo>
                  <a:pt x="1850393" y="1524228"/>
                </a:lnTo>
                <a:lnTo>
                  <a:pt x="1850402" y="1524233"/>
                </a:lnTo>
                <a:lnTo>
                  <a:pt x="1850412" y="1524237"/>
                </a:lnTo>
                <a:lnTo>
                  <a:pt x="1850421" y="1524241"/>
                </a:lnTo>
                <a:lnTo>
                  <a:pt x="1850430" y="1524245"/>
                </a:lnTo>
                <a:lnTo>
                  <a:pt x="1850439" y="1524249"/>
                </a:lnTo>
                <a:lnTo>
                  <a:pt x="1850448" y="1524253"/>
                </a:lnTo>
                <a:lnTo>
                  <a:pt x="1850457" y="1524257"/>
                </a:lnTo>
                <a:lnTo>
                  <a:pt x="1850466" y="1524261"/>
                </a:lnTo>
                <a:lnTo>
                  <a:pt x="1850476" y="1524265"/>
                </a:lnTo>
                <a:lnTo>
                  <a:pt x="1850485" y="1524269"/>
                </a:lnTo>
                <a:lnTo>
                  <a:pt x="1850494" y="1524273"/>
                </a:lnTo>
                <a:lnTo>
                  <a:pt x="1850503" y="1524277"/>
                </a:lnTo>
                <a:lnTo>
                  <a:pt x="1850512" y="1524281"/>
                </a:lnTo>
                <a:lnTo>
                  <a:pt x="1850522" y="1524285"/>
                </a:lnTo>
                <a:lnTo>
                  <a:pt x="1850531" y="1524289"/>
                </a:lnTo>
                <a:lnTo>
                  <a:pt x="1850540" y="1524293"/>
                </a:lnTo>
                <a:lnTo>
                  <a:pt x="1850549" y="1524297"/>
                </a:lnTo>
                <a:lnTo>
                  <a:pt x="1850559" y="1524301"/>
                </a:lnTo>
                <a:lnTo>
                  <a:pt x="1850568" y="1524305"/>
                </a:lnTo>
                <a:lnTo>
                  <a:pt x="1857882" y="1527331"/>
                </a:lnTo>
                <a:lnTo>
                  <a:pt x="1861637" y="1518259"/>
                </a:lnTo>
                <a:lnTo>
                  <a:pt x="1854434" y="1515278"/>
                </a:lnTo>
                <a:lnTo>
                  <a:pt x="1834532" y="1505875"/>
                </a:lnTo>
                <a:lnTo>
                  <a:pt x="1829219" y="1503020"/>
                </a:lnTo>
                <a:lnTo>
                  <a:pt x="1824571" y="1511670"/>
                </a:lnTo>
                <a:close/>
                <a:moveTo>
                  <a:pt x="1854543" y="1515329"/>
                </a:moveTo>
                <a:lnTo>
                  <a:pt x="1852445" y="1519768"/>
                </a:lnTo>
                <a:lnTo>
                  <a:pt x="1854323" y="1515232"/>
                </a:lnTo>
                <a:lnTo>
                  <a:pt x="1854434" y="1515278"/>
                </a:lnTo>
                <a:lnTo>
                  <a:pt x="1854543" y="1515329"/>
                </a:lnTo>
                <a:close/>
                <a:moveTo>
                  <a:pt x="1834643" y="1505934"/>
                </a:moveTo>
                <a:lnTo>
                  <a:pt x="1832319" y="1510259"/>
                </a:lnTo>
                <a:lnTo>
                  <a:pt x="1834417" y="1505820"/>
                </a:lnTo>
                <a:lnTo>
                  <a:pt x="1834532" y="1505875"/>
                </a:lnTo>
                <a:lnTo>
                  <a:pt x="1834643" y="1505934"/>
                </a:lnTo>
                <a:close/>
                <a:moveTo>
                  <a:pt x="1872640" y="1533342"/>
                </a:moveTo>
                <a:lnTo>
                  <a:pt x="1891031" y="1539980"/>
                </a:lnTo>
                <a:lnTo>
                  <a:pt x="1891039" y="1539983"/>
                </a:lnTo>
                <a:lnTo>
                  <a:pt x="1891047" y="1539986"/>
                </a:lnTo>
                <a:lnTo>
                  <a:pt x="1891056" y="1539989"/>
                </a:lnTo>
                <a:lnTo>
                  <a:pt x="1891064" y="1539992"/>
                </a:lnTo>
                <a:lnTo>
                  <a:pt x="1891072" y="1539995"/>
                </a:lnTo>
                <a:lnTo>
                  <a:pt x="1891080" y="1539998"/>
                </a:lnTo>
                <a:lnTo>
                  <a:pt x="1891089" y="1540000"/>
                </a:lnTo>
                <a:lnTo>
                  <a:pt x="1891097" y="1540003"/>
                </a:lnTo>
                <a:lnTo>
                  <a:pt x="1891105" y="1540006"/>
                </a:lnTo>
                <a:lnTo>
                  <a:pt x="1891113" y="1540009"/>
                </a:lnTo>
                <a:lnTo>
                  <a:pt x="1891122" y="1540012"/>
                </a:lnTo>
                <a:lnTo>
                  <a:pt x="1891130" y="1540015"/>
                </a:lnTo>
                <a:lnTo>
                  <a:pt x="1891138" y="1540017"/>
                </a:lnTo>
                <a:lnTo>
                  <a:pt x="1891146" y="1540020"/>
                </a:lnTo>
                <a:lnTo>
                  <a:pt x="1891155" y="1540023"/>
                </a:lnTo>
                <a:lnTo>
                  <a:pt x="1891163" y="1540026"/>
                </a:lnTo>
                <a:lnTo>
                  <a:pt x="1891171" y="1540028"/>
                </a:lnTo>
                <a:lnTo>
                  <a:pt x="1891179" y="1540031"/>
                </a:lnTo>
                <a:lnTo>
                  <a:pt x="1891188" y="1540034"/>
                </a:lnTo>
                <a:lnTo>
                  <a:pt x="1891196" y="1540036"/>
                </a:lnTo>
                <a:lnTo>
                  <a:pt x="1891204" y="1540039"/>
                </a:lnTo>
                <a:lnTo>
                  <a:pt x="1891213" y="1540042"/>
                </a:lnTo>
                <a:lnTo>
                  <a:pt x="1891221" y="1540044"/>
                </a:lnTo>
                <a:lnTo>
                  <a:pt x="1891229" y="1540047"/>
                </a:lnTo>
                <a:lnTo>
                  <a:pt x="1907241" y="1545067"/>
                </a:lnTo>
                <a:lnTo>
                  <a:pt x="1910179" y="1535697"/>
                </a:lnTo>
                <a:lnTo>
                  <a:pt x="1894267" y="1530709"/>
                </a:lnTo>
                <a:lnTo>
                  <a:pt x="1875974" y="1524106"/>
                </a:lnTo>
                <a:lnTo>
                  <a:pt x="1872640" y="1533342"/>
                </a:lnTo>
                <a:close/>
                <a:moveTo>
                  <a:pt x="1894365" y="1530744"/>
                </a:moveTo>
                <a:lnTo>
                  <a:pt x="1892698" y="1535362"/>
                </a:lnTo>
                <a:lnTo>
                  <a:pt x="1894167" y="1530678"/>
                </a:lnTo>
                <a:lnTo>
                  <a:pt x="1894267" y="1530709"/>
                </a:lnTo>
                <a:lnTo>
                  <a:pt x="1894365" y="1530744"/>
                </a:lnTo>
                <a:close/>
                <a:moveTo>
                  <a:pt x="1922541" y="1549394"/>
                </a:moveTo>
                <a:lnTo>
                  <a:pt x="1931666" y="1551868"/>
                </a:lnTo>
                <a:lnTo>
                  <a:pt x="1931673" y="1551870"/>
                </a:lnTo>
                <a:lnTo>
                  <a:pt x="1931680" y="1551872"/>
                </a:lnTo>
                <a:lnTo>
                  <a:pt x="1931687" y="1551874"/>
                </a:lnTo>
                <a:lnTo>
                  <a:pt x="1931694" y="1551875"/>
                </a:lnTo>
                <a:lnTo>
                  <a:pt x="1931701" y="1551877"/>
                </a:lnTo>
                <a:lnTo>
                  <a:pt x="1931707" y="1551879"/>
                </a:lnTo>
                <a:lnTo>
                  <a:pt x="1931714" y="1551881"/>
                </a:lnTo>
                <a:lnTo>
                  <a:pt x="1931721" y="1551883"/>
                </a:lnTo>
                <a:lnTo>
                  <a:pt x="1931728" y="1551885"/>
                </a:lnTo>
                <a:lnTo>
                  <a:pt x="1931735" y="1551886"/>
                </a:lnTo>
                <a:lnTo>
                  <a:pt x="1931742" y="1551888"/>
                </a:lnTo>
                <a:lnTo>
                  <a:pt x="1931750" y="1551890"/>
                </a:lnTo>
                <a:lnTo>
                  <a:pt x="1931757" y="1551892"/>
                </a:lnTo>
                <a:lnTo>
                  <a:pt x="1931764" y="1551893"/>
                </a:lnTo>
                <a:lnTo>
                  <a:pt x="1931771" y="1551895"/>
                </a:lnTo>
                <a:lnTo>
                  <a:pt x="1931778" y="1551897"/>
                </a:lnTo>
                <a:lnTo>
                  <a:pt x="1931785" y="1551899"/>
                </a:lnTo>
                <a:lnTo>
                  <a:pt x="1931792" y="1551900"/>
                </a:lnTo>
                <a:lnTo>
                  <a:pt x="1931799" y="1551902"/>
                </a:lnTo>
                <a:lnTo>
                  <a:pt x="1931806" y="1551904"/>
                </a:lnTo>
                <a:lnTo>
                  <a:pt x="1931813" y="1551905"/>
                </a:lnTo>
                <a:lnTo>
                  <a:pt x="1931820" y="1551907"/>
                </a:lnTo>
                <a:lnTo>
                  <a:pt x="1931827" y="1551909"/>
                </a:lnTo>
                <a:lnTo>
                  <a:pt x="1931834" y="1551910"/>
                </a:lnTo>
                <a:lnTo>
                  <a:pt x="1951960" y="1556611"/>
                </a:lnTo>
                <a:lnTo>
                  <a:pt x="1951966" y="1556613"/>
                </a:lnTo>
                <a:lnTo>
                  <a:pt x="1951973" y="1556614"/>
                </a:lnTo>
                <a:lnTo>
                  <a:pt x="1951979" y="1556616"/>
                </a:lnTo>
                <a:lnTo>
                  <a:pt x="1951985" y="1556617"/>
                </a:lnTo>
                <a:lnTo>
                  <a:pt x="1951992" y="1556619"/>
                </a:lnTo>
                <a:lnTo>
                  <a:pt x="1951998" y="1556620"/>
                </a:lnTo>
                <a:lnTo>
                  <a:pt x="1952004" y="1556621"/>
                </a:lnTo>
                <a:lnTo>
                  <a:pt x="1952011" y="1556623"/>
                </a:lnTo>
                <a:lnTo>
                  <a:pt x="1952017" y="1556624"/>
                </a:lnTo>
                <a:lnTo>
                  <a:pt x="1952023" y="1556626"/>
                </a:lnTo>
                <a:lnTo>
                  <a:pt x="1952030" y="1556627"/>
                </a:lnTo>
                <a:lnTo>
                  <a:pt x="1952036" y="1556628"/>
                </a:lnTo>
                <a:lnTo>
                  <a:pt x="1952042" y="1556630"/>
                </a:lnTo>
                <a:lnTo>
                  <a:pt x="1952049" y="1556631"/>
                </a:lnTo>
                <a:lnTo>
                  <a:pt x="1952055" y="1556632"/>
                </a:lnTo>
                <a:lnTo>
                  <a:pt x="1952061" y="1556634"/>
                </a:lnTo>
                <a:lnTo>
                  <a:pt x="1952068" y="1556635"/>
                </a:lnTo>
                <a:lnTo>
                  <a:pt x="1952074" y="1556636"/>
                </a:lnTo>
                <a:lnTo>
                  <a:pt x="1952080" y="1556638"/>
                </a:lnTo>
                <a:lnTo>
                  <a:pt x="1952087" y="1556639"/>
                </a:lnTo>
                <a:lnTo>
                  <a:pt x="1952093" y="1556640"/>
                </a:lnTo>
                <a:lnTo>
                  <a:pt x="1952100" y="1556642"/>
                </a:lnTo>
                <a:lnTo>
                  <a:pt x="1952106" y="1556643"/>
                </a:lnTo>
                <a:lnTo>
                  <a:pt x="1952112" y="1556644"/>
                </a:lnTo>
                <a:lnTo>
                  <a:pt x="1958202" y="1557864"/>
                </a:lnTo>
                <a:lnTo>
                  <a:pt x="1960131" y="1548237"/>
                </a:lnTo>
                <a:lnTo>
                  <a:pt x="1954120" y="1547032"/>
                </a:lnTo>
                <a:lnTo>
                  <a:pt x="1934152" y="1542368"/>
                </a:lnTo>
                <a:lnTo>
                  <a:pt x="1925111" y="1539917"/>
                </a:lnTo>
                <a:lnTo>
                  <a:pt x="1922541" y="1549394"/>
                </a:lnTo>
                <a:close/>
                <a:moveTo>
                  <a:pt x="1954194" y="1547050"/>
                </a:moveTo>
                <a:lnTo>
                  <a:pt x="1953077" y="1551830"/>
                </a:lnTo>
                <a:lnTo>
                  <a:pt x="1954041" y="1547017"/>
                </a:lnTo>
                <a:lnTo>
                  <a:pt x="1954120" y="1547032"/>
                </a:lnTo>
                <a:lnTo>
                  <a:pt x="1954194" y="1547050"/>
                </a:lnTo>
                <a:close/>
                <a:moveTo>
                  <a:pt x="1934236" y="1542391"/>
                </a:moveTo>
                <a:lnTo>
                  <a:pt x="1932951" y="1547130"/>
                </a:lnTo>
                <a:lnTo>
                  <a:pt x="1934067" y="1542349"/>
                </a:lnTo>
                <a:lnTo>
                  <a:pt x="1934152" y="1542368"/>
                </a:lnTo>
                <a:lnTo>
                  <a:pt x="1934236" y="1542391"/>
                </a:lnTo>
                <a:close/>
                <a:moveTo>
                  <a:pt x="1994158" y="1554469"/>
                </a:moveTo>
                <a:lnTo>
                  <a:pt x="1975407" y="1551259"/>
                </a:lnTo>
                <a:lnTo>
                  <a:pt x="1974008" y="1559434"/>
                </a:lnTo>
                <a:lnTo>
                  <a:pt x="1993308" y="1559434"/>
                </a:lnTo>
                <a:lnTo>
                  <a:pt x="1994158" y="1554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(a)TheDistributionalGapinConventionalMethods">
            <a:extLst xmlns:a="http://schemas.openxmlformats.org/drawingml/2006/main">
              <a:ext uri="{FF2B5EF4-FFF2-40B4-BE49-F238E27FC236}">
                <a16:creationId xmlns:a16="http://schemas.microsoft.com/office/drawing/2014/main" id="{B41B93EE-2836-48EA-8025-E663B997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57" y="62032"/>
            <a:ext cx="4206743" cy="182281"/>
          </a:xfrm>
          <a:custGeom xmlns:a="http://schemas.openxmlformats.org/drawingml/2006/main">
            <a:pathLst>
              <a:path w="4206743" h="182281">
                <a:moveTo>
                  <a:pt x="54096" y="178557"/>
                </a:moveTo>
                <a:lnTo>
                  <a:pt x="54096" y="182281"/>
                </a:lnTo>
                <a:cubicBezTo>
                  <a:pt x="44231" y="177316"/>
                  <a:pt x="35999" y="171501"/>
                  <a:pt x="29400" y="164837"/>
                </a:cubicBezTo>
                <a:cubicBezTo>
                  <a:pt x="19992" y="155364"/>
                  <a:pt x="12740" y="144192"/>
                  <a:pt x="7644" y="131321"/>
                </a:cubicBezTo>
                <a:cubicBezTo>
                  <a:pt x="2548" y="118450"/>
                  <a:pt x="0" y="105089"/>
                  <a:pt x="0" y="91239"/>
                </a:cubicBezTo>
                <a:cubicBezTo>
                  <a:pt x="0" y="70985"/>
                  <a:pt x="4998" y="52512"/>
                  <a:pt x="14994" y="35819"/>
                </a:cubicBezTo>
                <a:cubicBezTo>
                  <a:pt x="24990" y="19126"/>
                  <a:pt x="38024" y="7187"/>
                  <a:pt x="54096" y="0"/>
                </a:cubicBezTo>
                <a:lnTo>
                  <a:pt x="54096" y="4116"/>
                </a:lnTo>
                <a:cubicBezTo>
                  <a:pt x="46060" y="8557"/>
                  <a:pt x="39462" y="14630"/>
                  <a:pt x="34300" y="22335"/>
                </a:cubicBezTo>
                <a:cubicBezTo>
                  <a:pt x="29139" y="30040"/>
                  <a:pt x="25284" y="39803"/>
                  <a:pt x="22736" y="51622"/>
                </a:cubicBezTo>
                <a:cubicBezTo>
                  <a:pt x="20188" y="63439"/>
                  <a:pt x="18914" y="75780"/>
                  <a:pt x="18914" y="88645"/>
                </a:cubicBezTo>
                <a:cubicBezTo>
                  <a:pt x="18914" y="102618"/>
                  <a:pt x="19992" y="115318"/>
                  <a:pt x="22148" y="126746"/>
                </a:cubicBezTo>
                <a:cubicBezTo>
                  <a:pt x="23847" y="135756"/>
                  <a:pt x="25905" y="142986"/>
                  <a:pt x="28322" y="148437"/>
                </a:cubicBezTo>
                <a:cubicBezTo>
                  <a:pt x="30740" y="153891"/>
                  <a:pt x="33990" y="159131"/>
                  <a:pt x="38073" y="164157"/>
                </a:cubicBezTo>
                <a:cubicBezTo>
                  <a:pt x="42157" y="169186"/>
                  <a:pt x="47498" y="173986"/>
                  <a:pt x="54096" y="178557"/>
                </a:cubicBezTo>
                <a:close/>
                <a:moveTo>
                  <a:pt x="115737" y="126525"/>
                </a:moveTo>
                <a:cubicBezTo>
                  <a:pt x="106525" y="133644"/>
                  <a:pt x="100743" y="137758"/>
                  <a:pt x="98391" y="138867"/>
                </a:cubicBezTo>
                <a:cubicBezTo>
                  <a:pt x="94863" y="140500"/>
                  <a:pt x="91106" y="141317"/>
                  <a:pt x="87121" y="141317"/>
                </a:cubicBezTo>
                <a:cubicBezTo>
                  <a:pt x="80914" y="141317"/>
                  <a:pt x="75802" y="139194"/>
                  <a:pt x="71784" y="134947"/>
                </a:cubicBezTo>
                <a:cubicBezTo>
                  <a:pt x="67766" y="130700"/>
                  <a:pt x="65757" y="125114"/>
                  <a:pt x="65757" y="118189"/>
                </a:cubicBezTo>
                <a:cubicBezTo>
                  <a:pt x="65757" y="113812"/>
                  <a:pt x="66737" y="110022"/>
                  <a:pt x="68697" y="106821"/>
                </a:cubicBezTo>
                <a:cubicBezTo>
                  <a:pt x="71376" y="102378"/>
                  <a:pt x="76031" y="98197"/>
                  <a:pt x="82662" y="94277"/>
                </a:cubicBezTo>
                <a:cubicBezTo>
                  <a:pt x="89293" y="90357"/>
                  <a:pt x="100319" y="85587"/>
                  <a:pt x="115737" y="79969"/>
                </a:cubicBezTo>
                <a:lnTo>
                  <a:pt x="115737" y="76453"/>
                </a:lnTo>
                <a:cubicBezTo>
                  <a:pt x="115737" y="67535"/>
                  <a:pt x="114316" y="61416"/>
                  <a:pt x="111474" y="58096"/>
                </a:cubicBezTo>
                <a:cubicBezTo>
                  <a:pt x="108632" y="54776"/>
                  <a:pt x="104500" y="53116"/>
                  <a:pt x="99077" y="53116"/>
                </a:cubicBezTo>
                <a:cubicBezTo>
                  <a:pt x="94961" y="53116"/>
                  <a:pt x="91694" y="54227"/>
                  <a:pt x="89277" y="56448"/>
                </a:cubicBezTo>
                <a:cubicBezTo>
                  <a:pt x="86794" y="58670"/>
                  <a:pt x="85553" y="61218"/>
                  <a:pt x="85553" y="64092"/>
                </a:cubicBezTo>
                <a:lnTo>
                  <a:pt x="85749" y="69777"/>
                </a:lnTo>
                <a:cubicBezTo>
                  <a:pt x="85749" y="72782"/>
                  <a:pt x="84981" y="75101"/>
                  <a:pt x="83446" y="76735"/>
                </a:cubicBezTo>
                <a:cubicBezTo>
                  <a:pt x="81911" y="78368"/>
                  <a:pt x="79902" y="79185"/>
                  <a:pt x="77419" y="79185"/>
                </a:cubicBezTo>
                <a:cubicBezTo>
                  <a:pt x="75002" y="79185"/>
                  <a:pt x="73025" y="78333"/>
                  <a:pt x="71490" y="76630"/>
                </a:cubicBezTo>
                <a:cubicBezTo>
                  <a:pt x="69955" y="74926"/>
                  <a:pt x="69187" y="72599"/>
                  <a:pt x="69187" y="69651"/>
                </a:cubicBezTo>
                <a:cubicBezTo>
                  <a:pt x="69187" y="64014"/>
                  <a:pt x="72062" y="58836"/>
                  <a:pt x="77811" y="54118"/>
                </a:cubicBezTo>
                <a:cubicBezTo>
                  <a:pt x="83560" y="49400"/>
                  <a:pt x="91629" y="47040"/>
                  <a:pt x="102017" y="47040"/>
                </a:cubicBezTo>
                <a:cubicBezTo>
                  <a:pt x="109988" y="47040"/>
                  <a:pt x="116521" y="48378"/>
                  <a:pt x="121617" y="51052"/>
                </a:cubicBezTo>
                <a:cubicBezTo>
                  <a:pt x="125472" y="53076"/>
                  <a:pt x="128314" y="56241"/>
                  <a:pt x="130143" y="60549"/>
                </a:cubicBezTo>
                <a:cubicBezTo>
                  <a:pt x="131319" y="63354"/>
                  <a:pt x="131907" y="69097"/>
                  <a:pt x="131907" y="77776"/>
                </a:cubicBezTo>
                <a:lnTo>
                  <a:pt x="131907" y="108217"/>
                </a:lnTo>
                <a:cubicBezTo>
                  <a:pt x="131907" y="116766"/>
                  <a:pt x="132071" y="122003"/>
                  <a:pt x="132397" y="123928"/>
                </a:cubicBezTo>
                <a:cubicBezTo>
                  <a:pt x="132724" y="125853"/>
                  <a:pt x="133263" y="127143"/>
                  <a:pt x="134014" y="127796"/>
                </a:cubicBezTo>
                <a:cubicBezTo>
                  <a:pt x="134766" y="128447"/>
                  <a:pt x="135631" y="128773"/>
                  <a:pt x="136611" y="128773"/>
                </a:cubicBezTo>
                <a:cubicBezTo>
                  <a:pt x="137657" y="128773"/>
                  <a:pt x="138572" y="128544"/>
                  <a:pt x="139356" y="128087"/>
                </a:cubicBezTo>
                <a:cubicBezTo>
                  <a:pt x="140728" y="127238"/>
                  <a:pt x="143374" y="124853"/>
                  <a:pt x="147294" y="120933"/>
                </a:cubicBezTo>
                <a:lnTo>
                  <a:pt x="147294" y="126421"/>
                </a:lnTo>
                <a:cubicBezTo>
                  <a:pt x="139976" y="136221"/>
                  <a:pt x="132985" y="141121"/>
                  <a:pt x="126321" y="141121"/>
                </a:cubicBezTo>
                <a:cubicBezTo>
                  <a:pt x="123120" y="141121"/>
                  <a:pt x="120572" y="140019"/>
                  <a:pt x="118677" y="137814"/>
                </a:cubicBezTo>
                <a:cubicBezTo>
                  <a:pt x="116783" y="135606"/>
                  <a:pt x="115803" y="131844"/>
                  <a:pt x="115737" y="126525"/>
                </a:cubicBezTo>
                <a:moveTo>
                  <a:pt x="115737" y="120170"/>
                </a:moveTo>
                <a:lnTo>
                  <a:pt x="115737" y="86045"/>
                </a:lnTo>
                <a:cubicBezTo>
                  <a:pt x="105872" y="89957"/>
                  <a:pt x="99502" y="92727"/>
                  <a:pt x="96627" y="94356"/>
                </a:cubicBezTo>
                <a:cubicBezTo>
                  <a:pt x="91466" y="97225"/>
                  <a:pt x="87774" y="100224"/>
                  <a:pt x="85553" y="103354"/>
                </a:cubicBezTo>
                <a:cubicBezTo>
                  <a:pt x="83332" y="106482"/>
                  <a:pt x="82221" y="109904"/>
                  <a:pt x="82221" y="113620"/>
                </a:cubicBezTo>
                <a:cubicBezTo>
                  <a:pt x="82221" y="118313"/>
                  <a:pt x="83626" y="122209"/>
                  <a:pt x="86435" y="125306"/>
                </a:cubicBezTo>
                <a:cubicBezTo>
                  <a:pt x="89244" y="128401"/>
                  <a:pt x="92479" y="129949"/>
                  <a:pt x="96137" y="129949"/>
                </a:cubicBezTo>
                <a:cubicBezTo>
                  <a:pt x="101103" y="129949"/>
                  <a:pt x="107636" y="126689"/>
                  <a:pt x="115737" y="120170"/>
                </a:cubicBezTo>
                <a:close/>
                <a:moveTo>
                  <a:pt x="152224" y="4116"/>
                </a:moveTo>
                <a:lnTo>
                  <a:pt x="152224" y="0"/>
                </a:lnTo>
                <a:cubicBezTo>
                  <a:pt x="162155" y="4900"/>
                  <a:pt x="170420" y="10682"/>
                  <a:pt x="177018" y="17346"/>
                </a:cubicBezTo>
                <a:cubicBezTo>
                  <a:pt x="186361" y="26885"/>
                  <a:pt x="193580" y="38073"/>
                  <a:pt x="198676" y="50911"/>
                </a:cubicBezTo>
                <a:cubicBezTo>
                  <a:pt x="203773" y="63749"/>
                  <a:pt x="206321" y="77127"/>
                  <a:pt x="206321" y="91043"/>
                </a:cubicBezTo>
                <a:cubicBezTo>
                  <a:pt x="206321" y="111296"/>
                  <a:pt x="201339" y="129769"/>
                  <a:pt x="191375" y="146462"/>
                </a:cubicBezTo>
                <a:cubicBezTo>
                  <a:pt x="181412" y="163155"/>
                  <a:pt x="168362" y="175095"/>
                  <a:pt x="152224" y="182281"/>
                </a:cubicBezTo>
                <a:lnTo>
                  <a:pt x="152224" y="178557"/>
                </a:lnTo>
                <a:cubicBezTo>
                  <a:pt x="160260" y="174051"/>
                  <a:pt x="166875" y="167962"/>
                  <a:pt x="172069" y="160289"/>
                </a:cubicBezTo>
                <a:cubicBezTo>
                  <a:pt x="177263" y="152617"/>
                  <a:pt x="181118" y="142855"/>
                  <a:pt x="183633" y="131006"/>
                </a:cubicBezTo>
                <a:cubicBezTo>
                  <a:pt x="186149" y="119154"/>
                  <a:pt x="187406" y="106796"/>
                  <a:pt x="187406" y="93934"/>
                </a:cubicBezTo>
                <a:cubicBezTo>
                  <a:pt x="187406" y="80024"/>
                  <a:pt x="186328" y="67323"/>
                  <a:pt x="184172" y="55833"/>
                </a:cubicBezTo>
                <a:cubicBezTo>
                  <a:pt x="182539" y="46821"/>
                  <a:pt x="180497" y="39606"/>
                  <a:pt x="178047" y="34187"/>
                </a:cubicBezTo>
                <a:cubicBezTo>
                  <a:pt x="175597" y="28766"/>
                  <a:pt x="172347" y="23543"/>
                  <a:pt x="168296" y="18516"/>
                </a:cubicBezTo>
                <a:cubicBezTo>
                  <a:pt x="164246" y="13487"/>
                  <a:pt x="158888" y="8687"/>
                  <a:pt x="152224" y="4116"/>
                </a:cubicBezTo>
                <a:close/>
                <a:moveTo>
                  <a:pt x="377205" y="6468"/>
                </a:moveTo>
                <a:lnTo>
                  <a:pt x="378675" y="37730"/>
                </a:lnTo>
                <a:lnTo>
                  <a:pt x="374951" y="37730"/>
                </a:lnTo>
                <a:cubicBezTo>
                  <a:pt x="374232" y="32242"/>
                  <a:pt x="373252" y="28322"/>
                  <a:pt x="372011" y="25970"/>
                </a:cubicBezTo>
                <a:cubicBezTo>
                  <a:pt x="369985" y="22181"/>
                  <a:pt x="367290" y="19388"/>
                  <a:pt x="363926" y="17591"/>
                </a:cubicBezTo>
                <a:cubicBezTo>
                  <a:pt x="360561" y="15794"/>
                  <a:pt x="356135" y="14896"/>
                  <a:pt x="350647" y="14896"/>
                </a:cubicBezTo>
                <a:lnTo>
                  <a:pt x="331928" y="14896"/>
                </a:lnTo>
                <a:lnTo>
                  <a:pt x="331928" y="116229"/>
                </a:lnTo>
                <a:cubicBezTo>
                  <a:pt x="331928" y="124396"/>
                  <a:pt x="332810" y="129492"/>
                  <a:pt x="334574" y="131517"/>
                </a:cubicBezTo>
                <a:cubicBezTo>
                  <a:pt x="337057" y="134261"/>
                  <a:pt x="340879" y="135633"/>
                  <a:pt x="346041" y="135633"/>
                </a:cubicBezTo>
                <a:lnTo>
                  <a:pt x="350647" y="135633"/>
                </a:lnTo>
                <a:lnTo>
                  <a:pt x="350647" y="139357"/>
                </a:lnTo>
                <a:lnTo>
                  <a:pt x="294296" y="139357"/>
                </a:lnTo>
                <a:lnTo>
                  <a:pt x="294296" y="135633"/>
                </a:lnTo>
                <a:lnTo>
                  <a:pt x="299000" y="135633"/>
                </a:lnTo>
                <a:cubicBezTo>
                  <a:pt x="304619" y="135633"/>
                  <a:pt x="308604" y="133934"/>
                  <a:pt x="310956" y="130537"/>
                </a:cubicBezTo>
                <a:cubicBezTo>
                  <a:pt x="312394" y="128446"/>
                  <a:pt x="313112" y="123677"/>
                  <a:pt x="313112" y="116229"/>
                </a:cubicBezTo>
                <a:lnTo>
                  <a:pt x="313112" y="14896"/>
                </a:lnTo>
                <a:lnTo>
                  <a:pt x="297138" y="14896"/>
                </a:lnTo>
                <a:cubicBezTo>
                  <a:pt x="290931" y="14896"/>
                  <a:pt x="286521" y="15353"/>
                  <a:pt x="283908" y="16268"/>
                </a:cubicBezTo>
                <a:cubicBezTo>
                  <a:pt x="280511" y="17509"/>
                  <a:pt x="277603" y="19894"/>
                  <a:pt x="275186" y="23422"/>
                </a:cubicBezTo>
                <a:cubicBezTo>
                  <a:pt x="272769" y="26950"/>
                  <a:pt x="271331" y="31720"/>
                  <a:pt x="270874" y="37730"/>
                </a:cubicBezTo>
                <a:lnTo>
                  <a:pt x="267150" y="37730"/>
                </a:lnTo>
                <a:lnTo>
                  <a:pt x="268718" y="6468"/>
                </a:lnTo>
                <a:lnTo>
                  <a:pt x="377205" y="6468"/>
                </a:lnTo>
                <a:close/>
                <a:moveTo>
                  <a:pt x="416339" y="0"/>
                </a:moveTo>
                <a:lnTo>
                  <a:pt x="416339" y="65841"/>
                </a:lnTo>
                <a:cubicBezTo>
                  <a:pt x="423591" y="57836"/>
                  <a:pt x="429341" y="52701"/>
                  <a:pt x="433587" y="50437"/>
                </a:cubicBezTo>
                <a:cubicBezTo>
                  <a:pt x="437834" y="48172"/>
                  <a:pt x="442081" y="47040"/>
                  <a:pt x="446327" y="47040"/>
                </a:cubicBezTo>
                <a:cubicBezTo>
                  <a:pt x="451423" y="47040"/>
                  <a:pt x="455801" y="48442"/>
                  <a:pt x="459459" y="51245"/>
                </a:cubicBezTo>
                <a:cubicBezTo>
                  <a:pt x="463118" y="54046"/>
                  <a:pt x="465830" y="58444"/>
                  <a:pt x="467594" y="64439"/>
                </a:cubicBezTo>
                <a:cubicBezTo>
                  <a:pt x="468835" y="68608"/>
                  <a:pt x="469456" y="76230"/>
                  <a:pt x="469456" y="87306"/>
                </a:cubicBezTo>
                <a:lnTo>
                  <a:pt x="469456" y="118973"/>
                </a:lnTo>
                <a:cubicBezTo>
                  <a:pt x="469456" y="124690"/>
                  <a:pt x="469913" y="128599"/>
                  <a:pt x="470828" y="130702"/>
                </a:cubicBezTo>
                <a:cubicBezTo>
                  <a:pt x="471481" y="132281"/>
                  <a:pt x="472592" y="133530"/>
                  <a:pt x="474160" y="134451"/>
                </a:cubicBezTo>
                <a:cubicBezTo>
                  <a:pt x="475728" y="135370"/>
                  <a:pt x="478602" y="135829"/>
                  <a:pt x="482784" y="135829"/>
                </a:cubicBezTo>
                <a:lnTo>
                  <a:pt x="482784" y="139357"/>
                </a:lnTo>
                <a:lnTo>
                  <a:pt x="438683" y="139357"/>
                </a:lnTo>
                <a:lnTo>
                  <a:pt x="438683" y="135829"/>
                </a:lnTo>
                <a:lnTo>
                  <a:pt x="440741" y="135829"/>
                </a:lnTo>
                <a:cubicBezTo>
                  <a:pt x="444923" y="135829"/>
                  <a:pt x="447830" y="135189"/>
                  <a:pt x="449463" y="133909"/>
                </a:cubicBezTo>
                <a:cubicBezTo>
                  <a:pt x="451097" y="132627"/>
                  <a:pt x="452240" y="130737"/>
                  <a:pt x="452893" y="128240"/>
                </a:cubicBezTo>
                <a:cubicBezTo>
                  <a:pt x="453089" y="127189"/>
                  <a:pt x="453187" y="124100"/>
                  <a:pt x="453187" y="118973"/>
                </a:cubicBezTo>
                <a:lnTo>
                  <a:pt x="453187" y="87377"/>
                </a:lnTo>
                <a:cubicBezTo>
                  <a:pt x="453187" y="77624"/>
                  <a:pt x="452681" y="71220"/>
                  <a:pt x="451668" y="68166"/>
                </a:cubicBezTo>
                <a:cubicBezTo>
                  <a:pt x="450656" y="65109"/>
                  <a:pt x="449039" y="62817"/>
                  <a:pt x="446817" y="61290"/>
                </a:cubicBezTo>
                <a:cubicBezTo>
                  <a:pt x="444596" y="59761"/>
                  <a:pt x="441917" y="58996"/>
                  <a:pt x="438781" y="58996"/>
                </a:cubicBezTo>
                <a:cubicBezTo>
                  <a:pt x="435580" y="58996"/>
                  <a:pt x="432248" y="59844"/>
                  <a:pt x="428785" y="61538"/>
                </a:cubicBezTo>
                <a:cubicBezTo>
                  <a:pt x="425323" y="63233"/>
                  <a:pt x="421174" y="66655"/>
                  <a:pt x="416339" y="71804"/>
                </a:cubicBezTo>
                <a:lnTo>
                  <a:pt x="416339" y="118973"/>
                </a:lnTo>
                <a:cubicBezTo>
                  <a:pt x="416339" y="125151"/>
                  <a:pt x="416682" y="128995"/>
                  <a:pt x="417368" y="130506"/>
                </a:cubicBezTo>
                <a:cubicBezTo>
                  <a:pt x="418054" y="132017"/>
                  <a:pt x="419328" y="133282"/>
                  <a:pt x="421190" y="134301"/>
                </a:cubicBezTo>
                <a:cubicBezTo>
                  <a:pt x="423052" y="135320"/>
                  <a:pt x="426270" y="135829"/>
                  <a:pt x="430843" y="135829"/>
                </a:cubicBezTo>
                <a:lnTo>
                  <a:pt x="430843" y="139357"/>
                </a:lnTo>
                <a:lnTo>
                  <a:pt x="386351" y="139357"/>
                </a:lnTo>
                <a:lnTo>
                  <a:pt x="386351" y="135829"/>
                </a:lnTo>
                <a:cubicBezTo>
                  <a:pt x="390336" y="135829"/>
                  <a:pt x="393472" y="135204"/>
                  <a:pt x="395759" y="133955"/>
                </a:cubicBezTo>
                <a:cubicBezTo>
                  <a:pt x="397066" y="133299"/>
                  <a:pt x="398111" y="132052"/>
                  <a:pt x="398895" y="130212"/>
                </a:cubicBezTo>
                <a:cubicBezTo>
                  <a:pt x="399679" y="128371"/>
                  <a:pt x="400071" y="124624"/>
                  <a:pt x="400071" y="118973"/>
                </a:cubicBezTo>
                <a:lnTo>
                  <a:pt x="400071" y="37828"/>
                </a:lnTo>
                <a:cubicBezTo>
                  <a:pt x="400071" y="27614"/>
                  <a:pt x="399826" y="21336"/>
                  <a:pt x="399336" y="18994"/>
                </a:cubicBezTo>
                <a:cubicBezTo>
                  <a:pt x="398846" y="16652"/>
                  <a:pt x="398095" y="15057"/>
                  <a:pt x="397082" y="14210"/>
                </a:cubicBezTo>
                <a:cubicBezTo>
                  <a:pt x="396069" y="13361"/>
                  <a:pt x="394714" y="12936"/>
                  <a:pt x="393015" y="12936"/>
                </a:cubicBezTo>
                <a:cubicBezTo>
                  <a:pt x="391643" y="12936"/>
                  <a:pt x="389422" y="13459"/>
                  <a:pt x="386351" y="14504"/>
                </a:cubicBezTo>
                <a:lnTo>
                  <a:pt x="384979" y="10976"/>
                </a:lnTo>
                <a:lnTo>
                  <a:pt x="411831" y="0"/>
                </a:lnTo>
                <a:lnTo>
                  <a:pt x="416339" y="0"/>
                </a:lnTo>
                <a:close/>
                <a:moveTo>
                  <a:pt x="505422" y="83497"/>
                </a:moveTo>
                <a:cubicBezTo>
                  <a:pt x="505356" y="96763"/>
                  <a:pt x="508590" y="107169"/>
                  <a:pt x="515124" y="114713"/>
                </a:cubicBezTo>
                <a:cubicBezTo>
                  <a:pt x="521657" y="122257"/>
                  <a:pt x="529334" y="126029"/>
                  <a:pt x="538154" y="126029"/>
                </a:cubicBezTo>
                <a:cubicBezTo>
                  <a:pt x="544034" y="126029"/>
                  <a:pt x="549146" y="124405"/>
                  <a:pt x="553491" y="121156"/>
                </a:cubicBezTo>
                <a:cubicBezTo>
                  <a:pt x="557836" y="117908"/>
                  <a:pt x="561478" y="112346"/>
                  <a:pt x="564418" y="104469"/>
                </a:cubicBezTo>
                <a:lnTo>
                  <a:pt x="567456" y="106438"/>
                </a:lnTo>
                <a:cubicBezTo>
                  <a:pt x="566084" y="115436"/>
                  <a:pt x="562099" y="123629"/>
                  <a:pt x="555500" y="131018"/>
                </a:cubicBezTo>
                <a:cubicBezTo>
                  <a:pt x="548901" y="138407"/>
                  <a:pt x="540637" y="142101"/>
                  <a:pt x="530706" y="142101"/>
                </a:cubicBezTo>
                <a:cubicBezTo>
                  <a:pt x="519926" y="142101"/>
                  <a:pt x="510698" y="137913"/>
                  <a:pt x="503021" y="129536"/>
                </a:cubicBezTo>
                <a:cubicBezTo>
                  <a:pt x="495344" y="121156"/>
                  <a:pt x="491506" y="109893"/>
                  <a:pt x="491506" y="95744"/>
                </a:cubicBezTo>
                <a:cubicBezTo>
                  <a:pt x="491506" y="80423"/>
                  <a:pt x="495442" y="68476"/>
                  <a:pt x="503315" y="59903"/>
                </a:cubicBezTo>
                <a:cubicBezTo>
                  <a:pt x="511188" y="51328"/>
                  <a:pt x="521069" y="47040"/>
                  <a:pt x="532960" y="47040"/>
                </a:cubicBezTo>
                <a:cubicBezTo>
                  <a:pt x="543021" y="47040"/>
                  <a:pt x="551286" y="50348"/>
                  <a:pt x="557754" y="56963"/>
                </a:cubicBezTo>
                <a:cubicBezTo>
                  <a:pt x="564222" y="63576"/>
                  <a:pt x="567456" y="72420"/>
                  <a:pt x="567456" y="83497"/>
                </a:cubicBezTo>
                <a:lnTo>
                  <a:pt x="505422" y="83497"/>
                </a:lnTo>
                <a:moveTo>
                  <a:pt x="505422" y="77813"/>
                </a:moveTo>
                <a:lnTo>
                  <a:pt x="546974" y="77813"/>
                </a:lnTo>
                <a:cubicBezTo>
                  <a:pt x="546647" y="72110"/>
                  <a:pt x="545961" y="68093"/>
                  <a:pt x="544916" y="65762"/>
                </a:cubicBezTo>
                <a:cubicBezTo>
                  <a:pt x="543283" y="62131"/>
                  <a:pt x="540849" y="59280"/>
                  <a:pt x="537615" y="57208"/>
                </a:cubicBezTo>
                <a:cubicBezTo>
                  <a:pt x="534381" y="55134"/>
                  <a:pt x="531000" y="54096"/>
                  <a:pt x="527472" y="54096"/>
                </a:cubicBezTo>
                <a:cubicBezTo>
                  <a:pt x="522049" y="54096"/>
                  <a:pt x="517198" y="56186"/>
                  <a:pt x="512919" y="60365"/>
                </a:cubicBezTo>
                <a:cubicBezTo>
                  <a:pt x="508639" y="64545"/>
                  <a:pt x="506140" y="70360"/>
                  <a:pt x="505422" y="77813"/>
                </a:cubicBezTo>
                <a:close/>
                <a:moveTo>
                  <a:pt x="626777" y="139357"/>
                </a:moveTo>
                <a:lnTo>
                  <a:pt x="626777" y="135633"/>
                </a:lnTo>
                <a:lnTo>
                  <a:pt x="631776" y="135633"/>
                </a:lnTo>
                <a:cubicBezTo>
                  <a:pt x="637394" y="135633"/>
                  <a:pt x="641380" y="133846"/>
                  <a:pt x="643732" y="130271"/>
                </a:cubicBezTo>
                <a:cubicBezTo>
                  <a:pt x="645169" y="128125"/>
                  <a:pt x="645888" y="123313"/>
                  <a:pt x="645888" y="115837"/>
                </a:cubicBezTo>
                <a:lnTo>
                  <a:pt x="645888" y="29988"/>
                </a:lnTo>
                <a:cubicBezTo>
                  <a:pt x="645888" y="21732"/>
                  <a:pt x="644973" y="16563"/>
                  <a:pt x="643144" y="14483"/>
                </a:cubicBezTo>
                <a:cubicBezTo>
                  <a:pt x="640596" y="11622"/>
                  <a:pt x="636806" y="10192"/>
                  <a:pt x="631776" y="10192"/>
                </a:cubicBezTo>
                <a:lnTo>
                  <a:pt x="626777" y="10192"/>
                </a:lnTo>
                <a:lnTo>
                  <a:pt x="626777" y="6468"/>
                </a:lnTo>
                <a:lnTo>
                  <a:pt x="680874" y="6468"/>
                </a:lnTo>
                <a:cubicBezTo>
                  <a:pt x="700735" y="6468"/>
                  <a:pt x="715844" y="8722"/>
                  <a:pt x="726199" y="13230"/>
                </a:cubicBezTo>
                <a:cubicBezTo>
                  <a:pt x="736555" y="17738"/>
                  <a:pt x="744885" y="25252"/>
                  <a:pt x="751189" y="35770"/>
                </a:cubicBezTo>
                <a:cubicBezTo>
                  <a:pt x="757494" y="46289"/>
                  <a:pt x="760646" y="58441"/>
                  <a:pt x="760646" y="72227"/>
                </a:cubicBezTo>
                <a:cubicBezTo>
                  <a:pt x="760646" y="90716"/>
                  <a:pt x="755028" y="106167"/>
                  <a:pt x="743790" y="118581"/>
                </a:cubicBezTo>
                <a:cubicBezTo>
                  <a:pt x="731181" y="132432"/>
                  <a:pt x="711973" y="139357"/>
                  <a:pt x="686166" y="139357"/>
                </a:cubicBezTo>
                <a:lnTo>
                  <a:pt x="626777" y="139357"/>
                </a:lnTo>
                <a:moveTo>
                  <a:pt x="664704" y="129560"/>
                </a:moveTo>
                <a:cubicBezTo>
                  <a:pt x="673001" y="131387"/>
                  <a:pt x="679959" y="132301"/>
                  <a:pt x="685578" y="132301"/>
                </a:cubicBezTo>
                <a:cubicBezTo>
                  <a:pt x="700735" y="132301"/>
                  <a:pt x="713312" y="126985"/>
                  <a:pt x="723308" y="116354"/>
                </a:cubicBezTo>
                <a:cubicBezTo>
                  <a:pt x="733304" y="105721"/>
                  <a:pt x="738302" y="91306"/>
                  <a:pt x="738302" y="73109"/>
                </a:cubicBezTo>
                <a:cubicBezTo>
                  <a:pt x="738302" y="54780"/>
                  <a:pt x="733304" y="40333"/>
                  <a:pt x="723308" y="29768"/>
                </a:cubicBezTo>
                <a:cubicBezTo>
                  <a:pt x="713312" y="19200"/>
                  <a:pt x="700474" y="13916"/>
                  <a:pt x="684794" y="13916"/>
                </a:cubicBezTo>
                <a:cubicBezTo>
                  <a:pt x="678914" y="13916"/>
                  <a:pt x="672217" y="14861"/>
                  <a:pt x="664704" y="16752"/>
                </a:cubicBezTo>
                <a:lnTo>
                  <a:pt x="664704" y="129560"/>
                </a:lnTo>
                <a:close/>
                <a:moveTo>
                  <a:pt x="797363" y="0"/>
                </a:moveTo>
                <a:cubicBezTo>
                  <a:pt x="800107" y="0"/>
                  <a:pt x="802443" y="969"/>
                  <a:pt x="804370" y="2906"/>
                </a:cubicBezTo>
                <a:cubicBezTo>
                  <a:pt x="806297" y="4842"/>
                  <a:pt x="807261" y="7189"/>
                  <a:pt x="807261" y="9947"/>
                </a:cubicBezTo>
                <a:cubicBezTo>
                  <a:pt x="807261" y="12705"/>
                  <a:pt x="806297" y="15070"/>
                  <a:pt x="804370" y="17040"/>
                </a:cubicBezTo>
                <a:cubicBezTo>
                  <a:pt x="802443" y="19008"/>
                  <a:pt x="800107" y="19992"/>
                  <a:pt x="797363" y="19992"/>
                </a:cubicBezTo>
                <a:cubicBezTo>
                  <a:pt x="794619" y="19992"/>
                  <a:pt x="792267" y="19008"/>
                  <a:pt x="790307" y="17040"/>
                </a:cubicBezTo>
                <a:cubicBezTo>
                  <a:pt x="788347" y="15070"/>
                  <a:pt x="787367" y="12705"/>
                  <a:pt x="787367" y="9947"/>
                </a:cubicBezTo>
                <a:cubicBezTo>
                  <a:pt x="787367" y="7189"/>
                  <a:pt x="788331" y="4842"/>
                  <a:pt x="790258" y="2906"/>
                </a:cubicBezTo>
                <a:cubicBezTo>
                  <a:pt x="792185" y="969"/>
                  <a:pt x="794554" y="0"/>
                  <a:pt x="797363" y="0"/>
                </a:cubicBezTo>
                <a:moveTo>
                  <a:pt x="805497" y="47040"/>
                </a:moveTo>
                <a:lnTo>
                  <a:pt x="805497" y="118973"/>
                </a:lnTo>
                <a:cubicBezTo>
                  <a:pt x="805497" y="124624"/>
                  <a:pt x="805905" y="128387"/>
                  <a:pt x="806722" y="130261"/>
                </a:cubicBezTo>
                <a:cubicBezTo>
                  <a:pt x="807539" y="132134"/>
                  <a:pt x="808747" y="133530"/>
                  <a:pt x="810348" y="134451"/>
                </a:cubicBezTo>
                <a:cubicBezTo>
                  <a:pt x="811949" y="135370"/>
                  <a:pt x="814872" y="135829"/>
                  <a:pt x="819119" y="135829"/>
                </a:cubicBezTo>
                <a:lnTo>
                  <a:pt x="819119" y="139357"/>
                </a:lnTo>
                <a:lnTo>
                  <a:pt x="775509" y="139357"/>
                </a:lnTo>
                <a:lnTo>
                  <a:pt x="775509" y="135829"/>
                </a:lnTo>
                <a:cubicBezTo>
                  <a:pt x="779886" y="135829"/>
                  <a:pt x="782826" y="135402"/>
                  <a:pt x="784329" y="134549"/>
                </a:cubicBezTo>
                <a:cubicBezTo>
                  <a:pt x="785831" y="133693"/>
                  <a:pt x="787024" y="132281"/>
                  <a:pt x="787906" y="130310"/>
                </a:cubicBezTo>
                <a:cubicBezTo>
                  <a:pt x="788788" y="128338"/>
                  <a:pt x="789229" y="124559"/>
                  <a:pt x="789229" y="118973"/>
                </a:cubicBezTo>
                <a:lnTo>
                  <a:pt x="789229" y="84673"/>
                </a:lnTo>
                <a:cubicBezTo>
                  <a:pt x="789229" y="74897"/>
                  <a:pt x="788935" y="68566"/>
                  <a:pt x="788347" y="65679"/>
                </a:cubicBezTo>
                <a:cubicBezTo>
                  <a:pt x="787890" y="63578"/>
                  <a:pt x="787171" y="62119"/>
                  <a:pt x="786191" y="61303"/>
                </a:cubicBezTo>
                <a:cubicBezTo>
                  <a:pt x="785211" y="60484"/>
                  <a:pt x="783871" y="60074"/>
                  <a:pt x="782173" y="60074"/>
                </a:cubicBezTo>
                <a:cubicBezTo>
                  <a:pt x="780343" y="60074"/>
                  <a:pt x="778122" y="60564"/>
                  <a:pt x="775509" y="61544"/>
                </a:cubicBezTo>
                <a:lnTo>
                  <a:pt x="774137" y="58016"/>
                </a:lnTo>
                <a:lnTo>
                  <a:pt x="801185" y="47040"/>
                </a:lnTo>
                <a:lnTo>
                  <a:pt x="805497" y="47040"/>
                </a:lnTo>
                <a:close/>
                <a:moveTo>
                  <a:pt x="888341" y="47040"/>
                </a:moveTo>
                <a:lnTo>
                  <a:pt x="888341" y="77617"/>
                </a:lnTo>
                <a:lnTo>
                  <a:pt x="885107" y="77617"/>
                </a:lnTo>
                <a:cubicBezTo>
                  <a:pt x="882625" y="68051"/>
                  <a:pt x="879440" y="61544"/>
                  <a:pt x="875552" y="58096"/>
                </a:cubicBezTo>
                <a:cubicBezTo>
                  <a:pt x="871665" y="54646"/>
                  <a:pt x="866716" y="52920"/>
                  <a:pt x="860705" y="52920"/>
                </a:cubicBezTo>
                <a:cubicBezTo>
                  <a:pt x="856132" y="52920"/>
                  <a:pt x="852440" y="54125"/>
                  <a:pt x="849631" y="56534"/>
                </a:cubicBezTo>
                <a:cubicBezTo>
                  <a:pt x="846822" y="58943"/>
                  <a:pt x="845417" y="61613"/>
                  <a:pt x="845417" y="64543"/>
                </a:cubicBezTo>
                <a:cubicBezTo>
                  <a:pt x="845417" y="68187"/>
                  <a:pt x="846462" y="71312"/>
                  <a:pt x="848553" y="73917"/>
                </a:cubicBezTo>
                <a:cubicBezTo>
                  <a:pt x="850578" y="76586"/>
                  <a:pt x="854694" y="79417"/>
                  <a:pt x="860901" y="82412"/>
                </a:cubicBezTo>
                <a:lnTo>
                  <a:pt x="875209" y="89346"/>
                </a:lnTo>
                <a:cubicBezTo>
                  <a:pt x="888472" y="95806"/>
                  <a:pt x="895103" y="104321"/>
                  <a:pt x="895103" y="114891"/>
                </a:cubicBezTo>
                <a:cubicBezTo>
                  <a:pt x="895103" y="123047"/>
                  <a:pt x="892016" y="129621"/>
                  <a:pt x="885842" y="134613"/>
                </a:cubicBezTo>
                <a:cubicBezTo>
                  <a:pt x="879668" y="139605"/>
                  <a:pt x="872759" y="142101"/>
                  <a:pt x="865115" y="142101"/>
                </a:cubicBezTo>
                <a:cubicBezTo>
                  <a:pt x="859627" y="142101"/>
                  <a:pt x="853355" y="141170"/>
                  <a:pt x="846299" y="139308"/>
                </a:cubicBezTo>
                <a:cubicBezTo>
                  <a:pt x="844143" y="138687"/>
                  <a:pt x="842379" y="138377"/>
                  <a:pt x="841007" y="138377"/>
                </a:cubicBezTo>
                <a:cubicBezTo>
                  <a:pt x="839504" y="138377"/>
                  <a:pt x="838328" y="139161"/>
                  <a:pt x="837479" y="140729"/>
                </a:cubicBezTo>
                <a:lnTo>
                  <a:pt x="834245" y="140729"/>
                </a:lnTo>
                <a:lnTo>
                  <a:pt x="834245" y="108585"/>
                </a:lnTo>
                <a:lnTo>
                  <a:pt x="837479" y="108585"/>
                </a:lnTo>
                <a:cubicBezTo>
                  <a:pt x="839308" y="117732"/>
                  <a:pt x="842804" y="124624"/>
                  <a:pt x="847965" y="129263"/>
                </a:cubicBezTo>
                <a:cubicBezTo>
                  <a:pt x="853126" y="133902"/>
                  <a:pt x="858908" y="136221"/>
                  <a:pt x="865311" y="136221"/>
                </a:cubicBezTo>
                <a:cubicBezTo>
                  <a:pt x="869819" y="136221"/>
                  <a:pt x="873494" y="134905"/>
                  <a:pt x="876336" y="132273"/>
                </a:cubicBezTo>
                <a:cubicBezTo>
                  <a:pt x="879178" y="129640"/>
                  <a:pt x="880599" y="126470"/>
                  <a:pt x="880599" y="122764"/>
                </a:cubicBezTo>
                <a:cubicBezTo>
                  <a:pt x="880599" y="118279"/>
                  <a:pt x="879015" y="114509"/>
                  <a:pt x="875846" y="111454"/>
                </a:cubicBezTo>
                <a:cubicBezTo>
                  <a:pt x="872678" y="108398"/>
                  <a:pt x="866356" y="104538"/>
                  <a:pt x="856883" y="99875"/>
                </a:cubicBezTo>
                <a:cubicBezTo>
                  <a:pt x="847410" y="95210"/>
                  <a:pt x="841203" y="90979"/>
                  <a:pt x="838263" y="87184"/>
                </a:cubicBezTo>
                <a:cubicBezTo>
                  <a:pt x="835323" y="83454"/>
                  <a:pt x="833853" y="78743"/>
                  <a:pt x="833853" y="73050"/>
                </a:cubicBezTo>
                <a:cubicBezTo>
                  <a:pt x="833853" y="65655"/>
                  <a:pt x="836385" y="59472"/>
                  <a:pt x="841448" y="54501"/>
                </a:cubicBezTo>
                <a:cubicBezTo>
                  <a:pt x="846511" y="49527"/>
                  <a:pt x="853061" y="47040"/>
                  <a:pt x="861097" y="47040"/>
                </a:cubicBezTo>
                <a:cubicBezTo>
                  <a:pt x="864625" y="47040"/>
                  <a:pt x="868905" y="47792"/>
                  <a:pt x="873935" y="49294"/>
                </a:cubicBezTo>
                <a:cubicBezTo>
                  <a:pt x="877267" y="50274"/>
                  <a:pt x="879489" y="50764"/>
                  <a:pt x="880599" y="50764"/>
                </a:cubicBezTo>
                <a:cubicBezTo>
                  <a:pt x="881645" y="50764"/>
                  <a:pt x="882461" y="50536"/>
                  <a:pt x="883049" y="50078"/>
                </a:cubicBezTo>
                <a:cubicBezTo>
                  <a:pt x="883637" y="49621"/>
                  <a:pt x="884323" y="48608"/>
                  <a:pt x="885107" y="47040"/>
                </a:cubicBezTo>
                <a:lnTo>
                  <a:pt x="888341" y="47040"/>
                </a:lnTo>
                <a:close/>
                <a:moveTo>
                  <a:pt x="934468" y="19992"/>
                </a:moveTo>
                <a:lnTo>
                  <a:pt x="934468" y="49588"/>
                </a:lnTo>
                <a:lnTo>
                  <a:pt x="955440" y="49588"/>
                </a:lnTo>
                <a:lnTo>
                  <a:pt x="955440" y="56252"/>
                </a:lnTo>
                <a:lnTo>
                  <a:pt x="934468" y="56448"/>
                </a:lnTo>
                <a:lnTo>
                  <a:pt x="934468" y="114740"/>
                </a:lnTo>
                <a:cubicBezTo>
                  <a:pt x="934468" y="120561"/>
                  <a:pt x="935301" y="124486"/>
                  <a:pt x="936967" y="126516"/>
                </a:cubicBezTo>
                <a:cubicBezTo>
                  <a:pt x="938633" y="128543"/>
                  <a:pt x="940772" y="129557"/>
                  <a:pt x="943386" y="129557"/>
                </a:cubicBezTo>
                <a:cubicBezTo>
                  <a:pt x="945542" y="129557"/>
                  <a:pt x="947632" y="128879"/>
                  <a:pt x="949658" y="127523"/>
                </a:cubicBezTo>
                <a:cubicBezTo>
                  <a:pt x="951683" y="126168"/>
                  <a:pt x="953251" y="124167"/>
                  <a:pt x="954362" y="121521"/>
                </a:cubicBezTo>
                <a:lnTo>
                  <a:pt x="958184" y="121521"/>
                </a:lnTo>
                <a:cubicBezTo>
                  <a:pt x="955897" y="127956"/>
                  <a:pt x="952663" y="132799"/>
                  <a:pt x="948482" y="136050"/>
                </a:cubicBezTo>
                <a:cubicBezTo>
                  <a:pt x="944300" y="139300"/>
                  <a:pt x="939988" y="140925"/>
                  <a:pt x="935546" y="140925"/>
                </a:cubicBezTo>
                <a:cubicBezTo>
                  <a:pt x="932540" y="140925"/>
                  <a:pt x="929600" y="140089"/>
                  <a:pt x="926725" y="138417"/>
                </a:cubicBezTo>
                <a:cubicBezTo>
                  <a:pt x="923851" y="136745"/>
                  <a:pt x="921727" y="134352"/>
                  <a:pt x="920355" y="131238"/>
                </a:cubicBezTo>
                <a:cubicBezTo>
                  <a:pt x="918983" y="128125"/>
                  <a:pt x="918297" y="123323"/>
                  <a:pt x="918297" y="116832"/>
                </a:cubicBezTo>
                <a:lnTo>
                  <a:pt x="918297" y="56252"/>
                </a:lnTo>
                <a:lnTo>
                  <a:pt x="904087" y="56252"/>
                </a:lnTo>
                <a:lnTo>
                  <a:pt x="904087" y="53110"/>
                </a:lnTo>
                <a:cubicBezTo>
                  <a:pt x="907681" y="51681"/>
                  <a:pt x="911356" y="49262"/>
                  <a:pt x="915112" y="45852"/>
                </a:cubicBezTo>
                <a:cubicBezTo>
                  <a:pt x="918869" y="42442"/>
                  <a:pt x="922217" y="38379"/>
                  <a:pt x="925157" y="33660"/>
                </a:cubicBezTo>
                <a:cubicBezTo>
                  <a:pt x="926660" y="31169"/>
                  <a:pt x="928751" y="26613"/>
                  <a:pt x="931430" y="19992"/>
                </a:cubicBezTo>
                <a:lnTo>
                  <a:pt x="934468" y="19992"/>
                </a:lnTo>
                <a:close/>
                <a:moveTo>
                  <a:pt x="990460" y="47040"/>
                </a:moveTo>
                <a:lnTo>
                  <a:pt x="990460" y="67229"/>
                </a:lnTo>
                <a:cubicBezTo>
                  <a:pt x="997973" y="53770"/>
                  <a:pt x="1005682" y="47040"/>
                  <a:pt x="1013588" y="47040"/>
                </a:cubicBezTo>
                <a:cubicBezTo>
                  <a:pt x="1017181" y="47040"/>
                  <a:pt x="1020154" y="48135"/>
                  <a:pt x="1022506" y="50323"/>
                </a:cubicBezTo>
                <a:cubicBezTo>
                  <a:pt x="1024858" y="52512"/>
                  <a:pt x="1026034" y="55044"/>
                  <a:pt x="1026034" y="57918"/>
                </a:cubicBezTo>
                <a:cubicBezTo>
                  <a:pt x="1026034" y="60466"/>
                  <a:pt x="1025185" y="62622"/>
                  <a:pt x="1023486" y="64386"/>
                </a:cubicBezTo>
                <a:cubicBezTo>
                  <a:pt x="1021787" y="66150"/>
                  <a:pt x="1019762" y="67032"/>
                  <a:pt x="1017410" y="67032"/>
                </a:cubicBezTo>
                <a:cubicBezTo>
                  <a:pt x="1015123" y="67032"/>
                  <a:pt x="1012559" y="65922"/>
                  <a:pt x="1009717" y="63700"/>
                </a:cubicBezTo>
                <a:cubicBezTo>
                  <a:pt x="1006875" y="61479"/>
                  <a:pt x="1004768" y="60368"/>
                  <a:pt x="1003396" y="60368"/>
                </a:cubicBezTo>
                <a:cubicBezTo>
                  <a:pt x="1002220" y="60368"/>
                  <a:pt x="1000946" y="61017"/>
                  <a:pt x="999574" y="62313"/>
                </a:cubicBezTo>
                <a:cubicBezTo>
                  <a:pt x="996634" y="64973"/>
                  <a:pt x="993596" y="69352"/>
                  <a:pt x="990460" y="75448"/>
                </a:cubicBezTo>
                <a:lnTo>
                  <a:pt x="990460" y="118385"/>
                </a:lnTo>
                <a:cubicBezTo>
                  <a:pt x="990460" y="123354"/>
                  <a:pt x="991080" y="127113"/>
                  <a:pt x="992322" y="129661"/>
                </a:cubicBezTo>
                <a:cubicBezTo>
                  <a:pt x="993171" y="131427"/>
                  <a:pt x="994674" y="132897"/>
                  <a:pt x="996830" y="134071"/>
                </a:cubicBezTo>
                <a:cubicBezTo>
                  <a:pt x="998986" y="135243"/>
                  <a:pt x="1002089" y="135829"/>
                  <a:pt x="1006140" y="135829"/>
                </a:cubicBezTo>
                <a:lnTo>
                  <a:pt x="1006140" y="139357"/>
                </a:lnTo>
                <a:lnTo>
                  <a:pt x="960177" y="139357"/>
                </a:lnTo>
                <a:lnTo>
                  <a:pt x="960177" y="135829"/>
                </a:lnTo>
                <a:cubicBezTo>
                  <a:pt x="964751" y="135829"/>
                  <a:pt x="968148" y="135102"/>
                  <a:pt x="970370" y="133648"/>
                </a:cubicBezTo>
                <a:cubicBezTo>
                  <a:pt x="972003" y="132591"/>
                  <a:pt x="973146" y="130905"/>
                  <a:pt x="973800" y="128592"/>
                </a:cubicBezTo>
                <a:cubicBezTo>
                  <a:pt x="974126" y="127467"/>
                  <a:pt x="974290" y="124261"/>
                  <a:pt x="974290" y="118973"/>
                </a:cubicBezTo>
                <a:lnTo>
                  <a:pt x="974290" y="84477"/>
                </a:lnTo>
                <a:cubicBezTo>
                  <a:pt x="974290" y="74023"/>
                  <a:pt x="974077" y="67800"/>
                  <a:pt x="973653" y="65807"/>
                </a:cubicBezTo>
                <a:cubicBezTo>
                  <a:pt x="973228" y="63815"/>
                  <a:pt x="972444" y="62361"/>
                  <a:pt x="971301" y="61446"/>
                </a:cubicBezTo>
                <a:cubicBezTo>
                  <a:pt x="970157" y="60532"/>
                  <a:pt x="968736" y="60074"/>
                  <a:pt x="967038" y="60074"/>
                </a:cubicBezTo>
                <a:cubicBezTo>
                  <a:pt x="965012" y="60074"/>
                  <a:pt x="962725" y="60564"/>
                  <a:pt x="960177" y="61544"/>
                </a:cubicBezTo>
                <a:lnTo>
                  <a:pt x="959197" y="58016"/>
                </a:lnTo>
                <a:lnTo>
                  <a:pt x="986344" y="47040"/>
                </a:lnTo>
                <a:lnTo>
                  <a:pt x="990460" y="47040"/>
                </a:lnTo>
                <a:close/>
                <a:moveTo>
                  <a:pt x="1053865" y="0"/>
                </a:moveTo>
                <a:cubicBezTo>
                  <a:pt x="1056609" y="0"/>
                  <a:pt x="1058944" y="969"/>
                  <a:pt x="1060872" y="2906"/>
                </a:cubicBezTo>
                <a:cubicBezTo>
                  <a:pt x="1062799" y="4842"/>
                  <a:pt x="1063763" y="7189"/>
                  <a:pt x="1063763" y="9947"/>
                </a:cubicBezTo>
                <a:cubicBezTo>
                  <a:pt x="1063763" y="12705"/>
                  <a:pt x="1062799" y="15070"/>
                  <a:pt x="1060872" y="17040"/>
                </a:cubicBezTo>
                <a:cubicBezTo>
                  <a:pt x="1058944" y="19008"/>
                  <a:pt x="1056609" y="19992"/>
                  <a:pt x="1053865" y="19992"/>
                </a:cubicBezTo>
                <a:cubicBezTo>
                  <a:pt x="1051121" y="19992"/>
                  <a:pt x="1048769" y="19008"/>
                  <a:pt x="1046808" y="17040"/>
                </a:cubicBezTo>
                <a:cubicBezTo>
                  <a:pt x="1044848" y="15070"/>
                  <a:pt x="1043868" y="12705"/>
                  <a:pt x="1043868" y="9947"/>
                </a:cubicBezTo>
                <a:cubicBezTo>
                  <a:pt x="1043868" y="7189"/>
                  <a:pt x="1044832" y="4842"/>
                  <a:pt x="1046759" y="2906"/>
                </a:cubicBezTo>
                <a:cubicBezTo>
                  <a:pt x="1048687" y="969"/>
                  <a:pt x="1051055" y="0"/>
                  <a:pt x="1053865" y="0"/>
                </a:cubicBezTo>
                <a:moveTo>
                  <a:pt x="1061999" y="47040"/>
                </a:moveTo>
                <a:lnTo>
                  <a:pt x="1061999" y="118973"/>
                </a:lnTo>
                <a:cubicBezTo>
                  <a:pt x="1061999" y="124624"/>
                  <a:pt x="1062407" y="128387"/>
                  <a:pt x="1063224" y="130261"/>
                </a:cubicBezTo>
                <a:cubicBezTo>
                  <a:pt x="1064040" y="132134"/>
                  <a:pt x="1065249" y="133530"/>
                  <a:pt x="1066850" y="134451"/>
                </a:cubicBezTo>
                <a:cubicBezTo>
                  <a:pt x="1068450" y="135370"/>
                  <a:pt x="1071374" y="135829"/>
                  <a:pt x="1075621" y="135829"/>
                </a:cubicBezTo>
                <a:lnTo>
                  <a:pt x="1075621" y="139357"/>
                </a:lnTo>
                <a:lnTo>
                  <a:pt x="1032010" y="139357"/>
                </a:lnTo>
                <a:lnTo>
                  <a:pt x="1032010" y="135829"/>
                </a:lnTo>
                <a:cubicBezTo>
                  <a:pt x="1036388" y="135829"/>
                  <a:pt x="1039328" y="135402"/>
                  <a:pt x="1040830" y="134549"/>
                </a:cubicBezTo>
                <a:cubicBezTo>
                  <a:pt x="1042333" y="133693"/>
                  <a:pt x="1043525" y="132281"/>
                  <a:pt x="1044407" y="130310"/>
                </a:cubicBezTo>
                <a:cubicBezTo>
                  <a:pt x="1045289" y="128338"/>
                  <a:pt x="1045730" y="124559"/>
                  <a:pt x="1045730" y="118973"/>
                </a:cubicBezTo>
                <a:lnTo>
                  <a:pt x="1045730" y="84673"/>
                </a:lnTo>
                <a:cubicBezTo>
                  <a:pt x="1045730" y="74897"/>
                  <a:pt x="1045436" y="68566"/>
                  <a:pt x="1044848" y="65679"/>
                </a:cubicBezTo>
                <a:cubicBezTo>
                  <a:pt x="1044391" y="63578"/>
                  <a:pt x="1043672" y="62119"/>
                  <a:pt x="1042692" y="61303"/>
                </a:cubicBezTo>
                <a:cubicBezTo>
                  <a:pt x="1041712" y="60484"/>
                  <a:pt x="1040373" y="60074"/>
                  <a:pt x="1038674" y="60074"/>
                </a:cubicBezTo>
                <a:cubicBezTo>
                  <a:pt x="1036845" y="60074"/>
                  <a:pt x="1034624" y="60564"/>
                  <a:pt x="1032010" y="61544"/>
                </a:cubicBezTo>
                <a:lnTo>
                  <a:pt x="1030638" y="58016"/>
                </a:lnTo>
                <a:lnTo>
                  <a:pt x="1057687" y="47040"/>
                </a:lnTo>
                <a:lnTo>
                  <a:pt x="1061999" y="47040"/>
                </a:lnTo>
                <a:close/>
                <a:moveTo>
                  <a:pt x="1111425" y="65345"/>
                </a:moveTo>
                <a:cubicBezTo>
                  <a:pt x="1120114" y="53142"/>
                  <a:pt x="1129490" y="47040"/>
                  <a:pt x="1139551" y="47040"/>
                </a:cubicBezTo>
                <a:cubicBezTo>
                  <a:pt x="1148763" y="47040"/>
                  <a:pt x="1156799" y="50973"/>
                  <a:pt x="1163659" y="58837"/>
                </a:cubicBezTo>
                <a:cubicBezTo>
                  <a:pt x="1170519" y="66702"/>
                  <a:pt x="1173949" y="77454"/>
                  <a:pt x="1173949" y="91095"/>
                </a:cubicBezTo>
                <a:cubicBezTo>
                  <a:pt x="1173949" y="107020"/>
                  <a:pt x="1168657" y="119845"/>
                  <a:pt x="1158073" y="129569"/>
                </a:cubicBezTo>
                <a:cubicBezTo>
                  <a:pt x="1148992" y="137924"/>
                  <a:pt x="1138865" y="142101"/>
                  <a:pt x="1127693" y="142101"/>
                </a:cubicBezTo>
                <a:cubicBezTo>
                  <a:pt x="1122466" y="142101"/>
                  <a:pt x="1117158" y="141148"/>
                  <a:pt x="1111768" y="139241"/>
                </a:cubicBezTo>
                <a:cubicBezTo>
                  <a:pt x="1106378" y="137334"/>
                  <a:pt x="1100873" y="134472"/>
                  <a:pt x="1095255" y="130656"/>
                </a:cubicBezTo>
                <a:lnTo>
                  <a:pt x="1095255" y="37828"/>
                </a:lnTo>
                <a:cubicBezTo>
                  <a:pt x="1095255" y="27636"/>
                  <a:pt x="1095010" y="21364"/>
                  <a:pt x="1094520" y="19012"/>
                </a:cubicBezTo>
                <a:cubicBezTo>
                  <a:pt x="1094030" y="16660"/>
                  <a:pt x="1093262" y="15059"/>
                  <a:pt x="1092217" y="14210"/>
                </a:cubicBezTo>
                <a:cubicBezTo>
                  <a:pt x="1091171" y="13361"/>
                  <a:pt x="1089865" y="12936"/>
                  <a:pt x="1088297" y="12936"/>
                </a:cubicBezTo>
                <a:cubicBezTo>
                  <a:pt x="1086467" y="12936"/>
                  <a:pt x="1084181" y="13459"/>
                  <a:pt x="1081436" y="14504"/>
                </a:cubicBezTo>
                <a:lnTo>
                  <a:pt x="1080064" y="10976"/>
                </a:lnTo>
                <a:lnTo>
                  <a:pt x="1107015" y="0"/>
                </a:lnTo>
                <a:lnTo>
                  <a:pt x="1111425" y="0"/>
                </a:lnTo>
                <a:lnTo>
                  <a:pt x="1111425" y="65345"/>
                </a:lnTo>
                <a:moveTo>
                  <a:pt x="1111425" y="71583"/>
                </a:moveTo>
                <a:lnTo>
                  <a:pt x="1111425" y="125003"/>
                </a:lnTo>
                <a:cubicBezTo>
                  <a:pt x="1114757" y="128253"/>
                  <a:pt x="1118203" y="130707"/>
                  <a:pt x="1121764" y="132365"/>
                </a:cubicBezTo>
                <a:cubicBezTo>
                  <a:pt x="1125324" y="134021"/>
                  <a:pt x="1128967" y="134849"/>
                  <a:pt x="1132691" y="134849"/>
                </a:cubicBezTo>
                <a:cubicBezTo>
                  <a:pt x="1138636" y="134849"/>
                  <a:pt x="1144173" y="131600"/>
                  <a:pt x="1149302" y="125101"/>
                </a:cubicBezTo>
                <a:cubicBezTo>
                  <a:pt x="1154431" y="118602"/>
                  <a:pt x="1156995" y="109146"/>
                  <a:pt x="1156995" y="96733"/>
                </a:cubicBezTo>
                <a:cubicBezTo>
                  <a:pt x="1156995" y="85295"/>
                  <a:pt x="1154431" y="76506"/>
                  <a:pt x="1149302" y="70365"/>
                </a:cubicBezTo>
                <a:cubicBezTo>
                  <a:pt x="1144173" y="64223"/>
                  <a:pt x="1138342" y="61152"/>
                  <a:pt x="1131809" y="61152"/>
                </a:cubicBezTo>
                <a:cubicBezTo>
                  <a:pt x="1128346" y="61152"/>
                  <a:pt x="1124883" y="62029"/>
                  <a:pt x="1121421" y="63783"/>
                </a:cubicBezTo>
                <a:cubicBezTo>
                  <a:pt x="1118807" y="65084"/>
                  <a:pt x="1115475" y="67684"/>
                  <a:pt x="1111425" y="71583"/>
                </a:cubicBezTo>
                <a:close/>
                <a:moveTo>
                  <a:pt x="1265874" y="49588"/>
                </a:moveTo>
                <a:lnTo>
                  <a:pt x="1265874" y="104273"/>
                </a:lnTo>
                <a:cubicBezTo>
                  <a:pt x="1265874" y="114532"/>
                  <a:pt x="1266119" y="120807"/>
                  <a:pt x="1266609" y="123098"/>
                </a:cubicBezTo>
                <a:cubicBezTo>
                  <a:pt x="1267099" y="125387"/>
                  <a:pt x="1267883" y="126986"/>
                  <a:pt x="1268961" y="127897"/>
                </a:cubicBezTo>
                <a:cubicBezTo>
                  <a:pt x="1270039" y="128808"/>
                  <a:pt x="1271297" y="129263"/>
                  <a:pt x="1272734" y="129263"/>
                </a:cubicBezTo>
                <a:cubicBezTo>
                  <a:pt x="1274759" y="129263"/>
                  <a:pt x="1277046" y="128708"/>
                  <a:pt x="1279594" y="127597"/>
                </a:cubicBezTo>
                <a:lnTo>
                  <a:pt x="1280966" y="131125"/>
                </a:lnTo>
                <a:lnTo>
                  <a:pt x="1254114" y="142101"/>
                </a:lnTo>
                <a:lnTo>
                  <a:pt x="1249704" y="142101"/>
                </a:lnTo>
                <a:lnTo>
                  <a:pt x="1249704" y="123178"/>
                </a:lnTo>
                <a:cubicBezTo>
                  <a:pt x="1241994" y="131502"/>
                  <a:pt x="1236114" y="136737"/>
                  <a:pt x="1232064" y="138882"/>
                </a:cubicBezTo>
                <a:cubicBezTo>
                  <a:pt x="1228013" y="141028"/>
                  <a:pt x="1223734" y="142101"/>
                  <a:pt x="1219226" y="142101"/>
                </a:cubicBezTo>
                <a:cubicBezTo>
                  <a:pt x="1214195" y="142101"/>
                  <a:pt x="1209834" y="140647"/>
                  <a:pt x="1206142" y="137740"/>
                </a:cubicBezTo>
                <a:cubicBezTo>
                  <a:pt x="1202451" y="134833"/>
                  <a:pt x="1199887" y="131092"/>
                  <a:pt x="1198449" y="126519"/>
                </a:cubicBezTo>
                <a:cubicBezTo>
                  <a:pt x="1197012" y="121946"/>
                  <a:pt x="1196293" y="115478"/>
                  <a:pt x="1196293" y="107115"/>
                </a:cubicBezTo>
                <a:lnTo>
                  <a:pt x="1196293" y="67032"/>
                </a:lnTo>
                <a:cubicBezTo>
                  <a:pt x="1196293" y="62755"/>
                  <a:pt x="1195836" y="59795"/>
                  <a:pt x="1194921" y="58151"/>
                </a:cubicBezTo>
                <a:cubicBezTo>
                  <a:pt x="1194007" y="56506"/>
                  <a:pt x="1192651" y="55239"/>
                  <a:pt x="1190854" y="54351"/>
                </a:cubicBezTo>
                <a:cubicBezTo>
                  <a:pt x="1189058" y="53462"/>
                  <a:pt x="1185807" y="53051"/>
                  <a:pt x="1181103" y="53116"/>
                </a:cubicBezTo>
                <a:lnTo>
                  <a:pt x="1181103" y="49588"/>
                </a:lnTo>
                <a:lnTo>
                  <a:pt x="1212562" y="49588"/>
                </a:lnTo>
                <a:lnTo>
                  <a:pt x="1212562" y="109736"/>
                </a:lnTo>
                <a:cubicBezTo>
                  <a:pt x="1212562" y="118109"/>
                  <a:pt x="1214015" y="123604"/>
                  <a:pt x="1216923" y="126222"/>
                </a:cubicBezTo>
                <a:cubicBezTo>
                  <a:pt x="1219830" y="128837"/>
                  <a:pt x="1223342" y="130145"/>
                  <a:pt x="1227458" y="130145"/>
                </a:cubicBezTo>
                <a:cubicBezTo>
                  <a:pt x="1230267" y="130145"/>
                  <a:pt x="1233452" y="129262"/>
                  <a:pt x="1237013" y="127496"/>
                </a:cubicBezTo>
                <a:cubicBezTo>
                  <a:pt x="1240573" y="125730"/>
                  <a:pt x="1244804" y="122361"/>
                  <a:pt x="1249704" y="117390"/>
                </a:cubicBezTo>
                <a:lnTo>
                  <a:pt x="1249704" y="66640"/>
                </a:lnTo>
                <a:cubicBezTo>
                  <a:pt x="1249704" y="61432"/>
                  <a:pt x="1248773" y="57909"/>
                  <a:pt x="1246911" y="56072"/>
                </a:cubicBezTo>
                <a:cubicBezTo>
                  <a:pt x="1245049" y="54234"/>
                  <a:pt x="1241178" y="53249"/>
                  <a:pt x="1235298" y="53116"/>
                </a:cubicBezTo>
                <a:lnTo>
                  <a:pt x="1235298" y="49588"/>
                </a:lnTo>
                <a:lnTo>
                  <a:pt x="1265874" y="49588"/>
                </a:lnTo>
                <a:close/>
                <a:moveTo>
                  <a:pt x="1313600" y="19992"/>
                </a:moveTo>
                <a:lnTo>
                  <a:pt x="1313600" y="49588"/>
                </a:lnTo>
                <a:lnTo>
                  <a:pt x="1334572" y="49588"/>
                </a:lnTo>
                <a:lnTo>
                  <a:pt x="1334572" y="56252"/>
                </a:lnTo>
                <a:lnTo>
                  <a:pt x="1313600" y="56448"/>
                </a:lnTo>
                <a:lnTo>
                  <a:pt x="1313600" y="114740"/>
                </a:lnTo>
                <a:cubicBezTo>
                  <a:pt x="1313600" y="120561"/>
                  <a:pt x="1314433" y="124486"/>
                  <a:pt x="1316099" y="126516"/>
                </a:cubicBezTo>
                <a:cubicBezTo>
                  <a:pt x="1317765" y="128543"/>
                  <a:pt x="1319905" y="129557"/>
                  <a:pt x="1322518" y="129557"/>
                </a:cubicBezTo>
                <a:cubicBezTo>
                  <a:pt x="1324674" y="129557"/>
                  <a:pt x="1326765" y="128879"/>
                  <a:pt x="1328790" y="127523"/>
                </a:cubicBezTo>
                <a:cubicBezTo>
                  <a:pt x="1330816" y="126168"/>
                  <a:pt x="1332384" y="124167"/>
                  <a:pt x="1333494" y="121521"/>
                </a:cubicBezTo>
                <a:lnTo>
                  <a:pt x="1337316" y="121521"/>
                </a:lnTo>
                <a:cubicBezTo>
                  <a:pt x="1335030" y="127956"/>
                  <a:pt x="1331796" y="132799"/>
                  <a:pt x="1327614" y="136050"/>
                </a:cubicBezTo>
                <a:cubicBezTo>
                  <a:pt x="1323433" y="139300"/>
                  <a:pt x="1319121" y="140925"/>
                  <a:pt x="1314678" y="140925"/>
                </a:cubicBezTo>
                <a:cubicBezTo>
                  <a:pt x="1311673" y="140925"/>
                  <a:pt x="1308733" y="140089"/>
                  <a:pt x="1305858" y="138417"/>
                </a:cubicBezTo>
                <a:cubicBezTo>
                  <a:pt x="1302983" y="136745"/>
                  <a:pt x="1300860" y="134352"/>
                  <a:pt x="1299488" y="131238"/>
                </a:cubicBezTo>
                <a:cubicBezTo>
                  <a:pt x="1298116" y="128125"/>
                  <a:pt x="1297430" y="123323"/>
                  <a:pt x="1297430" y="116832"/>
                </a:cubicBezTo>
                <a:lnTo>
                  <a:pt x="1297430" y="56252"/>
                </a:lnTo>
                <a:lnTo>
                  <a:pt x="1283220" y="56252"/>
                </a:lnTo>
                <a:lnTo>
                  <a:pt x="1283220" y="53110"/>
                </a:lnTo>
                <a:cubicBezTo>
                  <a:pt x="1286813" y="51681"/>
                  <a:pt x="1290488" y="49262"/>
                  <a:pt x="1294245" y="45852"/>
                </a:cubicBezTo>
                <a:cubicBezTo>
                  <a:pt x="1298002" y="42442"/>
                  <a:pt x="1301350" y="38379"/>
                  <a:pt x="1304290" y="33660"/>
                </a:cubicBezTo>
                <a:cubicBezTo>
                  <a:pt x="1305793" y="31169"/>
                  <a:pt x="1307883" y="26613"/>
                  <a:pt x="1310562" y="19992"/>
                </a:cubicBezTo>
                <a:lnTo>
                  <a:pt x="1313600" y="19992"/>
                </a:lnTo>
                <a:close/>
                <a:moveTo>
                  <a:pt x="1366162" y="0"/>
                </a:moveTo>
                <a:cubicBezTo>
                  <a:pt x="1368906" y="0"/>
                  <a:pt x="1371242" y="969"/>
                  <a:pt x="1373169" y="2906"/>
                </a:cubicBezTo>
                <a:cubicBezTo>
                  <a:pt x="1375097" y="4842"/>
                  <a:pt x="1376060" y="7189"/>
                  <a:pt x="1376060" y="9947"/>
                </a:cubicBezTo>
                <a:cubicBezTo>
                  <a:pt x="1376060" y="12705"/>
                  <a:pt x="1375097" y="15070"/>
                  <a:pt x="1373169" y="17040"/>
                </a:cubicBezTo>
                <a:cubicBezTo>
                  <a:pt x="1371242" y="19008"/>
                  <a:pt x="1368906" y="19992"/>
                  <a:pt x="1366162" y="19992"/>
                </a:cubicBezTo>
                <a:cubicBezTo>
                  <a:pt x="1363418" y="19992"/>
                  <a:pt x="1361066" y="19008"/>
                  <a:pt x="1359106" y="17040"/>
                </a:cubicBezTo>
                <a:cubicBezTo>
                  <a:pt x="1357146" y="15070"/>
                  <a:pt x="1356166" y="12705"/>
                  <a:pt x="1356166" y="9947"/>
                </a:cubicBezTo>
                <a:cubicBezTo>
                  <a:pt x="1356166" y="7189"/>
                  <a:pt x="1357130" y="4842"/>
                  <a:pt x="1359057" y="2906"/>
                </a:cubicBezTo>
                <a:cubicBezTo>
                  <a:pt x="1360984" y="969"/>
                  <a:pt x="1363353" y="0"/>
                  <a:pt x="1366162" y="0"/>
                </a:cubicBezTo>
                <a:moveTo>
                  <a:pt x="1374296" y="47040"/>
                </a:moveTo>
                <a:lnTo>
                  <a:pt x="1374296" y="118973"/>
                </a:lnTo>
                <a:cubicBezTo>
                  <a:pt x="1374296" y="124624"/>
                  <a:pt x="1374705" y="128387"/>
                  <a:pt x="1375521" y="130261"/>
                </a:cubicBezTo>
                <a:cubicBezTo>
                  <a:pt x="1376338" y="132134"/>
                  <a:pt x="1377547" y="133530"/>
                  <a:pt x="1379147" y="134451"/>
                </a:cubicBezTo>
                <a:cubicBezTo>
                  <a:pt x="1380748" y="135370"/>
                  <a:pt x="1383672" y="135829"/>
                  <a:pt x="1387918" y="135829"/>
                </a:cubicBezTo>
                <a:lnTo>
                  <a:pt x="1387918" y="139357"/>
                </a:lnTo>
                <a:lnTo>
                  <a:pt x="1344308" y="139357"/>
                </a:lnTo>
                <a:lnTo>
                  <a:pt x="1344308" y="135829"/>
                </a:lnTo>
                <a:cubicBezTo>
                  <a:pt x="1348685" y="135829"/>
                  <a:pt x="1351625" y="135402"/>
                  <a:pt x="1353128" y="134549"/>
                </a:cubicBezTo>
                <a:cubicBezTo>
                  <a:pt x="1354631" y="133693"/>
                  <a:pt x="1355823" y="132281"/>
                  <a:pt x="1356705" y="130310"/>
                </a:cubicBezTo>
                <a:cubicBezTo>
                  <a:pt x="1357587" y="128338"/>
                  <a:pt x="1358028" y="124559"/>
                  <a:pt x="1358028" y="118973"/>
                </a:cubicBezTo>
                <a:lnTo>
                  <a:pt x="1358028" y="84673"/>
                </a:lnTo>
                <a:cubicBezTo>
                  <a:pt x="1358028" y="74897"/>
                  <a:pt x="1357734" y="68566"/>
                  <a:pt x="1357146" y="65679"/>
                </a:cubicBezTo>
                <a:cubicBezTo>
                  <a:pt x="1356689" y="63578"/>
                  <a:pt x="1355970" y="62119"/>
                  <a:pt x="1354990" y="61303"/>
                </a:cubicBezTo>
                <a:cubicBezTo>
                  <a:pt x="1354010" y="60484"/>
                  <a:pt x="1352671" y="60074"/>
                  <a:pt x="1350972" y="60074"/>
                </a:cubicBezTo>
                <a:cubicBezTo>
                  <a:pt x="1349143" y="60074"/>
                  <a:pt x="1346921" y="60564"/>
                  <a:pt x="1344308" y="61544"/>
                </a:cubicBezTo>
                <a:lnTo>
                  <a:pt x="1342936" y="58016"/>
                </a:lnTo>
                <a:lnTo>
                  <a:pt x="1369984" y="47040"/>
                </a:lnTo>
                <a:lnTo>
                  <a:pt x="1374296" y="47040"/>
                </a:lnTo>
                <a:close/>
                <a:moveTo>
                  <a:pt x="1443028" y="47040"/>
                </a:moveTo>
                <a:cubicBezTo>
                  <a:pt x="1456618" y="47040"/>
                  <a:pt x="1467529" y="52197"/>
                  <a:pt x="1475761" y="62509"/>
                </a:cubicBezTo>
                <a:cubicBezTo>
                  <a:pt x="1482751" y="71319"/>
                  <a:pt x="1486247" y="81436"/>
                  <a:pt x="1486247" y="92859"/>
                </a:cubicBezTo>
                <a:cubicBezTo>
                  <a:pt x="1486247" y="100887"/>
                  <a:pt x="1484319" y="109013"/>
                  <a:pt x="1480465" y="117236"/>
                </a:cubicBezTo>
                <a:cubicBezTo>
                  <a:pt x="1476610" y="125458"/>
                  <a:pt x="1471302" y="131658"/>
                  <a:pt x="1464540" y="135835"/>
                </a:cubicBezTo>
                <a:cubicBezTo>
                  <a:pt x="1457778" y="140012"/>
                  <a:pt x="1450248" y="142101"/>
                  <a:pt x="1441950" y="142101"/>
                </a:cubicBezTo>
                <a:cubicBezTo>
                  <a:pt x="1428426" y="142101"/>
                  <a:pt x="1417679" y="136716"/>
                  <a:pt x="1409708" y="125946"/>
                </a:cubicBezTo>
                <a:cubicBezTo>
                  <a:pt x="1402979" y="116875"/>
                  <a:pt x="1399614" y="106694"/>
                  <a:pt x="1399614" y="95404"/>
                </a:cubicBezTo>
                <a:cubicBezTo>
                  <a:pt x="1399614" y="87180"/>
                  <a:pt x="1401656" y="79005"/>
                  <a:pt x="1405739" y="70879"/>
                </a:cubicBezTo>
                <a:cubicBezTo>
                  <a:pt x="1409823" y="62753"/>
                  <a:pt x="1415196" y="56749"/>
                  <a:pt x="1421860" y="52865"/>
                </a:cubicBezTo>
                <a:cubicBezTo>
                  <a:pt x="1428524" y="48982"/>
                  <a:pt x="1435580" y="47040"/>
                  <a:pt x="1443028" y="47040"/>
                </a:cubicBezTo>
                <a:moveTo>
                  <a:pt x="1439990" y="53508"/>
                </a:moveTo>
                <a:cubicBezTo>
                  <a:pt x="1436528" y="53508"/>
                  <a:pt x="1433049" y="54534"/>
                  <a:pt x="1429553" y="56586"/>
                </a:cubicBezTo>
                <a:cubicBezTo>
                  <a:pt x="1426058" y="58636"/>
                  <a:pt x="1423232" y="62233"/>
                  <a:pt x="1421076" y="67375"/>
                </a:cubicBezTo>
                <a:cubicBezTo>
                  <a:pt x="1418920" y="72518"/>
                  <a:pt x="1417842" y="79125"/>
                  <a:pt x="1417842" y="87196"/>
                </a:cubicBezTo>
                <a:cubicBezTo>
                  <a:pt x="1417842" y="100216"/>
                  <a:pt x="1420439" y="111446"/>
                  <a:pt x="1425633" y="120887"/>
                </a:cubicBezTo>
                <a:cubicBezTo>
                  <a:pt x="1430827" y="130326"/>
                  <a:pt x="1437671" y="135045"/>
                  <a:pt x="1446164" y="135045"/>
                </a:cubicBezTo>
                <a:cubicBezTo>
                  <a:pt x="1452502" y="135045"/>
                  <a:pt x="1457729" y="132441"/>
                  <a:pt x="1461845" y="127233"/>
                </a:cubicBezTo>
                <a:cubicBezTo>
                  <a:pt x="1465961" y="122024"/>
                  <a:pt x="1468019" y="113073"/>
                  <a:pt x="1468019" y="100380"/>
                </a:cubicBezTo>
                <a:cubicBezTo>
                  <a:pt x="1468019" y="84496"/>
                  <a:pt x="1464589" y="71997"/>
                  <a:pt x="1457729" y="62883"/>
                </a:cubicBezTo>
                <a:cubicBezTo>
                  <a:pt x="1453090" y="56633"/>
                  <a:pt x="1447177" y="53508"/>
                  <a:pt x="1439990" y="53508"/>
                </a:cubicBezTo>
                <a:close/>
                <a:moveTo>
                  <a:pt x="1525643" y="65954"/>
                </a:moveTo>
                <a:cubicBezTo>
                  <a:pt x="1536162" y="53345"/>
                  <a:pt x="1546190" y="47040"/>
                  <a:pt x="1555729" y="47040"/>
                </a:cubicBezTo>
                <a:cubicBezTo>
                  <a:pt x="1560629" y="47040"/>
                  <a:pt x="1564843" y="48262"/>
                  <a:pt x="1568371" y="50706"/>
                </a:cubicBezTo>
                <a:cubicBezTo>
                  <a:pt x="1571899" y="53148"/>
                  <a:pt x="1574709" y="57171"/>
                  <a:pt x="1576799" y="62776"/>
                </a:cubicBezTo>
                <a:cubicBezTo>
                  <a:pt x="1578237" y="66685"/>
                  <a:pt x="1578955" y="72680"/>
                  <a:pt x="1578955" y="80759"/>
                </a:cubicBezTo>
                <a:lnTo>
                  <a:pt x="1578955" y="118973"/>
                </a:lnTo>
                <a:cubicBezTo>
                  <a:pt x="1578955" y="124690"/>
                  <a:pt x="1579413" y="128567"/>
                  <a:pt x="1580327" y="130604"/>
                </a:cubicBezTo>
                <a:cubicBezTo>
                  <a:pt x="1581046" y="132248"/>
                  <a:pt x="1582206" y="133530"/>
                  <a:pt x="1583806" y="134451"/>
                </a:cubicBezTo>
                <a:cubicBezTo>
                  <a:pt x="1585407" y="135370"/>
                  <a:pt x="1588363" y="135829"/>
                  <a:pt x="1592675" y="135829"/>
                </a:cubicBezTo>
                <a:lnTo>
                  <a:pt x="1592675" y="139357"/>
                </a:lnTo>
                <a:lnTo>
                  <a:pt x="1548281" y="139357"/>
                </a:lnTo>
                <a:lnTo>
                  <a:pt x="1548281" y="135829"/>
                </a:lnTo>
                <a:lnTo>
                  <a:pt x="1550143" y="135829"/>
                </a:lnTo>
                <a:cubicBezTo>
                  <a:pt x="1554324" y="135829"/>
                  <a:pt x="1557248" y="135189"/>
                  <a:pt x="1558914" y="133909"/>
                </a:cubicBezTo>
                <a:cubicBezTo>
                  <a:pt x="1560580" y="132627"/>
                  <a:pt x="1561740" y="130737"/>
                  <a:pt x="1562393" y="128240"/>
                </a:cubicBezTo>
                <a:cubicBezTo>
                  <a:pt x="1562654" y="127254"/>
                  <a:pt x="1562785" y="124165"/>
                  <a:pt x="1562785" y="118973"/>
                </a:cubicBezTo>
                <a:lnTo>
                  <a:pt x="1562785" y="82284"/>
                </a:lnTo>
                <a:cubicBezTo>
                  <a:pt x="1562785" y="74129"/>
                  <a:pt x="1561723" y="68210"/>
                  <a:pt x="1559600" y="64524"/>
                </a:cubicBezTo>
                <a:cubicBezTo>
                  <a:pt x="1557477" y="60839"/>
                  <a:pt x="1553900" y="58996"/>
                  <a:pt x="1548869" y="58996"/>
                </a:cubicBezTo>
                <a:cubicBezTo>
                  <a:pt x="1541094" y="58996"/>
                  <a:pt x="1533352" y="63243"/>
                  <a:pt x="1525643" y="71737"/>
                </a:cubicBezTo>
                <a:lnTo>
                  <a:pt x="1525643" y="118973"/>
                </a:lnTo>
                <a:cubicBezTo>
                  <a:pt x="1525643" y="125084"/>
                  <a:pt x="1526002" y="128863"/>
                  <a:pt x="1526721" y="130310"/>
                </a:cubicBezTo>
                <a:cubicBezTo>
                  <a:pt x="1527636" y="132215"/>
                  <a:pt x="1528893" y="133612"/>
                  <a:pt x="1530494" y="134500"/>
                </a:cubicBezTo>
                <a:cubicBezTo>
                  <a:pt x="1532095" y="135386"/>
                  <a:pt x="1535345" y="135829"/>
                  <a:pt x="1540245" y="135829"/>
                </a:cubicBezTo>
                <a:lnTo>
                  <a:pt x="1540245" y="139357"/>
                </a:lnTo>
                <a:lnTo>
                  <a:pt x="1495851" y="139357"/>
                </a:lnTo>
                <a:lnTo>
                  <a:pt x="1495851" y="135829"/>
                </a:lnTo>
                <a:lnTo>
                  <a:pt x="1497811" y="135829"/>
                </a:lnTo>
                <a:cubicBezTo>
                  <a:pt x="1502384" y="135829"/>
                  <a:pt x="1505471" y="134663"/>
                  <a:pt x="1507072" y="132332"/>
                </a:cubicBezTo>
                <a:cubicBezTo>
                  <a:pt x="1508672" y="129998"/>
                  <a:pt x="1509473" y="125545"/>
                  <a:pt x="1509473" y="118973"/>
                </a:cubicBezTo>
                <a:lnTo>
                  <a:pt x="1509473" y="85849"/>
                </a:lnTo>
                <a:cubicBezTo>
                  <a:pt x="1509473" y="75069"/>
                  <a:pt x="1509228" y="68503"/>
                  <a:pt x="1508738" y="66150"/>
                </a:cubicBezTo>
                <a:cubicBezTo>
                  <a:pt x="1508248" y="63798"/>
                  <a:pt x="1507496" y="62198"/>
                  <a:pt x="1506484" y="61348"/>
                </a:cubicBezTo>
                <a:cubicBezTo>
                  <a:pt x="1505471" y="60499"/>
                  <a:pt x="1504115" y="60074"/>
                  <a:pt x="1502417" y="60074"/>
                </a:cubicBezTo>
                <a:cubicBezTo>
                  <a:pt x="1500587" y="60074"/>
                  <a:pt x="1498399" y="60564"/>
                  <a:pt x="1495851" y="61544"/>
                </a:cubicBezTo>
                <a:lnTo>
                  <a:pt x="1494381" y="58016"/>
                </a:lnTo>
                <a:lnTo>
                  <a:pt x="1521429" y="47040"/>
                </a:lnTo>
                <a:lnTo>
                  <a:pt x="1525643" y="47040"/>
                </a:lnTo>
                <a:lnTo>
                  <a:pt x="1525643" y="65954"/>
                </a:lnTo>
                <a:close/>
                <a:moveTo>
                  <a:pt x="1650692" y="126525"/>
                </a:moveTo>
                <a:cubicBezTo>
                  <a:pt x="1641480" y="133644"/>
                  <a:pt x="1635698" y="137758"/>
                  <a:pt x="1633346" y="138867"/>
                </a:cubicBezTo>
                <a:cubicBezTo>
                  <a:pt x="1629818" y="140500"/>
                  <a:pt x="1626061" y="141317"/>
                  <a:pt x="1622076" y="141317"/>
                </a:cubicBezTo>
                <a:cubicBezTo>
                  <a:pt x="1615869" y="141317"/>
                  <a:pt x="1610757" y="139194"/>
                  <a:pt x="1606739" y="134947"/>
                </a:cubicBezTo>
                <a:cubicBezTo>
                  <a:pt x="1602721" y="130700"/>
                  <a:pt x="1600712" y="125114"/>
                  <a:pt x="1600712" y="118189"/>
                </a:cubicBezTo>
                <a:cubicBezTo>
                  <a:pt x="1600712" y="113812"/>
                  <a:pt x="1601692" y="110022"/>
                  <a:pt x="1603652" y="106821"/>
                </a:cubicBezTo>
                <a:cubicBezTo>
                  <a:pt x="1606330" y="102378"/>
                  <a:pt x="1610985" y="98197"/>
                  <a:pt x="1617617" y="94277"/>
                </a:cubicBezTo>
                <a:cubicBezTo>
                  <a:pt x="1624248" y="90357"/>
                  <a:pt x="1635273" y="85587"/>
                  <a:pt x="1650692" y="79969"/>
                </a:cubicBezTo>
                <a:lnTo>
                  <a:pt x="1650692" y="76453"/>
                </a:lnTo>
                <a:cubicBezTo>
                  <a:pt x="1650692" y="67535"/>
                  <a:pt x="1649271" y="61416"/>
                  <a:pt x="1646429" y="58096"/>
                </a:cubicBezTo>
                <a:cubicBezTo>
                  <a:pt x="1643587" y="54776"/>
                  <a:pt x="1639454" y="53116"/>
                  <a:pt x="1634032" y="53116"/>
                </a:cubicBezTo>
                <a:cubicBezTo>
                  <a:pt x="1629916" y="53116"/>
                  <a:pt x="1626649" y="54227"/>
                  <a:pt x="1624232" y="56448"/>
                </a:cubicBezTo>
                <a:cubicBezTo>
                  <a:pt x="1621749" y="58670"/>
                  <a:pt x="1620508" y="61218"/>
                  <a:pt x="1620508" y="64092"/>
                </a:cubicBezTo>
                <a:lnTo>
                  <a:pt x="1620704" y="69777"/>
                </a:lnTo>
                <a:cubicBezTo>
                  <a:pt x="1620704" y="72782"/>
                  <a:pt x="1619936" y="75101"/>
                  <a:pt x="1618401" y="76735"/>
                </a:cubicBezTo>
                <a:cubicBezTo>
                  <a:pt x="1616865" y="78368"/>
                  <a:pt x="1614856" y="79185"/>
                  <a:pt x="1612374" y="79185"/>
                </a:cubicBezTo>
                <a:cubicBezTo>
                  <a:pt x="1609956" y="79185"/>
                  <a:pt x="1607980" y="78333"/>
                  <a:pt x="1606445" y="76630"/>
                </a:cubicBezTo>
                <a:cubicBezTo>
                  <a:pt x="1604909" y="74926"/>
                  <a:pt x="1604142" y="72599"/>
                  <a:pt x="1604142" y="69651"/>
                </a:cubicBezTo>
                <a:cubicBezTo>
                  <a:pt x="1604142" y="64014"/>
                  <a:pt x="1607016" y="58836"/>
                  <a:pt x="1612766" y="54118"/>
                </a:cubicBezTo>
                <a:cubicBezTo>
                  <a:pt x="1618515" y="49400"/>
                  <a:pt x="1626584" y="47040"/>
                  <a:pt x="1636972" y="47040"/>
                </a:cubicBezTo>
                <a:cubicBezTo>
                  <a:pt x="1644942" y="47040"/>
                  <a:pt x="1651476" y="48378"/>
                  <a:pt x="1656572" y="51052"/>
                </a:cubicBezTo>
                <a:cubicBezTo>
                  <a:pt x="1660427" y="53076"/>
                  <a:pt x="1663269" y="56241"/>
                  <a:pt x="1665098" y="60549"/>
                </a:cubicBezTo>
                <a:cubicBezTo>
                  <a:pt x="1666274" y="63354"/>
                  <a:pt x="1666862" y="69097"/>
                  <a:pt x="1666862" y="77776"/>
                </a:cubicBezTo>
                <a:lnTo>
                  <a:pt x="1666862" y="108217"/>
                </a:lnTo>
                <a:cubicBezTo>
                  <a:pt x="1666862" y="116766"/>
                  <a:pt x="1667025" y="122003"/>
                  <a:pt x="1667352" y="123928"/>
                </a:cubicBezTo>
                <a:cubicBezTo>
                  <a:pt x="1667679" y="125853"/>
                  <a:pt x="1668218" y="127143"/>
                  <a:pt x="1668969" y="127796"/>
                </a:cubicBezTo>
                <a:cubicBezTo>
                  <a:pt x="1669720" y="128447"/>
                  <a:pt x="1670586" y="128773"/>
                  <a:pt x="1671566" y="128773"/>
                </a:cubicBezTo>
                <a:cubicBezTo>
                  <a:pt x="1672611" y="128773"/>
                  <a:pt x="1673526" y="128544"/>
                  <a:pt x="1674310" y="128087"/>
                </a:cubicBezTo>
                <a:cubicBezTo>
                  <a:pt x="1675682" y="127238"/>
                  <a:pt x="1678328" y="124853"/>
                  <a:pt x="1682248" y="120933"/>
                </a:cubicBezTo>
                <a:lnTo>
                  <a:pt x="1682248" y="126421"/>
                </a:lnTo>
                <a:cubicBezTo>
                  <a:pt x="1674931" y="136221"/>
                  <a:pt x="1667940" y="141121"/>
                  <a:pt x="1661276" y="141121"/>
                </a:cubicBezTo>
                <a:cubicBezTo>
                  <a:pt x="1658075" y="141121"/>
                  <a:pt x="1655527" y="140019"/>
                  <a:pt x="1653632" y="137814"/>
                </a:cubicBezTo>
                <a:cubicBezTo>
                  <a:pt x="1651737" y="135606"/>
                  <a:pt x="1650757" y="131844"/>
                  <a:pt x="1650692" y="126525"/>
                </a:cubicBezTo>
                <a:moveTo>
                  <a:pt x="1650692" y="120170"/>
                </a:moveTo>
                <a:lnTo>
                  <a:pt x="1650692" y="86045"/>
                </a:lnTo>
                <a:cubicBezTo>
                  <a:pt x="1640826" y="89957"/>
                  <a:pt x="1634456" y="92727"/>
                  <a:pt x="1631582" y="94356"/>
                </a:cubicBezTo>
                <a:cubicBezTo>
                  <a:pt x="1626420" y="97225"/>
                  <a:pt x="1622729" y="100224"/>
                  <a:pt x="1620508" y="103354"/>
                </a:cubicBezTo>
                <a:cubicBezTo>
                  <a:pt x="1618286" y="106482"/>
                  <a:pt x="1617176" y="109904"/>
                  <a:pt x="1617176" y="113620"/>
                </a:cubicBezTo>
                <a:cubicBezTo>
                  <a:pt x="1617176" y="118313"/>
                  <a:pt x="1618580" y="122209"/>
                  <a:pt x="1621390" y="125306"/>
                </a:cubicBezTo>
                <a:cubicBezTo>
                  <a:pt x="1624199" y="128401"/>
                  <a:pt x="1627433" y="129949"/>
                  <a:pt x="1631092" y="129949"/>
                </a:cubicBezTo>
                <a:cubicBezTo>
                  <a:pt x="1636057" y="129949"/>
                  <a:pt x="1642590" y="126689"/>
                  <a:pt x="1650692" y="120170"/>
                </a:cubicBezTo>
                <a:close/>
                <a:moveTo>
                  <a:pt x="1719813" y="0"/>
                </a:moveTo>
                <a:lnTo>
                  <a:pt x="1719813" y="118973"/>
                </a:lnTo>
                <a:cubicBezTo>
                  <a:pt x="1719813" y="124624"/>
                  <a:pt x="1720221" y="128371"/>
                  <a:pt x="1721038" y="130212"/>
                </a:cubicBezTo>
                <a:cubicBezTo>
                  <a:pt x="1721855" y="132052"/>
                  <a:pt x="1723113" y="133448"/>
                  <a:pt x="1724811" y="134402"/>
                </a:cubicBezTo>
                <a:cubicBezTo>
                  <a:pt x="1726510" y="135353"/>
                  <a:pt x="1729679" y="135829"/>
                  <a:pt x="1734317" y="135829"/>
                </a:cubicBezTo>
                <a:lnTo>
                  <a:pt x="1734317" y="139357"/>
                </a:lnTo>
                <a:lnTo>
                  <a:pt x="1690315" y="139357"/>
                </a:lnTo>
                <a:lnTo>
                  <a:pt x="1690315" y="135829"/>
                </a:lnTo>
                <a:cubicBezTo>
                  <a:pt x="1694431" y="135829"/>
                  <a:pt x="1697240" y="135402"/>
                  <a:pt x="1698743" y="134549"/>
                </a:cubicBezTo>
                <a:cubicBezTo>
                  <a:pt x="1700246" y="133693"/>
                  <a:pt x="1701422" y="132281"/>
                  <a:pt x="1702271" y="130310"/>
                </a:cubicBezTo>
                <a:cubicBezTo>
                  <a:pt x="1703120" y="128338"/>
                  <a:pt x="1703545" y="124559"/>
                  <a:pt x="1703545" y="118973"/>
                </a:cubicBezTo>
                <a:lnTo>
                  <a:pt x="1703545" y="37632"/>
                </a:lnTo>
                <a:cubicBezTo>
                  <a:pt x="1703545" y="27506"/>
                  <a:pt x="1703316" y="21282"/>
                  <a:pt x="1702859" y="18963"/>
                </a:cubicBezTo>
                <a:cubicBezTo>
                  <a:pt x="1702402" y="16644"/>
                  <a:pt x="1701667" y="15059"/>
                  <a:pt x="1700654" y="14210"/>
                </a:cubicBezTo>
                <a:cubicBezTo>
                  <a:pt x="1699641" y="13361"/>
                  <a:pt x="1698351" y="12936"/>
                  <a:pt x="1696783" y="12936"/>
                </a:cubicBezTo>
                <a:cubicBezTo>
                  <a:pt x="1695084" y="12936"/>
                  <a:pt x="1692928" y="13459"/>
                  <a:pt x="1690315" y="14504"/>
                </a:cubicBezTo>
                <a:lnTo>
                  <a:pt x="1688649" y="10976"/>
                </a:lnTo>
                <a:lnTo>
                  <a:pt x="1715403" y="0"/>
                </a:lnTo>
                <a:lnTo>
                  <a:pt x="1719813" y="0"/>
                </a:lnTo>
                <a:close/>
                <a:moveTo>
                  <a:pt x="1911830" y="3528"/>
                </a:moveTo>
                <a:lnTo>
                  <a:pt x="1915260" y="45472"/>
                </a:lnTo>
                <a:lnTo>
                  <a:pt x="1911830" y="45472"/>
                </a:lnTo>
                <a:cubicBezTo>
                  <a:pt x="1908367" y="35078"/>
                  <a:pt x="1903892" y="27249"/>
                  <a:pt x="1898404" y="21986"/>
                </a:cubicBezTo>
                <a:cubicBezTo>
                  <a:pt x="1890499" y="14385"/>
                  <a:pt x="1880339" y="10584"/>
                  <a:pt x="1867926" y="10584"/>
                </a:cubicBezTo>
                <a:cubicBezTo>
                  <a:pt x="1851004" y="10584"/>
                  <a:pt x="1838134" y="17260"/>
                  <a:pt x="1829314" y="30613"/>
                </a:cubicBezTo>
                <a:cubicBezTo>
                  <a:pt x="1821931" y="41879"/>
                  <a:pt x="1818239" y="55295"/>
                  <a:pt x="1818239" y="70861"/>
                </a:cubicBezTo>
                <a:cubicBezTo>
                  <a:pt x="1818239" y="83497"/>
                  <a:pt x="1820690" y="95025"/>
                  <a:pt x="1825590" y="105446"/>
                </a:cubicBezTo>
                <a:cubicBezTo>
                  <a:pt x="1830490" y="115866"/>
                  <a:pt x="1836909" y="123503"/>
                  <a:pt x="1844847" y="128356"/>
                </a:cubicBezTo>
                <a:cubicBezTo>
                  <a:pt x="1852785" y="133207"/>
                  <a:pt x="1860935" y="135633"/>
                  <a:pt x="1869298" y="135633"/>
                </a:cubicBezTo>
                <a:cubicBezTo>
                  <a:pt x="1874198" y="135633"/>
                  <a:pt x="1878935" y="135014"/>
                  <a:pt x="1883508" y="133777"/>
                </a:cubicBezTo>
                <a:cubicBezTo>
                  <a:pt x="1888081" y="132538"/>
                  <a:pt x="1892491" y="130712"/>
                  <a:pt x="1896738" y="128298"/>
                </a:cubicBezTo>
                <a:lnTo>
                  <a:pt x="1896738" y="89965"/>
                </a:lnTo>
                <a:cubicBezTo>
                  <a:pt x="1896738" y="83301"/>
                  <a:pt x="1896232" y="78940"/>
                  <a:pt x="1895219" y="76882"/>
                </a:cubicBezTo>
                <a:cubicBezTo>
                  <a:pt x="1894206" y="74824"/>
                  <a:pt x="1892638" y="73256"/>
                  <a:pt x="1890515" y="72178"/>
                </a:cubicBezTo>
                <a:cubicBezTo>
                  <a:pt x="1888392" y="71100"/>
                  <a:pt x="1884651" y="70561"/>
                  <a:pt x="1879294" y="70561"/>
                </a:cubicBezTo>
                <a:lnTo>
                  <a:pt x="1879294" y="66836"/>
                </a:lnTo>
                <a:lnTo>
                  <a:pt x="1930744" y="66836"/>
                </a:lnTo>
                <a:lnTo>
                  <a:pt x="1930744" y="70561"/>
                </a:lnTo>
                <a:lnTo>
                  <a:pt x="1928294" y="70561"/>
                </a:lnTo>
                <a:cubicBezTo>
                  <a:pt x="1923198" y="70561"/>
                  <a:pt x="1919703" y="72259"/>
                  <a:pt x="1917808" y="75657"/>
                </a:cubicBezTo>
                <a:cubicBezTo>
                  <a:pt x="1916502" y="78074"/>
                  <a:pt x="1915848" y="82843"/>
                  <a:pt x="1915848" y="89965"/>
                </a:cubicBezTo>
                <a:lnTo>
                  <a:pt x="1915848" y="130558"/>
                </a:lnTo>
                <a:cubicBezTo>
                  <a:pt x="1908335" y="134601"/>
                  <a:pt x="1900919" y="137567"/>
                  <a:pt x="1893602" y="139458"/>
                </a:cubicBezTo>
                <a:cubicBezTo>
                  <a:pt x="1886285" y="141351"/>
                  <a:pt x="1878151" y="142297"/>
                  <a:pt x="1869200" y="142297"/>
                </a:cubicBezTo>
                <a:cubicBezTo>
                  <a:pt x="1843524" y="142297"/>
                  <a:pt x="1824022" y="134076"/>
                  <a:pt x="1810693" y="117635"/>
                </a:cubicBezTo>
                <a:cubicBezTo>
                  <a:pt x="1800697" y="105305"/>
                  <a:pt x="1795699" y="91082"/>
                  <a:pt x="1795699" y="74967"/>
                </a:cubicBezTo>
                <a:cubicBezTo>
                  <a:pt x="1795699" y="63289"/>
                  <a:pt x="1798509" y="52101"/>
                  <a:pt x="1804127" y="41402"/>
                </a:cubicBezTo>
                <a:cubicBezTo>
                  <a:pt x="1810791" y="28678"/>
                  <a:pt x="1819938" y="18892"/>
                  <a:pt x="1831568" y="12042"/>
                </a:cubicBezTo>
                <a:cubicBezTo>
                  <a:pt x="1841302" y="6366"/>
                  <a:pt x="1852801" y="3528"/>
                  <a:pt x="1866064" y="3528"/>
                </a:cubicBezTo>
                <a:cubicBezTo>
                  <a:pt x="1870899" y="3528"/>
                  <a:pt x="1875292" y="3920"/>
                  <a:pt x="1879245" y="4704"/>
                </a:cubicBezTo>
                <a:cubicBezTo>
                  <a:pt x="1883198" y="5488"/>
                  <a:pt x="1888800" y="7219"/>
                  <a:pt x="1896052" y="9898"/>
                </a:cubicBezTo>
                <a:cubicBezTo>
                  <a:pt x="1899711" y="11270"/>
                  <a:pt x="1902161" y="11956"/>
                  <a:pt x="1903402" y="11956"/>
                </a:cubicBezTo>
                <a:cubicBezTo>
                  <a:pt x="1904643" y="11956"/>
                  <a:pt x="1905705" y="11384"/>
                  <a:pt x="1906587" y="10241"/>
                </a:cubicBezTo>
                <a:cubicBezTo>
                  <a:pt x="1907469" y="9098"/>
                  <a:pt x="1908008" y="6860"/>
                  <a:pt x="1908204" y="3528"/>
                </a:cubicBezTo>
                <a:lnTo>
                  <a:pt x="1911830" y="3528"/>
                </a:lnTo>
                <a:close/>
                <a:moveTo>
                  <a:pt x="1990687" y="126525"/>
                </a:moveTo>
                <a:cubicBezTo>
                  <a:pt x="1981475" y="133644"/>
                  <a:pt x="1975693" y="137758"/>
                  <a:pt x="1973341" y="138867"/>
                </a:cubicBezTo>
                <a:cubicBezTo>
                  <a:pt x="1969813" y="140500"/>
                  <a:pt x="1966056" y="141317"/>
                  <a:pt x="1962071" y="141317"/>
                </a:cubicBezTo>
                <a:cubicBezTo>
                  <a:pt x="1955864" y="141317"/>
                  <a:pt x="1950752" y="139194"/>
                  <a:pt x="1946734" y="134947"/>
                </a:cubicBezTo>
                <a:cubicBezTo>
                  <a:pt x="1942716" y="130700"/>
                  <a:pt x="1940707" y="125114"/>
                  <a:pt x="1940707" y="118189"/>
                </a:cubicBezTo>
                <a:cubicBezTo>
                  <a:pt x="1940707" y="113812"/>
                  <a:pt x="1941687" y="110022"/>
                  <a:pt x="1943647" y="106821"/>
                </a:cubicBezTo>
                <a:cubicBezTo>
                  <a:pt x="1946325" y="102378"/>
                  <a:pt x="1950980" y="98197"/>
                  <a:pt x="1957612" y="94277"/>
                </a:cubicBezTo>
                <a:cubicBezTo>
                  <a:pt x="1964243" y="90357"/>
                  <a:pt x="1975268" y="85587"/>
                  <a:pt x="1990687" y="79969"/>
                </a:cubicBezTo>
                <a:lnTo>
                  <a:pt x="1990687" y="76453"/>
                </a:lnTo>
                <a:cubicBezTo>
                  <a:pt x="1990687" y="67535"/>
                  <a:pt x="1989266" y="61416"/>
                  <a:pt x="1986424" y="58096"/>
                </a:cubicBezTo>
                <a:cubicBezTo>
                  <a:pt x="1983582" y="54776"/>
                  <a:pt x="1979450" y="53116"/>
                  <a:pt x="1974027" y="53116"/>
                </a:cubicBezTo>
                <a:cubicBezTo>
                  <a:pt x="1969911" y="53116"/>
                  <a:pt x="1966644" y="54227"/>
                  <a:pt x="1964227" y="56448"/>
                </a:cubicBezTo>
                <a:cubicBezTo>
                  <a:pt x="1961744" y="58670"/>
                  <a:pt x="1960503" y="61218"/>
                  <a:pt x="1960503" y="64092"/>
                </a:cubicBezTo>
                <a:lnTo>
                  <a:pt x="1960699" y="69777"/>
                </a:lnTo>
                <a:cubicBezTo>
                  <a:pt x="1960699" y="72782"/>
                  <a:pt x="1959931" y="75101"/>
                  <a:pt x="1958396" y="76735"/>
                </a:cubicBezTo>
                <a:cubicBezTo>
                  <a:pt x="1956860" y="78368"/>
                  <a:pt x="1954851" y="79185"/>
                  <a:pt x="1952369" y="79185"/>
                </a:cubicBezTo>
                <a:cubicBezTo>
                  <a:pt x="1949951" y="79185"/>
                  <a:pt x="1947975" y="78333"/>
                  <a:pt x="1946440" y="76630"/>
                </a:cubicBezTo>
                <a:cubicBezTo>
                  <a:pt x="1944904" y="74926"/>
                  <a:pt x="1944137" y="72599"/>
                  <a:pt x="1944137" y="69651"/>
                </a:cubicBezTo>
                <a:cubicBezTo>
                  <a:pt x="1944137" y="64014"/>
                  <a:pt x="1947011" y="58836"/>
                  <a:pt x="1952761" y="54118"/>
                </a:cubicBezTo>
                <a:cubicBezTo>
                  <a:pt x="1958510" y="49400"/>
                  <a:pt x="1966579" y="47040"/>
                  <a:pt x="1976967" y="47040"/>
                </a:cubicBezTo>
                <a:cubicBezTo>
                  <a:pt x="1984938" y="47040"/>
                  <a:pt x="1991471" y="48378"/>
                  <a:pt x="1996567" y="51052"/>
                </a:cubicBezTo>
                <a:cubicBezTo>
                  <a:pt x="2000422" y="53076"/>
                  <a:pt x="2003264" y="56241"/>
                  <a:pt x="2005093" y="60549"/>
                </a:cubicBezTo>
                <a:cubicBezTo>
                  <a:pt x="2006269" y="63354"/>
                  <a:pt x="2006857" y="69097"/>
                  <a:pt x="2006857" y="77776"/>
                </a:cubicBezTo>
                <a:lnTo>
                  <a:pt x="2006857" y="108217"/>
                </a:lnTo>
                <a:cubicBezTo>
                  <a:pt x="2006857" y="116766"/>
                  <a:pt x="2007020" y="122003"/>
                  <a:pt x="2007347" y="123928"/>
                </a:cubicBezTo>
                <a:cubicBezTo>
                  <a:pt x="2007674" y="125853"/>
                  <a:pt x="2008213" y="127143"/>
                  <a:pt x="2008964" y="127796"/>
                </a:cubicBezTo>
                <a:cubicBezTo>
                  <a:pt x="2009715" y="128447"/>
                  <a:pt x="2010581" y="128773"/>
                  <a:pt x="2011561" y="128773"/>
                </a:cubicBezTo>
                <a:cubicBezTo>
                  <a:pt x="2012606" y="128773"/>
                  <a:pt x="2013521" y="128544"/>
                  <a:pt x="2014305" y="128087"/>
                </a:cubicBezTo>
                <a:cubicBezTo>
                  <a:pt x="2015677" y="127238"/>
                  <a:pt x="2018323" y="124853"/>
                  <a:pt x="2022243" y="120933"/>
                </a:cubicBezTo>
                <a:lnTo>
                  <a:pt x="2022243" y="126421"/>
                </a:lnTo>
                <a:cubicBezTo>
                  <a:pt x="2014926" y="136221"/>
                  <a:pt x="2007935" y="141121"/>
                  <a:pt x="2001271" y="141121"/>
                </a:cubicBezTo>
                <a:cubicBezTo>
                  <a:pt x="1998070" y="141121"/>
                  <a:pt x="1995522" y="140019"/>
                  <a:pt x="1993627" y="137814"/>
                </a:cubicBezTo>
                <a:cubicBezTo>
                  <a:pt x="1991732" y="135606"/>
                  <a:pt x="1990752" y="131844"/>
                  <a:pt x="1990687" y="126525"/>
                </a:cubicBezTo>
                <a:moveTo>
                  <a:pt x="1990687" y="120170"/>
                </a:moveTo>
                <a:lnTo>
                  <a:pt x="1990687" y="86045"/>
                </a:lnTo>
                <a:cubicBezTo>
                  <a:pt x="1980822" y="89957"/>
                  <a:pt x="1974451" y="92727"/>
                  <a:pt x="1971577" y="94356"/>
                </a:cubicBezTo>
                <a:cubicBezTo>
                  <a:pt x="1966415" y="97225"/>
                  <a:pt x="1962724" y="100224"/>
                  <a:pt x="1960503" y="103354"/>
                </a:cubicBezTo>
                <a:cubicBezTo>
                  <a:pt x="1958281" y="106482"/>
                  <a:pt x="1957171" y="109904"/>
                  <a:pt x="1957171" y="113620"/>
                </a:cubicBezTo>
                <a:cubicBezTo>
                  <a:pt x="1957171" y="118313"/>
                  <a:pt x="1958575" y="122209"/>
                  <a:pt x="1961385" y="125306"/>
                </a:cubicBezTo>
                <a:cubicBezTo>
                  <a:pt x="1964194" y="128401"/>
                  <a:pt x="1967428" y="129949"/>
                  <a:pt x="1971087" y="129949"/>
                </a:cubicBezTo>
                <a:cubicBezTo>
                  <a:pt x="1976052" y="129949"/>
                  <a:pt x="1982586" y="126689"/>
                  <a:pt x="1990687" y="120170"/>
                </a:cubicBezTo>
                <a:close/>
                <a:moveTo>
                  <a:pt x="2022470" y="58212"/>
                </a:moveTo>
                <a:lnTo>
                  <a:pt x="2050106" y="47236"/>
                </a:lnTo>
                <a:lnTo>
                  <a:pt x="2053830" y="47236"/>
                </a:lnTo>
                <a:lnTo>
                  <a:pt x="2053830" y="68307"/>
                </a:lnTo>
                <a:cubicBezTo>
                  <a:pt x="2058469" y="60438"/>
                  <a:pt x="2063124" y="54926"/>
                  <a:pt x="2067795" y="51772"/>
                </a:cubicBezTo>
                <a:cubicBezTo>
                  <a:pt x="2072467" y="48618"/>
                  <a:pt x="2077383" y="47040"/>
                  <a:pt x="2082544" y="47040"/>
                </a:cubicBezTo>
                <a:cubicBezTo>
                  <a:pt x="2091560" y="47040"/>
                  <a:pt x="2099074" y="50564"/>
                  <a:pt x="2105085" y="57612"/>
                </a:cubicBezTo>
                <a:cubicBezTo>
                  <a:pt x="2112467" y="66228"/>
                  <a:pt x="2116159" y="77454"/>
                  <a:pt x="2116159" y="91291"/>
                </a:cubicBezTo>
                <a:cubicBezTo>
                  <a:pt x="2116159" y="106759"/>
                  <a:pt x="2111716" y="119551"/>
                  <a:pt x="2102831" y="129667"/>
                </a:cubicBezTo>
                <a:cubicBezTo>
                  <a:pt x="2095513" y="137956"/>
                  <a:pt x="2086301" y="142101"/>
                  <a:pt x="2075194" y="142101"/>
                </a:cubicBezTo>
                <a:cubicBezTo>
                  <a:pt x="2070360" y="142101"/>
                  <a:pt x="2066178" y="141415"/>
                  <a:pt x="2062650" y="140043"/>
                </a:cubicBezTo>
                <a:cubicBezTo>
                  <a:pt x="2060037" y="139063"/>
                  <a:pt x="2057097" y="137103"/>
                  <a:pt x="2053830" y="134163"/>
                </a:cubicBezTo>
                <a:lnTo>
                  <a:pt x="2053830" y="161505"/>
                </a:lnTo>
                <a:cubicBezTo>
                  <a:pt x="2053830" y="167681"/>
                  <a:pt x="2054206" y="171607"/>
                  <a:pt x="2054957" y="173284"/>
                </a:cubicBezTo>
                <a:cubicBezTo>
                  <a:pt x="2055709" y="174960"/>
                  <a:pt x="2057015" y="176290"/>
                  <a:pt x="2058877" y="177274"/>
                </a:cubicBezTo>
                <a:cubicBezTo>
                  <a:pt x="2060739" y="178260"/>
                  <a:pt x="2064120" y="178753"/>
                  <a:pt x="2069020" y="178753"/>
                </a:cubicBezTo>
                <a:lnTo>
                  <a:pt x="2069020" y="182281"/>
                </a:lnTo>
                <a:lnTo>
                  <a:pt x="2021980" y="182281"/>
                </a:lnTo>
                <a:lnTo>
                  <a:pt x="2021980" y="178753"/>
                </a:lnTo>
                <a:lnTo>
                  <a:pt x="2024430" y="178753"/>
                </a:lnTo>
                <a:cubicBezTo>
                  <a:pt x="2028023" y="178819"/>
                  <a:pt x="2031094" y="178129"/>
                  <a:pt x="2033642" y="176683"/>
                </a:cubicBezTo>
                <a:cubicBezTo>
                  <a:pt x="2034883" y="175960"/>
                  <a:pt x="2035847" y="174795"/>
                  <a:pt x="2036533" y="173186"/>
                </a:cubicBezTo>
                <a:cubicBezTo>
                  <a:pt x="2037219" y="171577"/>
                  <a:pt x="2037562" y="167487"/>
                  <a:pt x="2037562" y="160917"/>
                </a:cubicBezTo>
                <a:lnTo>
                  <a:pt x="2037562" y="75853"/>
                </a:lnTo>
                <a:cubicBezTo>
                  <a:pt x="2037562" y="69999"/>
                  <a:pt x="2037301" y="66283"/>
                  <a:pt x="2036778" y="64705"/>
                </a:cubicBezTo>
                <a:cubicBezTo>
                  <a:pt x="2036255" y="63125"/>
                  <a:pt x="2035422" y="61942"/>
                  <a:pt x="2034279" y="61156"/>
                </a:cubicBezTo>
                <a:cubicBezTo>
                  <a:pt x="2033136" y="60369"/>
                  <a:pt x="2031584" y="59976"/>
                  <a:pt x="2029624" y="59976"/>
                </a:cubicBezTo>
                <a:cubicBezTo>
                  <a:pt x="2028056" y="59976"/>
                  <a:pt x="2026063" y="60434"/>
                  <a:pt x="2023646" y="61348"/>
                </a:cubicBezTo>
                <a:lnTo>
                  <a:pt x="2022470" y="58212"/>
                </a:lnTo>
                <a:moveTo>
                  <a:pt x="2053830" y="74089"/>
                </a:moveTo>
                <a:lnTo>
                  <a:pt x="2053830" y="107605"/>
                </a:lnTo>
                <a:cubicBezTo>
                  <a:pt x="2053830" y="114857"/>
                  <a:pt x="2054124" y="119626"/>
                  <a:pt x="2054712" y="121913"/>
                </a:cubicBezTo>
                <a:cubicBezTo>
                  <a:pt x="2055627" y="125702"/>
                  <a:pt x="2057865" y="129034"/>
                  <a:pt x="2061425" y="131909"/>
                </a:cubicBezTo>
                <a:cubicBezTo>
                  <a:pt x="2064986" y="134784"/>
                  <a:pt x="2069478" y="136221"/>
                  <a:pt x="2074900" y="136221"/>
                </a:cubicBezTo>
                <a:cubicBezTo>
                  <a:pt x="2081434" y="136221"/>
                  <a:pt x="2086726" y="133673"/>
                  <a:pt x="2090776" y="128577"/>
                </a:cubicBezTo>
                <a:cubicBezTo>
                  <a:pt x="2096068" y="121913"/>
                  <a:pt x="2098715" y="112538"/>
                  <a:pt x="2098715" y="100451"/>
                </a:cubicBezTo>
                <a:cubicBezTo>
                  <a:pt x="2098715" y="86731"/>
                  <a:pt x="2095709" y="76179"/>
                  <a:pt x="2089698" y="68797"/>
                </a:cubicBezTo>
                <a:cubicBezTo>
                  <a:pt x="2085517" y="63700"/>
                  <a:pt x="2080552" y="61152"/>
                  <a:pt x="2074802" y="61152"/>
                </a:cubicBezTo>
                <a:cubicBezTo>
                  <a:pt x="2071666" y="61152"/>
                  <a:pt x="2068563" y="61936"/>
                  <a:pt x="2065492" y="63504"/>
                </a:cubicBezTo>
                <a:cubicBezTo>
                  <a:pt x="2063140" y="64680"/>
                  <a:pt x="2059253" y="68209"/>
                  <a:pt x="2053830" y="74089"/>
                </a:cubicBezTo>
                <a:close/>
                <a:moveTo>
                  <a:pt x="2202301" y="0"/>
                </a:moveTo>
                <a:cubicBezTo>
                  <a:pt x="2205045" y="0"/>
                  <a:pt x="2207381" y="969"/>
                  <a:pt x="2209308" y="2906"/>
                </a:cubicBezTo>
                <a:cubicBezTo>
                  <a:pt x="2211236" y="4842"/>
                  <a:pt x="2212199" y="7189"/>
                  <a:pt x="2212199" y="9947"/>
                </a:cubicBezTo>
                <a:cubicBezTo>
                  <a:pt x="2212199" y="12705"/>
                  <a:pt x="2211236" y="15070"/>
                  <a:pt x="2209308" y="17040"/>
                </a:cubicBezTo>
                <a:cubicBezTo>
                  <a:pt x="2207381" y="19008"/>
                  <a:pt x="2205045" y="19992"/>
                  <a:pt x="2202301" y="19992"/>
                </a:cubicBezTo>
                <a:cubicBezTo>
                  <a:pt x="2199557" y="19992"/>
                  <a:pt x="2197205" y="19008"/>
                  <a:pt x="2195245" y="17040"/>
                </a:cubicBezTo>
                <a:cubicBezTo>
                  <a:pt x="2193285" y="15070"/>
                  <a:pt x="2192305" y="12705"/>
                  <a:pt x="2192305" y="9947"/>
                </a:cubicBezTo>
                <a:cubicBezTo>
                  <a:pt x="2192305" y="7189"/>
                  <a:pt x="2193269" y="4842"/>
                  <a:pt x="2195196" y="2906"/>
                </a:cubicBezTo>
                <a:cubicBezTo>
                  <a:pt x="2197124" y="969"/>
                  <a:pt x="2199492" y="0"/>
                  <a:pt x="2202301" y="0"/>
                </a:cubicBezTo>
                <a:moveTo>
                  <a:pt x="2210435" y="47040"/>
                </a:moveTo>
                <a:lnTo>
                  <a:pt x="2210435" y="118973"/>
                </a:lnTo>
                <a:cubicBezTo>
                  <a:pt x="2210435" y="124624"/>
                  <a:pt x="2210844" y="128387"/>
                  <a:pt x="2211660" y="130261"/>
                </a:cubicBezTo>
                <a:cubicBezTo>
                  <a:pt x="2212477" y="132134"/>
                  <a:pt x="2213686" y="133530"/>
                  <a:pt x="2215286" y="134451"/>
                </a:cubicBezTo>
                <a:cubicBezTo>
                  <a:pt x="2216887" y="135370"/>
                  <a:pt x="2219811" y="135829"/>
                  <a:pt x="2224057" y="135829"/>
                </a:cubicBezTo>
                <a:lnTo>
                  <a:pt x="2224057" y="139357"/>
                </a:lnTo>
                <a:lnTo>
                  <a:pt x="2180447" y="139357"/>
                </a:lnTo>
                <a:lnTo>
                  <a:pt x="2180447" y="135829"/>
                </a:lnTo>
                <a:cubicBezTo>
                  <a:pt x="2184824" y="135829"/>
                  <a:pt x="2187764" y="135402"/>
                  <a:pt x="2189267" y="134549"/>
                </a:cubicBezTo>
                <a:cubicBezTo>
                  <a:pt x="2190770" y="133693"/>
                  <a:pt x="2191962" y="132281"/>
                  <a:pt x="2192844" y="130310"/>
                </a:cubicBezTo>
                <a:cubicBezTo>
                  <a:pt x="2193726" y="128338"/>
                  <a:pt x="2194167" y="124559"/>
                  <a:pt x="2194167" y="118973"/>
                </a:cubicBezTo>
                <a:lnTo>
                  <a:pt x="2194167" y="84673"/>
                </a:lnTo>
                <a:cubicBezTo>
                  <a:pt x="2194167" y="74897"/>
                  <a:pt x="2193873" y="68566"/>
                  <a:pt x="2193285" y="65679"/>
                </a:cubicBezTo>
                <a:cubicBezTo>
                  <a:pt x="2192828" y="63578"/>
                  <a:pt x="2192109" y="62119"/>
                  <a:pt x="2191129" y="61303"/>
                </a:cubicBezTo>
                <a:cubicBezTo>
                  <a:pt x="2190149" y="60484"/>
                  <a:pt x="2188810" y="60074"/>
                  <a:pt x="2187111" y="60074"/>
                </a:cubicBezTo>
                <a:cubicBezTo>
                  <a:pt x="2185282" y="60074"/>
                  <a:pt x="2183060" y="60564"/>
                  <a:pt x="2180447" y="61544"/>
                </a:cubicBezTo>
                <a:lnTo>
                  <a:pt x="2179075" y="58016"/>
                </a:lnTo>
                <a:lnTo>
                  <a:pt x="2206123" y="47040"/>
                </a:lnTo>
                <a:lnTo>
                  <a:pt x="2210435" y="47040"/>
                </a:lnTo>
                <a:close/>
                <a:moveTo>
                  <a:pt x="2261430" y="65954"/>
                </a:moveTo>
                <a:cubicBezTo>
                  <a:pt x="2271948" y="53345"/>
                  <a:pt x="2281977" y="47040"/>
                  <a:pt x="2291516" y="47040"/>
                </a:cubicBezTo>
                <a:cubicBezTo>
                  <a:pt x="2296416" y="47040"/>
                  <a:pt x="2300630" y="48262"/>
                  <a:pt x="2304158" y="50706"/>
                </a:cubicBezTo>
                <a:cubicBezTo>
                  <a:pt x="2307686" y="53148"/>
                  <a:pt x="2310495" y="57171"/>
                  <a:pt x="2312586" y="62776"/>
                </a:cubicBezTo>
                <a:cubicBezTo>
                  <a:pt x="2314023" y="66685"/>
                  <a:pt x="2314742" y="72680"/>
                  <a:pt x="2314742" y="80759"/>
                </a:cubicBezTo>
                <a:lnTo>
                  <a:pt x="2314742" y="118973"/>
                </a:lnTo>
                <a:cubicBezTo>
                  <a:pt x="2314742" y="124690"/>
                  <a:pt x="2315199" y="128567"/>
                  <a:pt x="2316114" y="130604"/>
                </a:cubicBezTo>
                <a:cubicBezTo>
                  <a:pt x="2316833" y="132248"/>
                  <a:pt x="2317992" y="133530"/>
                  <a:pt x="2319593" y="134451"/>
                </a:cubicBezTo>
                <a:cubicBezTo>
                  <a:pt x="2321194" y="135370"/>
                  <a:pt x="2324150" y="135829"/>
                  <a:pt x="2328462" y="135829"/>
                </a:cubicBezTo>
                <a:lnTo>
                  <a:pt x="2328462" y="139357"/>
                </a:lnTo>
                <a:lnTo>
                  <a:pt x="2284068" y="139357"/>
                </a:lnTo>
                <a:lnTo>
                  <a:pt x="2284068" y="135829"/>
                </a:lnTo>
                <a:lnTo>
                  <a:pt x="2285930" y="135829"/>
                </a:lnTo>
                <a:cubicBezTo>
                  <a:pt x="2290111" y="135829"/>
                  <a:pt x="2293035" y="135189"/>
                  <a:pt x="2294701" y="133909"/>
                </a:cubicBezTo>
                <a:cubicBezTo>
                  <a:pt x="2296367" y="132627"/>
                  <a:pt x="2297527" y="130737"/>
                  <a:pt x="2298180" y="128240"/>
                </a:cubicBezTo>
                <a:cubicBezTo>
                  <a:pt x="2298441" y="127254"/>
                  <a:pt x="2298572" y="124165"/>
                  <a:pt x="2298572" y="118973"/>
                </a:cubicBezTo>
                <a:lnTo>
                  <a:pt x="2298572" y="82284"/>
                </a:lnTo>
                <a:cubicBezTo>
                  <a:pt x="2298572" y="74129"/>
                  <a:pt x="2297510" y="68210"/>
                  <a:pt x="2295387" y="64524"/>
                </a:cubicBezTo>
                <a:cubicBezTo>
                  <a:pt x="2293264" y="60839"/>
                  <a:pt x="2289687" y="58996"/>
                  <a:pt x="2284656" y="58996"/>
                </a:cubicBezTo>
                <a:cubicBezTo>
                  <a:pt x="2276881" y="58996"/>
                  <a:pt x="2269139" y="63243"/>
                  <a:pt x="2261430" y="71737"/>
                </a:cubicBezTo>
                <a:lnTo>
                  <a:pt x="2261430" y="118973"/>
                </a:lnTo>
                <a:cubicBezTo>
                  <a:pt x="2261430" y="125084"/>
                  <a:pt x="2261789" y="128863"/>
                  <a:pt x="2262508" y="130310"/>
                </a:cubicBezTo>
                <a:cubicBezTo>
                  <a:pt x="2263422" y="132215"/>
                  <a:pt x="2264680" y="133612"/>
                  <a:pt x="2266281" y="134500"/>
                </a:cubicBezTo>
                <a:cubicBezTo>
                  <a:pt x="2267881" y="135386"/>
                  <a:pt x="2271132" y="135829"/>
                  <a:pt x="2276032" y="135829"/>
                </a:cubicBezTo>
                <a:lnTo>
                  <a:pt x="2276032" y="139357"/>
                </a:lnTo>
                <a:lnTo>
                  <a:pt x="2231637" y="139357"/>
                </a:lnTo>
                <a:lnTo>
                  <a:pt x="2231637" y="135829"/>
                </a:lnTo>
                <a:lnTo>
                  <a:pt x="2233597" y="135829"/>
                </a:lnTo>
                <a:cubicBezTo>
                  <a:pt x="2238171" y="135829"/>
                  <a:pt x="2241258" y="134663"/>
                  <a:pt x="2242859" y="132332"/>
                </a:cubicBezTo>
                <a:cubicBezTo>
                  <a:pt x="2244459" y="129998"/>
                  <a:pt x="2245260" y="125545"/>
                  <a:pt x="2245260" y="118973"/>
                </a:cubicBezTo>
                <a:lnTo>
                  <a:pt x="2245260" y="85849"/>
                </a:lnTo>
                <a:cubicBezTo>
                  <a:pt x="2245260" y="75069"/>
                  <a:pt x="2245015" y="68503"/>
                  <a:pt x="2244525" y="66150"/>
                </a:cubicBezTo>
                <a:cubicBezTo>
                  <a:pt x="2244035" y="63798"/>
                  <a:pt x="2243283" y="62198"/>
                  <a:pt x="2242271" y="61348"/>
                </a:cubicBezTo>
                <a:cubicBezTo>
                  <a:pt x="2241258" y="60499"/>
                  <a:pt x="2239902" y="60074"/>
                  <a:pt x="2238204" y="60074"/>
                </a:cubicBezTo>
                <a:cubicBezTo>
                  <a:pt x="2236374" y="60074"/>
                  <a:pt x="2234185" y="60564"/>
                  <a:pt x="2231637" y="61544"/>
                </a:cubicBezTo>
                <a:lnTo>
                  <a:pt x="2230167" y="58016"/>
                </a:lnTo>
                <a:lnTo>
                  <a:pt x="2257216" y="47040"/>
                </a:lnTo>
                <a:lnTo>
                  <a:pt x="2261430" y="47040"/>
                </a:lnTo>
                <a:lnTo>
                  <a:pt x="2261430" y="65954"/>
                </a:lnTo>
                <a:close/>
                <a:moveTo>
                  <a:pt x="2500355" y="3528"/>
                </a:moveTo>
                <a:lnTo>
                  <a:pt x="2503393" y="48804"/>
                </a:lnTo>
                <a:lnTo>
                  <a:pt x="2500355" y="48804"/>
                </a:lnTo>
                <a:cubicBezTo>
                  <a:pt x="2496304" y="35246"/>
                  <a:pt x="2490522" y="25486"/>
                  <a:pt x="2483009" y="19527"/>
                </a:cubicBezTo>
                <a:cubicBezTo>
                  <a:pt x="2475496" y="13565"/>
                  <a:pt x="2466480" y="10584"/>
                  <a:pt x="2455961" y="10584"/>
                </a:cubicBezTo>
                <a:cubicBezTo>
                  <a:pt x="2447141" y="10584"/>
                  <a:pt x="2439170" y="12819"/>
                  <a:pt x="2432049" y="17288"/>
                </a:cubicBezTo>
                <a:cubicBezTo>
                  <a:pt x="2424927" y="21755"/>
                  <a:pt x="2419325" y="28882"/>
                  <a:pt x="2415242" y="38667"/>
                </a:cubicBezTo>
                <a:cubicBezTo>
                  <a:pt x="2411158" y="48451"/>
                  <a:pt x="2409116" y="60615"/>
                  <a:pt x="2409116" y="75160"/>
                </a:cubicBezTo>
                <a:cubicBezTo>
                  <a:pt x="2409116" y="87163"/>
                  <a:pt x="2411044" y="97568"/>
                  <a:pt x="2414899" y="106374"/>
                </a:cubicBezTo>
                <a:cubicBezTo>
                  <a:pt x="2418753" y="115179"/>
                  <a:pt x="2424552" y="121931"/>
                  <a:pt x="2432294" y="126629"/>
                </a:cubicBezTo>
                <a:cubicBezTo>
                  <a:pt x="2440036" y="131325"/>
                  <a:pt x="2448872" y="133673"/>
                  <a:pt x="2458803" y="133673"/>
                </a:cubicBezTo>
                <a:cubicBezTo>
                  <a:pt x="2467427" y="133673"/>
                  <a:pt x="2475038" y="131821"/>
                  <a:pt x="2481637" y="128118"/>
                </a:cubicBezTo>
                <a:cubicBezTo>
                  <a:pt x="2488236" y="124412"/>
                  <a:pt x="2495488" y="117052"/>
                  <a:pt x="2503393" y="106037"/>
                </a:cubicBezTo>
                <a:lnTo>
                  <a:pt x="2506431" y="107997"/>
                </a:lnTo>
                <a:cubicBezTo>
                  <a:pt x="2499767" y="119857"/>
                  <a:pt x="2491992" y="128539"/>
                  <a:pt x="2483107" y="134044"/>
                </a:cubicBezTo>
                <a:cubicBezTo>
                  <a:pt x="2474222" y="139546"/>
                  <a:pt x="2463670" y="142297"/>
                  <a:pt x="2451453" y="142297"/>
                </a:cubicBezTo>
                <a:cubicBezTo>
                  <a:pt x="2429435" y="142297"/>
                  <a:pt x="2412383" y="134142"/>
                  <a:pt x="2400296" y="117831"/>
                </a:cubicBezTo>
                <a:cubicBezTo>
                  <a:pt x="2391280" y="105697"/>
                  <a:pt x="2386772" y="91409"/>
                  <a:pt x="2386772" y="74967"/>
                </a:cubicBezTo>
                <a:cubicBezTo>
                  <a:pt x="2386772" y="61723"/>
                  <a:pt x="2389745" y="49556"/>
                  <a:pt x="2395690" y="38465"/>
                </a:cubicBezTo>
                <a:cubicBezTo>
                  <a:pt x="2401636" y="27375"/>
                  <a:pt x="2409819" y="18779"/>
                  <a:pt x="2420240" y="12679"/>
                </a:cubicBezTo>
                <a:cubicBezTo>
                  <a:pt x="2430660" y="6578"/>
                  <a:pt x="2442045" y="3528"/>
                  <a:pt x="2454393" y="3528"/>
                </a:cubicBezTo>
                <a:cubicBezTo>
                  <a:pt x="2463997" y="3528"/>
                  <a:pt x="2473470" y="5880"/>
                  <a:pt x="2482813" y="10584"/>
                </a:cubicBezTo>
                <a:cubicBezTo>
                  <a:pt x="2485557" y="12021"/>
                  <a:pt x="2487517" y="12740"/>
                  <a:pt x="2488693" y="12740"/>
                </a:cubicBezTo>
                <a:cubicBezTo>
                  <a:pt x="2490457" y="12740"/>
                  <a:pt x="2491992" y="12119"/>
                  <a:pt x="2493299" y="10878"/>
                </a:cubicBezTo>
                <a:cubicBezTo>
                  <a:pt x="2494998" y="9114"/>
                  <a:pt x="2496206" y="6664"/>
                  <a:pt x="2496925" y="3528"/>
                </a:cubicBezTo>
                <a:lnTo>
                  <a:pt x="2500355" y="3528"/>
                </a:lnTo>
                <a:close/>
                <a:moveTo>
                  <a:pt x="2563567" y="47040"/>
                </a:moveTo>
                <a:cubicBezTo>
                  <a:pt x="2577156" y="47040"/>
                  <a:pt x="2588067" y="52197"/>
                  <a:pt x="2596299" y="62509"/>
                </a:cubicBezTo>
                <a:cubicBezTo>
                  <a:pt x="2603290" y="71319"/>
                  <a:pt x="2606785" y="81436"/>
                  <a:pt x="2606785" y="92859"/>
                </a:cubicBezTo>
                <a:cubicBezTo>
                  <a:pt x="2606785" y="100887"/>
                  <a:pt x="2604858" y="109013"/>
                  <a:pt x="2601003" y="117236"/>
                </a:cubicBezTo>
                <a:cubicBezTo>
                  <a:pt x="2597149" y="125458"/>
                  <a:pt x="2591840" y="131658"/>
                  <a:pt x="2585078" y="135835"/>
                </a:cubicBezTo>
                <a:cubicBezTo>
                  <a:pt x="2578316" y="140012"/>
                  <a:pt x="2570786" y="142101"/>
                  <a:pt x="2562489" y="142101"/>
                </a:cubicBezTo>
                <a:cubicBezTo>
                  <a:pt x="2548965" y="142101"/>
                  <a:pt x="2538217" y="136716"/>
                  <a:pt x="2530247" y="125946"/>
                </a:cubicBezTo>
                <a:cubicBezTo>
                  <a:pt x="2523517" y="116875"/>
                  <a:pt x="2520153" y="106694"/>
                  <a:pt x="2520153" y="95404"/>
                </a:cubicBezTo>
                <a:cubicBezTo>
                  <a:pt x="2520153" y="87180"/>
                  <a:pt x="2522194" y="79005"/>
                  <a:pt x="2526278" y="70879"/>
                </a:cubicBezTo>
                <a:cubicBezTo>
                  <a:pt x="2530361" y="62753"/>
                  <a:pt x="2535735" y="56749"/>
                  <a:pt x="2542399" y="52865"/>
                </a:cubicBezTo>
                <a:cubicBezTo>
                  <a:pt x="2549063" y="48982"/>
                  <a:pt x="2556119" y="47040"/>
                  <a:pt x="2563567" y="47040"/>
                </a:cubicBezTo>
                <a:moveTo>
                  <a:pt x="2560529" y="53508"/>
                </a:moveTo>
                <a:cubicBezTo>
                  <a:pt x="2557066" y="53508"/>
                  <a:pt x="2553587" y="54534"/>
                  <a:pt x="2550092" y="56586"/>
                </a:cubicBezTo>
                <a:cubicBezTo>
                  <a:pt x="2546597" y="58636"/>
                  <a:pt x="2543771" y="62233"/>
                  <a:pt x="2541615" y="67375"/>
                </a:cubicBezTo>
                <a:cubicBezTo>
                  <a:pt x="2539459" y="72518"/>
                  <a:pt x="2538381" y="79125"/>
                  <a:pt x="2538381" y="87196"/>
                </a:cubicBezTo>
                <a:cubicBezTo>
                  <a:pt x="2538381" y="100216"/>
                  <a:pt x="2540978" y="111446"/>
                  <a:pt x="2546172" y="120887"/>
                </a:cubicBezTo>
                <a:cubicBezTo>
                  <a:pt x="2551366" y="130326"/>
                  <a:pt x="2558210" y="135045"/>
                  <a:pt x="2566703" y="135045"/>
                </a:cubicBezTo>
                <a:cubicBezTo>
                  <a:pt x="2573040" y="135045"/>
                  <a:pt x="2578267" y="132441"/>
                  <a:pt x="2582383" y="127233"/>
                </a:cubicBezTo>
                <a:cubicBezTo>
                  <a:pt x="2586499" y="122024"/>
                  <a:pt x="2588557" y="113073"/>
                  <a:pt x="2588557" y="100380"/>
                </a:cubicBezTo>
                <a:cubicBezTo>
                  <a:pt x="2588557" y="84496"/>
                  <a:pt x="2585127" y="71997"/>
                  <a:pt x="2578267" y="62883"/>
                </a:cubicBezTo>
                <a:cubicBezTo>
                  <a:pt x="2573628" y="56633"/>
                  <a:pt x="2567716" y="53508"/>
                  <a:pt x="2560529" y="53508"/>
                </a:cubicBezTo>
                <a:close/>
                <a:moveTo>
                  <a:pt x="2646182" y="65954"/>
                </a:moveTo>
                <a:cubicBezTo>
                  <a:pt x="2656701" y="53345"/>
                  <a:pt x="2666729" y="47040"/>
                  <a:pt x="2676268" y="47040"/>
                </a:cubicBezTo>
                <a:cubicBezTo>
                  <a:pt x="2681168" y="47040"/>
                  <a:pt x="2685382" y="48262"/>
                  <a:pt x="2688910" y="50706"/>
                </a:cubicBezTo>
                <a:cubicBezTo>
                  <a:pt x="2692438" y="53148"/>
                  <a:pt x="2695247" y="57171"/>
                  <a:pt x="2697338" y="62776"/>
                </a:cubicBezTo>
                <a:cubicBezTo>
                  <a:pt x="2698775" y="66685"/>
                  <a:pt x="2699494" y="72680"/>
                  <a:pt x="2699494" y="80759"/>
                </a:cubicBezTo>
                <a:lnTo>
                  <a:pt x="2699494" y="118973"/>
                </a:lnTo>
                <a:cubicBezTo>
                  <a:pt x="2699494" y="124690"/>
                  <a:pt x="2699952" y="128567"/>
                  <a:pt x="2700866" y="130604"/>
                </a:cubicBezTo>
                <a:cubicBezTo>
                  <a:pt x="2701585" y="132248"/>
                  <a:pt x="2702745" y="133530"/>
                  <a:pt x="2704345" y="134451"/>
                </a:cubicBezTo>
                <a:cubicBezTo>
                  <a:pt x="2705946" y="135370"/>
                  <a:pt x="2708902" y="135829"/>
                  <a:pt x="2713214" y="135829"/>
                </a:cubicBezTo>
                <a:lnTo>
                  <a:pt x="2713214" y="139357"/>
                </a:lnTo>
                <a:lnTo>
                  <a:pt x="2668820" y="139357"/>
                </a:lnTo>
                <a:lnTo>
                  <a:pt x="2668820" y="135829"/>
                </a:lnTo>
                <a:lnTo>
                  <a:pt x="2670682" y="135829"/>
                </a:lnTo>
                <a:cubicBezTo>
                  <a:pt x="2674863" y="135829"/>
                  <a:pt x="2677787" y="135189"/>
                  <a:pt x="2679453" y="133909"/>
                </a:cubicBezTo>
                <a:cubicBezTo>
                  <a:pt x="2681119" y="132627"/>
                  <a:pt x="2682279" y="130737"/>
                  <a:pt x="2682932" y="128240"/>
                </a:cubicBezTo>
                <a:cubicBezTo>
                  <a:pt x="2683193" y="127254"/>
                  <a:pt x="2683324" y="124165"/>
                  <a:pt x="2683324" y="118973"/>
                </a:cubicBezTo>
                <a:lnTo>
                  <a:pt x="2683324" y="82284"/>
                </a:lnTo>
                <a:cubicBezTo>
                  <a:pt x="2683324" y="74129"/>
                  <a:pt x="2682262" y="68210"/>
                  <a:pt x="2680139" y="64524"/>
                </a:cubicBezTo>
                <a:cubicBezTo>
                  <a:pt x="2678016" y="60839"/>
                  <a:pt x="2674439" y="58996"/>
                  <a:pt x="2669408" y="58996"/>
                </a:cubicBezTo>
                <a:cubicBezTo>
                  <a:pt x="2661633" y="58996"/>
                  <a:pt x="2653891" y="63243"/>
                  <a:pt x="2646182" y="71737"/>
                </a:cubicBezTo>
                <a:lnTo>
                  <a:pt x="2646182" y="118973"/>
                </a:lnTo>
                <a:cubicBezTo>
                  <a:pt x="2646182" y="125084"/>
                  <a:pt x="2646541" y="128863"/>
                  <a:pt x="2647260" y="130310"/>
                </a:cubicBezTo>
                <a:cubicBezTo>
                  <a:pt x="2648174" y="132215"/>
                  <a:pt x="2649432" y="133612"/>
                  <a:pt x="2651033" y="134500"/>
                </a:cubicBezTo>
                <a:cubicBezTo>
                  <a:pt x="2652633" y="135386"/>
                  <a:pt x="2655884" y="135829"/>
                  <a:pt x="2660784" y="135829"/>
                </a:cubicBezTo>
                <a:lnTo>
                  <a:pt x="2660784" y="139357"/>
                </a:lnTo>
                <a:lnTo>
                  <a:pt x="2616390" y="139357"/>
                </a:lnTo>
                <a:lnTo>
                  <a:pt x="2616390" y="135829"/>
                </a:lnTo>
                <a:lnTo>
                  <a:pt x="2618350" y="135829"/>
                </a:lnTo>
                <a:cubicBezTo>
                  <a:pt x="2622923" y="135829"/>
                  <a:pt x="2626010" y="134663"/>
                  <a:pt x="2627611" y="132332"/>
                </a:cubicBezTo>
                <a:cubicBezTo>
                  <a:pt x="2629211" y="129998"/>
                  <a:pt x="2630012" y="125545"/>
                  <a:pt x="2630012" y="118973"/>
                </a:cubicBezTo>
                <a:lnTo>
                  <a:pt x="2630012" y="85849"/>
                </a:lnTo>
                <a:cubicBezTo>
                  <a:pt x="2630012" y="75069"/>
                  <a:pt x="2629767" y="68503"/>
                  <a:pt x="2629277" y="66150"/>
                </a:cubicBezTo>
                <a:cubicBezTo>
                  <a:pt x="2628787" y="63798"/>
                  <a:pt x="2628035" y="62198"/>
                  <a:pt x="2627023" y="61348"/>
                </a:cubicBezTo>
                <a:cubicBezTo>
                  <a:pt x="2626010" y="60499"/>
                  <a:pt x="2624654" y="60074"/>
                  <a:pt x="2622956" y="60074"/>
                </a:cubicBezTo>
                <a:cubicBezTo>
                  <a:pt x="2621126" y="60074"/>
                  <a:pt x="2618938" y="60564"/>
                  <a:pt x="2616390" y="61544"/>
                </a:cubicBezTo>
                <a:lnTo>
                  <a:pt x="2614920" y="58016"/>
                </a:lnTo>
                <a:lnTo>
                  <a:pt x="2641968" y="47040"/>
                </a:lnTo>
                <a:lnTo>
                  <a:pt x="2646182" y="47040"/>
                </a:lnTo>
                <a:lnTo>
                  <a:pt x="2646182" y="65954"/>
                </a:lnTo>
                <a:close/>
                <a:moveTo>
                  <a:pt x="2715762" y="49588"/>
                </a:moveTo>
                <a:lnTo>
                  <a:pt x="2758000" y="49588"/>
                </a:lnTo>
                <a:lnTo>
                  <a:pt x="2758000" y="53116"/>
                </a:lnTo>
                <a:lnTo>
                  <a:pt x="2755256" y="53116"/>
                </a:lnTo>
                <a:cubicBezTo>
                  <a:pt x="2752708" y="53116"/>
                  <a:pt x="2750765" y="53737"/>
                  <a:pt x="2749425" y="54978"/>
                </a:cubicBezTo>
                <a:cubicBezTo>
                  <a:pt x="2748086" y="56220"/>
                  <a:pt x="2747416" y="57886"/>
                  <a:pt x="2747416" y="59976"/>
                </a:cubicBezTo>
                <a:cubicBezTo>
                  <a:pt x="2747416" y="62263"/>
                  <a:pt x="2748102" y="64974"/>
                  <a:pt x="2749474" y="68111"/>
                </a:cubicBezTo>
                <a:lnTo>
                  <a:pt x="2770348" y="117699"/>
                </a:lnTo>
                <a:lnTo>
                  <a:pt x="2791321" y="66248"/>
                </a:lnTo>
                <a:cubicBezTo>
                  <a:pt x="2792823" y="62590"/>
                  <a:pt x="2793575" y="59813"/>
                  <a:pt x="2793575" y="57918"/>
                </a:cubicBezTo>
                <a:cubicBezTo>
                  <a:pt x="2793575" y="57004"/>
                  <a:pt x="2793313" y="56252"/>
                  <a:pt x="2792791" y="55664"/>
                </a:cubicBezTo>
                <a:cubicBezTo>
                  <a:pt x="2792072" y="54684"/>
                  <a:pt x="2791157" y="54015"/>
                  <a:pt x="2790047" y="53655"/>
                </a:cubicBezTo>
                <a:cubicBezTo>
                  <a:pt x="2788936" y="53296"/>
                  <a:pt x="2786682" y="53116"/>
                  <a:pt x="2783285" y="53116"/>
                </a:cubicBezTo>
                <a:lnTo>
                  <a:pt x="2783285" y="49588"/>
                </a:lnTo>
                <a:lnTo>
                  <a:pt x="2812587" y="49588"/>
                </a:lnTo>
                <a:lnTo>
                  <a:pt x="2812587" y="53116"/>
                </a:lnTo>
                <a:cubicBezTo>
                  <a:pt x="2809189" y="53380"/>
                  <a:pt x="2806837" y="54071"/>
                  <a:pt x="2805531" y="55190"/>
                </a:cubicBezTo>
                <a:cubicBezTo>
                  <a:pt x="2803244" y="57164"/>
                  <a:pt x="2801186" y="60455"/>
                  <a:pt x="2799357" y="65063"/>
                </a:cubicBezTo>
                <a:lnTo>
                  <a:pt x="2767506" y="142101"/>
                </a:lnTo>
                <a:lnTo>
                  <a:pt x="2763488" y="142101"/>
                </a:lnTo>
                <a:lnTo>
                  <a:pt x="2731442" y="66288"/>
                </a:lnTo>
                <a:cubicBezTo>
                  <a:pt x="2730005" y="62750"/>
                  <a:pt x="2728633" y="60211"/>
                  <a:pt x="2727326" y="58672"/>
                </a:cubicBezTo>
                <a:cubicBezTo>
                  <a:pt x="2726019" y="57130"/>
                  <a:pt x="2724353" y="55836"/>
                  <a:pt x="2722328" y="54789"/>
                </a:cubicBezTo>
                <a:cubicBezTo>
                  <a:pt x="2721217" y="54198"/>
                  <a:pt x="2719029" y="53641"/>
                  <a:pt x="2715762" y="53116"/>
                </a:cubicBezTo>
                <a:lnTo>
                  <a:pt x="2715762" y="49588"/>
                </a:lnTo>
                <a:close/>
                <a:moveTo>
                  <a:pt x="2835813" y="83497"/>
                </a:moveTo>
                <a:cubicBezTo>
                  <a:pt x="2835747" y="96763"/>
                  <a:pt x="2838981" y="107169"/>
                  <a:pt x="2845515" y="114713"/>
                </a:cubicBezTo>
                <a:cubicBezTo>
                  <a:pt x="2852048" y="122257"/>
                  <a:pt x="2859725" y="126029"/>
                  <a:pt x="2868545" y="126029"/>
                </a:cubicBezTo>
                <a:cubicBezTo>
                  <a:pt x="2874425" y="126029"/>
                  <a:pt x="2879537" y="124405"/>
                  <a:pt x="2883882" y="121156"/>
                </a:cubicBezTo>
                <a:cubicBezTo>
                  <a:pt x="2888227" y="117908"/>
                  <a:pt x="2891869" y="112346"/>
                  <a:pt x="2894809" y="104469"/>
                </a:cubicBezTo>
                <a:lnTo>
                  <a:pt x="2897847" y="106438"/>
                </a:lnTo>
                <a:cubicBezTo>
                  <a:pt x="2896475" y="115436"/>
                  <a:pt x="2892490" y="123629"/>
                  <a:pt x="2885891" y="131018"/>
                </a:cubicBezTo>
                <a:cubicBezTo>
                  <a:pt x="2879292" y="138407"/>
                  <a:pt x="2871028" y="142101"/>
                  <a:pt x="2861097" y="142101"/>
                </a:cubicBezTo>
                <a:cubicBezTo>
                  <a:pt x="2850317" y="142101"/>
                  <a:pt x="2841088" y="137913"/>
                  <a:pt x="2833412" y="129536"/>
                </a:cubicBezTo>
                <a:cubicBezTo>
                  <a:pt x="2825735" y="121156"/>
                  <a:pt x="2821897" y="109893"/>
                  <a:pt x="2821897" y="95744"/>
                </a:cubicBezTo>
                <a:cubicBezTo>
                  <a:pt x="2821897" y="80423"/>
                  <a:pt x="2825833" y="68476"/>
                  <a:pt x="2833706" y="59903"/>
                </a:cubicBezTo>
                <a:cubicBezTo>
                  <a:pt x="2841578" y="51328"/>
                  <a:pt x="2851460" y="47040"/>
                  <a:pt x="2863351" y="47040"/>
                </a:cubicBezTo>
                <a:cubicBezTo>
                  <a:pt x="2873412" y="47040"/>
                  <a:pt x="2881677" y="50348"/>
                  <a:pt x="2888145" y="56963"/>
                </a:cubicBezTo>
                <a:cubicBezTo>
                  <a:pt x="2894613" y="63576"/>
                  <a:pt x="2897847" y="72420"/>
                  <a:pt x="2897847" y="83497"/>
                </a:cubicBezTo>
                <a:lnTo>
                  <a:pt x="2835813" y="83497"/>
                </a:lnTo>
                <a:moveTo>
                  <a:pt x="2835813" y="77813"/>
                </a:moveTo>
                <a:lnTo>
                  <a:pt x="2877365" y="77813"/>
                </a:lnTo>
                <a:cubicBezTo>
                  <a:pt x="2877038" y="72110"/>
                  <a:pt x="2876352" y="68093"/>
                  <a:pt x="2875307" y="65762"/>
                </a:cubicBezTo>
                <a:cubicBezTo>
                  <a:pt x="2873674" y="62131"/>
                  <a:pt x="2871240" y="59280"/>
                  <a:pt x="2868006" y="57208"/>
                </a:cubicBezTo>
                <a:cubicBezTo>
                  <a:pt x="2864772" y="55134"/>
                  <a:pt x="2861391" y="54096"/>
                  <a:pt x="2857863" y="54096"/>
                </a:cubicBezTo>
                <a:cubicBezTo>
                  <a:pt x="2852440" y="54096"/>
                  <a:pt x="2847589" y="56186"/>
                  <a:pt x="2843310" y="60365"/>
                </a:cubicBezTo>
                <a:cubicBezTo>
                  <a:pt x="2839030" y="64545"/>
                  <a:pt x="2836531" y="70360"/>
                  <a:pt x="2835813" y="77813"/>
                </a:cubicBezTo>
                <a:close/>
                <a:moveTo>
                  <a:pt x="2936001" y="65954"/>
                </a:moveTo>
                <a:cubicBezTo>
                  <a:pt x="2946519" y="53345"/>
                  <a:pt x="2956548" y="47040"/>
                  <a:pt x="2966087" y="47040"/>
                </a:cubicBezTo>
                <a:cubicBezTo>
                  <a:pt x="2970987" y="47040"/>
                  <a:pt x="2975201" y="48262"/>
                  <a:pt x="2978729" y="50706"/>
                </a:cubicBezTo>
                <a:cubicBezTo>
                  <a:pt x="2982257" y="53148"/>
                  <a:pt x="2985066" y="57171"/>
                  <a:pt x="2987157" y="62776"/>
                </a:cubicBezTo>
                <a:cubicBezTo>
                  <a:pt x="2988594" y="66685"/>
                  <a:pt x="2989313" y="72680"/>
                  <a:pt x="2989313" y="80759"/>
                </a:cubicBezTo>
                <a:lnTo>
                  <a:pt x="2989313" y="118973"/>
                </a:lnTo>
                <a:cubicBezTo>
                  <a:pt x="2989313" y="124690"/>
                  <a:pt x="2989770" y="128567"/>
                  <a:pt x="2990685" y="130604"/>
                </a:cubicBezTo>
                <a:cubicBezTo>
                  <a:pt x="2991404" y="132248"/>
                  <a:pt x="2992563" y="133530"/>
                  <a:pt x="2994164" y="134451"/>
                </a:cubicBezTo>
                <a:cubicBezTo>
                  <a:pt x="2995765" y="135370"/>
                  <a:pt x="2998721" y="135829"/>
                  <a:pt x="3003033" y="135829"/>
                </a:cubicBezTo>
                <a:lnTo>
                  <a:pt x="3003033" y="139357"/>
                </a:lnTo>
                <a:lnTo>
                  <a:pt x="2958639" y="139357"/>
                </a:lnTo>
                <a:lnTo>
                  <a:pt x="2958639" y="135829"/>
                </a:lnTo>
                <a:lnTo>
                  <a:pt x="2960501" y="135829"/>
                </a:lnTo>
                <a:cubicBezTo>
                  <a:pt x="2964682" y="135829"/>
                  <a:pt x="2967606" y="135189"/>
                  <a:pt x="2969272" y="133909"/>
                </a:cubicBezTo>
                <a:cubicBezTo>
                  <a:pt x="2970938" y="132627"/>
                  <a:pt x="2972097" y="130737"/>
                  <a:pt x="2972751" y="128240"/>
                </a:cubicBezTo>
                <a:cubicBezTo>
                  <a:pt x="2973012" y="127254"/>
                  <a:pt x="2973143" y="124165"/>
                  <a:pt x="2973143" y="118973"/>
                </a:cubicBezTo>
                <a:lnTo>
                  <a:pt x="2973143" y="82284"/>
                </a:lnTo>
                <a:cubicBezTo>
                  <a:pt x="2973143" y="74129"/>
                  <a:pt x="2972081" y="68210"/>
                  <a:pt x="2969958" y="64524"/>
                </a:cubicBezTo>
                <a:cubicBezTo>
                  <a:pt x="2967834" y="60839"/>
                  <a:pt x="2964257" y="58996"/>
                  <a:pt x="2959227" y="58996"/>
                </a:cubicBezTo>
                <a:cubicBezTo>
                  <a:pt x="2951452" y="58996"/>
                  <a:pt x="2943710" y="63243"/>
                  <a:pt x="2936001" y="71737"/>
                </a:cubicBezTo>
                <a:lnTo>
                  <a:pt x="2936001" y="118973"/>
                </a:lnTo>
                <a:cubicBezTo>
                  <a:pt x="2936001" y="125084"/>
                  <a:pt x="2936360" y="128863"/>
                  <a:pt x="2937079" y="130310"/>
                </a:cubicBezTo>
                <a:cubicBezTo>
                  <a:pt x="2937993" y="132215"/>
                  <a:pt x="2939251" y="133612"/>
                  <a:pt x="2940852" y="134500"/>
                </a:cubicBezTo>
                <a:cubicBezTo>
                  <a:pt x="2942452" y="135386"/>
                  <a:pt x="2945703" y="135829"/>
                  <a:pt x="2950603" y="135829"/>
                </a:cubicBezTo>
                <a:lnTo>
                  <a:pt x="2950603" y="139357"/>
                </a:lnTo>
                <a:lnTo>
                  <a:pt x="2906208" y="139357"/>
                </a:lnTo>
                <a:lnTo>
                  <a:pt x="2906208" y="135829"/>
                </a:lnTo>
                <a:lnTo>
                  <a:pt x="2908168" y="135829"/>
                </a:lnTo>
                <a:cubicBezTo>
                  <a:pt x="2912742" y="135829"/>
                  <a:pt x="2915829" y="134663"/>
                  <a:pt x="2917429" y="132332"/>
                </a:cubicBezTo>
                <a:cubicBezTo>
                  <a:pt x="2919030" y="129998"/>
                  <a:pt x="2919830" y="125545"/>
                  <a:pt x="2919830" y="118973"/>
                </a:cubicBezTo>
                <a:lnTo>
                  <a:pt x="2919830" y="85849"/>
                </a:lnTo>
                <a:cubicBezTo>
                  <a:pt x="2919830" y="75069"/>
                  <a:pt x="2919585" y="68503"/>
                  <a:pt x="2919095" y="66150"/>
                </a:cubicBezTo>
                <a:cubicBezTo>
                  <a:pt x="2918605" y="63798"/>
                  <a:pt x="2917854" y="62198"/>
                  <a:pt x="2916841" y="61348"/>
                </a:cubicBezTo>
                <a:cubicBezTo>
                  <a:pt x="2915829" y="60499"/>
                  <a:pt x="2914473" y="60074"/>
                  <a:pt x="2912774" y="60074"/>
                </a:cubicBezTo>
                <a:cubicBezTo>
                  <a:pt x="2910945" y="60074"/>
                  <a:pt x="2908756" y="60564"/>
                  <a:pt x="2906208" y="61544"/>
                </a:cubicBezTo>
                <a:lnTo>
                  <a:pt x="2904738" y="58016"/>
                </a:lnTo>
                <a:lnTo>
                  <a:pt x="2931787" y="47040"/>
                </a:lnTo>
                <a:lnTo>
                  <a:pt x="2936001" y="47040"/>
                </a:lnTo>
                <a:lnTo>
                  <a:pt x="2936001" y="65954"/>
                </a:lnTo>
                <a:close/>
                <a:moveTo>
                  <a:pt x="3036255" y="19992"/>
                </a:moveTo>
                <a:lnTo>
                  <a:pt x="3036255" y="49588"/>
                </a:lnTo>
                <a:lnTo>
                  <a:pt x="3057227" y="49588"/>
                </a:lnTo>
                <a:lnTo>
                  <a:pt x="3057227" y="56252"/>
                </a:lnTo>
                <a:lnTo>
                  <a:pt x="3036255" y="56448"/>
                </a:lnTo>
                <a:lnTo>
                  <a:pt x="3036255" y="114740"/>
                </a:lnTo>
                <a:cubicBezTo>
                  <a:pt x="3036255" y="120561"/>
                  <a:pt x="3037088" y="124486"/>
                  <a:pt x="3038754" y="126516"/>
                </a:cubicBezTo>
                <a:cubicBezTo>
                  <a:pt x="3040420" y="128543"/>
                  <a:pt x="3042560" y="129557"/>
                  <a:pt x="3045173" y="129557"/>
                </a:cubicBezTo>
                <a:cubicBezTo>
                  <a:pt x="3047329" y="129557"/>
                  <a:pt x="3049420" y="128879"/>
                  <a:pt x="3051445" y="127523"/>
                </a:cubicBezTo>
                <a:cubicBezTo>
                  <a:pt x="3053471" y="126168"/>
                  <a:pt x="3055039" y="124167"/>
                  <a:pt x="3056149" y="121521"/>
                </a:cubicBezTo>
                <a:lnTo>
                  <a:pt x="3059971" y="121521"/>
                </a:lnTo>
                <a:cubicBezTo>
                  <a:pt x="3057685" y="127956"/>
                  <a:pt x="3054451" y="132799"/>
                  <a:pt x="3050269" y="136050"/>
                </a:cubicBezTo>
                <a:cubicBezTo>
                  <a:pt x="3046088" y="139300"/>
                  <a:pt x="3041776" y="140925"/>
                  <a:pt x="3037333" y="140925"/>
                </a:cubicBezTo>
                <a:cubicBezTo>
                  <a:pt x="3034328" y="140925"/>
                  <a:pt x="3031388" y="140089"/>
                  <a:pt x="3028513" y="138417"/>
                </a:cubicBezTo>
                <a:cubicBezTo>
                  <a:pt x="3025638" y="136745"/>
                  <a:pt x="3023515" y="134352"/>
                  <a:pt x="3022143" y="131238"/>
                </a:cubicBezTo>
                <a:cubicBezTo>
                  <a:pt x="3020771" y="128125"/>
                  <a:pt x="3020085" y="123323"/>
                  <a:pt x="3020085" y="116832"/>
                </a:cubicBezTo>
                <a:lnTo>
                  <a:pt x="3020085" y="56252"/>
                </a:lnTo>
                <a:lnTo>
                  <a:pt x="3005875" y="56252"/>
                </a:lnTo>
                <a:lnTo>
                  <a:pt x="3005875" y="53110"/>
                </a:lnTo>
                <a:cubicBezTo>
                  <a:pt x="3009468" y="51681"/>
                  <a:pt x="3013143" y="49262"/>
                  <a:pt x="3016900" y="45852"/>
                </a:cubicBezTo>
                <a:cubicBezTo>
                  <a:pt x="3020657" y="42442"/>
                  <a:pt x="3024005" y="38379"/>
                  <a:pt x="3026945" y="33660"/>
                </a:cubicBezTo>
                <a:cubicBezTo>
                  <a:pt x="3028448" y="31169"/>
                  <a:pt x="3030538" y="26613"/>
                  <a:pt x="3033217" y="19992"/>
                </a:cubicBezTo>
                <a:lnTo>
                  <a:pt x="3036255" y="19992"/>
                </a:lnTo>
                <a:close/>
                <a:moveTo>
                  <a:pt x="3088818" y="0"/>
                </a:moveTo>
                <a:cubicBezTo>
                  <a:pt x="3091562" y="0"/>
                  <a:pt x="3093897" y="969"/>
                  <a:pt x="3095825" y="2906"/>
                </a:cubicBezTo>
                <a:cubicBezTo>
                  <a:pt x="3097752" y="4842"/>
                  <a:pt x="3098716" y="7189"/>
                  <a:pt x="3098716" y="9947"/>
                </a:cubicBezTo>
                <a:cubicBezTo>
                  <a:pt x="3098716" y="12705"/>
                  <a:pt x="3097752" y="15070"/>
                  <a:pt x="3095825" y="17040"/>
                </a:cubicBezTo>
                <a:cubicBezTo>
                  <a:pt x="3093897" y="19008"/>
                  <a:pt x="3091562" y="19992"/>
                  <a:pt x="3088818" y="19992"/>
                </a:cubicBezTo>
                <a:cubicBezTo>
                  <a:pt x="3086074" y="19992"/>
                  <a:pt x="3083722" y="19008"/>
                  <a:pt x="3081762" y="17040"/>
                </a:cubicBezTo>
                <a:cubicBezTo>
                  <a:pt x="3079802" y="15070"/>
                  <a:pt x="3078822" y="12705"/>
                  <a:pt x="3078822" y="9947"/>
                </a:cubicBezTo>
                <a:cubicBezTo>
                  <a:pt x="3078822" y="7189"/>
                  <a:pt x="3079785" y="4842"/>
                  <a:pt x="3081713" y="2906"/>
                </a:cubicBezTo>
                <a:cubicBezTo>
                  <a:pt x="3083640" y="969"/>
                  <a:pt x="3086008" y="0"/>
                  <a:pt x="3088818" y="0"/>
                </a:cubicBezTo>
                <a:moveTo>
                  <a:pt x="3096952" y="47040"/>
                </a:moveTo>
                <a:lnTo>
                  <a:pt x="3096952" y="118973"/>
                </a:lnTo>
                <a:cubicBezTo>
                  <a:pt x="3096952" y="124624"/>
                  <a:pt x="3097360" y="128387"/>
                  <a:pt x="3098177" y="130261"/>
                </a:cubicBezTo>
                <a:cubicBezTo>
                  <a:pt x="3098994" y="132134"/>
                  <a:pt x="3100202" y="133530"/>
                  <a:pt x="3101803" y="134451"/>
                </a:cubicBezTo>
                <a:cubicBezTo>
                  <a:pt x="3103404" y="135370"/>
                  <a:pt x="3106327" y="135829"/>
                  <a:pt x="3110574" y="135829"/>
                </a:cubicBezTo>
                <a:lnTo>
                  <a:pt x="3110574" y="139357"/>
                </a:lnTo>
                <a:lnTo>
                  <a:pt x="3066964" y="139357"/>
                </a:lnTo>
                <a:lnTo>
                  <a:pt x="3066964" y="135829"/>
                </a:lnTo>
                <a:cubicBezTo>
                  <a:pt x="3071341" y="135829"/>
                  <a:pt x="3074281" y="135402"/>
                  <a:pt x="3075784" y="134549"/>
                </a:cubicBezTo>
                <a:cubicBezTo>
                  <a:pt x="3077286" y="133693"/>
                  <a:pt x="3078479" y="132281"/>
                  <a:pt x="3079361" y="130310"/>
                </a:cubicBezTo>
                <a:cubicBezTo>
                  <a:pt x="3080243" y="128338"/>
                  <a:pt x="3080684" y="124559"/>
                  <a:pt x="3080684" y="118973"/>
                </a:cubicBezTo>
                <a:lnTo>
                  <a:pt x="3080684" y="84673"/>
                </a:lnTo>
                <a:cubicBezTo>
                  <a:pt x="3080684" y="74897"/>
                  <a:pt x="3080390" y="68566"/>
                  <a:pt x="3079802" y="65679"/>
                </a:cubicBezTo>
                <a:cubicBezTo>
                  <a:pt x="3079344" y="63578"/>
                  <a:pt x="3078626" y="62119"/>
                  <a:pt x="3077646" y="61303"/>
                </a:cubicBezTo>
                <a:cubicBezTo>
                  <a:pt x="3076666" y="60484"/>
                  <a:pt x="3075326" y="60074"/>
                  <a:pt x="3073628" y="60074"/>
                </a:cubicBezTo>
                <a:cubicBezTo>
                  <a:pt x="3071798" y="60074"/>
                  <a:pt x="3069577" y="60564"/>
                  <a:pt x="3066964" y="61544"/>
                </a:cubicBezTo>
                <a:lnTo>
                  <a:pt x="3065592" y="58016"/>
                </a:lnTo>
                <a:lnTo>
                  <a:pt x="3092640" y="47040"/>
                </a:lnTo>
                <a:lnTo>
                  <a:pt x="3096952" y="47040"/>
                </a:lnTo>
                <a:close/>
                <a:moveTo>
                  <a:pt x="3165684" y="47040"/>
                </a:moveTo>
                <a:cubicBezTo>
                  <a:pt x="3179273" y="47040"/>
                  <a:pt x="3190184" y="52197"/>
                  <a:pt x="3198416" y="62509"/>
                </a:cubicBezTo>
                <a:cubicBezTo>
                  <a:pt x="3205407" y="71319"/>
                  <a:pt x="3208902" y="81436"/>
                  <a:pt x="3208902" y="92859"/>
                </a:cubicBezTo>
                <a:cubicBezTo>
                  <a:pt x="3208902" y="100887"/>
                  <a:pt x="3206975" y="109013"/>
                  <a:pt x="3203120" y="117236"/>
                </a:cubicBezTo>
                <a:cubicBezTo>
                  <a:pt x="3199265" y="125458"/>
                  <a:pt x="3193957" y="131658"/>
                  <a:pt x="3187195" y="135835"/>
                </a:cubicBezTo>
                <a:cubicBezTo>
                  <a:pt x="3180433" y="140012"/>
                  <a:pt x="3172903" y="142101"/>
                  <a:pt x="3164606" y="142101"/>
                </a:cubicBezTo>
                <a:cubicBezTo>
                  <a:pt x="3151082" y="142101"/>
                  <a:pt x="3140334" y="136716"/>
                  <a:pt x="3132364" y="125946"/>
                </a:cubicBezTo>
                <a:cubicBezTo>
                  <a:pt x="3125634" y="116875"/>
                  <a:pt x="3122269" y="106694"/>
                  <a:pt x="3122269" y="95404"/>
                </a:cubicBezTo>
                <a:cubicBezTo>
                  <a:pt x="3122269" y="87180"/>
                  <a:pt x="3124311" y="79005"/>
                  <a:pt x="3128394" y="70879"/>
                </a:cubicBezTo>
                <a:cubicBezTo>
                  <a:pt x="3132478" y="62753"/>
                  <a:pt x="3137852" y="56749"/>
                  <a:pt x="3144516" y="52865"/>
                </a:cubicBezTo>
                <a:cubicBezTo>
                  <a:pt x="3151180" y="48982"/>
                  <a:pt x="3158236" y="47040"/>
                  <a:pt x="3165684" y="47040"/>
                </a:cubicBezTo>
                <a:moveTo>
                  <a:pt x="3162646" y="53508"/>
                </a:moveTo>
                <a:cubicBezTo>
                  <a:pt x="3159183" y="53508"/>
                  <a:pt x="3155704" y="54534"/>
                  <a:pt x="3152209" y="56586"/>
                </a:cubicBezTo>
                <a:cubicBezTo>
                  <a:pt x="3148713" y="58636"/>
                  <a:pt x="3145888" y="62233"/>
                  <a:pt x="3143732" y="67375"/>
                </a:cubicBezTo>
                <a:cubicBezTo>
                  <a:pt x="3141576" y="72518"/>
                  <a:pt x="3140498" y="79125"/>
                  <a:pt x="3140498" y="87196"/>
                </a:cubicBezTo>
                <a:cubicBezTo>
                  <a:pt x="3140498" y="100216"/>
                  <a:pt x="3143095" y="111446"/>
                  <a:pt x="3148289" y="120887"/>
                </a:cubicBezTo>
                <a:cubicBezTo>
                  <a:pt x="3153483" y="130326"/>
                  <a:pt x="3160326" y="135045"/>
                  <a:pt x="3168820" y="135045"/>
                </a:cubicBezTo>
                <a:cubicBezTo>
                  <a:pt x="3175157" y="135045"/>
                  <a:pt x="3180384" y="132441"/>
                  <a:pt x="3184500" y="127233"/>
                </a:cubicBezTo>
                <a:cubicBezTo>
                  <a:pt x="3188616" y="122024"/>
                  <a:pt x="3190674" y="113073"/>
                  <a:pt x="3190674" y="100380"/>
                </a:cubicBezTo>
                <a:cubicBezTo>
                  <a:pt x="3190674" y="84496"/>
                  <a:pt x="3187244" y="71997"/>
                  <a:pt x="3180384" y="62883"/>
                </a:cubicBezTo>
                <a:cubicBezTo>
                  <a:pt x="3175745" y="56633"/>
                  <a:pt x="3169832" y="53508"/>
                  <a:pt x="3162646" y="53508"/>
                </a:cubicBezTo>
                <a:close/>
                <a:moveTo>
                  <a:pt x="3248298" y="65954"/>
                </a:moveTo>
                <a:cubicBezTo>
                  <a:pt x="3258817" y="53345"/>
                  <a:pt x="3268846" y="47040"/>
                  <a:pt x="3278384" y="47040"/>
                </a:cubicBezTo>
                <a:cubicBezTo>
                  <a:pt x="3283284" y="47040"/>
                  <a:pt x="3287498" y="48262"/>
                  <a:pt x="3291026" y="50706"/>
                </a:cubicBezTo>
                <a:cubicBezTo>
                  <a:pt x="3294555" y="53148"/>
                  <a:pt x="3297364" y="57171"/>
                  <a:pt x="3299455" y="62776"/>
                </a:cubicBezTo>
                <a:cubicBezTo>
                  <a:pt x="3300892" y="66685"/>
                  <a:pt x="3301611" y="72680"/>
                  <a:pt x="3301611" y="80759"/>
                </a:cubicBezTo>
                <a:lnTo>
                  <a:pt x="3301611" y="118973"/>
                </a:lnTo>
                <a:cubicBezTo>
                  <a:pt x="3301611" y="124690"/>
                  <a:pt x="3302068" y="128567"/>
                  <a:pt x="3302983" y="130604"/>
                </a:cubicBezTo>
                <a:cubicBezTo>
                  <a:pt x="3303701" y="132248"/>
                  <a:pt x="3304861" y="133530"/>
                  <a:pt x="3306462" y="134451"/>
                </a:cubicBezTo>
                <a:cubicBezTo>
                  <a:pt x="3308062" y="135370"/>
                  <a:pt x="3311019" y="135829"/>
                  <a:pt x="3315331" y="135829"/>
                </a:cubicBezTo>
                <a:lnTo>
                  <a:pt x="3315331" y="139357"/>
                </a:lnTo>
                <a:lnTo>
                  <a:pt x="3270936" y="139357"/>
                </a:lnTo>
                <a:lnTo>
                  <a:pt x="3270936" y="135829"/>
                </a:lnTo>
                <a:lnTo>
                  <a:pt x="3272798" y="135829"/>
                </a:lnTo>
                <a:cubicBezTo>
                  <a:pt x="3276980" y="135829"/>
                  <a:pt x="3279903" y="135189"/>
                  <a:pt x="3281569" y="133909"/>
                </a:cubicBezTo>
                <a:cubicBezTo>
                  <a:pt x="3283235" y="132627"/>
                  <a:pt x="3284395" y="130737"/>
                  <a:pt x="3285048" y="128240"/>
                </a:cubicBezTo>
                <a:cubicBezTo>
                  <a:pt x="3285310" y="127254"/>
                  <a:pt x="3285440" y="124165"/>
                  <a:pt x="3285440" y="118973"/>
                </a:cubicBezTo>
                <a:lnTo>
                  <a:pt x="3285440" y="82284"/>
                </a:lnTo>
                <a:cubicBezTo>
                  <a:pt x="3285440" y="74129"/>
                  <a:pt x="3284379" y="68210"/>
                  <a:pt x="3282255" y="64524"/>
                </a:cubicBezTo>
                <a:cubicBezTo>
                  <a:pt x="3280132" y="60839"/>
                  <a:pt x="3276555" y="58996"/>
                  <a:pt x="3271524" y="58996"/>
                </a:cubicBezTo>
                <a:cubicBezTo>
                  <a:pt x="3263750" y="58996"/>
                  <a:pt x="3256008" y="63243"/>
                  <a:pt x="3248298" y="71737"/>
                </a:cubicBezTo>
                <a:lnTo>
                  <a:pt x="3248298" y="118973"/>
                </a:lnTo>
                <a:cubicBezTo>
                  <a:pt x="3248298" y="125084"/>
                  <a:pt x="3248658" y="128863"/>
                  <a:pt x="3249376" y="130310"/>
                </a:cubicBezTo>
                <a:cubicBezTo>
                  <a:pt x="3250291" y="132215"/>
                  <a:pt x="3251549" y="133612"/>
                  <a:pt x="3253149" y="134500"/>
                </a:cubicBezTo>
                <a:cubicBezTo>
                  <a:pt x="3254750" y="135386"/>
                  <a:pt x="3258000" y="135829"/>
                  <a:pt x="3262900" y="135829"/>
                </a:cubicBezTo>
                <a:lnTo>
                  <a:pt x="3262900" y="139357"/>
                </a:lnTo>
                <a:lnTo>
                  <a:pt x="3218506" y="139357"/>
                </a:lnTo>
                <a:lnTo>
                  <a:pt x="3218506" y="135829"/>
                </a:lnTo>
                <a:lnTo>
                  <a:pt x="3220466" y="135829"/>
                </a:lnTo>
                <a:cubicBezTo>
                  <a:pt x="3225039" y="135829"/>
                  <a:pt x="3228126" y="134663"/>
                  <a:pt x="3229727" y="132332"/>
                </a:cubicBezTo>
                <a:cubicBezTo>
                  <a:pt x="3231328" y="129998"/>
                  <a:pt x="3232128" y="125545"/>
                  <a:pt x="3232128" y="118973"/>
                </a:cubicBezTo>
                <a:lnTo>
                  <a:pt x="3232128" y="85849"/>
                </a:lnTo>
                <a:cubicBezTo>
                  <a:pt x="3232128" y="75069"/>
                  <a:pt x="3231883" y="68503"/>
                  <a:pt x="3231393" y="66150"/>
                </a:cubicBezTo>
                <a:cubicBezTo>
                  <a:pt x="3230903" y="63798"/>
                  <a:pt x="3230152" y="62198"/>
                  <a:pt x="3229139" y="61348"/>
                </a:cubicBezTo>
                <a:cubicBezTo>
                  <a:pt x="3228126" y="60499"/>
                  <a:pt x="3226771" y="60074"/>
                  <a:pt x="3225072" y="60074"/>
                </a:cubicBezTo>
                <a:cubicBezTo>
                  <a:pt x="3223243" y="60074"/>
                  <a:pt x="3221054" y="60564"/>
                  <a:pt x="3218506" y="61544"/>
                </a:cubicBezTo>
                <a:lnTo>
                  <a:pt x="3217036" y="58016"/>
                </a:lnTo>
                <a:lnTo>
                  <a:pt x="3244084" y="47040"/>
                </a:lnTo>
                <a:lnTo>
                  <a:pt x="3248298" y="47040"/>
                </a:lnTo>
                <a:lnTo>
                  <a:pt x="3248298" y="65954"/>
                </a:lnTo>
                <a:close/>
                <a:moveTo>
                  <a:pt x="3373347" y="126525"/>
                </a:moveTo>
                <a:cubicBezTo>
                  <a:pt x="3364135" y="133644"/>
                  <a:pt x="3358353" y="137758"/>
                  <a:pt x="3356001" y="138867"/>
                </a:cubicBezTo>
                <a:cubicBezTo>
                  <a:pt x="3352473" y="140500"/>
                  <a:pt x="3348716" y="141317"/>
                  <a:pt x="3344731" y="141317"/>
                </a:cubicBezTo>
                <a:cubicBezTo>
                  <a:pt x="3338524" y="141317"/>
                  <a:pt x="3333412" y="139194"/>
                  <a:pt x="3329394" y="134947"/>
                </a:cubicBezTo>
                <a:cubicBezTo>
                  <a:pt x="3325376" y="130700"/>
                  <a:pt x="3323367" y="125114"/>
                  <a:pt x="3323367" y="118189"/>
                </a:cubicBezTo>
                <a:cubicBezTo>
                  <a:pt x="3323367" y="113812"/>
                  <a:pt x="3324347" y="110022"/>
                  <a:pt x="3326307" y="106821"/>
                </a:cubicBezTo>
                <a:cubicBezTo>
                  <a:pt x="3328985" y="102378"/>
                  <a:pt x="3333640" y="98197"/>
                  <a:pt x="3340272" y="94277"/>
                </a:cubicBezTo>
                <a:cubicBezTo>
                  <a:pt x="3346903" y="90357"/>
                  <a:pt x="3357928" y="85587"/>
                  <a:pt x="3373347" y="79969"/>
                </a:cubicBezTo>
                <a:lnTo>
                  <a:pt x="3373347" y="76453"/>
                </a:lnTo>
                <a:cubicBezTo>
                  <a:pt x="3373347" y="67535"/>
                  <a:pt x="3371926" y="61416"/>
                  <a:pt x="3369084" y="58096"/>
                </a:cubicBezTo>
                <a:cubicBezTo>
                  <a:pt x="3366242" y="54776"/>
                  <a:pt x="3362109" y="53116"/>
                  <a:pt x="3356687" y="53116"/>
                </a:cubicBezTo>
                <a:cubicBezTo>
                  <a:pt x="3352571" y="53116"/>
                  <a:pt x="3349304" y="54227"/>
                  <a:pt x="3346887" y="56448"/>
                </a:cubicBezTo>
                <a:cubicBezTo>
                  <a:pt x="3344404" y="58670"/>
                  <a:pt x="3343163" y="61218"/>
                  <a:pt x="3343163" y="64092"/>
                </a:cubicBezTo>
                <a:lnTo>
                  <a:pt x="3343359" y="69777"/>
                </a:lnTo>
                <a:cubicBezTo>
                  <a:pt x="3343359" y="72782"/>
                  <a:pt x="3342591" y="75101"/>
                  <a:pt x="3341056" y="76735"/>
                </a:cubicBezTo>
                <a:cubicBezTo>
                  <a:pt x="3339520" y="78368"/>
                  <a:pt x="3337511" y="79185"/>
                  <a:pt x="3335029" y="79185"/>
                </a:cubicBezTo>
                <a:cubicBezTo>
                  <a:pt x="3332611" y="79185"/>
                  <a:pt x="3330635" y="78333"/>
                  <a:pt x="3329100" y="76630"/>
                </a:cubicBezTo>
                <a:cubicBezTo>
                  <a:pt x="3327564" y="74926"/>
                  <a:pt x="3326797" y="72599"/>
                  <a:pt x="3326797" y="69651"/>
                </a:cubicBezTo>
                <a:cubicBezTo>
                  <a:pt x="3326797" y="64014"/>
                  <a:pt x="3329671" y="58836"/>
                  <a:pt x="3335421" y="54118"/>
                </a:cubicBezTo>
                <a:cubicBezTo>
                  <a:pt x="3341170" y="49400"/>
                  <a:pt x="3349239" y="47040"/>
                  <a:pt x="3359627" y="47040"/>
                </a:cubicBezTo>
                <a:cubicBezTo>
                  <a:pt x="3367598" y="47040"/>
                  <a:pt x="3374131" y="48378"/>
                  <a:pt x="3379227" y="51052"/>
                </a:cubicBezTo>
                <a:cubicBezTo>
                  <a:pt x="3383082" y="53076"/>
                  <a:pt x="3385924" y="56241"/>
                  <a:pt x="3387753" y="60549"/>
                </a:cubicBezTo>
                <a:cubicBezTo>
                  <a:pt x="3388929" y="63354"/>
                  <a:pt x="3389517" y="69097"/>
                  <a:pt x="3389517" y="77776"/>
                </a:cubicBezTo>
                <a:lnTo>
                  <a:pt x="3389517" y="108217"/>
                </a:lnTo>
                <a:cubicBezTo>
                  <a:pt x="3389517" y="116766"/>
                  <a:pt x="3389680" y="122003"/>
                  <a:pt x="3390007" y="123928"/>
                </a:cubicBezTo>
                <a:cubicBezTo>
                  <a:pt x="3390334" y="125853"/>
                  <a:pt x="3390873" y="127143"/>
                  <a:pt x="3391624" y="127796"/>
                </a:cubicBezTo>
                <a:cubicBezTo>
                  <a:pt x="3392375" y="128447"/>
                  <a:pt x="3393241" y="128773"/>
                  <a:pt x="3394221" y="128773"/>
                </a:cubicBezTo>
                <a:cubicBezTo>
                  <a:pt x="3395266" y="128773"/>
                  <a:pt x="3396181" y="128544"/>
                  <a:pt x="3396965" y="128087"/>
                </a:cubicBezTo>
                <a:cubicBezTo>
                  <a:pt x="3398337" y="127238"/>
                  <a:pt x="3400983" y="124853"/>
                  <a:pt x="3404903" y="120933"/>
                </a:cubicBezTo>
                <a:lnTo>
                  <a:pt x="3404903" y="126421"/>
                </a:lnTo>
                <a:cubicBezTo>
                  <a:pt x="3397586" y="136221"/>
                  <a:pt x="3390595" y="141121"/>
                  <a:pt x="3383931" y="141121"/>
                </a:cubicBezTo>
                <a:cubicBezTo>
                  <a:pt x="3380730" y="141121"/>
                  <a:pt x="3378182" y="140019"/>
                  <a:pt x="3376287" y="137814"/>
                </a:cubicBezTo>
                <a:cubicBezTo>
                  <a:pt x="3374392" y="135606"/>
                  <a:pt x="3373412" y="131844"/>
                  <a:pt x="3373347" y="126525"/>
                </a:cubicBezTo>
                <a:moveTo>
                  <a:pt x="3373347" y="120170"/>
                </a:moveTo>
                <a:lnTo>
                  <a:pt x="3373347" y="86045"/>
                </a:lnTo>
                <a:cubicBezTo>
                  <a:pt x="3363481" y="89957"/>
                  <a:pt x="3357111" y="92727"/>
                  <a:pt x="3354237" y="94356"/>
                </a:cubicBezTo>
                <a:cubicBezTo>
                  <a:pt x="3349075" y="97225"/>
                  <a:pt x="3345384" y="100224"/>
                  <a:pt x="3343163" y="103354"/>
                </a:cubicBezTo>
                <a:cubicBezTo>
                  <a:pt x="3340941" y="106482"/>
                  <a:pt x="3339831" y="109904"/>
                  <a:pt x="3339831" y="113620"/>
                </a:cubicBezTo>
                <a:cubicBezTo>
                  <a:pt x="3339831" y="118313"/>
                  <a:pt x="3341235" y="122209"/>
                  <a:pt x="3344045" y="125306"/>
                </a:cubicBezTo>
                <a:cubicBezTo>
                  <a:pt x="3346854" y="128401"/>
                  <a:pt x="3350088" y="129949"/>
                  <a:pt x="3353747" y="129949"/>
                </a:cubicBezTo>
                <a:cubicBezTo>
                  <a:pt x="3358712" y="129949"/>
                  <a:pt x="3365246" y="126689"/>
                  <a:pt x="3373347" y="120170"/>
                </a:cubicBezTo>
                <a:close/>
                <a:moveTo>
                  <a:pt x="3442468" y="0"/>
                </a:moveTo>
                <a:lnTo>
                  <a:pt x="3442468" y="118973"/>
                </a:lnTo>
                <a:cubicBezTo>
                  <a:pt x="3442468" y="124624"/>
                  <a:pt x="3442877" y="128371"/>
                  <a:pt x="3443693" y="130212"/>
                </a:cubicBezTo>
                <a:cubicBezTo>
                  <a:pt x="3444510" y="132052"/>
                  <a:pt x="3445768" y="133448"/>
                  <a:pt x="3447466" y="134402"/>
                </a:cubicBezTo>
                <a:cubicBezTo>
                  <a:pt x="3449165" y="135353"/>
                  <a:pt x="3452334" y="135829"/>
                  <a:pt x="3456973" y="135829"/>
                </a:cubicBezTo>
                <a:lnTo>
                  <a:pt x="3456973" y="139357"/>
                </a:lnTo>
                <a:lnTo>
                  <a:pt x="3412970" y="139357"/>
                </a:lnTo>
                <a:lnTo>
                  <a:pt x="3412970" y="135829"/>
                </a:lnTo>
                <a:cubicBezTo>
                  <a:pt x="3417086" y="135829"/>
                  <a:pt x="3419896" y="135402"/>
                  <a:pt x="3421398" y="134549"/>
                </a:cubicBezTo>
                <a:cubicBezTo>
                  <a:pt x="3422901" y="133693"/>
                  <a:pt x="3424077" y="132281"/>
                  <a:pt x="3424926" y="130310"/>
                </a:cubicBezTo>
                <a:cubicBezTo>
                  <a:pt x="3425776" y="128338"/>
                  <a:pt x="3426200" y="124559"/>
                  <a:pt x="3426200" y="118973"/>
                </a:cubicBezTo>
                <a:lnTo>
                  <a:pt x="3426200" y="37632"/>
                </a:lnTo>
                <a:cubicBezTo>
                  <a:pt x="3426200" y="27506"/>
                  <a:pt x="3425972" y="21282"/>
                  <a:pt x="3425514" y="18963"/>
                </a:cubicBezTo>
                <a:cubicBezTo>
                  <a:pt x="3425057" y="16644"/>
                  <a:pt x="3424322" y="15059"/>
                  <a:pt x="3423309" y="14210"/>
                </a:cubicBezTo>
                <a:cubicBezTo>
                  <a:pt x="3422297" y="13361"/>
                  <a:pt x="3421006" y="12936"/>
                  <a:pt x="3419438" y="12936"/>
                </a:cubicBezTo>
                <a:cubicBezTo>
                  <a:pt x="3417740" y="12936"/>
                  <a:pt x="3415584" y="13459"/>
                  <a:pt x="3412970" y="14504"/>
                </a:cubicBezTo>
                <a:lnTo>
                  <a:pt x="3411304" y="10976"/>
                </a:lnTo>
                <a:lnTo>
                  <a:pt x="3438058" y="0"/>
                </a:lnTo>
                <a:lnTo>
                  <a:pt x="3442468" y="0"/>
                </a:lnTo>
                <a:close/>
                <a:moveTo>
                  <a:pt x="3593423" y="139357"/>
                </a:moveTo>
                <a:lnTo>
                  <a:pt x="3542071" y="27538"/>
                </a:lnTo>
                <a:lnTo>
                  <a:pt x="3542071" y="116229"/>
                </a:lnTo>
                <a:cubicBezTo>
                  <a:pt x="3542071" y="124396"/>
                  <a:pt x="3542953" y="129492"/>
                  <a:pt x="3544717" y="131517"/>
                </a:cubicBezTo>
                <a:cubicBezTo>
                  <a:pt x="3547134" y="134261"/>
                  <a:pt x="3550956" y="135633"/>
                  <a:pt x="3556183" y="135633"/>
                </a:cubicBezTo>
                <a:lnTo>
                  <a:pt x="3560887" y="135633"/>
                </a:lnTo>
                <a:lnTo>
                  <a:pt x="3560887" y="139357"/>
                </a:lnTo>
                <a:lnTo>
                  <a:pt x="3514630" y="139357"/>
                </a:lnTo>
                <a:lnTo>
                  <a:pt x="3514630" y="135633"/>
                </a:lnTo>
                <a:lnTo>
                  <a:pt x="3519334" y="135633"/>
                </a:lnTo>
                <a:cubicBezTo>
                  <a:pt x="3524953" y="135633"/>
                  <a:pt x="3528938" y="133934"/>
                  <a:pt x="3531290" y="130537"/>
                </a:cubicBezTo>
                <a:cubicBezTo>
                  <a:pt x="3532728" y="128446"/>
                  <a:pt x="3533446" y="123677"/>
                  <a:pt x="3533446" y="116229"/>
                </a:cubicBezTo>
                <a:lnTo>
                  <a:pt x="3533446" y="29596"/>
                </a:lnTo>
                <a:cubicBezTo>
                  <a:pt x="3533446" y="23716"/>
                  <a:pt x="3532793" y="19469"/>
                  <a:pt x="3531486" y="16856"/>
                </a:cubicBezTo>
                <a:cubicBezTo>
                  <a:pt x="3530572" y="14961"/>
                  <a:pt x="3528889" y="13377"/>
                  <a:pt x="3526439" y="12103"/>
                </a:cubicBezTo>
                <a:cubicBezTo>
                  <a:pt x="3523989" y="10829"/>
                  <a:pt x="3520053" y="10192"/>
                  <a:pt x="3514630" y="10192"/>
                </a:cubicBezTo>
                <a:lnTo>
                  <a:pt x="3514630" y="6468"/>
                </a:lnTo>
                <a:lnTo>
                  <a:pt x="3552263" y="6468"/>
                </a:lnTo>
                <a:lnTo>
                  <a:pt x="3600479" y="110425"/>
                </a:lnTo>
                <a:lnTo>
                  <a:pt x="3647911" y="6468"/>
                </a:lnTo>
                <a:lnTo>
                  <a:pt x="3685544" y="6468"/>
                </a:lnTo>
                <a:lnTo>
                  <a:pt x="3685544" y="10192"/>
                </a:lnTo>
                <a:lnTo>
                  <a:pt x="3680938" y="10192"/>
                </a:lnTo>
                <a:cubicBezTo>
                  <a:pt x="3675253" y="10192"/>
                  <a:pt x="3671235" y="11891"/>
                  <a:pt x="3668883" y="15288"/>
                </a:cubicBezTo>
                <a:cubicBezTo>
                  <a:pt x="3667446" y="17379"/>
                  <a:pt x="3666727" y="22148"/>
                  <a:pt x="3666727" y="29596"/>
                </a:cubicBezTo>
                <a:lnTo>
                  <a:pt x="3666727" y="116229"/>
                </a:lnTo>
                <a:cubicBezTo>
                  <a:pt x="3666727" y="124396"/>
                  <a:pt x="3667642" y="129492"/>
                  <a:pt x="3669471" y="131517"/>
                </a:cubicBezTo>
                <a:cubicBezTo>
                  <a:pt x="3671889" y="134261"/>
                  <a:pt x="3675711" y="135633"/>
                  <a:pt x="3680938" y="135633"/>
                </a:cubicBezTo>
                <a:lnTo>
                  <a:pt x="3685544" y="135633"/>
                </a:lnTo>
                <a:lnTo>
                  <a:pt x="3685544" y="139357"/>
                </a:lnTo>
                <a:lnTo>
                  <a:pt x="3629095" y="139357"/>
                </a:lnTo>
                <a:lnTo>
                  <a:pt x="3629095" y="135633"/>
                </a:lnTo>
                <a:lnTo>
                  <a:pt x="3633799" y="135633"/>
                </a:lnTo>
                <a:cubicBezTo>
                  <a:pt x="3639483" y="135633"/>
                  <a:pt x="3643469" y="133934"/>
                  <a:pt x="3645755" y="130537"/>
                </a:cubicBezTo>
                <a:cubicBezTo>
                  <a:pt x="3647193" y="128446"/>
                  <a:pt x="3647911" y="123677"/>
                  <a:pt x="3647911" y="116229"/>
                </a:cubicBezTo>
                <a:lnTo>
                  <a:pt x="3647911" y="27538"/>
                </a:lnTo>
                <a:lnTo>
                  <a:pt x="3596657" y="139357"/>
                </a:lnTo>
                <a:lnTo>
                  <a:pt x="3593423" y="139357"/>
                </a:lnTo>
                <a:close/>
                <a:moveTo>
                  <a:pt x="3711090" y="83497"/>
                </a:moveTo>
                <a:cubicBezTo>
                  <a:pt x="3711024" y="96763"/>
                  <a:pt x="3714258" y="107169"/>
                  <a:pt x="3720792" y="114713"/>
                </a:cubicBezTo>
                <a:cubicBezTo>
                  <a:pt x="3727325" y="122257"/>
                  <a:pt x="3735002" y="126029"/>
                  <a:pt x="3743822" y="126029"/>
                </a:cubicBezTo>
                <a:cubicBezTo>
                  <a:pt x="3749702" y="126029"/>
                  <a:pt x="3754814" y="124405"/>
                  <a:pt x="3759159" y="121156"/>
                </a:cubicBezTo>
                <a:cubicBezTo>
                  <a:pt x="3763504" y="117908"/>
                  <a:pt x="3767146" y="112346"/>
                  <a:pt x="3770086" y="104469"/>
                </a:cubicBezTo>
                <a:lnTo>
                  <a:pt x="3773124" y="106438"/>
                </a:lnTo>
                <a:cubicBezTo>
                  <a:pt x="3771752" y="115436"/>
                  <a:pt x="3767767" y="123629"/>
                  <a:pt x="3761168" y="131018"/>
                </a:cubicBezTo>
                <a:cubicBezTo>
                  <a:pt x="3754569" y="138407"/>
                  <a:pt x="3746305" y="142101"/>
                  <a:pt x="3736374" y="142101"/>
                </a:cubicBezTo>
                <a:cubicBezTo>
                  <a:pt x="3725594" y="142101"/>
                  <a:pt x="3716365" y="137913"/>
                  <a:pt x="3708689" y="129536"/>
                </a:cubicBezTo>
                <a:cubicBezTo>
                  <a:pt x="3701012" y="121156"/>
                  <a:pt x="3697173" y="109893"/>
                  <a:pt x="3697173" y="95744"/>
                </a:cubicBezTo>
                <a:cubicBezTo>
                  <a:pt x="3697173" y="80423"/>
                  <a:pt x="3701110" y="68476"/>
                  <a:pt x="3708983" y="59903"/>
                </a:cubicBezTo>
                <a:cubicBezTo>
                  <a:pt x="3716855" y="51328"/>
                  <a:pt x="3726737" y="47040"/>
                  <a:pt x="3738628" y="47040"/>
                </a:cubicBezTo>
                <a:cubicBezTo>
                  <a:pt x="3748689" y="47040"/>
                  <a:pt x="3756954" y="50348"/>
                  <a:pt x="3763422" y="56963"/>
                </a:cubicBezTo>
                <a:cubicBezTo>
                  <a:pt x="3769890" y="63576"/>
                  <a:pt x="3773124" y="72420"/>
                  <a:pt x="3773124" y="83497"/>
                </a:cubicBezTo>
                <a:lnTo>
                  <a:pt x="3711090" y="83497"/>
                </a:lnTo>
                <a:moveTo>
                  <a:pt x="3711090" y="77813"/>
                </a:moveTo>
                <a:lnTo>
                  <a:pt x="3752642" y="77813"/>
                </a:lnTo>
                <a:cubicBezTo>
                  <a:pt x="3752315" y="72110"/>
                  <a:pt x="3751629" y="68093"/>
                  <a:pt x="3750584" y="65762"/>
                </a:cubicBezTo>
                <a:cubicBezTo>
                  <a:pt x="3748951" y="62131"/>
                  <a:pt x="3746517" y="59280"/>
                  <a:pt x="3743283" y="57208"/>
                </a:cubicBezTo>
                <a:cubicBezTo>
                  <a:pt x="3740049" y="55134"/>
                  <a:pt x="3736668" y="54096"/>
                  <a:pt x="3733140" y="54096"/>
                </a:cubicBezTo>
                <a:cubicBezTo>
                  <a:pt x="3727717" y="54096"/>
                  <a:pt x="3722866" y="56186"/>
                  <a:pt x="3718587" y="60365"/>
                </a:cubicBezTo>
                <a:cubicBezTo>
                  <a:pt x="3714307" y="64545"/>
                  <a:pt x="3711808" y="70360"/>
                  <a:pt x="3711090" y="77813"/>
                </a:cubicBezTo>
                <a:close/>
                <a:moveTo>
                  <a:pt x="3811179" y="19992"/>
                </a:moveTo>
                <a:lnTo>
                  <a:pt x="3811179" y="49588"/>
                </a:lnTo>
                <a:lnTo>
                  <a:pt x="3832151" y="49588"/>
                </a:lnTo>
                <a:lnTo>
                  <a:pt x="3832151" y="56252"/>
                </a:lnTo>
                <a:lnTo>
                  <a:pt x="3811179" y="56448"/>
                </a:lnTo>
                <a:lnTo>
                  <a:pt x="3811179" y="114740"/>
                </a:lnTo>
                <a:cubicBezTo>
                  <a:pt x="3811179" y="120561"/>
                  <a:pt x="3812012" y="124486"/>
                  <a:pt x="3813678" y="126516"/>
                </a:cubicBezTo>
                <a:cubicBezTo>
                  <a:pt x="3815344" y="128543"/>
                  <a:pt x="3817483" y="129557"/>
                  <a:pt x="3820097" y="129557"/>
                </a:cubicBezTo>
                <a:cubicBezTo>
                  <a:pt x="3822253" y="129557"/>
                  <a:pt x="3824343" y="128879"/>
                  <a:pt x="3826369" y="127523"/>
                </a:cubicBezTo>
                <a:cubicBezTo>
                  <a:pt x="3828394" y="126168"/>
                  <a:pt x="3829962" y="124167"/>
                  <a:pt x="3831073" y="121521"/>
                </a:cubicBezTo>
                <a:lnTo>
                  <a:pt x="3834895" y="121521"/>
                </a:lnTo>
                <a:cubicBezTo>
                  <a:pt x="3832608" y="127956"/>
                  <a:pt x="3829374" y="132799"/>
                  <a:pt x="3825193" y="136050"/>
                </a:cubicBezTo>
                <a:cubicBezTo>
                  <a:pt x="3821011" y="139300"/>
                  <a:pt x="3816699" y="140925"/>
                  <a:pt x="3812257" y="140925"/>
                </a:cubicBezTo>
                <a:cubicBezTo>
                  <a:pt x="3809251" y="140925"/>
                  <a:pt x="3806311" y="140089"/>
                  <a:pt x="3803436" y="138417"/>
                </a:cubicBezTo>
                <a:cubicBezTo>
                  <a:pt x="3800562" y="136745"/>
                  <a:pt x="3798438" y="134352"/>
                  <a:pt x="3797066" y="131238"/>
                </a:cubicBezTo>
                <a:cubicBezTo>
                  <a:pt x="3795694" y="128125"/>
                  <a:pt x="3795008" y="123323"/>
                  <a:pt x="3795008" y="116832"/>
                </a:cubicBezTo>
                <a:lnTo>
                  <a:pt x="3795008" y="56252"/>
                </a:lnTo>
                <a:lnTo>
                  <a:pt x="3780798" y="56252"/>
                </a:lnTo>
                <a:lnTo>
                  <a:pt x="3780798" y="53110"/>
                </a:lnTo>
                <a:cubicBezTo>
                  <a:pt x="3784392" y="51681"/>
                  <a:pt x="3788067" y="49262"/>
                  <a:pt x="3791823" y="45852"/>
                </a:cubicBezTo>
                <a:cubicBezTo>
                  <a:pt x="3795580" y="42442"/>
                  <a:pt x="3798928" y="38379"/>
                  <a:pt x="3801868" y="33660"/>
                </a:cubicBezTo>
                <a:cubicBezTo>
                  <a:pt x="3803371" y="31169"/>
                  <a:pt x="3805462" y="26613"/>
                  <a:pt x="3808141" y="19992"/>
                </a:cubicBezTo>
                <a:lnTo>
                  <a:pt x="3811179" y="19992"/>
                </a:lnTo>
                <a:close/>
                <a:moveTo>
                  <a:pt x="3867269" y="0"/>
                </a:moveTo>
                <a:lnTo>
                  <a:pt x="3867269" y="65841"/>
                </a:lnTo>
                <a:cubicBezTo>
                  <a:pt x="3874521" y="57836"/>
                  <a:pt x="3880271" y="52701"/>
                  <a:pt x="3884517" y="50437"/>
                </a:cubicBezTo>
                <a:cubicBezTo>
                  <a:pt x="3888764" y="48172"/>
                  <a:pt x="3893011" y="47040"/>
                  <a:pt x="3897257" y="47040"/>
                </a:cubicBezTo>
                <a:cubicBezTo>
                  <a:pt x="3902353" y="47040"/>
                  <a:pt x="3906731" y="48442"/>
                  <a:pt x="3910390" y="51245"/>
                </a:cubicBezTo>
                <a:cubicBezTo>
                  <a:pt x="3914048" y="54046"/>
                  <a:pt x="3916760" y="58444"/>
                  <a:pt x="3918524" y="64439"/>
                </a:cubicBezTo>
                <a:cubicBezTo>
                  <a:pt x="3919765" y="68608"/>
                  <a:pt x="3920386" y="76230"/>
                  <a:pt x="3920386" y="87306"/>
                </a:cubicBezTo>
                <a:lnTo>
                  <a:pt x="3920386" y="118973"/>
                </a:lnTo>
                <a:cubicBezTo>
                  <a:pt x="3920386" y="124690"/>
                  <a:pt x="3920843" y="128599"/>
                  <a:pt x="3921758" y="130702"/>
                </a:cubicBezTo>
                <a:cubicBezTo>
                  <a:pt x="3922411" y="132281"/>
                  <a:pt x="3923522" y="133530"/>
                  <a:pt x="3925090" y="134451"/>
                </a:cubicBezTo>
                <a:cubicBezTo>
                  <a:pt x="3926658" y="135370"/>
                  <a:pt x="3929532" y="135829"/>
                  <a:pt x="3933714" y="135829"/>
                </a:cubicBezTo>
                <a:lnTo>
                  <a:pt x="3933714" y="139357"/>
                </a:lnTo>
                <a:lnTo>
                  <a:pt x="3889613" y="139357"/>
                </a:lnTo>
                <a:lnTo>
                  <a:pt x="3889613" y="135829"/>
                </a:lnTo>
                <a:lnTo>
                  <a:pt x="3891671" y="135829"/>
                </a:lnTo>
                <a:cubicBezTo>
                  <a:pt x="3895853" y="135829"/>
                  <a:pt x="3898760" y="135189"/>
                  <a:pt x="3900393" y="133909"/>
                </a:cubicBezTo>
                <a:cubicBezTo>
                  <a:pt x="3902027" y="132627"/>
                  <a:pt x="3903170" y="130737"/>
                  <a:pt x="3903823" y="128240"/>
                </a:cubicBezTo>
                <a:cubicBezTo>
                  <a:pt x="3904019" y="127189"/>
                  <a:pt x="3904117" y="124100"/>
                  <a:pt x="3904117" y="118973"/>
                </a:cubicBezTo>
                <a:lnTo>
                  <a:pt x="3904117" y="87377"/>
                </a:lnTo>
                <a:cubicBezTo>
                  <a:pt x="3904117" y="77624"/>
                  <a:pt x="3903611" y="71220"/>
                  <a:pt x="3902598" y="68166"/>
                </a:cubicBezTo>
                <a:cubicBezTo>
                  <a:pt x="3901586" y="65109"/>
                  <a:pt x="3899969" y="62817"/>
                  <a:pt x="3897747" y="61290"/>
                </a:cubicBezTo>
                <a:cubicBezTo>
                  <a:pt x="3895526" y="59761"/>
                  <a:pt x="3892847" y="58996"/>
                  <a:pt x="3889711" y="58996"/>
                </a:cubicBezTo>
                <a:cubicBezTo>
                  <a:pt x="3886510" y="58996"/>
                  <a:pt x="3883178" y="59844"/>
                  <a:pt x="3879715" y="61538"/>
                </a:cubicBezTo>
                <a:cubicBezTo>
                  <a:pt x="3876253" y="63233"/>
                  <a:pt x="3872104" y="66655"/>
                  <a:pt x="3867269" y="71804"/>
                </a:cubicBezTo>
                <a:lnTo>
                  <a:pt x="3867269" y="118973"/>
                </a:lnTo>
                <a:cubicBezTo>
                  <a:pt x="3867269" y="125151"/>
                  <a:pt x="3867612" y="128995"/>
                  <a:pt x="3868298" y="130506"/>
                </a:cubicBezTo>
                <a:cubicBezTo>
                  <a:pt x="3868984" y="132017"/>
                  <a:pt x="3870258" y="133282"/>
                  <a:pt x="3872120" y="134301"/>
                </a:cubicBezTo>
                <a:cubicBezTo>
                  <a:pt x="3873982" y="135320"/>
                  <a:pt x="3877200" y="135829"/>
                  <a:pt x="3881773" y="135829"/>
                </a:cubicBezTo>
                <a:lnTo>
                  <a:pt x="3881773" y="139357"/>
                </a:lnTo>
                <a:lnTo>
                  <a:pt x="3837281" y="139357"/>
                </a:lnTo>
                <a:lnTo>
                  <a:pt x="3837281" y="135829"/>
                </a:lnTo>
                <a:cubicBezTo>
                  <a:pt x="3841266" y="135829"/>
                  <a:pt x="3844402" y="135204"/>
                  <a:pt x="3846689" y="133955"/>
                </a:cubicBezTo>
                <a:cubicBezTo>
                  <a:pt x="3847996" y="133299"/>
                  <a:pt x="3849041" y="132052"/>
                  <a:pt x="3849825" y="130212"/>
                </a:cubicBezTo>
                <a:cubicBezTo>
                  <a:pt x="3850609" y="128371"/>
                  <a:pt x="3851001" y="124624"/>
                  <a:pt x="3851001" y="118973"/>
                </a:cubicBezTo>
                <a:lnTo>
                  <a:pt x="3851001" y="37828"/>
                </a:lnTo>
                <a:cubicBezTo>
                  <a:pt x="3851001" y="27614"/>
                  <a:pt x="3850756" y="21336"/>
                  <a:pt x="3850266" y="18994"/>
                </a:cubicBezTo>
                <a:cubicBezTo>
                  <a:pt x="3849776" y="16652"/>
                  <a:pt x="3849025" y="15057"/>
                  <a:pt x="3848012" y="14210"/>
                </a:cubicBezTo>
                <a:cubicBezTo>
                  <a:pt x="3846999" y="13361"/>
                  <a:pt x="3845644" y="12936"/>
                  <a:pt x="3843945" y="12936"/>
                </a:cubicBezTo>
                <a:cubicBezTo>
                  <a:pt x="3842573" y="12936"/>
                  <a:pt x="3840352" y="13459"/>
                  <a:pt x="3837281" y="14504"/>
                </a:cubicBezTo>
                <a:lnTo>
                  <a:pt x="3835909" y="10976"/>
                </a:lnTo>
                <a:lnTo>
                  <a:pt x="3862761" y="0"/>
                </a:lnTo>
                <a:lnTo>
                  <a:pt x="3867269" y="0"/>
                </a:lnTo>
                <a:close/>
                <a:moveTo>
                  <a:pt x="3985164" y="47040"/>
                </a:moveTo>
                <a:cubicBezTo>
                  <a:pt x="3998753" y="47040"/>
                  <a:pt x="4009664" y="52197"/>
                  <a:pt x="4017896" y="62509"/>
                </a:cubicBezTo>
                <a:cubicBezTo>
                  <a:pt x="4024887" y="71319"/>
                  <a:pt x="4028382" y="81436"/>
                  <a:pt x="4028382" y="92859"/>
                </a:cubicBezTo>
                <a:cubicBezTo>
                  <a:pt x="4028382" y="100887"/>
                  <a:pt x="4026455" y="109013"/>
                  <a:pt x="4022600" y="117236"/>
                </a:cubicBezTo>
                <a:cubicBezTo>
                  <a:pt x="4018745" y="125458"/>
                  <a:pt x="4013437" y="131658"/>
                  <a:pt x="4006675" y="135835"/>
                </a:cubicBezTo>
                <a:cubicBezTo>
                  <a:pt x="3999913" y="140012"/>
                  <a:pt x="3992383" y="142101"/>
                  <a:pt x="3984086" y="142101"/>
                </a:cubicBezTo>
                <a:cubicBezTo>
                  <a:pt x="3970562" y="142101"/>
                  <a:pt x="3959814" y="136716"/>
                  <a:pt x="3951844" y="125946"/>
                </a:cubicBezTo>
                <a:cubicBezTo>
                  <a:pt x="3945114" y="116875"/>
                  <a:pt x="3941750" y="106694"/>
                  <a:pt x="3941750" y="95404"/>
                </a:cubicBezTo>
                <a:cubicBezTo>
                  <a:pt x="3941750" y="87180"/>
                  <a:pt x="3943791" y="79005"/>
                  <a:pt x="3947875" y="70879"/>
                </a:cubicBezTo>
                <a:cubicBezTo>
                  <a:pt x="3951958" y="62753"/>
                  <a:pt x="3957332" y="56749"/>
                  <a:pt x="3963996" y="52865"/>
                </a:cubicBezTo>
                <a:cubicBezTo>
                  <a:pt x="3970660" y="48982"/>
                  <a:pt x="3977716" y="47040"/>
                  <a:pt x="3985164" y="47040"/>
                </a:cubicBezTo>
                <a:moveTo>
                  <a:pt x="3982126" y="53508"/>
                </a:moveTo>
                <a:cubicBezTo>
                  <a:pt x="3978663" y="53508"/>
                  <a:pt x="3975184" y="54534"/>
                  <a:pt x="3971689" y="56586"/>
                </a:cubicBezTo>
                <a:cubicBezTo>
                  <a:pt x="3968193" y="58636"/>
                  <a:pt x="3965368" y="62233"/>
                  <a:pt x="3963212" y="67375"/>
                </a:cubicBezTo>
                <a:cubicBezTo>
                  <a:pt x="3961056" y="72518"/>
                  <a:pt x="3959978" y="79125"/>
                  <a:pt x="3959978" y="87196"/>
                </a:cubicBezTo>
                <a:cubicBezTo>
                  <a:pt x="3959978" y="100216"/>
                  <a:pt x="3962575" y="111446"/>
                  <a:pt x="3967769" y="120887"/>
                </a:cubicBezTo>
                <a:cubicBezTo>
                  <a:pt x="3972963" y="130326"/>
                  <a:pt x="3979807" y="135045"/>
                  <a:pt x="3988300" y="135045"/>
                </a:cubicBezTo>
                <a:cubicBezTo>
                  <a:pt x="3994637" y="135045"/>
                  <a:pt x="3999864" y="132441"/>
                  <a:pt x="4003980" y="127233"/>
                </a:cubicBezTo>
                <a:cubicBezTo>
                  <a:pt x="4008096" y="122024"/>
                  <a:pt x="4010154" y="113073"/>
                  <a:pt x="4010154" y="100380"/>
                </a:cubicBezTo>
                <a:cubicBezTo>
                  <a:pt x="4010154" y="84496"/>
                  <a:pt x="4006724" y="71997"/>
                  <a:pt x="3999864" y="62883"/>
                </a:cubicBezTo>
                <a:cubicBezTo>
                  <a:pt x="3995225" y="56633"/>
                  <a:pt x="3989313" y="53508"/>
                  <a:pt x="3982126" y="53508"/>
                </a:cubicBezTo>
                <a:close/>
                <a:moveTo>
                  <a:pt x="4105019" y="129269"/>
                </a:moveTo>
                <a:cubicBezTo>
                  <a:pt x="4100641" y="133840"/>
                  <a:pt x="4096362" y="137122"/>
                  <a:pt x="4092180" y="139115"/>
                </a:cubicBezTo>
                <a:cubicBezTo>
                  <a:pt x="4087999" y="141106"/>
                  <a:pt x="4083491" y="142101"/>
                  <a:pt x="4078656" y="142101"/>
                </a:cubicBezTo>
                <a:cubicBezTo>
                  <a:pt x="4068856" y="142101"/>
                  <a:pt x="4060298" y="138011"/>
                  <a:pt x="4052980" y="129830"/>
                </a:cubicBezTo>
                <a:cubicBezTo>
                  <a:pt x="4045663" y="121646"/>
                  <a:pt x="4042004" y="111132"/>
                  <a:pt x="4042004" y="98286"/>
                </a:cubicBezTo>
                <a:cubicBezTo>
                  <a:pt x="4042004" y="85441"/>
                  <a:pt x="4046055" y="73689"/>
                  <a:pt x="4054156" y="63030"/>
                </a:cubicBezTo>
                <a:cubicBezTo>
                  <a:pt x="4062258" y="52370"/>
                  <a:pt x="4072678" y="47040"/>
                  <a:pt x="4085418" y="47040"/>
                </a:cubicBezTo>
                <a:cubicBezTo>
                  <a:pt x="4093324" y="47040"/>
                  <a:pt x="4099857" y="49555"/>
                  <a:pt x="4105019" y="54583"/>
                </a:cubicBezTo>
                <a:lnTo>
                  <a:pt x="4105019" y="37828"/>
                </a:lnTo>
                <a:cubicBezTo>
                  <a:pt x="4105019" y="27614"/>
                  <a:pt x="4104774" y="21336"/>
                  <a:pt x="4104284" y="18994"/>
                </a:cubicBezTo>
                <a:cubicBezTo>
                  <a:pt x="4103794" y="16652"/>
                  <a:pt x="4103026" y="15057"/>
                  <a:pt x="4101981" y="14210"/>
                </a:cubicBezTo>
                <a:cubicBezTo>
                  <a:pt x="4100935" y="13361"/>
                  <a:pt x="4099629" y="12936"/>
                  <a:pt x="4098061" y="12936"/>
                </a:cubicBezTo>
                <a:cubicBezTo>
                  <a:pt x="4096362" y="12936"/>
                  <a:pt x="4094108" y="13459"/>
                  <a:pt x="4091298" y="14504"/>
                </a:cubicBezTo>
                <a:lnTo>
                  <a:pt x="4090024" y="10976"/>
                </a:lnTo>
                <a:lnTo>
                  <a:pt x="4116779" y="0"/>
                </a:lnTo>
                <a:lnTo>
                  <a:pt x="4121189" y="0"/>
                </a:lnTo>
                <a:lnTo>
                  <a:pt x="4121189" y="103881"/>
                </a:lnTo>
                <a:cubicBezTo>
                  <a:pt x="4121189" y="114357"/>
                  <a:pt x="4121434" y="120749"/>
                  <a:pt x="4121924" y="123058"/>
                </a:cubicBezTo>
                <a:cubicBezTo>
                  <a:pt x="4122414" y="125367"/>
                  <a:pt x="4123198" y="126979"/>
                  <a:pt x="4124276" y="127894"/>
                </a:cubicBezTo>
                <a:cubicBezTo>
                  <a:pt x="4125354" y="128807"/>
                  <a:pt x="4126611" y="129263"/>
                  <a:pt x="4128049" y="129263"/>
                </a:cubicBezTo>
                <a:cubicBezTo>
                  <a:pt x="4129813" y="129263"/>
                  <a:pt x="4132165" y="128708"/>
                  <a:pt x="4135105" y="127597"/>
                </a:cubicBezTo>
                <a:lnTo>
                  <a:pt x="4136183" y="131125"/>
                </a:lnTo>
                <a:lnTo>
                  <a:pt x="4109527" y="142101"/>
                </a:lnTo>
                <a:lnTo>
                  <a:pt x="4105019" y="142101"/>
                </a:lnTo>
                <a:lnTo>
                  <a:pt x="4105019" y="129269"/>
                </a:lnTo>
                <a:moveTo>
                  <a:pt x="4105019" y="122424"/>
                </a:moveTo>
                <a:lnTo>
                  <a:pt x="4105019" y="76284"/>
                </a:lnTo>
                <a:cubicBezTo>
                  <a:pt x="4104627" y="71852"/>
                  <a:pt x="4103451" y="67811"/>
                  <a:pt x="4101491" y="64163"/>
                </a:cubicBezTo>
                <a:cubicBezTo>
                  <a:pt x="4099531" y="60512"/>
                  <a:pt x="4096934" y="57759"/>
                  <a:pt x="4093699" y="55903"/>
                </a:cubicBezTo>
                <a:cubicBezTo>
                  <a:pt x="4090465" y="54045"/>
                  <a:pt x="4087313" y="53116"/>
                  <a:pt x="4084242" y="53116"/>
                </a:cubicBezTo>
                <a:cubicBezTo>
                  <a:pt x="4078493" y="53116"/>
                  <a:pt x="4073364" y="55691"/>
                  <a:pt x="4068856" y="60840"/>
                </a:cubicBezTo>
                <a:cubicBezTo>
                  <a:pt x="4062911" y="67616"/>
                  <a:pt x="4059938" y="77522"/>
                  <a:pt x="4059938" y="90556"/>
                </a:cubicBezTo>
                <a:cubicBezTo>
                  <a:pt x="4059938" y="103721"/>
                  <a:pt x="4062813" y="113806"/>
                  <a:pt x="4068562" y="120813"/>
                </a:cubicBezTo>
                <a:cubicBezTo>
                  <a:pt x="4074312" y="127818"/>
                  <a:pt x="4080714" y="131321"/>
                  <a:pt x="4087770" y="131321"/>
                </a:cubicBezTo>
                <a:cubicBezTo>
                  <a:pt x="4093716" y="131321"/>
                  <a:pt x="4099465" y="128355"/>
                  <a:pt x="4105019" y="122424"/>
                </a:cubicBezTo>
                <a:close/>
                <a:moveTo>
                  <a:pt x="4199981" y="47040"/>
                </a:moveTo>
                <a:lnTo>
                  <a:pt x="4199981" y="77617"/>
                </a:lnTo>
                <a:lnTo>
                  <a:pt x="4196747" y="77617"/>
                </a:lnTo>
                <a:cubicBezTo>
                  <a:pt x="4194264" y="68051"/>
                  <a:pt x="4191079" y="61544"/>
                  <a:pt x="4187192" y="58096"/>
                </a:cubicBezTo>
                <a:cubicBezTo>
                  <a:pt x="4183305" y="54646"/>
                  <a:pt x="4178356" y="52920"/>
                  <a:pt x="4172345" y="52920"/>
                </a:cubicBezTo>
                <a:cubicBezTo>
                  <a:pt x="4167772" y="52920"/>
                  <a:pt x="4164080" y="54125"/>
                  <a:pt x="4161271" y="56534"/>
                </a:cubicBezTo>
                <a:cubicBezTo>
                  <a:pt x="4158461" y="58943"/>
                  <a:pt x="4157057" y="61613"/>
                  <a:pt x="4157057" y="64543"/>
                </a:cubicBezTo>
                <a:cubicBezTo>
                  <a:pt x="4157057" y="68187"/>
                  <a:pt x="4158102" y="71312"/>
                  <a:pt x="4160193" y="73917"/>
                </a:cubicBezTo>
                <a:cubicBezTo>
                  <a:pt x="4162218" y="76586"/>
                  <a:pt x="4166334" y="79417"/>
                  <a:pt x="4172541" y="82412"/>
                </a:cubicBezTo>
                <a:lnTo>
                  <a:pt x="4186849" y="89346"/>
                </a:lnTo>
                <a:cubicBezTo>
                  <a:pt x="4200112" y="95806"/>
                  <a:pt x="4206743" y="104321"/>
                  <a:pt x="4206743" y="114891"/>
                </a:cubicBezTo>
                <a:cubicBezTo>
                  <a:pt x="4206743" y="123047"/>
                  <a:pt x="4203656" y="129621"/>
                  <a:pt x="4197482" y="134613"/>
                </a:cubicBezTo>
                <a:cubicBezTo>
                  <a:pt x="4191308" y="139605"/>
                  <a:pt x="4184399" y="142101"/>
                  <a:pt x="4176755" y="142101"/>
                </a:cubicBezTo>
                <a:cubicBezTo>
                  <a:pt x="4171267" y="142101"/>
                  <a:pt x="4164995" y="141170"/>
                  <a:pt x="4157939" y="139308"/>
                </a:cubicBezTo>
                <a:cubicBezTo>
                  <a:pt x="4155783" y="138687"/>
                  <a:pt x="4154019" y="138377"/>
                  <a:pt x="4152647" y="138377"/>
                </a:cubicBezTo>
                <a:cubicBezTo>
                  <a:pt x="4151144" y="138377"/>
                  <a:pt x="4149968" y="139161"/>
                  <a:pt x="4149119" y="140729"/>
                </a:cubicBezTo>
                <a:lnTo>
                  <a:pt x="4145885" y="140729"/>
                </a:lnTo>
                <a:lnTo>
                  <a:pt x="4145885" y="108585"/>
                </a:lnTo>
                <a:lnTo>
                  <a:pt x="4149119" y="108585"/>
                </a:lnTo>
                <a:cubicBezTo>
                  <a:pt x="4150948" y="117732"/>
                  <a:pt x="4154443" y="124624"/>
                  <a:pt x="4159605" y="129263"/>
                </a:cubicBezTo>
                <a:cubicBezTo>
                  <a:pt x="4164766" y="133902"/>
                  <a:pt x="4170548" y="136221"/>
                  <a:pt x="4176951" y="136221"/>
                </a:cubicBezTo>
                <a:cubicBezTo>
                  <a:pt x="4181459" y="136221"/>
                  <a:pt x="4185134" y="134905"/>
                  <a:pt x="4187976" y="132273"/>
                </a:cubicBezTo>
                <a:cubicBezTo>
                  <a:pt x="4190818" y="129640"/>
                  <a:pt x="4192239" y="126470"/>
                  <a:pt x="4192239" y="122764"/>
                </a:cubicBezTo>
                <a:cubicBezTo>
                  <a:pt x="4192239" y="118279"/>
                  <a:pt x="4190655" y="114509"/>
                  <a:pt x="4187486" y="111454"/>
                </a:cubicBezTo>
                <a:cubicBezTo>
                  <a:pt x="4184317" y="108398"/>
                  <a:pt x="4177996" y="104538"/>
                  <a:pt x="4168523" y="99875"/>
                </a:cubicBezTo>
                <a:cubicBezTo>
                  <a:pt x="4159049" y="95210"/>
                  <a:pt x="4152843" y="90979"/>
                  <a:pt x="4149903" y="87184"/>
                </a:cubicBezTo>
                <a:cubicBezTo>
                  <a:pt x="4146963" y="83454"/>
                  <a:pt x="4145493" y="78743"/>
                  <a:pt x="4145493" y="73050"/>
                </a:cubicBezTo>
                <a:cubicBezTo>
                  <a:pt x="4145493" y="65655"/>
                  <a:pt x="4148024" y="59472"/>
                  <a:pt x="4153088" y="54501"/>
                </a:cubicBezTo>
                <a:cubicBezTo>
                  <a:pt x="4158151" y="49527"/>
                  <a:pt x="4164701" y="47040"/>
                  <a:pt x="4172737" y="47040"/>
                </a:cubicBezTo>
                <a:cubicBezTo>
                  <a:pt x="4176265" y="47040"/>
                  <a:pt x="4180544" y="47792"/>
                  <a:pt x="4185575" y="49294"/>
                </a:cubicBezTo>
                <a:cubicBezTo>
                  <a:pt x="4188907" y="50274"/>
                  <a:pt x="4191128" y="50764"/>
                  <a:pt x="4192239" y="50764"/>
                </a:cubicBezTo>
                <a:cubicBezTo>
                  <a:pt x="4193284" y="50764"/>
                  <a:pt x="4194101" y="50536"/>
                  <a:pt x="4194689" y="50078"/>
                </a:cubicBezTo>
                <a:cubicBezTo>
                  <a:pt x="4195277" y="49621"/>
                  <a:pt x="4195963" y="48608"/>
                  <a:pt x="4196747" y="47040"/>
                </a:cubicBezTo>
                <a:lnTo>
                  <a:pt x="4199981" y="470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AC171-91DB-47C1-BDF7-81E0AE6A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52" y="2223496"/>
            <a:ext cx="5619754" cy="10"/>
          </a:xfrm>
          <a:custGeom xmlns:a="http://schemas.openxmlformats.org/drawingml/2006/main">
            <a:pathLst>
              <a:path w="5619754" h="1" fill="none">
                <a:moveTo>
                  <a:pt x="0" y="0"/>
                </a:moveTo>
                <a:lnTo>
                  <a:pt x="56197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35" cap="flat">
            <a:solidFill>
              <a:srgbClr val="333333"/>
            </a:solidFill>
            <a:miter/>
          </a:ln>
        </p:spPr>
      </p:sp>
      <p:sp>
        <p:nvSpPr>
          <p:cNvPr id="41" name="Text Reward">
            <a:extLst xmlns:a="http://schemas.openxmlformats.org/drawingml/2006/main">
              <a:ext uri="{FF2B5EF4-FFF2-40B4-BE49-F238E27FC236}">
                <a16:creationId xmlns:a16="http://schemas.microsoft.com/office/drawing/2014/main" id="{7FA27DAF-9B21-457D-84CF-7013EA8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24" y="1947261"/>
            <a:ext cx="403814" cy="92366"/>
          </a:xfrm>
          <a:custGeom xmlns:a="http://schemas.openxmlformats.org/drawingml/2006/main">
            <a:pathLst>
              <a:path w="403814" h="92366">
                <a:moveTo>
                  <a:pt x="85932" y="90582"/>
                </a:moveTo>
                <a:lnTo>
                  <a:pt x="62872" y="90582"/>
                </a:lnTo>
                <a:lnTo>
                  <a:pt x="33634" y="50196"/>
                </a:lnTo>
                <a:cubicBezTo>
                  <a:pt x="31468" y="50281"/>
                  <a:pt x="29706" y="50323"/>
                  <a:pt x="28347" y="50323"/>
                </a:cubicBezTo>
                <a:cubicBezTo>
                  <a:pt x="27795" y="50323"/>
                  <a:pt x="27200" y="50313"/>
                  <a:pt x="26563" y="50292"/>
                </a:cubicBezTo>
                <a:cubicBezTo>
                  <a:pt x="25926" y="50270"/>
                  <a:pt x="25268" y="50238"/>
                  <a:pt x="24588" y="50196"/>
                </a:cubicBezTo>
                <a:lnTo>
                  <a:pt x="24588" y="75294"/>
                </a:lnTo>
                <a:cubicBezTo>
                  <a:pt x="24588" y="80703"/>
                  <a:pt x="25183" y="84063"/>
                  <a:pt x="26372" y="85373"/>
                </a:cubicBezTo>
                <a:cubicBezTo>
                  <a:pt x="27986" y="87232"/>
                  <a:pt x="30406" y="88161"/>
                  <a:pt x="33634" y="88161"/>
                </a:cubicBezTo>
                <a:lnTo>
                  <a:pt x="37010" y="88161"/>
                </a:lnTo>
                <a:lnTo>
                  <a:pt x="37010" y="90582"/>
                </a:lnTo>
                <a:lnTo>
                  <a:pt x="0" y="90582"/>
                </a:lnTo>
                <a:lnTo>
                  <a:pt x="0" y="88161"/>
                </a:lnTo>
                <a:lnTo>
                  <a:pt x="3249" y="88161"/>
                </a:lnTo>
                <a:cubicBezTo>
                  <a:pt x="6901" y="88161"/>
                  <a:pt x="9513" y="86978"/>
                  <a:pt x="11084" y="84612"/>
                </a:cubicBezTo>
                <a:cubicBezTo>
                  <a:pt x="11976" y="83302"/>
                  <a:pt x="12422" y="80196"/>
                  <a:pt x="12422" y="75294"/>
                </a:cubicBezTo>
                <a:lnTo>
                  <a:pt x="12422" y="19492"/>
                </a:lnTo>
                <a:cubicBezTo>
                  <a:pt x="12422" y="14083"/>
                  <a:pt x="11827" y="10724"/>
                  <a:pt x="10638" y="9414"/>
                </a:cubicBezTo>
                <a:cubicBezTo>
                  <a:pt x="8982" y="7554"/>
                  <a:pt x="6519" y="6625"/>
                  <a:pt x="3249" y="6625"/>
                </a:cubicBezTo>
                <a:lnTo>
                  <a:pt x="0" y="6625"/>
                </a:lnTo>
                <a:lnTo>
                  <a:pt x="0" y="4204"/>
                </a:lnTo>
                <a:lnTo>
                  <a:pt x="31468" y="4204"/>
                </a:lnTo>
                <a:cubicBezTo>
                  <a:pt x="40641" y="4204"/>
                  <a:pt x="47404" y="4872"/>
                  <a:pt x="51757" y="6209"/>
                </a:cubicBezTo>
                <a:cubicBezTo>
                  <a:pt x="56109" y="7545"/>
                  <a:pt x="59804" y="10006"/>
                  <a:pt x="62841" y="13592"/>
                </a:cubicBezTo>
                <a:cubicBezTo>
                  <a:pt x="65877" y="17177"/>
                  <a:pt x="67395" y="21450"/>
                  <a:pt x="67395" y="26414"/>
                </a:cubicBezTo>
                <a:cubicBezTo>
                  <a:pt x="67395" y="31718"/>
                  <a:pt x="65665" y="36322"/>
                  <a:pt x="62204" y="40225"/>
                </a:cubicBezTo>
                <a:cubicBezTo>
                  <a:pt x="58742" y="44128"/>
                  <a:pt x="53381" y="46886"/>
                  <a:pt x="46119" y="48498"/>
                </a:cubicBezTo>
                <a:lnTo>
                  <a:pt x="63955" y="73256"/>
                </a:lnTo>
                <a:cubicBezTo>
                  <a:pt x="68032" y="78946"/>
                  <a:pt x="71536" y="82726"/>
                  <a:pt x="74466" y="84594"/>
                </a:cubicBezTo>
                <a:cubicBezTo>
                  <a:pt x="77396" y="86463"/>
                  <a:pt x="81218" y="87652"/>
                  <a:pt x="85932" y="88161"/>
                </a:cubicBezTo>
                <a:lnTo>
                  <a:pt x="85932" y="90582"/>
                </a:lnTo>
                <a:moveTo>
                  <a:pt x="24588" y="46119"/>
                </a:moveTo>
                <a:cubicBezTo>
                  <a:pt x="25395" y="46119"/>
                  <a:pt x="26096" y="46130"/>
                  <a:pt x="26690" y="46151"/>
                </a:cubicBezTo>
                <a:cubicBezTo>
                  <a:pt x="27285" y="46172"/>
                  <a:pt x="27773" y="46183"/>
                  <a:pt x="28156" y="46183"/>
                </a:cubicBezTo>
                <a:cubicBezTo>
                  <a:pt x="36394" y="46183"/>
                  <a:pt x="42605" y="44403"/>
                  <a:pt x="46788" y="40842"/>
                </a:cubicBezTo>
                <a:cubicBezTo>
                  <a:pt x="50971" y="37280"/>
                  <a:pt x="53062" y="32743"/>
                  <a:pt x="53062" y="27232"/>
                </a:cubicBezTo>
                <a:cubicBezTo>
                  <a:pt x="53062" y="21848"/>
                  <a:pt x="51374" y="17471"/>
                  <a:pt x="47998" y="14102"/>
                </a:cubicBezTo>
                <a:cubicBezTo>
                  <a:pt x="44622" y="10731"/>
                  <a:pt x="40153" y="9045"/>
                  <a:pt x="34589" y="9045"/>
                </a:cubicBezTo>
                <a:cubicBezTo>
                  <a:pt x="32126" y="9045"/>
                  <a:pt x="28793" y="9470"/>
                  <a:pt x="24588" y="10319"/>
                </a:cubicBezTo>
                <a:lnTo>
                  <a:pt x="24588" y="46119"/>
                </a:lnTo>
                <a:close/>
                <a:moveTo>
                  <a:pt x="98673" y="54273"/>
                </a:moveTo>
                <a:cubicBezTo>
                  <a:pt x="98630" y="62896"/>
                  <a:pt x="100732" y="69660"/>
                  <a:pt x="104979" y="74563"/>
                </a:cubicBezTo>
                <a:cubicBezTo>
                  <a:pt x="109226" y="79467"/>
                  <a:pt x="114216" y="81919"/>
                  <a:pt x="119949" y="81919"/>
                </a:cubicBezTo>
                <a:cubicBezTo>
                  <a:pt x="123771" y="81919"/>
                  <a:pt x="127094" y="80863"/>
                  <a:pt x="129918" y="78752"/>
                </a:cubicBezTo>
                <a:cubicBezTo>
                  <a:pt x="132742" y="76640"/>
                  <a:pt x="135109" y="73025"/>
                  <a:pt x="137020" y="67905"/>
                </a:cubicBezTo>
                <a:lnTo>
                  <a:pt x="138995" y="69185"/>
                </a:lnTo>
                <a:cubicBezTo>
                  <a:pt x="138103" y="75033"/>
                  <a:pt x="135513" y="80359"/>
                  <a:pt x="131224" y="85162"/>
                </a:cubicBezTo>
                <a:cubicBezTo>
                  <a:pt x="126934" y="89964"/>
                  <a:pt x="121562" y="92366"/>
                  <a:pt x="115107" y="92366"/>
                </a:cubicBezTo>
                <a:cubicBezTo>
                  <a:pt x="108100" y="92366"/>
                  <a:pt x="102102" y="89643"/>
                  <a:pt x="97112" y="84198"/>
                </a:cubicBezTo>
                <a:cubicBezTo>
                  <a:pt x="92122" y="78752"/>
                  <a:pt x="89627" y="71430"/>
                  <a:pt x="89627" y="62233"/>
                </a:cubicBezTo>
                <a:cubicBezTo>
                  <a:pt x="89627" y="52275"/>
                  <a:pt x="92186" y="44509"/>
                  <a:pt x="97303" y="38937"/>
                </a:cubicBezTo>
                <a:cubicBezTo>
                  <a:pt x="102420" y="33363"/>
                  <a:pt x="108843" y="30576"/>
                  <a:pt x="116572" y="30576"/>
                </a:cubicBezTo>
                <a:cubicBezTo>
                  <a:pt x="123112" y="30576"/>
                  <a:pt x="128484" y="32726"/>
                  <a:pt x="132689" y="37026"/>
                </a:cubicBezTo>
                <a:cubicBezTo>
                  <a:pt x="136893" y="41324"/>
                  <a:pt x="138995" y="47073"/>
                  <a:pt x="138995" y="54273"/>
                </a:cubicBezTo>
                <a:lnTo>
                  <a:pt x="98673" y="54273"/>
                </a:lnTo>
                <a:moveTo>
                  <a:pt x="98673" y="50578"/>
                </a:moveTo>
                <a:lnTo>
                  <a:pt x="125682" y="50578"/>
                </a:lnTo>
                <a:cubicBezTo>
                  <a:pt x="125469" y="46872"/>
                  <a:pt x="125023" y="44261"/>
                  <a:pt x="124344" y="42745"/>
                </a:cubicBezTo>
                <a:cubicBezTo>
                  <a:pt x="123282" y="40385"/>
                  <a:pt x="121700" y="38532"/>
                  <a:pt x="119598" y="37185"/>
                </a:cubicBezTo>
                <a:cubicBezTo>
                  <a:pt x="117496" y="35837"/>
                  <a:pt x="115298" y="35163"/>
                  <a:pt x="113005" y="35163"/>
                </a:cubicBezTo>
                <a:cubicBezTo>
                  <a:pt x="109480" y="35163"/>
                  <a:pt x="106327" y="36521"/>
                  <a:pt x="103546" y="39237"/>
                </a:cubicBezTo>
                <a:cubicBezTo>
                  <a:pt x="100764" y="41954"/>
                  <a:pt x="99140" y="45734"/>
                  <a:pt x="98673" y="50578"/>
                </a:cubicBezTo>
                <a:close/>
                <a:moveTo>
                  <a:pt x="143538" y="32232"/>
                </a:moveTo>
                <a:lnTo>
                  <a:pt x="167999" y="32232"/>
                </a:lnTo>
                <a:lnTo>
                  <a:pt x="167999" y="34526"/>
                </a:lnTo>
                <a:cubicBezTo>
                  <a:pt x="165748" y="34697"/>
                  <a:pt x="164272" y="35104"/>
                  <a:pt x="163572" y="35746"/>
                </a:cubicBezTo>
                <a:cubicBezTo>
                  <a:pt x="162871" y="36387"/>
                  <a:pt x="162521" y="37306"/>
                  <a:pt x="162521" y="38503"/>
                </a:cubicBezTo>
                <a:cubicBezTo>
                  <a:pt x="162521" y="39830"/>
                  <a:pt x="162882" y="41435"/>
                  <a:pt x="163603" y="43316"/>
                </a:cubicBezTo>
                <a:lnTo>
                  <a:pt x="176089" y="76815"/>
                </a:lnTo>
                <a:lnTo>
                  <a:pt x="188638" y="49491"/>
                </a:lnTo>
                <a:lnTo>
                  <a:pt x="185325" y="40959"/>
                </a:lnTo>
                <a:cubicBezTo>
                  <a:pt x="184306" y="38386"/>
                  <a:pt x="182968" y="36606"/>
                  <a:pt x="181312" y="35619"/>
                </a:cubicBezTo>
                <a:cubicBezTo>
                  <a:pt x="180378" y="35019"/>
                  <a:pt x="178637" y="34654"/>
                  <a:pt x="176089" y="34526"/>
                </a:cubicBezTo>
                <a:lnTo>
                  <a:pt x="176089" y="32232"/>
                </a:lnTo>
                <a:lnTo>
                  <a:pt x="203862" y="32232"/>
                </a:lnTo>
                <a:lnTo>
                  <a:pt x="203862" y="34526"/>
                </a:lnTo>
                <a:cubicBezTo>
                  <a:pt x="200805" y="34654"/>
                  <a:pt x="198639" y="35213"/>
                  <a:pt x="197365" y="36202"/>
                </a:cubicBezTo>
                <a:cubicBezTo>
                  <a:pt x="196515" y="36891"/>
                  <a:pt x="196091" y="37987"/>
                  <a:pt x="196091" y="39492"/>
                </a:cubicBezTo>
                <a:cubicBezTo>
                  <a:pt x="196091" y="40342"/>
                  <a:pt x="196261" y="41213"/>
                  <a:pt x="196600" y="42106"/>
                </a:cubicBezTo>
                <a:lnTo>
                  <a:pt x="209850" y="75648"/>
                </a:lnTo>
                <a:lnTo>
                  <a:pt x="222144" y="43316"/>
                </a:lnTo>
                <a:cubicBezTo>
                  <a:pt x="222994" y="41006"/>
                  <a:pt x="223418" y="39167"/>
                  <a:pt x="223418" y="37798"/>
                </a:cubicBezTo>
                <a:cubicBezTo>
                  <a:pt x="223418" y="36985"/>
                  <a:pt x="223004" y="36258"/>
                  <a:pt x="222176" y="35617"/>
                </a:cubicBezTo>
                <a:cubicBezTo>
                  <a:pt x="221348" y="34974"/>
                  <a:pt x="219724" y="34611"/>
                  <a:pt x="217303" y="34526"/>
                </a:cubicBezTo>
                <a:lnTo>
                  <a:pt x="217303" y="32232"/>
                </a:lnTo>
                <a:lnTo>
                  <a:pt x="235712" y="32232"/>
                </a:lnTo>
                <a:lnTo>
                  <a:pt x="235712" y="34526"/>
                </a:lnTo>
                <a:cubicBezTo>
                  <a:pt x="232018" y="35080"/>
                  <a:pt x="229300" y="37597"/>
                  <a:pt x="227559" y="42076"/>
                </a:cubicBezTo>
                <a:lnTo>
                  <a:pt x="208066" y="92366"/>
                </a:lnTo>
                <a:lnTo>
                  <a:pt x="205455" y="92366"/>
                </a:lnTo>
                <a:lnTo>
                  <a:pt x="190867" y="55169"/>
                </a:lnTo>
                <a:lnTo>
                  <a:pt x="173859" y="92366"/>
                </a:lnTo>
                <a:lnTo>
                  <a:pt x="171502" y="92366"/>
                </a:lnTo>
                <a:lnTo>
                  <a:pt x="152774" y="43316"/>
                </a:lnTo>
                <a:cubicBezTo>
                  <a:pt x="151543" y="40194"/>
                  <a:pt x="150333" y="38087"/>
                  <a:pt x="149143" y="36996"/>
                </a:cubicBezTo>
                <a:cubicBezTo>
                  <a:pt x="147954" y="35905"/>
                  <a:pt x="146086" y="35082"/>
                  <a:pt x="143538" y="34526"/>
                </a:cubicBezTo>
                <a:lnTo>
                  <a:pt x="143538" y="32232"/>
                </a:lnTo>
                <a:close/>
                <a:moveTo>
                  <a:pt x="274038" y="82241"/>
                </a:moveTo>
                <a:cubicBezTo>
                  <a:pt x="268050" y="86869"/>
                  <a:pt x="264292" y="89543"/>
                  <a:pt x="262763" y="90264"/>
                </a:cubicBezTo>
                <a:cubicBezTo>
                  <a:pt x="260470" y="91325"/>
                  <a:pt x="258028" y="91856"/>
                  <a:pt x="255437" y="91856"/>
                </a:cubicBezTo>
                <a:cubicBezTo>
                  <a:pt x="251403" y="91856"/>
                  <a:pt x="248080" y="90476"/>
                  <a:pt x="245468" y="87716"/>
                </a:cubicBezTo>
                <a:cubicBezTo>
                  <a:pt x="242856" y="84955"/>
                  <a:pt x="241551" y="81324"/>
                  <a:pt x="241551" y="76823"/>
                </a:cubicBezTo>
                <a:cubicBezTo>
                  <a:pt x="241551" y="73977"/>
                  <a:pt x="242188" y="71514"/>
                  <a:pt x="243462" y="69434"/>
                </a:cubicBezTo>
                <a:cubicBezTo>
                  <a:pt x="245203" y="66546"/>
                  <a:pt x="248228" y="63828"/>
                  <a:pt x="252539" y="61280"/>
                </a:cubicBezTo>
                <a:cubicBezTo>
                  <a:pt x="256849" y="58732"/>
                  <a:pt x="264016" y="55632"/>
                  <a:pt x="274038" y="51980"/>
                </a:cubicBezTo>
                <a:lnTo>
                  <a:pt x="274038" y="49694"/>
                </a:lnTo>
                <a:cubicBezTo>
                  <a:pt x="274038" y="43898"/>
                  <a:pt x="273114" y="39920"/>
                  <a:pt x="271267" y="37762"/>
                </a:cubicBezTo>
                <a:cubicBezTo>
                  <a:pt x="269419" y="35605"/>
                  <a:pt x="266733" y="34526"/>
                  <a:pt x="263209" y="34526"/>
                </a:cubicBezTo>
                <a:cubicBezTo>
                  <a:pt x="260533" y="34526"/>
                  <a:pt x="258410" y="35248"/>
                  <a:pt x="256839" y="36691"/>
                </a:cubicBezTo>
                <a:cubicBezTo>
                  <a:pt x="255225" y="38135"/>
                  <a:pt x="254418" y="39792"/>
                  <a:pt x="254418" y="41660"/>
                </a:cubicBezTo>
                <a:lnTo>
                  <a:pt x="254545" y="45355"/>
                </a:lnTo>
                <a:cubicBezTo>
                  <a:pt x="254545" y="47308"/>
                  <a:pt x="254046" y="48816"/>
                  <a:pt x="253048" y="49877"/>
                </a:cubicBezTo>
                <a:cubicBezTo>
                  <a:pt x="252050" y="50939"/>
                  <a:pt x="250745" y="51470"/>
                  <a:pt x="249131" y="51470"/>
                </a:cubicBezTo>
                <a:cubicBezTo>
                  <a:pt x="247560" y="51470"/>
                  <a:pt x="246275" y="50917"/>
                  <a:pt x="245277" y="49810"/>
                </a:cubicBezTo>
                <a:cubicBezTo>
                  <a:pt x="244279" y="48702"/>
                  <a:pt x="243780" y="47189"/>
                  <a:pt x="243780" y="45273"/>
                </a:cubicBezTo>
                <a:cubicBezTo>
                  <a:pt x="243780" y="41609"/>
                  <a:pt x="245649" y="38244"/>
                  <a:pt x="249386" y="35177"/>
                </a:cubicBezTo>
                <a:cubicBezTo>
                  <a:pt x="253123" y="32110"/>
                  <a:pt x="258367" y="30576"/>
                  <a:pt x="265120" y="30576"/>
                </a:cubicBezTo>
                <a:cubicBezTo>
                  <a:pt x="270301" y="30576"/>
                  <a:pt x="274547" y="31445"/>
                  <a:pt x="277860" y="33184"/>
                </a:cubicBezTo>
                <a:cubicBezTo>
                  <a:pt x="280365" y="34499"/>
                  <a:pt x="282213" y="36557"/>
                  <a:pt x="283402" y="39357"/>
                </a:cubicBezTo>
                <a:cubicBezTo>
                  <a:pt x="284166" y="41180"/>
                  <a:pt x="284548" y="44913"/>
                  <a:pt x="284548" y="50554"/>
                </a:cubicBezTo>
                <a:lnTo>
                  <a:pt x="284548" y="70341"/>
                </a:lnTo>
                <a:cubicBezTo>
                  <a:pt x="284548" y="75898"/>
                  <a:pt x="284654" y="79302"/>
                  <a:pt x="284867" y="80553"/>
                </a:cubicBezTo>
                <a:cubicBezTo>
                  <a:pt x="285079" y="81805"/>
                  <a:pt x="285430" y="82643"/>
                  <a:pt x="285918" y="83067"/>
                </a:cubicBezTo>
                <a:cubicBezTo>
                  <a:pt x="286406" y="83491"/>
                  <a:pt x="286969" y="83702"/>
                  <a:pt x="287606" y="83702"/>
                </a:cubicBezTo>
                <a:cubicBezTo>
                  <a:pt x="288285" y="83702"/>
                  <a:pt x="288880" y="83554"/>
                  <a:pt x="289390" y="83257"/>
                </a:cubicBezTo>
                <a:cubicBezTo>
                  <a:pt x="290281" y="82704"/>
                  <a:pt x="292001" y="81154"/>
                  <a:pt x="294549" y="78606"/>
                </a:cubicBezTo>
                <a:lnTo>
                  <a:pt x="294549" y="82174"/>
                </a:lnTo>
                <a:cubicBezTo>
                  <a:pt x="289793" y="88544"/>
                  <a:pt x="285249" y="91729"/>
                  <a:pt x="280917" y="91729"/>
                </a:cubicBezTo>
                <a:cubicBezTo>
                  <a:pt x="278837" y="91729"/>
                  <a:pt x="277180" y="91012"/>
                  <a:pt x="275949" y="89579"/>
                </a:cubicBezTo>
                <a:cubicBezTo>
                  <a:pt x="274717" y="88144"/>
                  <a:pt x="274080" y="85698"/>
                  <a:pt x="274038" y="82241"/>
                </a:cubicBezTo>
                <a:moveTo>
                  <a:pt x="274038" y="78111"/>
                </a:moveTo>
                <a:lnTo>
                  <a:pt x="274038" y="55929"/>
                </a:lnTo>
                <a:cubicBezTo>
                  <a:pt x="267625" y="58472"/>
                  <a:pt x="263485" y="60273"/>
                  <a:pt x="261616" y="61332"/>
                </a:cubicBezTo>
                <a:cubicBezTo>
                  <a:pt x="258261" y="63196"/>
                  <a:pt x="255862" y="65146"/>
                  <a:pt x="254418" y="67180"/>
                </a:cubicBezTo>
                <a:cubicBezTo>
                  <a:pt x="252974" y="69213"/>
                  <a:pt x="252252" y="71437"/>
                  <a:pt x="252252" y="73853"/>
                </a:cubicBezTo>
                <a:cubicBezTo>
                  <a:pt x="252252" y="76904"/>
                  <a:pt x="253165" y="79436"/>
                  <a:pt x="254991" y="81449"/>
                </a:cubicBezTo>
                <a:cubicBezTo>
                  <a:pt x="256817" y="83461"/>
                  <a:pt x="258919" y="84467"/>
                  <a:pt x="261298" y="84467"/>
                </a:cubicBezTo>
                <a:cubicBezTo>
                  <a:pt x="264525" y="84467"/>
                  <a:pt x="268772" y="82348"/>
                  <a:pt x="274038" y="78111"/>
                </a:cubicBezTo>
                <a:close/>
                <a:moveTo>
                  <a:pt x="315972" y="30576"/>
                </a:moveTo>
                <a:lnTo>
                  <a:pt x="315972" y="43699"/>
                </a:lnTo>
                <a:cubicBezTo>
                  <a:pt x="320856" y="34950"/>
                  <a:pt x="325867" y="30576"/>
                  <a:pt x="331006" y="30576"/>
                </a:cubicBezTo>
                <a:cubicBezTo>
                  <a:pt x="333341" y="30576"/>
                  <a:pt x="335274" y="31288"/>
                  <a:pt x="336803" y="32710"/>
                </a:cubicBezTo>
                <a:cubicBezTo>
                  <a:pt x="338331" y="34133"/>
                  <a:pt x="339096" y="35778"/>
                  <a:pt x="339096" y="37647"/>
                </a:cubicBezTo>
                <a:cubicBezTo>
                  <a:pt x="339096" y="39303"/>
                  <a:pt x="338544" y="40705"/>
                  <a:pt x="337440" y="41851"/>
                </a:cubicBezTo>
                <a:cubicBezTo>
                  <a:pt x="336335" y="42998"/>
                  <a:pt x="335019" y="43571"/>
                  <a:pt x="333490" y="43571"/>
                </a:cubicBezTo>
                <a:cubicBezTo>
                  <a:pt x="332004" y="43571"/>
                  <a:pt x="330337" y="42849"/>
                  <a:pt x="328490" y="41405"/>
                </a:cubicBezTo>
                <a:cubicBezTo>
                  <a:pt x="326642" y="39961"/>
                  <a:pt x="325273" y="39239"/>
                  <a:pt x="324381" y="39239"/>
                </a:cubicBezTo>
                <a:cubicBezTo>
                  <a:pt x="323617" y="39239"/>
                  <a:pt x="322788" y="39661"/>
                  <a:pt x="321897" y="40504"/>
                </a:cubicBezTo>
                <a:cubicBezTo>
                  <a:pt x="319986" y="42233"/>
                  <a:pt x="318011" y="45079"/>
                  <a:pt x="315972" y="49041"/>
                </a:cubicBezTo>
                <a:lnTo>
                  <a:pt x="315972" y="76950"/>
                </a:lnTo>
                <a:cubicBezTo>
                  <a:pt x="315972" y="80180"/>
                  <a:pt x="316376" y="82623"/>
                  <a:pt x="317183" y="84280"/>
                </a:cubicBezTo>
                <a:cubicBezTo>
                  <a:pt x="317735" y="85428"/>
                  <a:pt x="318712" y="86383"/>
                  <a:pt x="320113" y="87146"/>
                </a:cubicBezTo>
                <a:cubicBezTo>
                  <a:pt x="321514" y="87908"/>
                  <a:pt x="323532" y="88289"/>
                  <a:pt x="326165" y="88289"/>
                </a:cubicBezTo>
                <a:lnTo>
                  <a:pt x="326165" y="90582"/>
                </a:lnTo>
                <a:lnTo>
                  <a:pt x="296289" y="90582"/>
                </a:lnTo>
                <a:lnTo>
                  <a:pt x="296289" y="88289"/>
                </a:lnTo>
                <a:cubicBezTo>
                  <a:pt x="299262" y="88289"/>
                  <a:pt x="301470" y="87816"/>
                  <a:pt x="302914" y="86872"/>
                </a:cubicBezTo>
                <a:cubicBezTo>
                  <a:pt x="303976" y="86184"/>
                  <a:pt x="304719" y="85089"/>
                  <a:pt x="305143" y="83585"/>
                </a:cubicBezTo>
                <a:cubicBezTo>
                  <a:pt x="305356" y="82854"/>
                  <a:pt x="305462" y="80770"/>
                  <a:pt x="305462" y="77332"/>
                </a:cubicBezTo>
                <a:lnTo>
                  <a:pt x="305462" y="54910"/>
                </a:lnTo>
                <a:cubicBezTo>
                  <a:pt x="305462" y="48115"/>
                  <a:pt x="305324" y="44070"/>
                  <a:pt x="305048" y="42775"/>
                </a:cubicBezTo>
                <a:cubicBezTo>
                  <a:pt x="304772" y="41480"/>
                  <a:pt x="304262" y="40535"/>
                  <a:pt x="303519" y="39940"/>
                </a:cubicBezTo>
                <a:cubicBezTo>
                  <a:pt x="302776" y="39346"/>
                  <a:pt x="301852" y="39048"/>
                  <a:pt x="300748" y="39048"/>
                </a:cubicBezTo>
                <a:cubicBezTo>
                  <a:pt x="299432" y="39048"/>
                  <a:pt x="297945" y="39367"/>
                  <a:pt x="296289" y="40004"/>
                </a:cubicBezTo>
                <a:lnTo>
                  <a:pt x="295652" y="37711"/>
                </a:lnTo>
                <a:lnTo>
                  <a:pt x="313297" y="30576"/>
                </a:lnTo>
                <a:lnTo>
                  <a:pt x="315972" y="30576"/>
                </a:lnTo>
                <a:close/>
                <a:moveTo>
                  <a:pt x="383557" y="84025"/>
                </a:moveTo>
                <a:cubicBezTo>
                  <a:pt x="380712" y="86996"/>
                  <a:pt x="377930" y="89130"/>
                  <a:pt x="375212" y="90425"/>
                </a:cubicBezTo>
                <a:cubicBezTo>
                  <a:pt x="372495" y="91719"/>
                  <a:pt x="369564" y="92366"/>
                  <a:pt x="366422" y="92366"/>
                </a:cubicBezTo>
                <a:cubicBezTo>
                  <a:pt x="360052" y="92366"/>
                  <a:pt x="354489" y="89707"/>
                  <a:pt x="349732" y="84389"/>
                </a:cubicBezTo>
                <a:cubicBezTo>
                  <a:pt x="344976" y="79070"/>
                  <a:pt x="342598" y="72236"/>
                  <a:pt x="342598" y="63886"/>
                </a:cubicBezTo>
                <a:cubicBezTo>
                  <a:pt x="342598" y="55537"/>
                  <a:pt x="345231" y="47898"/>
                  <a:pt x="350497" y="40969"/>
                </a:cubicBezTo>
                <a:cubicBezTo>
                  <a:pt x="355763" y="34041"/>
                  <a:pt x="362536" y="30576"/>
                  <a:pt x="370817" y="30576"/>
                </a:cubicBezTo>
                <a:cubicBezTo>
                  <a:pt x="375956" y="30576"/>
                  <a:pt x="380202" y="32211"/>
                  <a:pt x="383557" y="35479"/>
                </a:cubicBezTo>
                <a:lnTo>
                  <a:pt x="383557" y="24588"/>
                </a:lnTo>
                <a:cubicBezTo>
                  <a:pt x="383557" y="17949"/>
                  <a:pt x="383398" y="13868"/>
                  <a:pt x="383079" y="12346"/>
                </a:cubicBezTo>
                <a:cubicBezTo>
                  <a:pt x="382761" y="10824"/>
                  <a:pt x="382262" y="9787"/>
                  <a:pt x="381583" y="9237"/>
                </a:cubicBezTo>
                <a:cubicBezTo>
                  <a:pt x="380903" y="8685"/>
                  <a:pt x="380054" y="8408"/>
                  <a:pt x="379034" y="8408"/>
                </a:cubicBezTo>
                <a:cubicBezTo>
                  <a:pt x="377930" y="8408"/>
                  <a:pt x="376465" y="8748"/>
                  <a:pt x="374639" y="9428"/>
                </a:cubicBezTo>
                <a:lnTo>
                  <a:pt x="373811" y="7134"/>
                </a:lnTo>
                <a:lnTo>
                  <a:pt x="391201" y="0"/>
                </a:lnTo>
                <a:lnTo>
                  <a:pt x="394068" y="0"/>
                </a:lnTo>
                <a:lnTo>
                  <a:pt x="394068" y="67523"/>
                </a:lnTo>
                <a:cubicBezTo>
                  <a:pt x="394068" y="74332"/>
                  <a:pt x="394227" y="78487"/>
                  <a:pt x="394546" y="79988"/>
                </a:cubicBezTo>
                <a:cubicBezTo>
                  <a:pt x="394864" y="81489"/>
                  <a:pt x="395374" y="82537"/>
                  <a:pt x="396074" y="83131"/>
                </a:cubicBezTo>
                <a:cubicBezTo>
                  <a:pt x="396775" y="83724"/>
                  <a:pt x="397593" y="84021"/>
                  <a:pt x="398527" y="84021"/>
                </a:cubicBezTo>
                <a:cubicBezTo>
                  <a:pt x="399673" y="84021"/>
                  <a:pt x="401202" y="83660"/>
                  <a:pt x="403113" y="82938"/>
                </a:cubicBezTo>
                <a:lnTo>
                  <a:pt x="403814" y="85231"/>
                </a:lnTo>
                <a:lnTo>
                  <a:pt x="386487" y="92366"/>
                </a:lnTo>
                <a:lnTo>
                  <a:pt x="383557" y="92366"/>
                </a:lnTo>
                <a:lnTo>
                  <a:pt x="383557" y="84025"/>
                </a:lnTo>
                <a:moveTo>
                  <a:pt x="383557" y="79576"/>
                </a:moveTo>
                <a:lnTo>
                  <a:pt x="383557" y="49585"/>
                </a:lnTo>
                <a:cubicBezTo>
                  <a:pt x="383302" y="46704"/>
                  <a:pt x="382538" y="44077"/>
                  <a:pt x="381264" y="41706"/>
                </a:cubicBezTo>
                <a:cubicBezTo>
                  <a:pt x="379990" y="39333"/>
                  <a:pt x="378302" y="37543"/>
                  <a:pt x="376200" y="36337"/>
                </a:cubicBezTo>
                <a:cubicBezTo>
                  <a:pt x="374098" y="35129"/>
                  <a:pt x="372049" y="34526"/>
                  <a:pt x="370053" y="34526"/>
                </a:cubicBezTo>
                <a:cubicBezTo>
                  <a:pt x="366316" y="34526"/>
                  <a:pt x="362982" y="36199"/>
                  <a:pt x="360052" y="39546"/>
                </a:cubicBezTo>
                <a:cubicBezTo>
                  <a:pt x="356187" y="43951"/>
                  <a:pt x="354255" y="50389"/>
                  <a:pt x="354255" y="58861"/>
                </a:cubicBezTo>
                <a:cubicBezTo>
                  <a:pt x="354255" y="67418"/>
                  <a:pt x="356124" y="73974"/>
                  <a:pt x="359861" y="78529"/>
                </a:cubicBezTo>
                <a:cubicBezTo>
                  <a:pt x="363598" y="83082"/>
                  <a:pt x="367760" y="85359"/>
                  <a:pt x="372346" y="85359"/>
                </a:cubicBezTo>
                <a:cubicBezTo>
                  <a:pt x="376210" y="85359"/>
                  <a:pt x="379948" y="83431"/>
                  <a:pt x="383557" y="79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BasePolic">
            <a:extLst xmlns:a="http://schemas.openxmlformats.org/drawingml/2006/main">
              <a:ext uri="{FF2B5EF4-FFF2-40B4-BE49-F238E27FC236}">
                <a16:creationId xmlns:a16="http://schemas.microsoft.com/office/drawing/2014/main" id="{7BF83DBB-F0E6-44BC-89B9-839451C5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47" y="1946429"/>
            <a:ext cx="691989" cy="113367"/>
          </a:xfrm>
          <a:custGeom xmlns:a="http://schemas.openxmlformats.org/drawingml/2006/main">
            <a:pathLst>
              <a:path w="691989" h="113367">
                <a:moveTo>
                  <a:pt x="27440" y="7997"/>
                </a:moveTo>
                <a:lnTo>
                  <a:pt x="28538" y="5174"/>
                </a:lnTo>
                <a:lnTo>
                  <a:pt x="66484" y="5174"/>
                </a:lnTo>
                <a:cubicBezTo>
                  <a:pt x="72860" y="5174"/>
                  <a:pt x="78544" y="6168"/>
                  <a:pt x="83536" y="8154"/>
                </a:cubicBezTo>
                <a:cubicBezTo>
                  <a:pt x="88527" y="10140"/>
                  <a:pt x="92264" y="12910"/>
                  <a:pt x="94747" y="16464"/>
                </a:cubicBezTo>
                <a:cubicBezTo>
                  <a:pt x="97230" y="20018"/>
                  <a:pt x="98471" y="23782"/>
                  <a:pt x="98471" y="27754"/>
                </a:cubicBezTo>
                <a:cubicBezTo>
                  <a:pt x="98471" y="33869"/>
                  <a:pt x="96263" y="39396"/>
                  <a:pt x="91846" y="44336"/>
                </a:cubicBezTo>
                <a:cubicBezTo>
                  <a:pt x="87430" y="49275"/>
                  <a:pt x="80230" y="52920"/>
                  <a:pt x="70247" y="55272"/>
                </a:cubicBezTo>
                <a:cubicBezTo>
                  <a:pt x="76676" y="57677"/>
                  <a:pt x="81406" y="60865"/>
                  <a:pt x="84437" y="64837"/>
                </a:cubicBezTo>
                <a:cubicBezTo>
                  <a:pt x="87469" y="68810"/>
                  <a:pt x="88985" y="73174"/>
                  <a:pt x="88985" y="77930"/>
                </a:cubicBezTo>
                <a:cubicBezTo>
                  <a:pt x="88985" y="83209"/>
                  <a:pt x="87626" y="88253"/>
                  <a:pt x="84908" y="93061"/>
                </a:cubicBezTo>
                <a:cubicBezTo>
                  <a:pt x="82190" y="97870"/>
                  <a:pt x="78701" y="101607"/>
                  <a:pt x="74441" y="104273"/>
                </a:cubicBezTo>
                <a:cubicBezTo>
                  <a:pt x="70182" y="106938"/>
                  <a:pt x="65046" y="108898"/>
                  <a:pt x="59036" y="110153"/>
                </a:cubicBezTo>
                <a:cubicBezTo>
                  <a:pt x="54750" y="111041"/>
                  <a:pt x="48060" y="111486"/>
                  <a:pt x="38965" y="111486"/>
                </a:cubicBezTo>
                <a:lnTo>
                  <a:pt x="0" y="111486"/>
                </a:lnTo>
                <a:lnTo>
                  <a:pt x="1019" y="108663"/>
                </a:lnTo>
                <a:cubicBezTo>
                  <a:pt x="5096" y="108559"/>
                  <a:pt x="7866" y="108165"/>
                  <a:pt x="9330" y="107482"/>
                </a:cubicBezTo>
                <a:cubicBezTo>
                  <a:pt x="11420" y="106590"/>
                  <a:pt x="12910" y="105410"/>
                  <a:pt x="13799" y="103940"/>
                </a:cubicBezTo>
                <a:cubicBezTo>
                  <a:pt x="15053" y="101945"/>
                  <a:pt x="16725" y="97378"/>
                  <a:pt x="18816" y="90239"/>
                </a:cubicBezTo>
                <a:lnTo>
                  <a:pt x="37867" y="25811"/>
                </a:lnTo>
                <a:cubicBezTo>
                  <a:pt x="39488" y="20370"/>
                  <a:pt x="40298" y="16551"/>
                  <a:pt x="40298" y="14352"/>
                </a:cubicBezTo>
                <a:cubicBezTo>
                  <a:pt x="40298" y="12417"/>
                  <a:pt x="39579" y="10887"/>
                  <a:pt x="38142" y="9763"/>
                </a:cubicBezTo>
                <a:cubicBezTo>
                  <a:pt x="36705" y="8638"/>
                  <a:pt x="33974" y="8075"/>
                  <a:pt x="29949" y="8075"/>
                </a:cubicBezTo>
                <a:cubicBezTo>
                  <a:pt x="29060" y="8075"/>
                  <a:pt x="28224" y="8049"/>
                  <a:pt x="27440" y="7997"/>
                </a:cubicBezTo>
                <a:moveTo>
                  <a:pt x="43356" y="52215"/>
                </a:moveTo>
                <a:cubicBezTo>
                  <a:pt x="46753" y="52319"/>
                  <a:pt x="49209" y="52372"/>
                  <a:pt x="50725" y="52372"/>
                </a:cubicBezTo>
                <a:cubicBezTo>
                  <a:pt x="61597" y="52372"/>
                  <a:pt x="69685" y="50020"/>
                  <a:pt x="74990" y="45316"/>
                </a:cubicBezTo>
                <a:cubicBezTo>
                  <a:pt x="80295" y="40612"/>
                  <a:pt x="82948" y="34726"/>
                  <a:pt x="82948" y="27658"/>
                </a:cubicBezTo>
                <a:cubicBezTo>
                  <a:pt x="82948" y="22304"/>
                  <a:pt x="81328" y="18133"/>
                  <a:pt x="78087" y="15146"/>
                </a:cubicBezTo>
                <a:cubicBezTo>
                  <a:pt x="74846" y="12157"/>
                  <a:pt x="69672" y="10662"/>
                  <a:pt x="62564" y="10662"/>
                </a:cubicBezTo>
                <a:cubicBezTo>
                  <a:pt x="60682" y="10662"/>
                  <a:pt x="58278" y="10974"/>
                  <a:pt x="55351" y="11598"/>
                </a:cubicBezTo>
                <a:lnTo>
                  <a:pt x="43356" y="52215"/>
                </a:lnTo>
                <a:moveTo>
                  <a:pt x="27911" y="104589"/>
                </a:moveTo>
                <a:cubicBezTo>
                  <a:pt x="33555" y="105319"/>
                  <a:pt x="37972" y="105684"/>
                  <a:pt x="41160" y="105684"/>
                </a:cubicBezTo>
                <a:cubicBezTo>
                  <a:pt x="49314" y="105684"/>
                  <a:pt x="56540" y="103227"/>
                  <a:pt x="62838" y="98314"/>
                </a:cubicBezTo>
                <a:cubicBezTo>
                  <a:pt x="69136" y="93401"/>
                  <a:pt x="72285" y="86737"/>
                  <a:pt x="72285" y="78322"/>
                </a:cubicBezTo>
                <a:cubicBezTo>
                  <a:pt x="72285" y="71893"/>
                  <a:pt x="70338" y="66876"/>
                  <a:pt x="66444" y="63269"/>
                </a:cubicBezTo>
                <a:cubicBezTo>
                  <a:pt x="62551" y="59663"/>
                  <a:pt x="56265" y="57860"/>
                  <a:pt x="47589" y="57860"/>
                </a:cubicBezTo>
                <a:cubicBezTo>
                  <a:pt x="45917" y="57860"/>
                  <a:pt x="43878" y="57964"/>
                  <a:pt x="41474" y="58173"/>
                </a:cubicBezTo>
                <a:lnTo>
                  <a:pt x="27911" y="104589"/>
                </a:lnTo>
                <a:close/>
                <a:moveTo>
                  <a:pt x="177133" y="40455"/>
                </a:moveTo>
                <a:lnTo>
                  <a:pt x="161844" y="93691"/>
                </a:lnTo>
                <a:lnTo>
                  <a:pt x="160120" y="100845"/>
                </a:lnTo>
                <a:cubicBezTo>
                  <a:pt x="159963" y="101517"/>
                  <a:pt x="159884" y="102084"/>
                  <a:pt x="159884" y="102548"/>
                </a:cubicBezTo>
                <a:cubicBezTo>
                  <a:pt x="159884" y="103384"/>
                  <a:pt x="160146" y="104116"/>
                  <a:pt x="160668" y="104743"/>
                </a:cubicBezTo>
                <a:cubicBezTo>
                  <a:pt x="161087" y="105214"/>
                  <a:pt x="161609" y="105449"/>
                  <a:pt x="162236" y="105449"/>
                </a:cubicBezTo>
                <a:cubicBezTo>
                  <a:pt x="162916" y="105449"/>
                  <a:pt x="163804" y="105031"/>
                  <a:pt x="164902" y="104194"/>
                </a:cubicBezTo>
                <a:cubicBezTo>
                  <a:pt x="166940" y="102679"/>
                  <a:pt x="169658" y="99543"/>
                  <a:pt x="173056" y="94786"/>
                </a:cubicBezTo>
                <a:lnTo>
                  <a:pt x="175721" y="96668"/>
                </a:lnTo>
                <a:cubicBezTo>
                  <a:pt x="172115" y="102104"/>
                  <a:pt x="168404" y="106246"/>
                  <a:pt x="164588" y="109094"/>
                </a:cubicBezTo>
                <a:cubicBezTo>
                  <a:pt x="160773" y="111943"/>
                  <a:pt x="157245" y="113367"/>
                  <a:pt x="154004" y="113367"/>
                </a:cubicBezTo>
                <a:cubicBezTo>
                  <a:pt x="151757" y="113367"/>
                  <a:pt x="150071" y="112805"/>
                  <a:pt x="148948" y="111682"/>
                </a:cubicBezTo>
                <a:cubicBezTo>
                  <a:pt x="147824" y="110558"/>
                  <a:pt x="147262" y="108925"/>
                  <a:pt x="147262" y="106782"/>
                </a:cubicBezTo>
                <a:cubicBezTo>
                  <a:pt x="147262" y="104221"/>
                  <a:pt x="147837" y="100849"/>
                  <a:pt x="148987" y="96668"/>
                </a:cubicBezTo>
                <a:lnTo>
                  <a:pt x="150633" y="90594"/>
                </a:lnTo>
                <a:cubicBezTo>
                  <a:pt x="143786" y="99609"/>
                  <a:pt x="137488" y="105909"/>
                  <a:pt x="131739" y="109494"/>
                </a:cubicBezTo>
                <a:cubicBezTo>
                  <a:pt x="127609" y="112076"/>
                  <a:pt x="123559" y="113367"/>
                  <a:pt x="119587" y="113367"/>
                </a:cubicBezTo>
                <a:cubicBezTo>
                  <a:pt x="115771" y="113367"/>
                  <a:pt x="112478" y="111785"/>
                  <a:pt x="109708" y="108619"/>
                </a:cubicBezTo>
                <a:cubicBezTo>
                  <a:pt x="106938" y="105454"/>
                  <a:pt x="105553" y="101098"/>
                  <a:pt x="105553" y="95551"/>
                </a:cubicBezTo>
                <a:cubicBezTo>
                  <a:pt x="105553" y="87232"/>
                  <a:pt x="108049" y="78455"/>
                  <a:pt x="113040" y="69220"/>
                </a:cubicBezTo>
                <a:cubicBezTo>
                  <a:pt x="118032" y="59985"/>
                  <a:pt x="124369" y="52595"/>
                  <a:pt x="132052" y="47048"/>
                </a:cubicBezTo>
                <a:cubicBezTo>
                  <a:pt x="138063" y="42652"/>
                  <a:pt x="143734" y="40455"/>
                  <a:pt x="149065" y="40455"/>
                </a:cubicBezTo>
                <a:cubicBezTo>
                  <a:pt x="152253" y="40455"/>
                  <a:pt x="154906" y="41298"/>
                  <a:pt x="157023" y="42986"/>
                </a:cubicBezTo>
                <a:cubicBezTo>
                  <a:pt x="159140" y="44673"/>
                  <a:pt x="160747" y="47467"/>
                  <a:pt x="161844" y="51367"/>
                </a:cubicBezTo>
                <a:lnTo>
                  <a:pt x="164667" y="42336"/>
                </a:lnTo>
                <a:lnTo>
                  <a:pt x="177133" y="40455"/>
                </a:lnTo>
                <a:moveTo>
                  <a:pt x="149222" y="44375"/>
                </a:moveTo>
                <a:cubicBezTo>
                  <a:pt x="145877" y="44375"/>
                  <a:pt x="142323" y="45949"/>
                  <a:pt x="138559" y="49098"/>
                </a:cubicBezTo>
                <a:cubicBezTo>
                  <a:pt x="133228" y="53557"/>
                  <a:pt x="128485" y="60168"/>
                  <a:pt x="124330" y="68931"/>
                </a:cubicBezTo>
                <a:cubicBezTo>
                  <a:pt x="120175" y="77694"/>
                  <a:pt x="118097" y="85618"/>
                  <a:pt x="118097" y="92701"/>
                </a:cubicBezTo>
                <a:cubicBezTo>
                  <a:pt x="118097" y="96270"/>
                  <a:pt x="118985" y="99091"/>
                  <a:pt x="120763" y="101164"/>
                </a:cubicBezTo>
                <a:cubicBezTo>
                  <a:pt x="122540" y="103236"/>
                  <a:pt x="124578" y="104273"/>
                  <a:pt x="126878" y="104273"/>
                </a:cubicBezTo>
                <a:cubicBezTo>
                  <a:pt x="132575" y="104273"/>
                  <a:pt x="138769" y="100049"/>
                  <a:pt x="145459" y="91601"/>
                </a:cubicBezTo>
                <a:cubicBezTo>
                  <a:pt x="154396" y="80372"/>
                  <a:pt x="158865" y="68854"/>
                  <a:pt x="158865" y="57046"/>
                </a:cubicBezTo>
                <a:cubicBezTo>
                  <a:pt x="158865" y="52587"/>
                  <a:pt x="158003" y="49361"/>
                  <a:pt x="156278" y="47366"/>
                </a:cubicBezTo>
                <a:cubicBezTo>
                  <a:pt x="154553" y="45372"/>
                  <a:pt x="152201" y="44375"/>
                  <a:pt x="149222" y="44375"/>
                </a:cubicBezTo>
                <a:close/>
                <a:moveTo>
                  <a:pt x="240323" y="40455"/>
                </a:moveTo>
                <a:lnTo>
                  <a:pt x="235541" y="64602"/>
                </a:lnTo>
                <a:lnTo>
                  <a:pt x="232640" y="64602"/>
                </a:lnTo>
                <a:cubicBezTo>
                  <a:pt x="232379" y="57543"/>
                  <a:pt x="230889" y="52407"/>
                  <a:pt x="228171" y="49194"/>
                </a:cubicBezTo>
                <a:cubicBezTo>
                  <a:pt x="225453" y="45981"/>
                  <a:pt x="222082" y="44375"/>
                  <a:pt x="218058" y="44375"/>
                </a:cubicBezTo>
                <a:cubicBezTo>
                  <a:pt x="214817" y="44375"/>
                  <a:pt x="212243" y="45266"/>
                  <a:pt x="210335" y="47048"/>
                </a:cubicBezTo>
                <a:cubicBezTo>
                  <a:pt x="208427" y="48828"/>
                  <a:pt x="207474" y="50975"/>
                  <a:pt x="207474" y="53489"/>
                </a:cubicBezTo>
                <a:cubicBezTo>
                  <a:pt x="207474" y="55219"/>
                  <a:pt x="207853" y="56869"/>
                  <a:pt x="208610" y="58440"/>
                </a:cubicBezTo>
                <a:cubicBezTo>
                  <a:pt x="209368" y="60012"/>
                  <a:pt x="211028" y="62212"/>
                  <a:pt x="213589" y="65041"/>
                </a:cubicBezTo>
                <a:cubicBezTo>
                  <a:pt x="220384" y="72481"/>
                  <a:pt x="224774" y="78086"/>
                  <a:pt x="226760" y="81858"/>
                </a:cubicBezTo>
                <a:cubicBezTo>
                  <a:pt x="228746" y="85629"/>
                  <a:pt x="229739" y="89191"/>
                  <a:pt x="229739" y="92545"/>
                </a:cubicBezTo>
                <a:cubicBezTo>
                  <a:pt x="229739" y="97992"/>
                  <a:pt x="227479" y="102824"/>
                  <a:pt x="222958" y="107041"/>
                </a:cubicBezTo>
                <a:cubicBezTo>
                  <a:pt x="218437" y="111259"/>
                  <a:pt x="212726" y="113367"/>
                  <a:pt x="205827" y="113367"/>
                </a:cubicBezTo>
                <a:cubicBezTo>
                  <a:pt x="202064" y="113367"/>
                  <a:pt x="197726" y="112479"/>
                  <a:pt x="192813" y="110702"/>
                </a:cubicBezTo>
                <a:cubicBezTo>
                  <a:pt x="191088" y="110074"/>
                  <a:pt x="189755" y="109761"/>
                  <a:pt x="188814" y="109761"/>
                </a:cubicBezTo>
                <a:cubicBezTo>
                  <a:pt x="186462" y="109761"/>
                  <a:pt x="184685" y="110963"/>
                  <a:pt x="183483" y="113367"/>
                </a:cubicBezTo>
                <a:lnTo>
                  <a:pt x="180582" y="113367"/>
                </a:lnTo>
                <a:lnTo>
                  <a:pt x="185365" y="87809"/>
                </a:lnTo>
                <a:lnTo>
                  <a:pt x="188265" y="87809"/>
                </a:lnTo>
                <a:cubicBezTo>
                  <a:pt x="188579" y="95810"/>
                  <a:pt x="190225" y="101470"/>
                  <a:pt x="193205" y="104787"/>
                </a:cubicBezTo>
                <a:cubicBezTo>
                  <a:pt x="196184" y="108103"/>
                  <a:pt x="200261" y="109761"/>
                  <a:pt x="205435" y="109761"/>
                </a:cubicBezTo>
                <a:cubicBezTo>
                  <a:pt x="209407" y="109761"/>
                  <a:pt x="212557" y="108649"/>
                  <a:pt x="214882" y="106426"/>
                </a:cubicBezTo>
                <a:cubicBezTo>
                  <a:pt x="217208" y="104202"/>
                  <a:pt x="218371" y="101468"/>
                  <a:pt x="218371" y="98224"/>
                </a:cubicBezTo>
                <a:cubicBezTo>
                  <a:pt x="218371" y="96130"/>
                  <a:pt x="217953" y="94193"/>
                  <a:pt x="217117" y="92415"/>
                </a:cubicBezTo>
                <a:cubicBezTo>
                  <a:pt x="215653" y="89275"/>
                  <a:pt x="212583" y="84932"/>
                  <a:pt x="207905" y="79385"/>
                </a:cubicBezTo>
                <a:cubicBezTo>
                  <a:pt x="203227" y="73839"/>
                  <a:pt x="200222" y="69679"/>
                  <a:pt x="198889" y="66905"/>
                </a:cubicBezTo>
                <a:cubicBezTo>
                  <a:pt x="197556" y="64132"/>
                  <a:pt x="196890" y="61358"/>
                  <a:pt x="196890" y="58585"/>
                </a:cubicBezTo>
                <a:cubicBezTo>
                  <a:pt x="196890" y="53510"/>
                  <a:pt x="198732" y="49220"/>
                  <a:pt x="202417" y="45715"/>
                </a:cubicBezTo>
                <a:cubicBezTo>
                  <a:pt x="206102" y="42208"/>
                  <a:pt x="210845" y="40455"/>
                  <a:pt x="216646" y="40455"/>
                </a:cubicBezTo>
                <a:cubicBezTo>
                  <a:pt x="218319" y="40455"/>
                  <a:pt x="219835" y="40588"/>
                  <a:pt x="221194" y="40854"/>
                </a:cubicBezTo>
                <a:cubicBezTo>
                  <a:pt x="221925" y="41014"/>
                  <a:pt x="223637" y="41615"/>
                  <a:pt x="226329" y="42657"/>
                </a:cubicBezTo>
                <a:cubicBezTo>
                  <a:pt x="229021" y="43698"/>
                  <a:pt x="230811" y="44218"/>
                  <a:pt x="231699" y="44218"/>
                </a:cubicBezTo>
                <a:cubicBezTo>
                  <a:pt x="233947" y="44218"/>
                  <a:pt x="235828" y="42964"/>
                  <a:pt x="237344" y="40455"/>
                </a:cubicBezTo>
                <a:lnTo>
                  <a:pt x="240323" y="40455"/>
                </a:lnTo>
                <a:close/>
                <a:moveTo>
                  <a:pt x="263661" y="82007"/>
                </a:moveTo>
                <a:cubicBezTo>
                  <a:pt x="263295" y="84612"/>
                  <a:pt x="263112" y="86774"/>
                  <a:pt x="263112" y="88492"/>
                </a:cubicBezTo>
                <a:cubicBezTo>
                  <a:pt x="263112" y="93128"/>
                  <a:pt x="264759" y="97074"/>
                  <a:pt x="268052" y="100331"/>
                </a:cubicBezTo>
                <a:cubicBezTo>
                  <a:pt x="271344" y="103586"/>
                  <a:pt x="275343" y="105214"/>
                  <a:pt x="280047" y="105214"/>
                </a:cubicBezTo>
                <a:cubicBezTo>
                  <a:pt x="283810" y="105214"/>
                  <a:pt x="287430" y="104445"/>
                  <a:pt x="290905" y="102908"/>
                </a:cubicBezTo>
                <a:cubicBezTo>
                  <a:pt x="294381" y="101370"/>
                  <a:pt x="299542" y="97968"/>
                  <a:pt x="306389" y="92704"/>
                </a:cubicBezTo>
                <a:lnTo>
                  <a:pt x="308036" y="94977"/>
                </a:lnTo>
                <a:cubicBezTo>
                  <a:pt x="295649" y="107237"/>
                  <a:pt x="283836" y="113367"/>
                  <a:pt x="272599" y="113367"/>
                </a:cubicBezTo>
                <a:cubicBezTo>
                  <a:pt x="264968" y="113367"/>
                  <a:pt x="259218" y="110961"/>
                  <a:pt x="255351" y="106147"/>
                </a:cubicBezTo>
                <a:cubicBezTo>
                  <a:pt x="251483" y="101334"/>
                  <a:pt x="249549" y="96023"/>
                  <a:pt x="249549" y="90215"/>
                </a:cubicBezTo>
                <a:cubicBezTo>
                  <a:pt x="249549" y="82419"/>
                  <a:pt x="251953" y="74440"/>
                  <a:pt x="256762" y="66278"/>
                </a:cubicBezTo>
                <a:cubicBezTo>
                  <a:pt x="261570" y="58114"/>
                  <a:pt x="267607" y="51770"/>
                  <a:pt x="274872" y="47244"/>
                </a:cubicBezTo>
                <a:cubicBezTo>
                  <a:pt x="282137" y="42718"/>
                  <a:pt x="289612" y="40455"/>
                  <a:pt x="297295" y="40455"/>
                </a:cubicBezTo>
                <a:cubicBezTo>
                  <a:pt x="302835" y="40455"/>
                  <a:pt x="306938" y="41583"/>
                  <a:pt x="309604" y="43838"/>
                </a:cubicBezTo>
                <a:cubicBezTo>
                  <a:pt x="312269" y="46094"/>
                  <a:pt x="313602" y="48770"/>
                  <a:pt x="313602" y="51867"/>
                </a:cubicBezTo>
                <a:cubicBezTo>
                  <a:pt x="313602" y="56221"/>
                  <a:pt x="311877" y="60392"/>
                  <a:pt x="308428" y="64379"/>
                </a:cubicBezTo>
                <a:cubicBezTo>
                  <a:pt x="303881" y="69573"/>
                  <a:pt x="297190" y="73770"/>
                  <a:pt x="288357" y="76970"/>
                </a:cubicBezTo>
                <a:cubicBezTo>
                  <a:pt x="282503" y="79121"/>
                  <a:pt x="274271" y="80800"/>
                  <a:pt x="263661" y="82007"/>
                </a:cubicBezTo>
                <a:moveTo>
                  <a:pt x="264210" y="78087"/>
                </a:moveTo>
                <a:cubicBezTo>
                  <a:pt x="271945" y="77197"/>
                  <a:pt x="278244" y="75678"/>
                  <a:pt x="283104" y="73530"/>
                </a:cubicBezTo>
                <a:cubicBezTo>
                  <a:pt x="289533" y="70649"/>
                  <a:pt x="294355" y="67204"/>
                  <a:pt x="297569" y="63196"/>
                </a:cubicBezTo>
                <a:cubicBezTo>
                  <a:pt x="300784" y="59188"/>
                  <a:pt x="302391" y="55376"/>
                  <a:pt x="302391" y="51762"/>
                </a:cubicBezTo>
                <a:cubicBezTo>
                  <a:pt x="302391" y="49561"/>
                  <a:pt x="301698" y="47780"/>
                  <a:pt x="300313" y="46418"/>
                </a:cubicBezTo>
                <a:cubicBezTo>
                  <a:pt x="298928" y="45056"/>
                  <a:pt x="296955" y="44375"/>
                  <a:pt x="294394" y="44375"/>
                </a:cubicBezTo>
                <a:cubicBezTo>
                  <a:pt x="289063" y="44375"/>
                  <a:pt x="283405" y="47217"/>
                  <a:pt x="277420" y="52901"/>
                </a:cubicBezTo>
                <a:cubicBezTo>
                  <a:pt x="271436" y="58585"/>
                  <a:pt x="267032" y="66980"/>
                  <a:pt x="264210" y="78087"/>
                </a:cubicBezTo>
                <a:close/>
                <a:moveTo>
                  <a:pt x="381051" y="5174"/>
                </a:moveTo>
                <a:lnTo>
                  <a:pt x="422917" y="5174"/>
                </a:lnTo>
                <a:cubicBezTo>
                  <a:pt x="433893" y="5174"/>
                  <a:pt x="442099" y="7536"/>
                  <a:pt x="447535" y="12260"/>
                </a:cubicBezTo>
                <a:cubicBezTo>
                  <a:pt x="452971" y="16984"/>
                  <a:pt x="455689" y="22738"/>
                  <a:pt x="455689" y="29523"/>
                </a:cubicBezTo>
                <a:cubicBezTo>
                  <a:pt x="455689" y="34900"/>
                  <a:pt x="453964" y="40120"/>
                  <a:pt x="450514" y="45183"/>
                </a:cubicBezTo>
                <a:cubicBezTo>
                  <a:pt x="447065" y="50245"/>
                  <a:pt x="441942" y="54355"/>
                  <a:pt x="435148" y="57514"/>
                </a:cubicBezTo>
                <a:cubicBezTo>
                  <a:pt x="428353" y="60671"/>
                  <a:pt x="421009" y="62250"/>
                  <a:pt x="413117" y="62250"/>
                </a:cubicBezTo>
                <a:cubicBezTo>
                  <a:pt x="408204" y="62250"/>
                  <a:pt x="401958" y="61356"/>
                  <a:pt x="394379" y="59567"/>
                </a:cubicBezTo>
                <a:lnTo>
                  <a:pt x="385912" y="88671"/>
                </a:lnTo>
                <a:cubicBezTo>
                  <a:pt x="383926" y="95598"/>
                  <a:pt x="382933" y="100163"/>
                  <a:pt x="382933" y="102367"/>
                </a:cubicBezTo>
                <a:cubicBezTo>
                  <a:pt x="382933" y="104046"/>
                  <a:pt x="383638" y="105437"/>
                  <a:pt x="385050" y="106539"/>
                </a:cubicBezTo>
                <a:cubicBezTo>
                  <a:pt x="386461" y="107640"/>
                  <a:pt x="389832" y="108348"/>
                  <a:pt x="395163" y="108663"/>
                </a:cubicBezTo>
                <a:lnTo>
                  <a:pt x="394379" y="111486"/>
                </a:lnTo>
                <a:lnTo>
                  <a:pt x="352121" y="111486"/>
                </a:lnTo>
                <a:lnTo>
                  <a:pt x="352984" y="108663"/>
                </a:lnTo>
                <a:cubicBezTo>
                  <a:pt x="358524" y="108663"/>
                  <a:pt x="362379" y="107705"/>
                  <a:pt x="364548" y="105789"/>
                </a:cubicBezTo>
                <a:cubicBezTo>
                  <a:pt x="366717" y="103873"/>
                  <a:pt x="369056" y="98585"/>
                  <a:pt x="371565" y="89925"/>
                </a:cubicBezTo>
                <a:lnTo>
                  <a:pt x="389127" y="29341"/>
                </a:lnTo>
                <a:cubicBezTo>
                  <a:pt x="391217" y="22070"/>
                  <a:pt x="392263" y="17205"/>
                  <a:pt x="392263" y="14747"/>
                </a:cubicBezTo>
                <a:cubicBezTo>
                  <a:pt x="392263" y="12916"/>
                  <a:pt x="391518" y="11398"/>
                  <a:pt x="390028" y="10195"/>
                </a:cubicBezTo>
                <a:cubicBezTo>
                  <a:pt x="388538" y="8991"/>
                  <a:pt x="385259" y="8258"/>
                  <a:pt x="380189" y="7997"/>
                </a:cubicBezTo>
                <a:lnTo>
                  <a:pt x="381051" y="5174"/>
                </a:lnTo>
                <a:moveTo>
                  <a:pt x="395712" y="54682"/>
                </a:moveTo>
                <a:cubicBezTo>
                  <a:pt x="401618" y="56173"/>
                  <a:pt x="406375" y="56919"/>
                  <a:pt x="409981" y="56919"/>
                </a:cubicBezTo>
                <a:cubicBezTo>
                  <a:pt x="415678" y="56919"/>
                  <a:pt x="420866" y="55747"/>
                  <a:pt x="425544" y="53403"/>
                </a:cubicBezTo>
                <a:cubicBezTo>
                  <a:pt x="430221" y="51059"/>
                  <a:pt x="433880" y="47543"/>
                  <a:pt x="436520" y="42856"/>
                </a:cubicBezTo>
                <a:cubicBezTo>
                  <a:pt x="439159" y="38166"/>
                  <a:pt x="440479" y="33296"/>
                  <a:pt x="440479" y="28244"/>
                </a:cubicBezTo>
                <a:cubicBezTo>
                  <a:pt x="440479" y="22983"/>
                  <a:pt x="438859" y="18816"/>
                  <a:pt x="435618" y="15744"/>
                </a:cubicBezTo>
                <a:cubicBezTo>
                  <a:pt x="432377" y="12670"/>
                  <a:pt x="427464" y="11133"/>
                  <a:pt x="420879" y="11133"/>
                </a:cubicBezTo>
                <a:cubicBezTo>
                  <a:pt x="417325" y="11133"/>
                  <a:pt x="413013" y="11576"/>
                  <a:pt x="407943" y="12463"/>
                </a:cubicBezTo>
                <a:lnTo>
                  <a:pt x="395712" y="54682"/>
                </a:lnTo>
                <a:close/>
                <a:moveTo>
                  <a:pt x="528313" y="65021"/>
                </a:moveTo>
                <a:cubicBezTo>
                  <a:pt x="528313" y="72869"/>
                  <a:pt x="526236" y="80639"/>
                  <a:pt x="522080" y="88331"/>
                </a:cubicBezTo>
                <a:cubicBezTo>
                  <a:pt x="517925" y="96022"/>
                  <a:pt x="512137" y="102118"/>
                  <a:pt x="504715" y="106617"/>
                </a:cubicBezTo>
                <a:cubicBezTo>
                  <a:pt x="497293" y="111117"/>
                  <a:pt x="490080" y="113367"/>
                  <a:pt x="483076" y="113367"/>
                </a:cubicBezTo>
                <a:cubicBezTo>
                  <a:pt x="475916" y="113367"/>
                  <a:pt x="470075" y="111078"/>
                  <a:pt x="465554" y="106500"/>
                </a:cubicBezTo>
                <a:cubicBezTo>
                  <a:pt x="461032" y="101922"/>
                  <a:pt x="458772" y="95996"/>
                  <a:pt x="458772" y="88723"/>
                </a:cubicBezTo>
                <a:cubicBezTo>
                  <a:pt x="458772" y="81031"/>
                  <a:pt x="460980" y="73314"/>
                  <a:pt x="465397" y="65570"/>
                </a:cubicBezTo>
                <a:cubicBezTo>
                  <a:pt x="469813" y="57826"/>
                  <a:pt x="475720" y="51704"/>
                  <a:pt x="483115" y="47204"/>
                </a:cubicBezTo>
                <a:cubicBezTo>
                  <a:pt x="490511" y="42705"/>
                  <a:pt x="497659" y="40455"/>
                  <a:pt x="504558" y="40455"/>
                </a:cubicBezTo>
                <a:cubicBezTo>
                  <a:pt x="511457" y="40455"/>
                  <a:pt x="517141" y="42731"/>
                  <a:pt x="521610" y="47283"/>
                </a:cubicBezTo>
                <a:cubicBezTo>
                  <a:pt x="526079" y="51835"/>
                  <a:pt x="528313" y="57748"/>
                  <a:pt x="528313" y="65021"/>
                </a:cubicBezTo>
                <a:moveTo>
                  <a:pt x="515299" y="59482"/>
                </a:moveTo>
                <a:cubicBezTo>
                  <a:pt x="515299" y="54603"/>
                  <a:pt x="514110" y="50866"/>
                  <a:pt x="511732" y="48270"/>
                </a:cubicBezTo>
                <a:cubicBezTo>
                  <a:pt x="509353" y="45673"/>
                  <a:pt x="506283" y="44375"/>
                  <a:pt x="502519" y="44375"/>
                </a:cubicBezTo>
                <a:cubicBezTo>
                  <a:pt x="494836" y="44375"/>
                  <a:pt x="487767" y="49896"/>
                  <a:pt x="481312" y="60939"/>
                </a:cubicBezTo>
                <a:cubicBezTo>
                  <a:pt x="474857" y="71981"/>
                  <a:pt x="471630" y="82957"/>
                  <a:pt x="471630" y="93868"/>
                </a:cubicBezTo>
                <a:cubicBezTo>
                  <a:pt x="471630" y="98851"/>
                  <a:pt x="472884" y="102693"/>
                  <a:pt x="475393" y="105395"/>
                </a:cubicBezTo>
                <a:cubicBezTo>
                  <a:pt x="477902" y="108096"/>
                  <a:pt x="481064" y="109447"/>
                  <a:pt x="484879" y="109447"/>
                </a:cubicBezTo>
                <a:cubicBezTo>
                  <a:pt x="492249" y="109447"/>
                  <a:pt x="499161" y="103953"/>
                  <a:pt x="505616" y="92963"/>
                </a:cubicBezTo>
                <a:cubicBezTo>
                  <a:pt x="512071" y="81973"/>
                  <a:pt x="515299" y="70812"/>
                  <a:pt x="515299" y="59482"/>
                </a:cubicBezTo>
                <a:close/>
                <a:moveTo>
                  <a:pt x="582096" y="0"/>
                </a:moveTo>
                <a:lnTo>
                  <a:pt x="555283" y="93321"/>
                </a:lnTo>
                <a:cubicBezTo>
                  <a:pt x="553976" y="97975"/>
                  <a:pt x="553323" y="100824"/>
                  <a:pt x="553323" y="101869"/>
                </a:cubicBezTo>
                <a:cubicBezTo>
                  <a:pt x="553323" y="102653"/>
                  <a:pt x="553571" y="103307"/>
                  <a:pt x="554068" y="103829"/>
                </a:cubicBezTo>
                <a:cubicBezTo>
                  <a:pt x="554564" y="104352"/>
                  <a:pt x="555178" y="104613"/>
                  <a:pt x="555910" y="104613"/>
                </a:cubicBezTo>
                <a:cubicBezTo>
                  <a:pt x="556903" y="104613"/>
                  <a:pt x="557975" y="104169"/>
                  <a:pt x="559125" y="103281"/>
                </a:cubicBezTo>
                <a:cubicBezTo>
                  <a:pt x="561843" y="101134"/>
                  <a:pt x="564691" y="97806"/>
                  <a:pt x="567670" y="93297"/>
                </a:cubicBezTo>
                <a:lnTo>
                  <a:pt x="570022" y="95727"/>
                </a:lnTo>
                <a:cubicBezTo>
                  <a:pt x="565057" y="102731"/>
                  <a:pt x="560484" y="107618"/>
                  <a:pt x="556302" y="110388"/>
                </a:cubicBezTo>
                <a:cubicBezTo>
                  <a:pt x="553218" y="112374"/>
                  <a:pt x="550291" y="113367"/>
                  <a:pt x="547521" y="113367"/>
                </a:cubicBezTo>
                <a:cubicBezTo>
                  <a:pt x="545535" y="113367"/>
                  <a:pt x="543876" y="112688"/>
                  <a:pt x="542543" y="111329"/>
                </a:cubicBezTo>
                <a:cubicBezTo>
                  <a:pt x="541210" y="109970"/>
                  <a:pt x="540544" y="108402"/>
                  <a:pt x="540544" y="106625"/>
                </a:cubicBezTo>
                <a:cubicBezTo>
                  <a:pt x="540544" y="104740"/>
                  <a:pt x="541380" y="100865"/>
                  <a:pt x="543053" y="94999"/>
                </a:cubicBezTo>
                <a:lnTo>
                  <a:pt x="564299" y="21325"/>
                </a:lnTo>
                <a:cubicBezTo>
                  <a:pt x="566024" y="15314"/>
                  <a:pt x="566886" y="11865"/>
                  <a:pt x="566886" y="10976"/>
                </a:cubicBezTo>
                <a:cubicBezTo>
                  <a:pt x="566886" y="9722"/>
                  <a:pt x="566390" y="8689"/>
                  <a:pt x="565397" y="7879"/>
                </a:cubicBezTo>
                <a:cubicBezTo>
                  <a:pt x="564404" y="7069"/>
                  <a:pt x="562862" y="6664"/>
                  <a:pt x="560771" y="6664"/>
                </a:cubicBezTo>
                <a:cubicBezTo>
                  <a:pt x="559569" y="6664"/>
                  <a:pt x="557740" y="6847"/>
                  <a:pt x="555283" y="7213"/>
                </a:cubicBezTo>
                <a:lnTo>
                  <a:pt x="555283" y="4390"/>
                </a:lnTo>
                <a:lnTo>
                  <a:pt x="582096" y="0"/>
                </a:lnTo>
                <a:close/>
                <a:moveTo>
                  <a:pt x="614894" y="9251"/>
                </a:moveTo>
                <a:cubicBezTo>
                  <a:pt x="617090" y="9251"/>
                  <a:pt x="618945" y="10009"/>
                  <a:pt x="620461" y="11525"/>
                </a:cubicBezTo>
                <a:cubicBezTo>
                  <a:pt x="621977" y="13041"/>
                  <a:pt x="622734" y="14896"/>
                  <a:pt x="622734" y="17091"/>
                </a:cubicBezTo>
                <a:cubicBezTo>
                  <a:pt x="622734" y="19234"/>
                  <a:pt x="621964" y="21077"/>
                  <a:pt x="620422" y="22619"/>
                </a:cubicBezTo>
                <a:cubicBezTo>
                  <a:pt x="618880" y="24160"/>
                  <a:pt x="617037" y="24931"/>
                  <a:pt x="614894" y="24931"/>
                </a:cubicBezTo>
                <a:cubicBezTo>
                  <a:pt x="612751" y="24931"/>
                  <a:pt x="610909" y="24160"/>
                  <a:pt x="609367" y="22619"/>
                </a:cubicBezTo>
                <a:cubicBezTo>
                  <a:pt x="607825" y="21077"/>
                  <a:pt x="607054" y="19234"/>
                  <a:pt x="607054" y="17091"/>
                </a:cubicBezTo>
                <a:cubicBezTo>
                  <a:pt x="607054" y="14896"/>
                  <a:pt x="607812" y="13041"/>
                  <a:pt x="609328" y="11525"/>
                </a:cubicBezTo>
                <a:cubicBezTo>
                  <a:pt x="610844" y="10009"/>
                  <a:pt x="612699" y="9251"/>
                  <a:pt x="614894" y="9251"/>
                </a:cubicBezTo>
                <a:moveTo>
                  <a:pt x="615914" y="40455"/>
                </a:moveTo>
                <a:lnTo>
                  <a:pt x="600390" y="95440"/>
                </a:lnTo>
                <a:cubicBezTo>
                  <a:pt x="599345" y="99153"/>
                  <a:pt x="598822" y="101375"/>
                  <a:pt x="598822" y="102107"/>
                </a:cubicBezTo>
                <a:cubicBezTo>
                  <a:pt x="598822" y="102946"/>
                  <a:pt x="599071" y="103629"/>
                  <a:pt x="599567" y="104155"/>
                </a:cubicBezTo>
                <a:cubicBezTo>
                  <a:pt x="600064" y="104679"/>
                  <a:pt x="600652" y="104942"/>
                  <a:pt x="601331" y="104942"/>
                </a:cubicBezTo>
                <a:cubicBezTo>
                  <a:pt x="602115" y="104942"/>
                  <a:pt x="603056" y="104522"/>
                  <a:pt x="604154" y="103682"/>
                </a:cubicBezTo>
                <a:cubicBezTo>
                  <a:pt x="607133" y="101325"/>
                  <a:pt x="610138" y="97978"/>
                  <a:pt x="613170" y="93640"/>
                </a:cubicBezTo>
                <a:lnTo>
                  <a:pt x="615914" y="95443"/>
                </a:lnTo>
                <a:cubicBezTo>
                  <a:pt x="612359" y="100884"/>
                  <a:pt x="608178" y="105468"/>
                  <a:pt x="603370" y="109195"/>
                </a:cubicBezTo>
                <a:cubicBezTo>
                  <a:pt x="599815" y="111976"/>
                  <a:pt x="596418" y="113367"/>
                  <a:pt x="593177" y="113367"/>
                </a:cubicBezTo>
                <a:cubicBezTo>
                  <a:pt x="591034" y="113367"/>
                  <a:pt x="589284" y="112727"/>
                  <a:pt x="587925" y="111446"/>
                </a:cubicBezTo>
                <a:cubicBezTo>
                  <a:pt x="586566" y="110166"/>
                  <a:pt x="585886" y="108559"/>
                  <a:pt x="585886" y="106625"/>
                </a:cubicBezTo>
                <a:cubicBezTo>
                  <a:pt x="585886" y="104688"/>
                  <a:pt x="586540" y="101468"/>
                  <a:pt x="587846" y="96964"/>
                </a:cubicBezTo>
                <a:lnTo>
                  <a:pt x="598038" y="61780"/>
                </a:lnTo>
                <a:cubicBezTo>
                  <a:pt x="599711" y="56063"/>
                  <a:pt x="600547" y="52477"/>
                  <a:pt x="600547" y="51022"/>
                </a:cubicBezTo>
                <a:cubicBezTo>
                  <a:pt x="600547" y="49878"/>
                  <a:pt x="600142" y="48942"/>
                  <a:pt x="599332" y="48214"/>
                </a:cubicBezTo>
                <a:cubicBezTo>
                  <a:pt x="598522" y="47484"/>
                  <a:pt x="597411" y="47119"/>
                  <a:pt x="596000" y="47119"/>
                </a:cubicBezTo>
                <a:cubicBezTo>
                  <a:pt x="594850" y="47119"/>
                  <a:pt x="592472" y="47406"/>
                  <a:pt x="588865" y="47981"/>
                </a:cubicBezTo>
                <a:lnTo>
                  <a:pt x="588865" y="44845"/>
                </a:lnTo>
                <a:lnTo>
                  <a:pt x="615914" y="40455"/>
                </a:lnTo>
                <a:close/>
                <a:moveTo>
                  <a:pt x="685639" y="94394"/>
                </a:moveTo>
                <a:cubicBezTo>
                  <a:pt x="680203" y="100928"/>
                  <a:pt x="674715" y="105723"/>
                  <a:pt x="669175" y="108781"/>
                </a:cubicBezTo>
                <a:cubicBezTo>
                  <a:pt x="663634" y="111838"/>
                  <a:pt x="657780" y="113367"/>
                  <a:pt x="651613" y="113367"/>
                </a:cubicBezTo>
                <a:cubicBezTo>
                  <a:pt x="644191" y="113367"/>
                  <a:pt x="638402" y="111274"/>
                  <a:pt x="634247" y="107088"/>
                </a:cubicBezTo>
                <a:cubicBezTo>
                  <a:pt x="630092" y="102902"/>
                  <a:pt x="628014" y="97277"/>
                  <a:pt x="628014" y="90215"/>
                </a:cubicBezTo>
                <a:cubicBezTo>
                  <a:pt x="628014" y="82210"/>
                  <a:pt x="630249" y="74335"/>
                  <a:pt x="634718" y="66591"/>
                </a:cubicBezTo>
                <a:cubicBezTo>
                  <a:pt x="639186" y="58846"/>
                  <a:pt x="645197" y="52554"/>
                  <a:pt x="652750" y="47714"/>
                </a:cubicBezTo>
                <a:cubicBezTo>
                  <a:pt x="660302" y="42874"/>
                  <a:pt x="667711" y="40455"/>
                  <a:pt x="674976" y="40455"/>
                </a:cubicBezTo>
                <a:cubicBezTo>
                  <a:pt x="680673" y="40455"/>
                  <a:pt x="684933" y="41640"/>
                  <a:pt x="687755" y="44010"/>
                </a:cubicBezTo>
                <a:cubicBezTo>
                  <a:pt x="690578" y="46380"/>
                  <a:pt x="691989" y="49284"/>
                  <a:pt x="691989" y="52722"/>
                </a:cubicBezTo>
                <a:cubicBezTo>
                  <a:pt x="691989" y="55951"/>
                  <a:pt x="690996" y="58712"/>
                  <a:pt x="689010" y="61005"/>
                </a:cubicBezTo>
                <a:cubicBezTo>
                  <a:pt x="687546" y="62776"/>
                  <a:pt x="685743" y="63661"/>
                  <a:pt x="683600" y="63661"/>
                </a:cubicBezTo>
                <a:cubicBezTo>
                  <a:pt x="681980" y="63661"/>
                  <a:pt x="680634" y="63143"/>
                  <a:pt x="679563" y="62106"/>
                </a:cubicBezTo>
                <a:cubicBezTo>
                  <a:pt x="678491" y="61068"/>
                  <a:pt x="677955" y="59772"/>
                  <a:pt x="677955" y="58217"/>
                </a:cubicBezTo>
                <a:cubicBezTo>
                  <a:pt x="677955" y="57232"/>
                  <a:pt x="678151" y="56325"/>
                  <a:pt x="678543" y="55495"/>
                </a:cubicBezTo>
                <a:cubicBezTo>
                  <a:pt x="678935" y="54666"/>
                  <a:pt x="679746" y="53668"/>
                  <a:pt x="680974" y="52501"/>
                </a:cubicBezTo>
                <a:cubicBezTo>
                  <a:pt x="682202" y="51334"/>
                  <a:pt x="682947" y="50491"/>
                  <a:pt x="683208" y="49973"/>
                </a:cubicBezTo>
                <a:cubicBezTo>
                  <a:pt x="683470" y="49454"/>
                  <a:pt x="683600" y="48909"/>
                  <a:pt x="683600" y="48339"/>
                </a:cubicBezTo>
                <a:cubicBezTo>
                  <a:pt x="683600" y="47249"/>
                  <a:pt x="683104" y="46342"/>
                  <a:pt x="682111" y="45617"/>
                </a:cubicBezTo>
                <a:cubicBezTo>
                  <a:pt x="680595" y="44580"/>
                  <a:pt x="678452" y="44061"/>
                  <a:pt x="675682" y="44061"/>
                </a:cubicBezTo>
                <a:cubicBezTo>
                  <a:pt x="670560" y="44061"/>
                  <a:pt x="665490" y="45864"/>
                  <a:pt x="660472" y="49471"/>
                </a:cubicBezTo>
                <a:cubicBezTo>
                  <a:pt x="655454" y="53077"/>
                  <a:pt x="651169" y="58199"/>
                  <a:pt x="647614" y="64837"/>
                </a:cubicBezTo>
                <a:cubicBezTo>
                  <a:pt x="643329" y="72886"/>
                  <a:pt x="641186" y="80936"/>
                  <a:pt x="641186" y="88985"/>
                </a:cubicBezTo>
                <a:cubicBezTo>
                  <a:pt x="641186" y="94316"/>
                  <a:pt x="642701" y="98536"/>
                  <a:pt x="645733" y="101646"/>
                </a:cubicBezTo>
                <a:cubicBezTo>
                  <a:pt x="648764" y="104756"/>
                  <a:pt x="652893" y="106311"/>
                  <a:pt x="658120" y="106311"/>
                </a:cubicBezTo>
                <a:cubicBezTo>
                  <a:pt x="662145" y="106311"/>
                  <a:pt x="666130" y="105305"/>
                  <a:pt x="670076" y="103293"/>
                </a:cubicBezTo>
                <a:cubicBezTo>
                  <a:pt x="674022" y="101280"/>
                  <a:pt x="678452" y="97635"/>
                  <a:pt x="683365" y="92356"/>
                </a:cubicBezTo>
                <a:lnTo>
                  <a:pt x="685639" y="94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y">
            <a:extLst xmlns:a="http://schemas.openxmlformats.org/drawingml/2006/main">
              <a:ext uri="{FF2B5EF4-FFF2-40B4-BE49-F238E27FC236}">
                <a16:creationId xmlns:a16="http://schemas.microsoft.com/office/drawing/2014/main" id="{C7696BD9-E6E7-4A78-B373-1446006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804" y="1986884"/>
            <a:ext cx="83261" cy="105684"/>
          </a:xfrm>
          <a:custGeom xmlns:a="http://schemas.openxmlformats.org/drawingml/2006/main">
            <a:pathLst>
              <a:path w="83261" h="105684">
                <a:moveTo>
                  <a:pt x="38495" y="0"/>
                </a:moveTo>
                <a:cubicBezTo>
                  <a:pt x="40272" y="3030"/>
                  <a:pt x="41500" y="5864"/>
                  <a:pt x="42180" y="8502"/>
                </a:cubicBezTo>
                <a:cubicBezTo>
                  <a:pt x="42859" y="11139"/>
                  <a:pt x="43538" y="16324"/>
                  <a:pt x="44218" y="24057"/>
                </a:cubicBezTo>
                <a:lnTo>
                  <a:pt x="47668" y="62608"/>
                </a:lnTo>
                <a:cubicBezTo>
                  <a:pt x="50804" y="58846"/>
                  <a:pt x="55351" y="52891"/>
                  <a:pt x="61309" y="44742"/>
                </a:cubicBezTo>
                <a:cubicBezTo>
                  <a:pt x="64184" y="40772"/>
                  <a:pt x="67738" y="35365"/>
                  <a:pt x="71972" y="28523"/>
                </a:cubicBezTo>
                <a:cubicBezTo>
                  <a:pt x="74533" y="24343"/>
                  <a:pt x="76101" y="21418"/>
                  <a:pt x="76676" y="19747"/>
                </a:cubicBezTo>
                <a:cubicBezTo>
                  <a:pt x="76989" y="18911"/>
                  <a:pt x="77146" y="18048"/>
                  <a:pt x="77146" y="17160"/>
                </a:cubicBezTo>
                <a:cubicBezTo>
                  <a:pt x="77146" y="16585"/>
                  <a:pt x="76963" y="16115"/>
                  <a:pt x="76597" y="15751"/>
                </a:cubicBezTo>
                <a:cubicBezTo>
                  <a:pt x="76231" y="15385"/>
                  <a:pt x="75278" y="14954"/>
                  <a:pt x="73736" y="14458"/>
                </a:cubicBezTo>
                <a:cubicBezTo>
                  <a:pt x="72194" y="13961"/>
                  <a:pt x="70913" y="13047"/>
                  <a:pt x="69894" y="11716"/>
                </a:cubicBezTo>
                <a:cubicBezTo>
                  <a:pt x="68875" y="10383"/>
                  <a:pt x="68365" y="8854"/>
                  <a:pt x="68365" y="7130"/>
                </a:cubicBezTo>
                <a:cubicBezTo>
                  <a:pt x="68365" y="4988"/>
                  <a:pt x="68993" y="3265"/>
                  <a:pt x="70247" y="1960"/>
                </a:cubicBezTo>
                <a:cubicBezTo>
                  <a:pt x="71501" y="653"/>
                  <a:pt x="73069" y="0"/>
                  <a:pt x="74951" y="0"/>
                </a:cubicBezTo>
                <a:cubicBezTo>
                  <a:pt x="77251" y="0"/>
                  <a:pt x="79211" y="956"/>
                  <a:pt x="80831" y="2867"/>
                </a:cubicBezTo>
                <a:cubicBezTo>
                  <a:pt x="82451" y="4776"/>
                  <a:pt x="83261" y="7405"/>
                  <a:pt x="83261" y="10753"/>
                </a:cubicBezTo>
                <a:cubicBezTo>
                  <a:pt x="83261" y="14887"/>
                  <a:pt x="81850" y="19610"/>
                  <a:pt x="79028" y="24922"/>
                </a:cubicBezTo>
                <a:cubicBezTo>
                  <a:pt x="76205" y="30233"/>
                  <a:pt x="70770" y="38384"/>
                  <a:pt x="62720" y="49373"/>
                </a:cubicBezTo>
                <a:cubicBezTo>
                  <a:pt x="54671" y="60362"/>
                  <a:pt x="44924" y="72338"/>
                  <a:pt x="33477" y="85300"/>
                </a:cubicBezTo>
                <a:cubicBezTo>
                  <a:pt x="25585" y="94237"/>
                  <a:pt x="19731" y="99869"/>
                  <a:pt x="15915" y="102195"/>
                </a:cubicBezTo>
                <a:cubicBezTo>
                  <a:pt x="12100" y="104521"/>
                  <a:pt x="8833" y="105684"/>
                  <a:pt x="6115" y="105684"/>
                </a:cubicBezTo>
                <a:cubicBezTo>
                  <a:pt x="4495" y="105684"/>
                  <a:pt x="3071" y="105067"/>
                  <a:pt x="1842" y="103832"/>
                </a:cubicBezTo>
                <a:cubicBezTo>
                  <a:pt x="614" y="102597"/>
                  <a:pt x="0" y="101165"/>
                  <a:pt x="0" y="99534"/>
                </a:cubicBezTo>
                <a:cubicBezTo>
                  <a:pt x="0" y="97485"/>
                  <a:pt x="849" y="95618"/>
                  <a:pt x="2548" y="93936"/>
                </a:cubicBezTo>
                <a:cubicBezTo>
                  <a:pt x="4247" y="92255"/>
                  <a:pt x="6089" y="91415"/>
                  <a:pt x="8075" y="91415"/>
                </a:cubicBezTo>
                <a:cubicBezTo>
                  <a:pt x="9121" y="91415"/>
                  <a:pt x="9983" y="91650"/>
                  <a:pt x="10662" y="92121"/>
                </a:cubicBezTo>
                <a:cubicBezTo>
                  <a:pt x="11081" y="92382"/>
                  <a:pt x="11538" y="93127"/>
                  <a:pt x="12034" y="94355"/>
                </a:cubicBezTo>
                <a:cubicBezTo>
                  <a:pt x="12531" y="95583"/>
                  <a:pt x="12988" y="96407"/>
                  <a:pt x="13406" y="96825"/>
                </a:cubicBezTo>
                <a:cubicBezTo>
                  <a:pt x="13668" y="97086"/>
                  <a:pt x="13981" y="97217"/>
                  <a:pt x="14347" y="97217"/>
                </a:cubicBezTo>
                <a:cubicBezTo>
                  <a:pt x="14661" y="97217"/>
                  <a:pt x="15210" y="96957"/>
                  <a:pt x="15994" y="96438"/>
                </a:cubicBezTo>
                <a:cubicBezTo>
                  <a:pt x="18868" y="94670"/>
                  <a:pt x="22213" y="91864"/>
                  <a:pt x="26029" y="88019"/>
                </a:cubicBezTo>
                <a:cubicBezTo>
                  <a:pt x="31047" y="82927"/>
                  <a:pt x="34758" y="78733"/>
                  <a:pt x="37162" y="75439"/>
                </a:cubicBezTo>
                <a:lnTo>
                  <a:pt x="32771" y="25777"/>
                </a:lnTo>
                <a:cubicBezTo>
                  <a:pt x="32040" y="17579"/>
                  <a:pt x="30942" y="12592"/>
                  <a:pt x="29479" y="10817"/>
                </a:cubicBezTo>
                <a:cubicBezTo>
                  <a:pt x="28015" y="9041"/>
                  <a:pt x="25559" y="8154"/>
                  <a:pt x="22109" y="8154"/>
                </a:cubicBezTo>
                <a:cubicBezTo>
                  <a:pt x="21011" y="8154"/>
                  <a:pt x="19051" y="8310"/>
                  <a:pt x="16229" y="8624"/>
                </a:cubicBezTo>
                <a:lnTo>
                  <a:pt x="15523" y="5645"/>
                </a:lnTo>
                <a:lnTo>
                  <a:pt x="384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O">
            <a:extLst xmlns:a="http://schemas.openxmlformats.org/drawingml/2006/main">
              <a:ext uri="{FF2B5EF4-FFF2-40B4-BE49-F238E27FC236}">
                <a16:creationId xmlns:a16="http://schemas.microsoft.com/office/drawing/2014/main" id="{59D4D113-CF4D-4B25-BA3B-38F0C4AA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035" y="1939216"/>
            <a:ext cx="105684" cy="111015"/>
          </a:xfrm>
          <a:custGeom xmlns:a="http://schemas.openxmlformats.org/drawingml/2006/main">
            <a:pathLst>
              <a:path w="105684" h="111015">
                <a:moveTo>
                  <a:pt x="69541" y="0"/>
                </a:moveTo>
                <a:cubicBezTo>
                  <a:pt x="76597" y="0"/>
                  <a:pt x="82843" y="1527"/>
                  <a:pt x="88279" y="4582"/>
                </a:cubicBezTo>
                <a:cubicBezTo>
                  <a:pt x="93715" y="7634"/>
                  <a:pt x="97975" y="12149"/>
                  <a:pt x="101058" y="18125"/>
                </a:cubicBezTo>
                <a:cubicBezTo>
                  <a:pt x="104142" y="24100"/>
                  <a:pt x="105684" y="30298"/>
                  <a:pt x="105684" y="36718"/>
                </a:cubicBezTo>
                <a:cubicBezTo>
                  <a:pt x="105684" y="48096"/>
                  <a:pt x="102378" y="60035"/>
                  <a:pt x="95766" y="72535"/>
                </a:cubicBezTo>
                <a:cubicBezTo>
                  <a:pt x="89155" y="85035"/>
                  <a:pt x="80517" y="94574"/>
                  <a:pt x="69855" y="101151"/>
                </a:cubicBezTo>
                <a:cubicBezTo>
                  <a:pt x="59192" y="107727"/>
                  <a:pt x="48164" y="111015"/>
                  <a:pt x="36770" y="111015"/>
                </a:cubicBezTo>
                <a:cubicBezTo>
                  <a:pt x="28564" y="111015"/>
                  <a:pt x="21704" y="109201"/>
                  <a:pt x="16190" y="105574"/>
                </a:cubicBezTo>
                <a:cubicBezTo>
                  <a:pt x="10676" y="101946"/>
                  <a:pt x="6599" y="97158"/>
                  <a:pt x="3959" y="91209"/>
                </a:cubicBezTo>
                <a:cubicBezTo>
                  <a:pt x="1320" y="85259"/>
                  <a:pt x="0" y="79491"/>
                  <a:pt x="0" y="73905"/>
                </a:cubicBezTo>
                <a:cubicBezTo>
                  <a:pt x="0" y="63989"/>
                  <a:pt x="2391" y="54190"/>
                  <a:pt x="7174" y="44509"/>
                </a:cubicBezTo>
                <a:cubicBezTo>
                  <a:pt x="11956" y="34827"/>
                  <a:pt x="17666" y="26737"/>
                  <a:pt x="24304" y="20240"/>
                </a:cubicBezTo>
                <a:cubicBezTo>
                  <a:pt x="30942" y="13741"/>
                  <a:pt x="38024" y="8742"/>
                  <a:pt x="45551" y="5245"/>
                </a:cubicBezTo>
                <a:cubicBezTo>
                  <a:pt x="53077" y="1748"/>
                  <a:pt x="61074" y="0"/>
                  <a:pt x="69541" y="0"/>
                </a:cubicBezTo>
                <a:moveTo>
                  <a:pt x="66876" y="5018"/>
                </a:moveTo>
                <a:cubicBezTo>
                  <a:pt x="61649" y="5018"/>
                  <a:pt x="56540" y="6310"/>
                  <a:pt x="51548" y="8894"/>
                </a:cubicBezTo>
                <a:cubicBezTo>
                  <a:pt x="46557" y="11476"/>
                  <a:pt x="41605" y="15703"/>
                  <a:pt x="36691" y="21575"/>
                </a:cubicBezTo>
                <a:cubicBezTo>
                  <a:pt x="31778" y="27445"/>
                  <a:pt x="27362" y="35129"/>
                  <a:pt x="23442" y="44627"/>
                </a:cubicBezTo>
                <a:cubicBezTo>
                  <a:pt x="18633" y="56317"/>
                  <a:pt x="16229" y="67354"/>
                  <a:pt x="16229" y="77739"/>
                </a:cubicBezTo>
                <a:cubicBezTo>
                  <a:pt x="16229" y="85150"/>
                  <a:pt x="18137" y="91712"/>
                  <a:pt x="21952" y="97427"/>
                </a:cubicBezTo>
                <a:cubicBezTo>
                  <a:pt x="25768" y="103141"/>
                  <a:pt x="31622" y="105998"/>
                  <a:pt x="39514" y="105998"/>
                </a:cubicBezTo>
                <a:cubicBezTo>
                  <a:pt x="44270" y="105998"/>
                  <a:pt x="48935" y="104823"/>
                  <a:pt x="53508" y="102474"/>
                </a:cubicBezTo>
                <a:cubicBezTo>
                  <a:pt x="58082" y="100126"/>
                  <a:pt x="62851" y="96108"/>
                  <a:pt x="67817" y="90420"/>
                </a:cubicBezTo>
                <a:cubicBezTo>
                  <a:pt x="74036" y="83271"/>
                  <a:pt x="79263" y="74152"/>
                  <a:pt x="83497" y="63063"/>
                </a:cubicBezTo>
                <a:cubicBezTo>
                  <a:pt x="87730" y="51973"/>
                  <a:pt x="89847" y="41627"/>
                  <a:pt x="89847" y="32024"/>
                </a:cubicBezTo>
                <a:cubicBezTo>
                  <a:pt x="89847" y="24927"/>
                  <a:pt x="87939" y="18652"/>
                  <a:pt x="84124" y="13198"/>
                </a:cubicBezTo>
                <a:cubicBezTo>
                  <a:pt x="80308" y="7745"/>
                  <a:pt x="74559" y="5018"/>
                  <a:pt x="66876" y="50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ptimalPolic">
            <a:extLst xmlns:a="http://schemas.openxmlformats.org/drawingml/2006/main">
              <a:ext uri="{FF2B5EF4-FFF2-40B4-BE49-F238E27FC236}">
                <a16:creationId xmlns:a16="http://schemas.microsoft.com/office/drawing/2014/main" id="{CA0F2044-C6CC-400D-9FBD-F5C72B65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679" y="1936393"/>
            <a:ext cx="804289" cy="145825"/>
          </a:xfrm>
          <a:custGeom xmlns:a="http://schemas.openxmlformats.org/drawingml/2006/main">
            <a:pathLst>
              <a:path w="804289" h="145825">
                <a:moveTo>
                  <a:pt x="53234" y="40455"/>
                </a:moveTo>
                <a:lnTo>
                  <a:pt x="47824" y="58553"/>
                </a:lnTo>
                <a:cubicBezTo>
                  <a:pt x="53521" y="51838"/>
                  <a:pt x="58604" y="47143"/>
                  <a:pt x="63073" y="44468"/>
                </a:cubicBezTo>
                <a:cubicBezTo>
                  <a:pt x="67542" y="41792"/>
                  <a:pt x="72102" y="40455"/>
                  <a:pt x="76754" y="40455"/>
                </a:cubicBezTo>
                <a:cubicBezTo>
                  <a:pt x="81406" y="40455"/>
                  <a:pt x="85378" y="42300"/>
                  <a:pt x="88671" y="45989"/>
                </a:cubicBezTo>
                <a:cubicBezTo>
                  <a:pt x="91964" y="49677"/>
                  <a:pt x="93610" y="54478"/>
                  <a:pt x="93610" y="60390"/>
                </a:cubicBezTo>
                <a:cubicBezTo>
                  <a:pt x="93610" y="71901"/>
                  <a:pt x="88932" y="83608"/>
                  <a:pt x="79577" y="95512"/>
                </a:cubicBezTo>
                <a:cubicBezTo>
                  <a:pt x="70221" y="107415"/>
                  <a:pt x="59323" y="113367"/>
                  <a:pt x="46884" y="113367"/>
                </a:cubicBezTo>
                <a:cubicBezTo>
                  <a:pt x="44270" y="113367"/>
                  <a:pt x="41957" y="113082"/>
                  <a:pt x="39945" y="112512"/>
                </a:cubicBezTo>
                <a:cubicBezTo>
                  <a:pt x="37933" y="111942"/>
                  <a:pt x="35672" y="110932"/>
                  <a:pt x="33163" y="109482"/>
                </a:cubicBezTo>
                <a:lnTo>
                  <a:pt x="27440" y="129675"/>
                </a:lnTo>
                <a:cubicBezTo>
                  <a:pt x="26290" y="133670"/>
                  <a:pt x="25715" y="136272"/>
                  <a:pt x="25715" y="137483"/>
                </a:cubicBezTo>
                <a:cubicBezTo>
                  <a:pt x="25715" y="138639"/>
                  <a:pt x="26016" y="139625"/>
                  <a:pt x="26617" y="140440"/>
                </a:cubicBezTo>
                <a:cubicBezTo>
                  <a:pt x="27218" y="141255"/>
                  <a:pt x="28198" y="141885"/>
                  <a:pt x="29557" y="142331"/>
                </a:cubicBezTo>
                <a:cubicBezTo>
                  <a:pt x="30916" y="142779"/>
                  <a:pt x="33608" y="143003"/>
                  <a:pt x="37632" y="143003"/>
                </a:cubicBezTo>
                <a:lnTo>
                  <a:pt x="36927" y="145825"/>
                </a:lnTo>
                <a:lnTo>
                  <a:pt x="0" y="145825"/>
                </a:lnTo>
                <a:lnTo>
                  <a:pt x="784" y="143003"/>
                </a:lnTo>
                <a:cubicBezTo>
                  <a:pt x="5645" y="142792"/>
                  <a:pt x="8925" y="141951"/>
                  <a:pt x="10623" y="140479"/>
                </a:cubicBezTo>
                <a:cubicBezTo>
                  <a:pt x="12322" y="139009"/>
                  <a:pt x="14112" y="134937"/>
                  <a:pt x="15994" y="128263"/>
                </a:cubicBezTo>
                <a:lnTo>
                  <a:pt x="35829" y="59584"/>
                </a:lnTo>
                <a:cubicBezTo>
                  <a:pt x="37031" y="55274"/>
                  <a:pt x="37632" y="52600"/>
                  <a:pt x="37632" y="51563"/>
                </a:cubicBezTo>
                <a:cubicBezTo>
                  <a:pt x="37632" y="50160"/>
                  <a:pt x="37227" y="49069"/>
                  <a:pt x="36417" y="48290"/>
                </a:cubicBezTo>
                <a:cubicBezTo>
                  <a:pt x="35607" y="47509"/>
                  <a:pt x="34366" y="47119"/>
                  <a:pt x="32693" y="47119"/>
                </a:cubicBezTo>
                <a:cubicBezTo>
                  <a:pt x="31177" y="47119"/>
                  <a:pt x="29060" y="47302"/>
                  <a:pt x="26343" y="47668"/>
                </a:cubicBezTo>
                <a:lnTo>
                  <a:pt x="26343" y="44532"/>
                </a:lnTo>
                <a:lnTo>
                  <a:pt x="53234" y="40455"/>
                </a:lnTo>
                <a:moveTo>
                  <a:pt x="34967" y="103217"/>
                </a:moveTo>
                <a:cubicBezTo>
                  <a:pt x="38207" y="107057"/>
                  <a:pt x="42572" y="108977"/>
                  <a:pt x="48060" y="108977"/>
                </a:cubicBezTo>
                <a:cubicBezTo>
                  <a:pt x="50777" y="108977"/>
                  <a:pt x="53548" y="108220"/>
                  <a:pt x="56370" y="106706"/>
                </a:cubicBezTo>
                <a:cubicBezTo>
                  <a:pt x="59192" y="105192"/>
                  <a:pt x="61950" y="102947"/>
                  <a:pt x="64641" y="99973"/>
                </a:cubicBezTo>
                <a:cubicBezTo>
                  <a:pt x="67333" y="96997"/>
                  <a:pt x="69750" y="93565"/>
                  <a:pt x="71893" y="89676"/>
                </a:cubicBezTo>
                <a:cubicBezTo>
                  <a:pt x="74036" y="85787"/>
                  <a:pt x="75957" y="81206"/>
                  <a:pt x="77656" y="75933"/>
                </a:cubicBezTo>
                <a:cubicBezTo>
                  <a:pt x="79354" y="70661"/>
                  <a:pt x="80204" y="65441"/>
                  <a:pt x="80204" y="60273"/>
                </a:cubicBezTo>
                <a:cubicBezTo>
                  <a:pt x="80204" y="56098"/>
                  <a:pt x="79250" y="52902"/>
                  <a:pt x="77342" y="50684"/>
                </a:cubicBezTo>
                <a:cubicBezTo>
                  <a:pt x="75434" y="48464"/>
                  <a:pt x="73200" y="47354"/>
                  <a:pt x="70639" y="47354"/>
                </a:cubicBezTo>
                <a:cubicBezTo>
                  <a:pt x="64994" y="47354"/>
                  <a:pt x="59415" y="50595"/>
                  <a:pt x="53900" y="57076"/>
                </a:cubicBezTo>
                <a:cubicBezTo>
                  <a:pt x="48386" y="63555"/>
                  <a:pt x="44349" y="71140"/>
                  <a:pt x="41788" y="79829"/>
                </a:cubicBezTo>
                <a:lnTo>
                  <a:pt x="34967" y="103217"/>
                </a:lnTo>
                <a:close/>
                <a:moveTo>
                  <a:pt x="139710" y="21168"/>
                </a:moveTo>
                <a:lnTo>
                  <a:pt x="133595" y="42336"/>
                </a:lnTo>
                <a:lnTo>
                  <a:pt x="145904" y="42336"/>
                </a:lnTo>
                <a:lnTo>
                  <a:pt x="144571" y="47354"/>
                </a:lnTo>
                <a:lnTo>
                  <a:pt x="132341" y="47354"/>
                </a:lnTo>
                <a:lnTo>
                  <a:pt x="118856" y="93618"/>
                </a:lnTo>
                <a:cubicBezTo>
                  <a:pt x="117392" y="98591"/>
                  <a:pt x="116660" y="101811"/>
                  <a:pt x="116660" y="103278"/>
                </a:cubicBezTo>
                <a:cubicBezTo>
                  <a:pt x="116660" y="104165"/>
                  <a:pt x="116870" y="104843"/>
                  <a:pt x="117288" y="105312"/>
                </a:cubicBezTo>
                <a:cubicBezTo>
                  <a:pt x="117706" y="105780"/>
                  <a:pt x="118202" y="106015"/>
                  <a:pt x="118777" y="106015"/>
                </a:cubicBezTo>
                <a:cubicBezTo>
                  <a:pt x="120084" y="106015"/>
                  <a:pt x="121809" y="105103"/>
                  <a:pt x="123952" y="103278"/>
                </a:cubicBezTo>
                <a:cubicBezTo>
                  <a:pt x="125206" y="102233"/>
                  <a:pt x="128002" y="99018"/>
                  <a:pt x="132341" y="93635"/>
                </a:cubicBezTo>
                <a:lnTo>
                  <a:pt x="134928" y="95595"/>
                </a:lnTo>
                <a:cubicBezTo>
                  <a:pt x="130119" y="102594"/>
                  <a:pt x="125572" y="107527"/>
                  <a:pt x="121286" y="110395"/>
                </a:cubicBezTo>
                <a:cubicBezTo>
                  <a:pt x="118359" y="112377"/>
                  <a:pt x="115406" y="113367"/>
                  <a:pt x="112427" y="113367"/>
                </a:cubicBezTo>
                <a:cubicBezTo>
                  <a:pt x="110127" y="113367"/>
                  <a:pt x="108245" y="112649"/>
                  <a:pt x="106782" y="111211"/>
                </a:cubicBezTo>
                <a:cubicBezTo>
                  <a:pt x="105319" y="109774"/>
                  <a:pt x="104587" y="107931"/>
                  <a:pt x="104587" y="105684"/>
                </a:cubicBezTo>
                <a:cubicBezTo>
                  <a:pt x="104587" y="102862"/>
                  <a:pt x="105423" y="98550"/>
                  <a:pt x="107096" y="92748"/>
                </a:cubicBezTo>
                <a:lnTo>
                  <a:pt x="120188" y="47354"/>
                </a:lnTo>
                <a:lnTo>
                  <a:pt x="108350" y="47354"/>
                </a:lnTo>
                <a:lnTo>
                  <a:pt x="109134" y="44247"/>
                </a:lnTo>
                <a:cubicBezTo>
                  <a:pt x="114883" y="42661"/>
                  <a:pt x="119666" y="40319"/>
                  <a:pt x="123481" y="37221"/>
                </a:cubicBezTo>
                <a:cubicBezTo>
                  <a:pt x="127297" y="34122"/>
                  <a:pt x="131557" y="28771"/>
                  <a:pt x="136261" y="21168"/>
                </a:cubicBezTo>
                <a:lnTo>
                  <a:pt x="139710" y="21168"/>
                </a:lnTo>
                <a:close/>
                <a:moveTo>
                  <a:pt x="178546" y="9251"/>
                </a:moveTo>
                <a:cubicBezTo>
                  <a:pt x="180741" y="9251"/>
                  <a:pt x="182596" y="10009"/>
                  <a:pt x="184112" y="11525"/>
                </a:cubicBezTo>
                <a:cubicBezTo>
                  <a:pt x="185628" y="13041"/>
                  <a:pt x="186386" y="14896"/>
                  <a:pt x="186386" y="17091"/>
                </a:cubicBezTo>
                <a:cubicBezTo>
                  <a:pt x="186386" y="19234"/>
                  <a:pt x="185615" y="21077"/>
                  <a:pt x="184073" y="22619"/>
                </a:cubicBezTo>
                <a:cubicBezTo>
                  <a:pt x="182531" y="24160"/>
                  <a:pt x="180689" y="24931"/>
                  <a:pt x="178546" y="24931"/>
                </a:cubicBezTo>
                <a:cubicBezTo>
                  <a:pt x="176403" y="24931"/>
                  <a:pt x="174560" y="24160"/>
                  <a:pt x="173018" y="22619"/>
                </a:cubicBezTo>
                <a:cubicBezTo>
                  <a:pt x="171476" y="21077"/>
                  <a:pt x="170706" y="19234"/>
                  <a:pt x="170706" y="17091"/>
                </a:cubicBezTo>
                <a:cubicBezTo>
                  <a:pt x="170706" y="14896"/>
                  <a:pt x="171463" y="13041"/>
                  <a:pt x="172979" y="11525"/>
                </a:cubicBezTo>
                <a:cubicBezTo>
                  <a:pt x="174495" y="10009"/>
                  <a:pt x="176350" y="9251"/>
                  <a:pt x="178546" y="9251"/>
                </a:cubicBezTo>
                <a:moveTo>
                  <a:pt x="179565" y="40455"/>
                </a:moveTo>
                <a:lnTo>
                  <a:pt x="164042" y="95440"/>
                </a:lnTo>
                <a:cubicBezTo>
                  <a:pt x="162996" y="99153"/>
                  <a:pt x="162473" y="101375"/>
                  <a:pt x="162473" y="102107"/>
                </a:cubicBezTo>
                <a:cubicBezTo>
                  <a:pt x="162473" y="102946"/>
                  <a:pt x="162722" y="103629"/>
                  <a:pt x="163218" y="104155"/>
                </a:cubicBezTo>
                <a:cubicBezTo>
                  <a:pt x="163715" y="104679"/>
                  <a:pt x="164303" y="104942"/>
                  <a:pt x="164982" y="104942"/>
                </a:cubicBezTo>
                <a:cubicBezTo>
                  <a:pt x="165766" y="104942"/>
                  <a:pt x="166707" y="104522"/>
                  <a:pt x="167805" y="103682"/>
                </a:cubicBezTo>
                <a:cubicBezTo>
                  <a:pt x="170784" y="101325"/>
                  <a:pt x="173789" y="97978"/>
                  <a:pt x="176821" y="93640"/>
                </a:cubicBezTo>
                <a:lnTo>
                  <a:pt x="179565" y="95443"/>
                </a:lnTo>
                <a:cubicBezTo>
                  <a:pt x="176011" y="100884"/>
                  <a:pt x="171829" y="105468"/>
                  <a:pt x="167021" y="109195"/>
                </a:cubicBezTo>
                <a:cubicBezTo>
                  <a:pt x="163467" y="111976"/>
                  <a:pt x="160069" y="113367"/>
                  <a:pt x="156829" y="113367"/>
                </a:cubicBezTo>
                <a:cubicBezTo>
                  <a:pt x="154686" y="113367"/>
                  <a:pt x="152935" y="112727"/>
                  <a:pt x="151576" y="111446"/>
                </a:cubicBezTo>
                <a:cubicBezTo>
                  <a:pt x="150217" y="110166"/>
                  <a:pt x="149537" y="108559"/>
                  <a:pt x="149537" y="106625"/>
                </a:cubicBezTo>
                <a:cubicBezTo>
                  <a:pt x="149537" y="104688"/>
                  <a:pt x="150191" y="101468"/>
                  <a:pt x="151497" y="96964"/>
                </a:cubicBezTo>
                <a:lnTo>
                  <a:pt x="161689" y="61780"/>
                </a:lnTo>
                <a:cubicBezTo>
                  <a:pt x="163362" y="56063"/>
                  <a:pt x="164198" y="52477"/>
                  <a:pt x="164198" y="51022"/>
                </a:cubicBezTo>
                <a:cubicBezTo>
                  <a:pt x="164198" y="49878"/>
                  <a:pt x="163793" y="48942"/>
                  <a:pt x="162983" y="48214"/>
                </a:cubicBezTo>
                <a:cubicBezTo>
                  <a:pt x="162173" y="47484"/>
                  <a:pt x="161062" y="47119"/>
                  <a:pt x="159651" y="47119"/>
                </a:cubicBezTo>
                <a:cubicBezTo>
                  <a:pt x="158501" y="47119"/>
                  <a:pt x="156123" y="47406"/>
                  <a:pt x="152517" y="47981"/>
                </a:cubicBezTo>
                <a:lnTo>
                  <a:pt x="152517" y="44845"/>
                </a:lnTo>
                <a:lnTo>
                  <a:pt x="179565" y="40455"/>
                </a:lnTo>
                <a:close/>
                <a:moveTo>
                  <a:pt x="222084" y="40455"/>
                </a:moveTo>
                <a:lnTo>
                  <a:pt x="211892" y="75848"/>
                </a:lnTo>
                <a:cubicBezTo>
                  <a:pt x="216440" y="67529"/>
                  <a:pt x="220307" y="61277"/>
                  <a:pt x="223496" y="57093"/>
                </a:cubicBezTo>
                <a:cubicBezTo>
                  <a:pt x="228461" y="50605"/>
                  <a:pt x="233296" y="45896"/>
                  <a:pt x="238000" y="42966"/>
                </a:cubicBezTo>
                <a:cubicBezTo>
                  <a:pt x="240770" y="41292"/>
                  <a:pt x="243671" y="40455"/>
                  <a:pt x="246702" y="40455"/>
                </a:cubicBezTo>
                <a:cubicBezTo>
                  <a:pt x="249316" y="40455"/>
                  <a:pt x="251485" y="41300"/>
                  <a:pt x="253209" y="42990"/>
                </a:cubicBezTo>
                <a:cubicBezTo>
                  <a:pt x="254934" y="44679"/>
                  <a:pt x="255797" y="46844"/>
                  <a:pt x="255797" y="49485"/>
                </a:cubicBezTo>
                <a:cubicBezTo>
                  <a:pt x="255797" y="52042"/>
                  <a:pt x="255196" y="55381"/>
                  <a:pt x="253993" y="59504"/>
                </a:cubicBezTo>
                <a:lnTo>
                  <a:pt x="248427" y="79385"/>
                </a:lnTo>
                <a:cubicBezTo>
                  <a:pt x="256947" y="63426"/>
                  <a:pt x="265022" y="52228"/>
                  <a:pt x="272653" y="45791"/>
                </a:cubicBezTo>
                <a:cubicBezTo>
                  <a:pt x="276886" y="42233"/>
                  <a:pt x="281068" y="40455"/>
                  <a:pt x="285197" y="40455"/>
                </a:cubicBezTo>
                <a:cubicBezTo>
                  <a:pt x="287601" y="40455"/>
                  <a:pt x="289574" y="41283"/>
                  <a:pt x="291116" y="42939"/>
                </a:cubicBezTo>
                <a:cubicBezTo>
                  <a:pt x="292658" y="44594"/>
                  <a:pt x="293429" y="47155"/>
                  <a:pt x="293429" y="50625"/>
                </a:cubicBezTo>
                <a:cubicBezTo>
                  <a:pt x="293429" y="53658"/>
                  <a:pt x="292959" y="56874"/>
                  <a:pt x="292018" y="60273"/>
                </a:cubicBezTo>
                <a:lnTo>
                  <a:pt x="283394" y="90788"/>
                </a:lnTo>
                <a:cubicBezTo>
                  <a:pt x="281512" y="97429"/>
                  <a:pt x="280571" y="101116"/>
                  <a:pt x="280571" y="101847"/>
                </a:cubicBezTo>
                <a:cubicBezTo>
                  <a:pt x="280571" y="102579"/>
                  <a:pt x="280806" y="103206"/>
                  <a:pt x="281277" y="103729"/>
                </a:cubicBezTo>
                <a:cubicBezTo>
                  <a:pt x="281590" y="104095"/>
                  <a:pt x="282009" y="104278"/>
                  <a:pt x="282531" y="104278"/>
                </a:cubicBezTo>
                <a:cubicBezTo>
                  <a:pt x="283054" y="104278"/>
                  <a:pt x="283969" y="103781"/>
                  <a:pt x="285275" y="102788"/>
                </a:cubicBezTo>
                <a:cubicBezTo>
                  <a:pt x="288255" y="100488"/>
                  <a:pt x="291051" y="97457"/>
                  <a:pt x="293664" y="93694"/>
                </a:cubicBezTo>
                <a:lnTo>
                  <a:pt x="296251" y="95340"/>
                </a:lnTo>
                <a:cubicBezTo>
                  <a:pt x="294945" y="97431"/>
                  <a:pt x="292632" y="100305"/>
                  <a:pt x="289313" y="103964"/>
                </a:cubicBezTo>
                <a:cubicBezTo>
                  <a:pt x="285994" y="107621"/>
                  <a:pt x="283158" y="110103"/>
                  <a:pt x="280806" y="111410"/>
                </a:cubicBezTo>
                <a:cubicBezTo>
                  <a:pt x="278454" y="112715"/>
                  <a:pt x="276285" y="113367"/>
                  <a:pt x="274299" y="113367"/>
                </a:cubicBezTo>
                <a:cubicBezTo>
                  <a:pt x="272470" y="113367"/>
                  <a:pt x="270941" y="112740"/>
                  <a:pt x="269713" y="111486"/>
                </a:cubicBezTo>
                <a:cubicBezTo>
                  <a:pt x="268485" y="110231"/>
                  <a:pt x="267870" y="108689"/>
                  <a:pt x="267870" y="106860"/>
                </a:cubicBezTo>
                <a:cubicBezTo>
                  <a:pt x="267870" y="104351"/>
                  <a:pt x="268942" y="99307"/>
                  <a:pt x="271085" y="91729"/>
                </a:cubicBezTo>
                <a:lnTo>
                  <a:pt x="278219" y="66562"/>
                </a:lnTo>
                <a:cubicBezTo>
                  <a:pt x="279840" y="60760"/>
                  <a:pt x="280702" y="57546"/>
                  <a:pt x="280806" y="56919"/>
                </a:cubicBezTo>
                <a:cubicBezTo>
                  <a:pt x="280963" y="55926"/>
                  <a:pt x="281042" y="54959"/>
                  <a:pt x="281042" y="54018"/>
                </a:cubicBezTo>
                <a:cubicBezTo>
                  <a:pt x="281042" y="52711"/>
                  <a:pt x="280754" y="51692"/>
                  <a:pt x="280179" y="50960"/>
                </a:cubicBezTo>
                <a:cubicBezTo>
                  <a:pt x="279552" y="50229"/>
                  <a:pt x="278846" y="49863"/>
                  <a:pt x="278062" y="49863"/>
                </a:cubicBezTo>
                <a:cubicBezTo>
                  <a:pt x="275867" y="49863"/>
                  <a:pt x="273541" y="50987"/>
                  <a:pt x="271085" y="53234"/>
                </a:cubicBezTo>
                <a:cubicBezTo>
                  <a:pt x="263872" y="59872"/>
                  <a:pt x="257129" y="69175"/>
                  <a:pt x="250857" y="81145"/>
                </a:cubicBezTo>
                <a:cubicBezTo>
                  <a:pt x="246728" y="89037"/>
                  <a:pt x="242861" y="99151"/>
                  <a:pt x="239254" y="111486"/>
                </a:cubicBezTo>
                <a:lnTo>
                  <a:pt x="227416" y="111486"/>
                </a:lnTo>
                <a:lnTo>
                  <a:pt x="240822" y="63992"/>
                </a:lnTo>
                <a:cubicBezTo>
                  <a:pt x="242286" y="58863"/>
                  <a:pt x="243017" y="55436"/>
                  <a:pt x="243017" y="53709"/>
                </a:cubicBezTo>
                <a:cubicBezTo>
                  <a:pt x="243017" y="52296"/>
                  <a:pt x="242730" y="51250"/>
                  <a:pt x="242155" y="50571"/>
                </a:cubicBezTo>
                <a:cubicBezTo>
                  <a:pt x="241580" y="49890"/>
                  <a:pt x="240874" y="49549"/>
                  <a:pt x="240038" y="49549"/>
                </a:cubicBezTo>
                <a:cubicBezTo>
                  <a:pt x="238313" y="49549"/>
                  <a:pt x="236484" y="50177"/>
                  <a:pt x="234550" y="51433"/>
                </a:cubicBezTo>
                <a:cubicBezTo>
                  <a:pt x="231414" y="53475"/>
                  <a:pt x="227376" y="57845"/>
                  <a:pt x="222437" y="64543"/>
                </a:cubicBezTo>
                <a:cubicBezTo>
                  <a:pt x="217498" y="71242"/>
                  <a:pt x="213669" y="77653"/>
                  <a:pt x="210952" y="83776"/>
                </a:cubicBezTo>
                <a:cubicBezTo>
                  <a:pt x="209645" y="86654"/>
                  <a:pt x="206535" y="95890"/>
                  <a:pt x="201622" y="111486"/>
                </a:cubicBezTo>
                <a:lnTo>
                  <a:pt x="190019" y="111486"/>
                </a:lnTo>
                <a:lnTo>
                  <a:pt x="204523" y="60682"/>
                </a:lnTo>
                <a:lnTo>
                  <a:pt x="206404" y="54096"/>
                </a:lnTo>
                <a:cubicBezTo>
                  <a:pt x="206770" y="53090"/>
                  <a:pt x="206953" y="52349"/>
                  <a:pt x="206953" y="51872"/>
                </a:cubicBezTo>
                <a:cubicBezTo>
                  <a:pt x="206953" y="50706"/>
                  <a:pt x="206430" y="49661"/>
                  <a:pt x="205385" y="48738"/>
                </a:cubicBezTo>
                <a:cubicBezTo>
                  <a:pt x="204340" y="47815"/>
                  <a:pt x="203007" y="47354"/>
                  <a:pt x="201387" y="47354"/>
                </a:cubicBezTo>
                <a:cubicBezTo>
                  <a:pt x="200707" y="47354"/>
                  <a:pt x="198826" y="47668"/>
                  <a:pt x="195742" y="48295"/>
                </a:cubicBezTo>
                <a:lnTo>
                  <a:pt x="195036" y="45472"/>
                </a:lnTo>
                <a:lnTo>
                  <a:pt x="222084" y="40455"/>
                </a:lnTo>
                <a:close/>
                <a:moveTo>
                  <a:pt x="378545" y="40455"/>
                </a:moveTo>
                <a:lnTo>
                  <a:pt x="363257" y="93691"/>
                </a:lnTo>
                <a:lnTo>
                  <a:pt x="361533" y="100845"/>
                </a:lnTo>
                <a:cubicBezTo>
                  <a:pt x="361376" y="101517"/>
                  <a:pt x="361297" y="102084"/>
                  <a:pt x="361297" y="102548"/>
                </a:cubicBezTo>
                <a:cubicBezTo>
                  <a:pt x="361297" y="103384"/>
                  <a:pt x="361559" y="104116"/>
                  <a:pt x="362081" y="104743"/>
                </a:cubicBezTo>
                <a:cubicBezTo>
                  <a:pt x="362499" y="105214"/>
                  <a:pt x="363022" y="105449"/>
                  <a:pt x="363649" y="105449"/>
                </a:cubicBezTo>
                <a:cubicBezTo>
                  <a:pt x="364329" y="105449"/>
                  <a:pt x="365217" y="105031"/>
                  <a:pt x="366315" y="104194"/>
                </a:cubicBezTo>
                <a:cubicBezTo>
                  <a:pt x="368353" y="102679"/>
                  <a:pt x="371071" y="99543"/>
                  <a:pt x="374469" y="94786"/>
                </a:cubicBezTo>
                <a:lnTo>
                  <a:pt x="377134" y="96668"/>
                </a:lnTo>
                <a:cubicBezTo>
                  <a:pt x="373528" y="102104"/>
                  <a:pt x="369817" y="106246"/>
                  <a:pt x="366001" y="109094"/>
                </a:cubicBezTo>
                <a:cubicBezTo>
                  <a:pt x="362186" y="111943"/>
                  <a:pt x="358658" y="113367"/>
                  <a:pt x="355417" y="113367"/>
                </a:cubicBezTo>
                <a:cubicBezTo>
                  <a:pt x="353170" y="113367"/>
                  <a:pt x="351484" y="112805"/>
                  <a:pt x="350360" y="111682"/>
                </a:cubicBezTo>
                <a:cubicBezTo>
                  <a:pt x="349237" y="110558"/>
                  <a:pt x="348675" y="108925"/>
                  <a:pt x="348675" y="106782"/>
                </a:cubicBezTo>
                <a:cubicBezTo>
                  <a:pt x="348675" y="104221"/>
                  <a:pt x="349250" y="100849"/>
                  <a:pt x="350400" y="96668"/>
                </a:cubicBezTo>
                <a:lnTo>
                  <a:pt x="352046" y="90594"/>
                </a:lnTo>
                <a:cubicBezTo>
                  <a:pt x="345199" y="99609"/>
                  <a:pt x="338901" y="105909"/>
                  <a:pt x="333152" y="109494"/>
                </a:cubicBezTo>
                <a:cubicBezTo>
                  <a:pt x="329022" y="112076"/>
                  <a:pt x="324972" y="113367"/>
                  <a:pt x="320999" y="113367"/>
                </a:cubicBezTo>
                <a:cubicBezTo>
                  <a:pt x="317184" y="113367"/>
                  <a:pt x="313891" y="111785"/>
                  <a:pt x="311121" y="108619"/>
                </a:cubicBezTo>
                <a:cubicBezTo>
                  <a:pt x="308351" y="105454"/>
                  <a:pt x="306966" y="101098"/>
                  <a:pt x="306966" y="95551"/>
                </a:cubicBezTo>
                <a:cubicBezTo>
                  <a:pt x="306966" y="87232"/>
                  <a:pt x="309461" y="78455"/>
                  <a:pt x="314453" y="69220"/>
                </a:cubicBezTo>
                <a:cubicBezTo>
                  <a:pt x="319444" y="59985"/>
                  <a:pt x="325782" y="52595"/>
                  <a:pt x="333465" y="47048"/>
                </a:cubicBezTo>
                <a:cubicBezTo>
                  <a:pt x="339476" y="42652"/>
                  <a:pt x="345147" y="40455"/>
                  <a:pt x="350478" y="40455"/>
                </a:cubicBezTo>
                <a:cubicBezTo>
                  <a:pt x="353666" y="40455"/>
                  <a:pt x="356319" y="41298"/>
                  <a:pt x="358436" y="42986"/>
                </a:cubicBezTo>
                <a:cubicBezTo>
                  <a:pt x="360553" y="44673"/>
                  <a:pt x="362160" y="47467"/>
                  <a:pt x="363257" y="51367"/>
                </a:cubicBezTo>
                <a:lnTo>
                  <a:pt x="366080" y="42336"/>
                </a:lnTo>
                <a:lnTo>
                  <a:pt x="378545" y="40455"/>
                </a:lnTo>
                <a:moveTo>
                  <a:pt x="350635" y="44375"/>
                </a:moveTo>
                <a:cubicBezTo>
                  <a:pt x="347290" y="44375"/>
                  <a:pt x="343736" y="45949"/>
                  <a:pt x="339972" y="49098"/>
                </a:cubicBezTo>
                <a:cubicBezTo>
                  <a:pt x="334641" y="53557"/>
                  <a:pt x="329898" y="60168"/>
                  <a:pt x="325743" y="68931"/>
                </a:cubicBezTo>
                <a:cubicBezTo>
                  <a:pt x="321587" y="77694"/>
                  <a:pt x="319510" y="85618"/>
                  <a:pt x="319510" y="92701"/>
                </a:cubicBezTo>
                <a:cubicBezTo>
                  <a:pt x="319510" y="96270"/>
                  <a:pt x="320398" y="99091"/>
                  <a:pt x="322175" y="101164"/>
                </a:cubicBezTo>
                <a:cubicBezTo>
                  <a:pt x="323953" y="103236"/>
                  <a:pt x="325991" y="104273"/>
                  <a:pt x="328291" y="104273"/>
                </a:cubicBezTo>
                <a:cubicBezTo>
                  <a:pt x="333988" y="104273"/>
                  <a:pt x="340181" y="100049"/>
                  <a:pt x="346872" y="91601"/>
                </a:cubicBezTo>
                <a:cubicBezTo>
                  <a:pt x="355809" y="80372"/>
                  <a:pt x="360278" y="68854"/>
                  <a:pt x="360278" y="57046"/>
                </a:cubicBezTo>
                <a:cubicBezTo>
                  <a:pt x="360278" y="52587"/>
                  <a:pt x="359416" y="49361"/>
                  <a:pt x="357691" y="47366"/>
                </a:cubicBezTo>
                <a:cubicBezTo>
                  <a:pt x="355966" y="45372"/>
                  <a:pt x="353614" y="44375"/>
                  <a:pt x="350635" y="44375"/>
                </a:cubicBezTo>
                <a:close/>
                <a:moveTo>
                  <a:pt x="431230" y="0"/>
                </a:moveTo>
                <a:lnTo>
                  <a:pt x="404417" y="93321"/>
                </a:lnTo>
                <a:cubicBezTo>
                  <a:pt x="403111" y="97975"/>
                  <a:pt x="402457" y="100824"/>
                  <a:pt x="402457" y="101869"/>
                </a:cubicBezTo>
                <a:cubicBezTo>
                  <a:pt x="402457" y="102653"/>
                  <a:pt x="402705" y="103307"/>
                  <a:pt x="403202" y="103829"/>
                </a:cubicBezTo>
                <a:cubicBezTo>
                  <a:pt x="403699" y="104352"/>
                  <a:pt x="404313" y="104613"/>
                  <a:pt x="405044" y="104613"/>
                </a:cubicBezTo>
                <a:cubicBezTo>
                  <a:pt x="406037" y="104613"/>
                  <a:pt x="407109" y="104169"/>
                  <a:pt x="408259" y="103281"/>
                </a:cubicBezTo>
                <a:cubicBezTo>
                  <a:pt x="410977" y="101134"/>
                  <a:pt x="413825" y="97806"/>
                  <a:pt x="416804" y="93297"/>
                </a:cubicBezTo>
                <a:lnTo>
                  <a:pt x="419157" y="95727"/>
                </a:lnTo>
                <a:cubicBezTo>
                  <a:pt x="414191" y="102731"/>
                  <a:pt x="409618" y="107618"/>
                  <a:pt x="405436" y="110388"/>
                </a:cubicBezTo>
                <a:cubicBezTo>
                  <a:pt x="402353" y="112374"/>
                  <a:pt x="399426" y="113367"/>
                  <a:pt x="396656" y="113367"/>
                </a:cubicBezTo>
                <a:cubicBezTo>
                  <a:pt x="394669" y="113367"/>
                  <a:pt x="393010" y="112688"/>
                  <a:pt x="391677" y="111329"/>
                </a:cubicBezTo>
                <a:cubicBezTo>
                  <a:pt x="390344" y="109970"/>
                  <a:pt x="389678" y="108402"/>
                  <a:pt x="389678" y="106625"/>
                </a:cubicBezTo>
                <a:cubicBezTo>
                  <a:pt x="389678" y="104740"/>
                  <a:pt x="390514" y="100865"/>
                  <a:pt x="392187" y="94999"/>
                </a:cubicBezTo>
                <a:lnTo>
                  <a:pt x="413433" y="21325"/>
                </a:lnTo>
                <a:cubicBezTo>
                  <a:pt x="415158" y="15314"/>
                  <a:pt x="416020" y="11865"/>
                  <a:pt x="416020" y="10976"/>
                </a:cubicBezTo>
                <a:cubicBezTo>
                  <a:pt x="416020" y="9722"/>
                  <a:pt x="415524" y="8689"/>
                  <a:pt x="414531" y="7879"/>
                </a:cubicBezTo>
                <a:cubicBezTo>
                  <a:pt x="413538" y="7069"/>
                  <a:pt x="411996" y="6664"/>
                  <a:pt x="409905" y="6664"/>
                </a:cubicBezTo>
                <a:cubicBezTo>
                  <a:pt x="408703" y="6664"/>
                  <a:pt x="406874" y="6847"/>
                  <a:pt x="404417" y="7213"/>
                </a:cubicBezTo>
                <a:lnTo>
                  <a:pt x="404417" y="4390"/>
                </a:lnTo>
                <a:lnTo>
                  <a:pt x="431230" y="0"/>
                </a:lnTo>
                <a:close/>
                <a:moveTo>
                  <a:pt x="493350" y="5174"/>
                </a:moveTo>
                <a:lnTo>
                  <a:pt x="535216" y="5174"/>
                </a:lnTo>
                <a:cubicBezTo>
                  <a:pt x="546192" y="5174"/>
                  <a:pt x="554398" y="7536"/>
                  <a:pt x="559834" y="12260"/>
                </a:cubicBezTo>
                <a:cubicBezTo>
                  <a:pt x="565270" y="16984"/>
                  <a:pt x="567988" y="22738"/>
                  <a:pt x="567988" y="29523"/>
                </a:cubicBezTo>
                <a:cubicBezTo>
                  <a:pt x="567988" y="34900"/>
                  <a:pt x="566263" y="40120"/>
                  <a:pt x="562813" y="45183"/>
                </a:cubicBezTo>
                <a:cubicBezTo>
                  <a:pt x="559363" y="50245"/>
                  <a:pt x="554241" y="54355"/>
                  <a:pt x="547447" y="57514"/>
                </a:cubicBezTo>
                <a:cubicBezTo>
                  <a:pt x="540652" y="60671"/>
                  <a:pt x="533308" y="62250"/>
                  <a:pt x="525416" y="62250"/>
                </a:cubicBezTo>
                <a:cubicBezTo>
                  <a:pt x="520503" y="62250"/>
                  <a:pt x="514257" y="61356"/>
                  <a:pt x="506678" y="59567"/>
                </a:cubicBezTo>
                <a:lnTo>
                  <a:pt x="498211" y="88671"/>
                </a:lnTo>
                <a:cubicBezTo>
                  <a:pt x="496225" y="95598"/>
                  <a:pt x="495232" y="100163"/>
                  <a:pt x="495232" y="102367"/>
                </a:cubicBezTo>
                <a:cubicBezTo>
                  <a:pt x="495232" y="104046"/>
                  <a:pt x="495937" y="105437"/>
                  <a:pt x="497349" y="106539"/>
                </a:cubicBezTo>
                <a:cubicBezTo>
                  <a:pt x="498760" y="107640"/>
                  <a:pt x="502131" y="108348"/>
                  <a:pt x="507462" y="108663"/>
                </a:cubicBezTo>
                <a:lnTo>
                  <a:pt x="506678" y="111486"/>
                </a:lnTo>
                <a:lnTo>
                  <a:pt x="464420" y="111486"/>
                </a:lnTo>
                <a:lnTo>
                  <a:pt x="465283" y="108663"/>
                </a:lnTo>
                <a:cubicBezTo>
                  <a:pt x="470823" y="108663"/>
                  <a:pt x="474678" y="107705"/>
                  <a:pt x="476847" y="105789"/>
                </a:cubicBezTo>
                <a:cubicBezTo>
                  <a:pt x="479016" y="103873"/>
                  <a:pt x="481355" y="98585"/>
                  <a:pt x="483864" y="89925"/>
                </a:cubicBezTo>
                <a:lnTo>
                  <a:pt x="501425" y="29341"/>
                </a:lnTo>
                <a:cubicBezTo>
                  <a:pt x="503516" y="22070"/>
                  <a:pt x="504561" y="17205"/>
                  <a:pt x="504561" y="14747"/>
                </a:cubicBezTo>
                <a:cubicBezTo>
                  <a:pt x="504561" y="12916"/>
                  <a:pt x="503817" y="11398"/>
                  <a:pt x="502327" y="10195"/>
                </a:cubicBezTo>
                <a:cubicBezTo>
                  <a:pt x="500837" y="8991"/>
                  <a:pt x="497558" y="8258"/>
                  <a:pt x="492488" y="7997"/>
                </a:cubicBezTo>
                <a:lnTo>
                  <a:pt x="493350" y="5174"/>
                </a:lnTo>
                <a:moveTo>
                  <a:pt x="508011" y="54682"/>
                </a:moveTo>
                <a:cubicBezTo>
                  <a:pt x="513917" y="56173"/>
                  <a:pt x="518674" y="56919"/>
                  <a:pt x="522280" y="56919"/>
                </a:cubicBezTo>
                <a:cubicBezTo>
                  <a:pt x="527977" y="56919"/>
                  <a:pt x="533165" y="55747"/>
                  <a:pt x="537842" y="53403"/>
                </a:cubicBezTo>
                <a:cubicBezTo>
                  <a:pt x="542520" y="51059"/>
                  <a:pt x="546179" y="47543"/>
                  <a:pt x="548819" y="42856"/>
                </a:cubicBezTo>
                <a:cubicBezTo>
                  <a:pt x="551458" y="38166"/>
                  <a:pt x="552778" y="33296"/>
                  <a:pt x="552778" y="28244"/>
                </a:cubicBezTo>
                <a:cubicBezTo>
                  <a:pt x="552778" y="22983"/>
                  <a:pt x="551158" y="18816"/>
                  <a:pt x="547917" y="15744"/>
                </a:cubicBezTo>
                <a:cubicBezTo>
                  <a:pt x="544676" y="12670"/>
                  <a:pt x="539763" y="11133"/>
                  <a:pt x="533178" y="11133"/>
                </a:cubicBezTo>
                <a:cubicBezTo>
                  <a:pt x="529624" y="11133"/>
                  <a:pt x="525311" y="11576"/>
                  <a:pt x="520242" y="12463"/>
                </a:cubicBezTo>
                <a:lnTo>
                  <a:pt x="508011" y="54682"/>
                </a:lnTo>
                <a:close/>
                <a:moveTo>
                  <a:pt x="640613" y="65021"/>
                </a:moveTo>
                <a:cubicBezTo>
                  <a:pt x="640613" y="72869"/>
                  <a:pt x="638535" y="80639"/>
                  <a:pt x="634380" y="88331"/>
                </a:cubicBezTo>
                <a:cubicBezTo>
                  <a:pt x="630225" y="96022"/>
                  <a:pt x="624436" y="102118"/>
                  <a:pt x="617014" y="106617"/>
                </a:cubicBezTo>
                <a:cubicBezTo>
                  <a:pt x="609593" y="111117"/>
                  <a:pt x="602380" y="113367"/>
                  <a:pt x="595376" y="113367"/>
                </a:cubicBezTo>
                <a:cubicBezTo>
                  <a:pt x="588215" y="113367"/>
                  <a:pt x="582374" y="111078"/>
                  <a:pt x="577853" y="106500"/>
                </a:cubicBezTo>
                <a:cubicBezTo>
                  <a:pt x="573332" y="101922"/>
                  <a:pt x="571072" y="95996"/>
                  <a:pt x="571072" y="88723"/>
                </a:cubicBezTo>
                <a:cubicBezTo>
                  <a:pt x="571072" y="81031"/>
                  <a:pt x="573280" y="73314"/>
                  <a:pt x="577697" y="65570"/>
                </a:cubicBezTo>
                <a:cubicBezTo>
                  <a:pt x="582113" y="57826"/>
                  <a:pt x="588019" y="51704"/>
                  <a:pt x="595415" y="47204"/>
                </a:cubicBezTo>
                <a:cubicBezTo>
                  <a:pt x="602811" y="42705"/>
                  <a:pt x="609958" y="40455"/>
                  <a:pt x="616858" y="40455"/>
                </a:cubicBezTo>
                <a:cubicBezTo>
                  <a:pt x="623757" y="40455"/>
                  <a:pt x="629441" y="42731"/>
                  <a:pt x="633910" y="47283"/>
                </a:cubicBezTo>
                <a:cubicBezTo>
                  <a:pt x="638379" y="51835"/>
                  <a:pt x="640613" y="57748"/>
                  <a:pt x="640613" y="65021"/>
                </a:cubicBezTo>
                <a:moveTo>
                  <a:pt x="627599" y="59482"/>
                </a:moveTo>
                <a:cubicBezTo>
                  <a:pt x="627599" y="54603"/>
                  <a:pt x="626409" y="50866"/>
                  <a:pt x="624031" y="48270"/>
                </a:cubicBezTo>
                <a:cubicBezTo>
                  <a:pt x="621653" y="45673"/>
                  <a:pt x="618582" y="44375"/>
                  <a:pt x="614819" y="44375"/>
                </a:cubicBezTo>
                <a:cubicBezTo>
                  <a:pt x="607136" y="44375"/>
                  <a:pt x="600067" y="49896"/>
                  <a:pt x="593612" y="60939"/>
                </a:cubicBezTo>
                <a:cubicBezTo>
                  <a:pt x="587157" y="71981"/>
                  <a:pt x="583929" y="82957"/>
                  <a:pt x="583929" y="93868"/>
                </a:cubicBezTo>
                <a:cubicBezTo>
                  <a:pt x="583929" y="98851"/>
                  <a:pt x="585184" y="102693"/>
                  <a:pt x="587693" y="105395"/>
                </a:cubicBezTo>
                <a:cubicBezTo>
                  <a:pt x="590201" y="108096"/>
                  <a:pt x="593364" y="109447"/>
                  <a:pt x="597179" y="109447"/>
                </a:cubicBezTo>
                <a:cubicBezTo>
                  <a:pt x="604549" y="109447"/>
                  <a:pt x="611461" y="103953"/>
                  <a:pt x="617916" y="92963"/>
                </a:cubicBezTo>
                <a:cubicBezTo>
                  <a:pt x="624371" y="81973"/>
                  <a:pt x="627599" y="70812"/>
                  <a:pt x="627599" y="59482"/>
                </a:cubicBezTo>
                <a:close/>
                <a:moveTo>
                  <a:pt x="694395" y="0"/>
                </a:moveTo>
                <a:lnTo>
                  <a:pt x="667582" y="93321"/>
                </a:lnTo>
                <a:cubicBezTo>
                  <a:pt x="666276" y="97975"/>
                  <a:pt x="665622" y="100824"/>
                  <a:pt x="665622" y="101869"/>
                </a:cubicBezTo>
                <a:cubicBezTo>
                  <a:pt x="665622" y="102653"/>
                  <a:pt x="665871" y="103307"/>
                  <a:pt x="666367" y="103829"/>
                </a:cubicBezTo>
                <a:cubicBezTo>
                  <a:pt x="666864" y="104352"/>
                  <a:pt x="667478" y="104613"/>
                  <a:pt x="668210" y="104613"/>
                </a:cubicBezTo>
                <a:cubicBezTo>
                  <a:pt x="669203" y="104613"/>
                  <a:pt x="670274" y="104169"/>
                  <a:pt x="671424" y="103281"/>
                </a:cubicBezTo>
                <a:cubicBezTo>
                  <a:pt x="674142" y="101134"/>
                  <a:pt x="676990" y="97806"/>
                  <a:pt x="679970" y="93297"/>
                </a:cubicBezTo>
                <a:lnTo>
                  <a:pt x="682322" y="95727"/>
                </a:lnTo>
                <a:cubicBezTo>
                  <a:pt x="677356" y="102731"/>
                  <a:pt x="672783" y="107618"/>
                  <a:pt x="668602" y="110388"/>
                </a:cubicBezTo>
                <a:cubicBezTo>
                  <a:pt x="665518" y="112374"/>
                  <a:pt x="662591" y="113367"/>
                  <a:pt x="659821" y="113367"/>
                </a:cubicBezTo>
                <a:cubicBezTo>
                  <a:pt x="657835" y="113367"/>
                  <a:pt x="656175" y="112688"/>
                  <a:pt x="654842" y="111329"/>
                </a:cubicBezTo>
                <a:cubicBezTo>
                  <a:pt x="653509" y="109970"/>
                  <a:pt x="652843" y="108402"/>
                  <a:pt x="652843" y="106625"/>
                </a:cubicBezTo>
                <a:cubicBezTo>
                  <a:pt x="652843" y="104740"/>
                  <a:pt x="653679" y="100865"/>
                  <a:pt x="655352" y="94999"/>
                </a:cubicBezTo>
                <a:lnTo>
                  <a:pt x="676598" y="21325"/>
                </a:lnTo>
                <a:cubicBezTo>
                  <a:pt x="678323" y="15314"/>
                  <a:pt x="679186" y="11865"/>
                  <a:pt x="679186" y="10976"/>
                </a:cubicBezTo>
                <a:cubicBezTo>
                  <a:pt x="679186" y="9722"/>
                  <a:pt x="678689" y="8689"/>
                  <a:pt x="677696" y="7879"/>
                </a:cubicBezTo>
                <a:cubicBezTo>
                  <a:pt x="676703" y="7069"/>
                  <a:pt x="675161" y="6664"/>
                  <a:pt x="673070" y="6664"/>
                </a:cubicBezTo>
                <a:cubicBezTo>
                  <a:pt x="671868" y="6664"/>
                  <a:pt x="670039" y="6847"/>
                  <a:pt x="667582" y="7213"/>
                </a:cubicBezTo>
                <a:lnTo>
                  <a:pt x="667582" y="4390"/>
                </a:lnTo>
                <a:lnTo>
                  <a:pt x="694395" y="0"/>
                </a:lnTo>
                <a:close/>
                <a:moveTo>
                  <a:pt x="727194" y="9251"/>
                </a:moveTo>
                <a:cubicBezTo>
                  <a:pt x="729389" y="9251"/>
                  <a:pt x="731245" y="10009"/>
                  <a:pt x="732760" y="11525"/>
                </a:cubicBezTo>
                <a:cubicBezTo>
                  <a:pt x="734276" y="13041"/>
                  <a:pt x="735034" y="14896"/>
                  <a:pt x="735034" y="17091"/>
                </a:cubicBezTo>
                <a:cubicBezTo>
                  <a:pt x="735034" y="19234"/>
                  <a:pt x="734263" y="21077"/>
                  <a:pt x="732721" y="22619"/>
                </a:cubicBezTo>
                <a:cubicBezTo>
                  <a:pt x="731179" y="24160"/>
                  <a:pt x="729337" y="24931"/>
                  <a:pt x="727194" y="24931"/>
                </a:cubicBezTo>
                <a:cubicBezTo>
                  <a:pt x="725051" y="24931"/>
                  <a:pt x="723209" y="24160"/>
                  <a:pt x="721667" y="22619"/>
                </a:cubicBezTo>
                <a:cubicBezTo>
                  <a:pt x="720125" y="21077"/>
                  <a:pt x="719354" y="19234"/>
                  <a:pt x="719354" y="17091"/>
                </a:cubicBezTo>
                <a:cubicBezTo>
                  <a:pt x="719354" y="14896"/>
                  <a:pt x="720112" y="13041"/>
                  <a:pt x="721627" y="11525"/>
                </a:cubicBezTo>
                <a:cubicBezTo>
                  <a:pt x="723143" y="10009"/>
                  <a:pt x="724999" y="9251"/>
                  <a:pt x="727194" y="9251"/>
                </a:cubicBezTo>
                <a:moveTo>
                  <a:pt x="728213" y="40455"/>
                </a:moveTo>
                <a:lnTo>
                  <a:pt x="712690" y="95440"/>
                </a:lnTo>
                <a:cubicBezTo>
                  <a:pt x="711644" y="99153"/>
                  <a:pt x="711122" y="101375"/>
                  <a:pt x="711122" y="102107"/>
                </a:cubicBezTo>
                <a:cubicBezTo>
                  <a:pt x="711122" y="102946"/>
                  <a:pt x="711370" y="103629"/>
                  <a:pt x="711867" y="104155"/>
                </a:cubicBezTo>
                <a:cubicBezTo>
                  <a:pt x="712363" y="104679"/>
                  <a:pt x="712951" y="104942"/>
                  <a:pt x="713631" y="104942"/>
                </a:cubicBezTo>
                <a:cubicBezTo>
                  <a:pt x="714415" y="104942"/>
                  <a:pt x="715355" y="104522"/>
                  <a:pt x="716453" y="103682"/>
                </a:cubicBezTo>
                <a:cubicBezTo>
                  <a:pt x="719432" y="101325"/>
                  <a:pt x="722438" y="97978"/>
                  <a:pt x="725469" y="93640"/>
                </a:cubicBezTo>
                <a:lnTo>
                  <a:pt x="728213" y="95443"/>
                </a:lnTo>
                <a:cubicBezTo>
                  <a:pt x="724659" y="100884"/>
                  <a:pt x="720478" y="105468"/>
                  <a:pt x="715669" y="109195"/>
                </a:cubicBezTo>
                <a:cubicBezTo>
                  <a:pt x="712115" y="111976"/>
                  <a:pt x="708717" y="113367"/>
                  <a:pt x="705477" y="113367"/>
                </a:cubicBezTo>
                <a:cubicBezTo>
                  <a:pt x="703334" y="113367"/>
                  <a:pt x="701583" y="112727"/>
                  <a:pt x="700224" y="111446"/>
                </a:cubicBezTo>
                <a:cubicBezTo>
                  <a:pt x="698865" y="110166"/>
                  <a:pt x="698186" y="108559"/>
                  <a:pt x="698186" y="106625"/>
                </a:cubicBezTo>
                <a:cubicBezTo>
                  <a:pt x="698186" y="104688"/>
                  <a:pt x="698839" y="101468"/>
                  <a:pt x="700146" y="96964"/>
                </a:cubicBezTo>
                <a:lnTo>
                  <a:pt x="710338" y="61780"/>
                </a:lnTo>
                <a:cubicBezTo>
                  <a:pt x="712010" y="56063"/>
                  <a:pt x="712847" y="52477"/>
                  <a:pt x="712847" y="51022"/>
                </a:cubicBezTo>
                <a:cubicBezTo>
                  <a:pt x="712847" y="49878"/>
                  <a:pt x="712442" y="48942"/>
                  <a:pt x="711631" y="48214"/>
                </a:cubicBezTo>
                <a:cubicBezTo>
                  <a:pt x="710821" y="47484"/>
                  <a:pt x="709711" y="47119"/>
                  <a:pt x="708299" y="47119"/>
                </a:cubicBezTo>
                <a:cubicBezTo>
                  <a:pt x="707149" y="47119"/>
                  <a:pt x="704771" y="47406"/>
                  <a:pt x="701165" y="47981"/>
                </a:cubicBezTo>
                <a:lnTo>
                  <a:pt x="701165" y="44845"/>
                </a:lnTo>
                <a:lnTo>
                  <a:pt x="728213" y="40455"/>
                </a:lnTo>
                <a:close/>
                <a:moveTo>
                  <a:pt x="797938" y="94394"/>
                </a:moveTo>
                <a:cubicBezTo>
                  <a:pt x="792503" y="100928"/>
                  <a:pt x="787014" y="105723"/>
                  <a:pt x="781474" y="108781"/>
                </a:cubicBezTo>
                <a:cubicBezTo>
                  <a:pt x="775934" y="111838"/>
                  <a:pt x="770080" y="113367"/>
                  <a:pt x="763912" y="113367"/>
                </a:cubicBezTo>
                <a:cubicBezTo>
                  <a:pt x="756491" y="113367"/>
                  <a:pt x="750702" y="111274"/>
                  <a:pt x="746547" y="107088"/>
                </a:cubicBezTo>
                <a:cubicBezTo>
                  <a:pt x="742391" y="102902"/>
                  <a:pt x="740314" y="97277"/>
                  <a:pt x="740314" y="90215"/>
                </a:cubicBezTo>
                <a:cubicBezTo>
                  <a:pt x="740314" y="82210"/>
                  <a:pt x="742548" y="74335"/>
                  <a:pt x="747017" y="66591"/>
                </a:cubicBezTo>
                <a:cubicBezTo>
                  <a:pt x="751486" y="58846"/>
                  <a:pt x="757497" y="52554"/>
                  <a:pt x="765049" y="47714"/>
                </a:cubicBezTo>
                <a:cubicBezTo>
                  <a:pt x="772602" y="42874"/>
                  <a:pt x="780011" y="40455"/>
                  <a:pt x="787276" y="40455"/>
                </a:cubicBezTo>
                <a:cubicBezTo>
                  <a:pt x="792973" y="40455"/>
                  <a:pt x="797233" y="41640"/>
                  <a:pt x="800055" y="44010"/>
                </a:cubicBezTo>
                <a:cubicBezTo>
                  <a:pt x="802878" y="46380"/>
                  <a:pt x="804289" y="49284"/>
                  <a:pt x="804289" y="52722"/>
                </a:cubicBezTo>
                <a:cubicBezTo>
                  <a:pt x="804289" y="55951"/>
                  <a:pt x="803296" y="58712"/>
                  <a:pt x="801310" y="61005"/>
                </a:cubicBezTo>
                <a:cubicBezTo>
                  <a:pt x="799846" y="62776"/>
                  <a:pt x="798043" y="63661"/>
                  <a:pt x="795900" y="63661"/>
                </a:cubicBezTo>
                <a:cubicBezTo>
                  <a:pt x="794280" y="63661"/>
                  <a:pt x="792934" y="63143"/>
                  <a:pt x="791862" y="62106"/>
                </a:cubicBezTo>
                <a:cubicBezTo>
                  <a:pt x="790791" y="61068"/>
                  <a:pt x="790255" y="59772"/>
                  <a:pt x="790255" y="58217"/>
                </a:cubicBezTo>
                <a:cubicBezTo>
                  <a:pt x="790255" y="57232"/>
                  <a:pt x="790451" y="56325"/>
                  <a:pt x="790843" y="55495"/>
                </a:cubicBezTo>
                <a:cubicBezTo>
                  <a:pt x="791235" y="54666"/>
                  <a:pt x="792045" y="53668"/>
                  <a:pt x="793273" y="52501"/>
                </a:cubicBezTo>
                <a:cubicBezTo>
                  <a:pt x="794502" y="51334"/>
                  <a:pt x="795247" y="50491"/>
                  <a:pt x="795508" y="49973"/>
                </a:cubicBezTo>
                <a:cubicBezTo>
                  <a:pt x="795769" y="49454"/>
                  <a:pt x="795900" y="48909"/>
                  <a:pt x="795900" y="48339"/>
                </a:cubicBezTo>
                <a:cubicBezTo>
                  <a:pt x="795900" y="47249"/>
                  <a:pt x="795403" y="46342"/>
                  <a:pt x="794410" y="45617"/>
                </a:cubicBezTo>
                <a:cubicBezTo>
                  <a:pt x="792895" y="44580"/>
                  <a:pt x="790752" y="44061"/>
                  <a:pt x="787981" y="44061"/>
                </a:cubicBezTo>
                <a:cubicBezTo>
                  <a:pt x="782859" y="44061"/>
                  <a:pt x="777789" y="45864"/>
                  <a:pt x="772772" y="49471"/>
                </a:cubicBezTo>
                <a:cubicBezTo>
                  <a:pt x="767754" y="53077"/>
                  <a:pt x="763468" y="58199"/>
                  <a:pt x="759914" y="64837"/>
                </a:cubicBezTo>
                <a:cubicBezTo>
                  <a:pt x="755628" y="72886"/>
                  <a:pt x="753485" y="80936"/>
                  <a:pt x="753485" y="88985"/>
                </a:cubicBezTo>
                <a:cubicBezTo>
                  <a:pt x="753485" y="94316"/>
                  <a:pt x="755001" y="98536"/>
                  <a:pt x="758032" y="101646"/>
                </a:cubicBezTo>
                <a:cubicBezTo>
                  <a:pt x="761064" y="104756"/>
                  <a:pt x="765193" y="106311"/>
                  <a:pt x="770420" y="106311"/>
                </a:cubicBezTo>
                <a:cubicBezTo>
                  <a:pt x="774444" y="106311"/>
                  <a:pt x="778430" y="105305"/>
                  <a:pt x="782376" y="103293"/>
                </a:cubicBezTo>
                <a:cubicBezTo>
                  <a:pt x="786322" y="101280"/>
                  <a:pt x="790752" y="97635"/>
                  <a:pt x="795665" y="92356"/>
                </a:cubicBezTo>
                <a:lnTo>
                  <a:pt x="797938" y="94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y">
            <a:extLst xmlns:a="http://schemas.openxmlformats.org/drawingml/2006/main">
              <a:ext uri="{FF2B5EF4-FFF2-40B4-BE49-F238E27FC236}">
                <a16:creationId xmlns:a16="http://schemas.microsoft.com/office/drawing/2014/main" id="{F7627D3C-7354-4982-B966-C84BCDC2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035" y="1976848"/>
            <a:ext cx="83261" cy="105684"/>
          </a:xfrm>
          <a:custGeom xmlns:a="http://schemas.openxmlformats.org/drawingml/2006/main">
            <a:pathLst>
              <a:path w="83261" h="105684">
                <a:moveTo>
                  <a:pt x="38495" y="0"/>
                </a:moveTo>
                <a:cubicBezTo>
                  <a:pt x="40272" y="3030"/>
                  <a:pt x="41500" y="5864"/>
                  <a:pt x="42180" y="8502"/>
                </a:cubicBezTo>
                <a:cubicBezTo>
                  <a:pt x="42859" y="11139"/>
                  <a:pt x="43538" y="16324"/>
                  <a:pt x="44218" y="24057"/>
                </a:cubicBezTo>
                <a:lnTo>
                  <a:pt x="47668" y="62608"/>
                </a:lnTo>
                <a:cubicBezTo>
                  <a:pt x="50804" y="58846"/>
                  <a:pt x="55351" y="52891"/>
                  <a:pt x="61309" y="44742"/>
                </a:cubicBezTo>
                <a:cubicBezTo>
                  <a:pt x="64184" y="40772"/>
                  <a:pt x="67738" y="35365"/>
                  <a:pt x="71972" y="28523"/>
                </a:cubicBezTo>
                <a:cubicBezTo>
                  <a:pt x="74533" y="24343"/>
                  <a:pt x="76101" y="21418"/>
                  <a:pt x="76676" y="19747"/>
                </a:cubicBezTo>
                <a:cubicBezTo>
                  <a:pt x="76989" y="18911"/>
                  <a:pt x="77146" y="18048"/>
                  <a:pt x="77146" y="17160"/>
                </a:cubicBezTo>
                <a:cubicBezTo>
                  <a:pt x="77146" y="16585"/>
                  <a:pt x="76963" y="16115"/>
                  <a:pt x="76597" y="15751"/>
                </a:cubicBezTo>
                <a:cubicBezTo>
                  <a:pt x="76231" y="15385"/>
                  <a:pt x="75278" y="14954"/>
                  <a:pt x="73736" y="14458"/>
                </a:cubicBezTo>
                <a:cubicBezTo>
                  <a:pt x="72194" y="13961"/>
                  <a:pt x="70913" y="13047"/>
                  <a:pt x="69894" y="11716"/>
                </a:cubicBezTo>
                <a:cubicBezTo>
                  <a:pt x="68875" y="10383"/>
                  <a:pt x="68365" y="8854"/>
                  <a:pt x="68365" y="7130"/>
                </a:cubicBezTo>
                <a:cubicBezTo>
                  <a:pt x="68365" y="4988"/>
                  <a:pt x="68993" y="3265"/>
                  <a:pt x="70247" y="1960"/>
                </a:cubicBezTo>
                <a:cubicBezTo>
                  <a:pt x="71501" y="653"/>
                  <a:pt x="73069" y="0"/>
                  <a:pt x="74951" y="0"/>
                </a:cubicBezTo>
                <a:cubicBezTo>
                  <a:pt x="77251" y="0"/>
                  <a:pt x="79211" y="956"/>
                  <a:pt x="80831" y="2867"/>
                </a:cubicBezTo>
                <a:cubicBezTo>
                  <a:pt x="82451" y="4776"/>
                  <a:pt x="83261" y="7405"/>
                  <a:pt x="83261" y="10753"/>
                </a:cubicBezTo>
                <a:cubicBezTo>
                  <a:pt x="83261" y="14887"/>
                  <a:pt x="81850" y="19610"/>
                  <a:pt x="79028" y="24922"/>
                </a:cubicBezTo>
                <a:cubicBezTo>
                  <a:pt x="76205" y="30233"/>
                  <a:pt x="70770" y="38384"/>
                  <a:pt x="62720" y="49373"/>
                </a:cubicBezTo>
                <a:cubicBezTo>
                  <a:pt x="54671" y="60362"/>
                  <a:pt x="44924" y="72338"/>
                  <a:pt x="33477" y="85300"/>
                </a:cubicBezTo>
                <a:cubicBezTo>
                  <a:pt x="25585" y="94237"/>
                  <a:pt x="19731" y="99869"/>
                  <a:pt x="15915" y="102195"/>
                </a:cubicBezTo>
                <a:cubicBezTo>
                  <a:pt x="12100" y="104521"/>
                  <a:pt x="8833" y="105684"/>
                  <a:pt x="6115" y="105684"/>
                </a:cubicBezTo>
                <a:cubicBezTo>
                  <a:pt x="4495" y="105684"/>
                  <a:pt x="3071" y="105067"/>
                  <a:pt x="1842" y="103832"/>
                </a:cubicBezTo>
                <a:cubicBezTo>
                  <a:pt x="614" y="102597"/>
                  <a:pt x="0" y="101165"/>
                  <a:pt x="0" y="99534"/>
                </a:cubicBezTo>
                <a:cubicBezTo>
                  <a:pt x="0" y="97485"/>
                  <a:pt x="849" y="95618"/>
                  <a:pt x="2548" y="93936"/>
                </a:cubicBezTo>
                <a:cubicBezTo>
                  <a:pt x="4247" y="92255"/>
                  <a:pt x="6089" y="91415"/>
                  <a:pt x="8075" y="91415"/>
                </a:cubicBezTo>
                <a:cubicBezTo>
                  <a:pt x="9121" y="91415"/>
                  <a:pt x="9983" y="91650"/>
                  <a:pt x="10662" y="92121"/>
                </a:cubicBezTo>
                <a:cubicBezTo>
                  <a:pt x="11081" y="92382"/>
                  <a:pt x="11538" y="93127"/>
                  <a:pt x="12034" y="94355"/>
                </a:cubicBezTo>
                <a:cubicBezTo>
                  <a:pt x="12531" y="95583"/>
                  <a:pt x="12988" y="96407"/>
                  <a:pt x="13406" y="96825"/>
                </a:cubicBezTo>
                <a:cubicBezTo>
                  <a:pt x="13668" y="97086"/>
                  <a:pt x="13981" y="97217"/>
                  <a:pt x="14347" y="97217"/>
                </a:cubicBezTo>
                <a:cubicBezTo>
                  <a:pt x="14661" y="97217"/>
                  <a:pt x="15210" y="96957"/>
                  <a:pt x="15994" y="96438"/>
                </a:cubicBezTo>
                <a:cubicBezTo>
                  <a:pt x="18868" y="94670"/>
                  <a:pt x="22213" y="91864"/>
                  <a:pt x="26029" y="88019"/>
                </a:cubicBezTo>
                <a:cubicBezTo>
                  <a:pt x="31047" y="82927"/>
                  <a:pt x="34758" y="78733"/>
                  <a:pt x="37162" y="75439"/>
                </a:cubicBezTo>
                <a:lnTo>
                  <a:pt x="32771" y="25777"/>
                </a:lnTo>
                <a:cubicBezTo>
                  <a:pt x="32040" y="17579"/>
                  <a:pt x="30942" y="12592"/>
                  <a:pt x="29479" y="10817"/>
                </a:cubicBezTo>
                <a:cubicBezTo>
                  <a:pt x="28015" y="9041"/>
                  <a:pt x="25559" y="8154"/>
                  <a:pt x="22109" y="8154"/>
                </a:cubicBezTo>
                <a:cubicBezTo>
                  <a:pt x="21011" y="8154"/>
                  <a:pt x="19051" y="8310"/>
                  <a:pt x="16229" y="8624"/>
                </a:cubicBezTo>
                <a:lnTo>
                  <a:pt x="15523" y="5645"/>
                </a:lnTo>
                <a:lnTo>
                  <a:pt x="384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25CE2-F516-4245-A2AF-6BC8A18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241" y="1081884"/>
            <a:ext cx="1294550" cy="175818"/>
          </a:xfrm>
          <a:custGeom xmlns:a="http://schemas.openxmlformats.org/drawingml/2006/main">
            <a:pathLst>
              <a:path w="1294550" h="175818">
                <a:moveTo>
                  <a:pt x="100353" y="117714"/>
                </a:moveTo>
                <a:lnTo>
                  <a:pt x="100353" y="175818"/>
                </a:lnTo>
                <a:lnTo>
                  <a:pt x="0" y="87909"/>
                </a:lnTo>
                <a:lnTo>
                  <a:pt x="100353" y="0"/>
                </a:lnTo>
                <a:lnTo>
                  <a:pt x="100353" y="58104"/>
                </a:lnTo>
                <a:lnTo>
                  <a:pt x="1228518" y="58104"/>
                </a:lnTo>
                <a:lnTo>
                  <a:pt x="1228518" y="25590"/>
                </a:lnTo>
                <a:lnTo>
                  <a:pt x="1294550" y="87909"/>
                </a:lnTo>
                <a:lnTo>
                  <a:pt x="1228518" y="150228"/>
                </a:lnTo>
                <a:lnTo>
                  <a:pt x="1228518" y="117714"/>
                </a:lnTo>
                <a:lnTo>
                  <a:pt x="100353" y="1177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1EB86-A67C-4844-A89F-60A2C197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241" y="1081884"/>
            <a:ext cx="1294550" cy="175818"/>
          </a:xfrm>
          <a:custGeom xmlns:a="http://schemas.openxmlformats.org/drawingml/2006/main">
            <a:pathLst>
              <a:path w="1294550" h="175818" fill="none">
                <a:moveTo>
                  <a:pt x="100353" y="117714"/>
                </a:moveTo>
                <a:lnTo>
                  <a:pt x="100353" y="175818"/>
                </a:lnTo>
                <a:lnTo>
                  <a:pt x="0" y="87909"/>
                </a:lnTo>
                <a:lnTo>
                  <a:pt x="100353" y="0"/>
                </a:lnTo>
                <a:lnTo>
                  <a:pt x="100353" y="58104"/>
                </a:lnTo>
                <a:lnTo>
                  <a:pt x="1228518" y="58104"/>
                </a:lnTo>
                <a:lnTo>
                  <a:pt x="1228518" y="25590"/>
                </a:lnTo>
                <a:lnTo>
                  <a:pt x="1294550" y="87909"/>
                </a:lnTo>
                <a:lnTo>
                  <a:pt x="1228518" y="150228"/>
                </a:lnTo>
                <a:lnTo>
                  <a:pt x="1228518" y="117714"/>
                </a:lnTo>
                <a:lnTo>
                  <a:pt x="100353" y="1177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035" cap="flat">
            <a:solidFill>
              <a:srgbClr val="999999"/>
            </a:solidFill>
            <a:miter/>
          </a:ln>
        </p:spPr>
      </p:sp>
      <p:sp>
        <p:nvSpPr>
          <p:cNvPr id="49" name="Text Distributional">
            <a:extLst xmlns:a="http://schemas.openxmlformats.org/drawingml/2006/main">
              <a:ext uri="{FF2B5EF4-FFF2-40B4-BE49-F238E27FC236}">
                <a16:creationId xmlns:a16="http://schemas.microsoft.com/office/drawing/2014/main" id="{F8569FBE-2D47-493F-9A00-91D4ED4C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887" y="778672"/>
            <a:ext cx="839787" cy="97001"/>
          </a:xfrm>
          <a:custGeom xmlns:a="http://schemas.openxmlformats.org/drawingml/2006/main">
            <a:pathLst>
              <a:path w="839787" h="97001">
                <a:moveTo>
                  <a:pt x="0" y="95080"/>
                </a:moveTo>
                <a:lnTo>
                  <a:pt x="0" y="92611"/>
                </a:lnTo>
                <a:lnTo>
                  <a:pt x="3087" y="92611"/>
                </a:lnTo>
                <a:cubicBezTo>
                  <a:pt x="5785" y="92611"/>
                  <a:pt x="7855" y="92186"/>
                  <a:pt x="9295" y="91335"/>
                </a:cubicBezTo>
                <a:cubicBezTo>
                  <a:pt x="10736" y="90485"/>
                  <a:pt x="11799" y="89324"/>
                  <a:pt x="12485" y="87854"/>
                </a:cubicBezTo>
                <a:cubicBezTo>
                  <a:pt x="12897" y="86888"/>
                  <a:pt x="13103" y="83991"/>
                  <a:pt x="13103" y="79165"/>
                </a:cubicBezTo>
                <a:lnTo>
                  <a:pt x="13103" y="17973"/>
                </a:lnTo>
                <a:cubicBezTo>
                  <a:pt x="13103" y="13193"/>
                  <a:pt x="12851" y="10205"/>
                  <a:pt x="12348" y="9010"/>
                </a:cubicBezTo>
                <a:cubicBezTo>
                  <a:pt x="11845" y="7814"/>
                  <a:pt x="10827" y="6768"/>
                  <a:pt x="9295" y="5872"/>
                </a:cubicBezTo>
                <a:cubicBezTo>
                  <a:pt x="7763" y="4976"/>
                  <a:pt x="5694" y="4528"/>
                  <a:pt x="3087" y="4528"/>
                </a:cubicBezTo>
                <a:lnTo>
                  <a:pt x="0" y="4528"/>
                </a:lnTo>
                <a:lnTo>
                  <a:pt x="0" y="2058"/>
                </a:lnTo>
                <a:lnTo>
                  <a:pt x="41641" y="2058"/>
                </a:lnTo>
                <a:cubicBezTo>
                  <a:pt x="52754" y="2058"/>
                  <a:pt x="61695" y="3567"/>
                  <a:pt x="68463" y="6586"/>
                </a:cubicBezTo>
                <a:cubicBezTo>
                  <a:pt x="76741" y="10290"/>
                  <a:pt x="83018" y="15892"/>
                  <a:pt x="87294" y="23393"/>
                </a:cubicBezTo>
                <a:cubicBezTo>
                  <a:pt x="91570" y="30893"/>
                  <a:pt x="93708" y="39377"/>
                  <a:pt x="93708" y="48844"/>
                </a:cubicBezTo>
                <a:cubicBezTo>
                  <a:pt x="93708" y="55383"/>
                  <a:pt x="92656" y="61409"/>
                  <a:pt x="90553" y="66920"/>
                </a:cubicBezTo>
                <a:cubicBezTo>
                  <a:pt x="88449" y="72431"/>
                  <a:pt x="85728" y="76981"/>
                  <a:pt x="82389" y="80571"/>
                </a:cubicBezTo>
                <a:cubicBezTo>
                  <a:pt x="79051" y="84161"/>
                  <a:pt x="75198" y="87043"/>
                  <a:pt x="70830" y="89215"/>
                </a:cubicBezTo>
                <a:cubicBezTo>
                  <a:pt x="66462" y="91387"/>
                  <a:pt x="61123" y="93068"/>
                  <a:pt x="54812" y="94257"/>
                </a:cubicBezTo>
                <a:cubicBezTo>
                  <a:pt x="52022" y="94806"/>
                  <a:pt x="47632" y="95080"/>
                  <a:pt x="41641" y="95080"/>
                </a:cubicBezTo>
                <a:lnTo>
                  <a:pt x="0" y="95080"/>
                </a:lnTo>
                <a:moveTo>
                  <a:pt x="35466" y="7272"/>
                </a:moveTo>
                <a:lnTo>
                  <a:pt x="35466" y="79791"/>
                </a:lnTo>
                <a:cubicBezTo>
                  <a:pt x="35466" y="83630"/>
                  <a:pt x="35649" y="85984"/>
                  <a:pt x="36015" y="86853"/>
                </a:cubicBezTo>
                <a:cubicBezTo>
                  <a:pt x="36381" y="87720"/>
                  <a:pt x="36999" y="88382"/>
                  <a:pt x="37867" y="88838"/>
                </a:cubicBezTo>
                <a:cubicBezTo>
                  <a:pt x="39102" y="89524"/>
                  <a:pt x="40886" y="89867"/>
                  <a:pt x="43218" y="89867"/>
                </a:cubicBezTo>
                <a:cubicBezTo>
                  <a:pt x="50856" y="89867"/>
                  <a:pt x="56687" y="87262"/>
                  <a:pt x="60711" y="82053"/>
                </a:cubicBezTo>
                <a:cubicBezTo>
                  <a:pt x="66199" y="75015"/>
                  <a:pt x="68944" y="64094"/>
                  <a:pt x="68944" y="49289"/>
                </a:cubicBezTo>
                <a:cubicBezTo>
                  <a:pt x="68944" y="37363"/>
                  <a:pt x="67068" y="27835"/>
                  <a:pt x="63318" y="20707"/>
                </a:cubicBezTo>
                <a:cubicBezTo>
                  <a:pt x="60346" y="15131"/>
                  <a:pt x="56527" y="11338"/>
                  <a:pt x="51862" y="9328"/>
                </a:cubicBezTo>
                <a:cubicBezTo>
                  <a:pt x="48569" y="7911"/>
                  <a:pt x="43104" y="7226"/>
                  <a:pt x="35466" y="7272"/>
                </a:cubicBezTo>
                <a:close/>
                <a:moveTo>
                  <a:pt x="119753" y="0"/>
                </a:moveTo>
                <a:cubicBezTo>
                  <a:pt x="122726" y="0"/>
                  <a:pt x="125241" y="1044"/>
                  <a:pt x="127299" y="3132"/>
                </a:cubicBezTo>
                <a:cubicBezTo>
                  <a:pt x="129357" y="5219"/>
                  <a:pt x="130386" y="7730"/>
                  <a:pt x="130386" y="10667"/>
                </a:cubicBezTo>
                <a:cubicBezTo>
                  <a:pt x="130386" y="13604"/>
                  <a:pt x="129346" y="16105"/>
                  <a:pt x="127265" y="18171"/>
                </a:cubicBezTo>
                <a:cubicBezTo>
                  <a:pt x="125184" y="20234"/>
                  <a:pt x="122680" y="21266"/>
                  <a:pt x="119753" y="21266"/>
                </a:cubicBezTo>
                <a:cubicBezTo>
                  <a:pt x="116826" y="21266"/>
                  <a:pt x="114334" y="20234"/>
                  <a:pt x="112276" y="18171"/>
                </a:cubicBezTo>
                <a:cubicBezTo>
                  <a:pt x="110218" y="16105"/>
                  <a:pt x="109189" y="13604"/>
                  <a:pt x="109189" y="10667"/>
                </a:cubicBezTo>
                <a:cubicBezTo>
                  <a:pt x="109189" y="7730"/>
                  <a:pt x="110218" y="5219"/>
                  <a:pt x="112276" y="3132"/>
                </a:cubicBezTo>
                <a:cubicBezTo>
                  <a:pt x="114334" y="1044"/>
                  <a:pt x="116826" y="0"/>
                  <a:pt x="119753" y="0"/>
                </a:cubicBezTo>
                <a:moveTo>
                  <a:pt x="129357" y="30870"/>
                </a:moveTo>
                <a:lnTo>
                  <a:pt x="129357" y="81772"/>
                </a:lnTo>
                <a:cubicBezTo>
                  <a:pt x="129357" y="86299"/>
                  <a:pt x="129883" y="89192"/>
                  <a:pt x="130935" y="90450"/>
                </a:cubicBezTo>
                <a:cubicBezTo>
                  <a:pt x="131987" y="91707"/>
                  <a:pt x="134045" y="92428"/>
                  <a:pt x="137109" y="92611"/>
                </a:cubicBezTo>
                <a:lnTo>
                  <a:pt x="137109" y="95080"/>
                </a:lnTo>
                <a:lnTo>
                  <a:pt x="102466" y="95080"/>
                </a:lnTo>
                <a:lnTo>
                  <a:pt x="102466" y="92611"/>
                </a:lnTo>
                <a:cubicBezTo>
                  <a:pt x="105301" y="92519"/>
                  <a:pt x="107405" y="91696"/>
                  <a:pt x="108777" y="90141"/>
                </a:cubicBezTo>
                <a:cubicBezTo>
                  <a:pt x="109692" y="89089"/>
                  <a:pt x="110149" y="86299"/>
                  <a:pt x="110149" y="81772"/>
                </a:cubicBezTo>
                <a:lnTo>
                  <a:pt x="110149" y="44316"/>
                </a:lnTo>
                <a:cubicBezTo>
                  <a:pt x="110149" y="39731"/>
                  <a:pt x="109623" y="36802"/>
                  <a:pt x="108571" y="35529"/>
                </a:cubicBezTo>
                <a:cubicBezTo>
                  <a:pt x="107519" y="34255"/>
                  <a:pt x="105484" y="33526"/>
                  <a:pt x="102466" y="33340"/>
                </a:cubicBezTo>
                <a:lnTo>
                  <a:pt x="102466" y="30870"/>
                </a:lnTo>
                <a:lnTo>
                  <a:pt x="129357" y="30870"/>
                </a:lnTo>
                <a:close/>
                <a:moveTo>
                  <a:pt x="183918" y="29224"/>
                </a:moveTo>
                <a:lnTo>
                  <a:pt x="184947" y="51176"/>
                </a:lnTo>
                <a:lnTo>
                  <a:pt x="182614" y="51176"/>
                </a:lnTo>
                <a:cubicBezTo>
                  <a:pt x="179825" y="44629"/>
                  <a:pt x="176932" y="40157"/>
                  <a:pt x="173936" y="37760"/>
                </a:cubicBezTo>
                <a:cubicBezTo>
                  <a:pt x="170941" y="35362"/>
                  <a:pt x="167957" y="34163"/>
                  <a:pt x="164984" y="34163"/>
                </a:cubicBezTo>
                <a:cubicBezTo>
                  <a:pt x="163109" y="34163"/>
                  <a:pt x="161508" y="34792"/>
                  <a:pt x="160182" y="36050"/>
                </a:cubicBezTo>
                <a:cubicBezTo>
                  <a:pt x="158856" y="37307"/>
                  <a:pt x="158193" y="38759"/>
                  <a:pt x="158193" y="40406"/>
                </a:cubicBezTo>
                <a:cubicBezTo>
                  <a:pt x="158193" y="41641"/>
                  <a:pt x="158650" y="42830"/>
                  <a:pt x="159565" y="43973"/>
                </a:cubicBezTo>
                <a:cubicBezTo>
                  <a:pt x="161028" y="45848"/>
                  <a:pt x="165121" y="49061"/>
                  <a:pt x="171844" y="53611"/>
                </a:cubicBezTo>
                <a:cubicBezTo>
                  <a:pt x="178567" y="58162"/>
                  <a:pt x="182992" y="62026"/>
                  <a:pt x="185118" y="65205"/>
                </a:cubicBezTo>
                <a:cubicBezTo>
                  <a:pt x="187245" y="68383"/>
                  <a:pt x="188308" y="71939"/>
                  <a:pt x="188308" y="75872"/>
                </a:cubicBezTo>
                <a:cubicBezTo>
                  <a:pt x="188308" y="79439"/>
                  <a:pt x="187416" y="82938"/>
                  <a:pt x="185633" y="86368"/>
                </a:cubicBezTo>
                <a:cubicBezTo>
                  <a:pt x="183849" y="89798"/>
                  <a:pt x="181334" y="92428"/>
                  <a:pt x="178087" y="94257"/>
                </a:cubicBezTo>
                <a:cubicBezTo>
                  <a:pt x="174840" y="96086"/>
                  <a:pt x="171250" y="97001"/>
                  <a:pt x="167316" y="97001"/>
                </a:cubicBezTo>
                <a:cubicBezTo>
                  <a:pt x="164252" y="97001"/>
                  <a:pt x="160159" y="96023"/>
                  <a:pt x="155037" y="94066"/>
                </a:cubicBezTo>
                <a:cubicBezTo>
                  <a:pt x="153665" y="93553"/>
                  <a:pt x="152727" y="93297"/>
                  <a:pt x="152224" y="93297"/>
                </a:cubicBezTo>
                <a:cubicBezTo>
                  <a:pt x="150715" y="93297"/>
                  <a:pt x="149457" y="94440"/>
                  <a:pt x="148451" y="96727"/>
                </a:cubicBezTo>
                <a:lnTo>
                  <a:pt x="146187" y="96727"/>
                </a:lnTo>
                <a:lnTo>
                  <a:pt x="145090" y="73677"/>
                </a:lnTo>
                <a:lnTo>
                  <a:pt x="147422" y="73677"/>
                </a:lnTo>
                <a:cubicBezTo>
                  <a:pt x="149480" y="79714"/>
                  <a:pt x="152304" y="84241"/>
                  <a:pt x="155894" y="87260"/>
                </a:cubicBezTo>
                <a:cubicBezTo>
                  <a:pt x="159485" y="90278"/>
                  <a:pt x="162880" y="91787"/>
                  <a:pt x="166082" y="91787"/>
                </a:cubicBezTo>
                <a:cubicBezTo>
                  <a:pt x="168277" y="91787"/>
                  <a:pt x="170072" y="91113"/>
                  <a:pt x="171467" y="89764"/>
                </a:cubicBezTo>
                <a:cubicBezTo>
                  <a:pt x="172862" y="88415"/>
                  <a:pt x="173559" y="86780"/>
                  <a:pt x="173559" y="84859"/>
                </a:cubicBezTo>
                <a:cubicBezTo>
                  <a:pt x="173559" y="82664"/>
                  <a:pt x="172873" y="80766"/>
                  <a:pt x="171501" y="79165"/>
                </a:cubicBezTo>
                <a:cubicBezTo>
                  <a:pt x="170129" y="77564"/>
                  <a:pt x="167065" y="75140"/>
                  <a:pt x="162309" y="71893"/>
                </a:cubicBezTo>
                <a:cubicBezTo>
                  <a:pt x="155311" y="67046"/>
                  <a:pt x="150784" y="63341"/>
                  <a:pt x="148726" y="60780"/>
                </a:cubicBezTo>
                <a:cubicBezTo>
                  <a:pt x="145707" y="57030"/>
                  <a:pt x="144198" y="52891"/>
                  <a:pt x="144198" y="48363"/>
                </a:cubicBezTo>
                <a:cubicBezTo>
                  <a:pt x="144198" y="43424"/>
                  <a:pt x="145902" y="38954"/>
                  <a:pt x="149309" y="34952"/>
                </a:cubicBezTo>
                <a:cubicBezTo>
                  <a:pt x="152716" y="30950"/>
                  <a:pt x="157644" y="28949"/>
                  <a:pt x="164092" y="28949"/>
                </a:cubicBezTo>
                <a:cubicBezTo>
                  <a:pt x="167568" y="28949"/>
                  <a:pt x="170929" y="29828"/>
                  <a:pt x="174176" y="31586"/>
                </a:cubicBezTo>
                <a:cubicBezTo>
                  <a:pt x="175411" y="32298"/>
                  <a:pt x="176417" y="32654"/>
                  <a:pt x="177195" y="32654"/>
                </a:cubicBezTo>
                <a:cubicBezTo>
                  <a:pt x="178018" y="32654"/>
                  <a:pt x="178681" y="32482"/>
                  <a:pt x="179184" y="32139"/>
                </a:cubicBezTo>
                <a:cubicBezTo>
                  <a:pt x="179687" y="31796"/>
                  <a:pt x="180488" y="30824"/>
                  <a:pt x="181585" y="29224"/>
                </a:cubicBezTo>
                <a:lnTo>
                  <a:pt x="183918" y="29224"/>
                </a:lnTo>
                <a:close/>
                <a:moveTo>
                  <a:pt x="223478" y="7272"/>
                </a:moveTo>
                <a:lnTo>
                  <a:pt x="223478" y="30870"/>
                </a:lnTo>
                <a:lnTo>
                  <a:pt x="238707" y="30870"/>
                </a:lnTo>
                <a:lnTo>
                  <a:pt x="238707" y="37593"/>
                </a:lnTo>
                <a:lnTo>
                  <a:pt x="223478" y="37593"/>
                </a:lnTo>
                <a:lnTo>
                  <a:pt x="223478" y="77283"/>
                </a:lnTo>
                <a:cubicBezTo>
                  <a:pt x="223478" y="80997"/>
                  <a:pt x="223650" y="83393"/>
                  <a:pt x="223993" y="84471"/>
                </a:cubicBezTo>
                <a:cubicBezTo>
                  <a:pt x="224336" y="85548"/>
                  <a:pt x="224942" y="86420"/>
                  <a:pt x="225811" y="87086"/>
                </a:cubicBezTo>
                <a:cubicBezTo>
                  <a:pt x="226680" y="87751"/>
                  <a:pt x="227480" y="88083"/>
                  <a:pt x="228212" y="88083"/>
                </a:cubicBezTo>
                <a:cubicBezTo>
                  <a:pt x="231184" y="88083"/>
                  <a:pt x="233997" y="85796"/>
                  <a:pt x="236649" y="81223"/>
                </a:cubicBezTo>
                <a:lnTo>
                  <a:pt x="238707" y="82747"/>
                </a:lnTo>
                <a:cubicBezTo>
                  <a:pt x="235003" y="91610"/>
                  <a:pt x="228989" y="96041"/>
                  <a:pt x="220666" y="96041"/>
                </a:cubicBezTo>
                <a:cubicBezTo>
                  <a:pt x="216595" y="96041"/>
                  <a:pt x="213154" y="94905"/>
                  <a:pt x="210341" y="92634"/>
                </a:cubicBezTo>
                <a:cubicBezTo>
                  <a:pt x="207529" y="90362"/>
                  <a:pt x="205734" y="87826"/>
                  <a:pt x="204956" y="85026"/>
                </a:cubicBezTo>
                <a:cubicBezTo>
                  <a:pt x="204499" y="83465"/>
                  <a:pt x="204270" y="79243"/>
                  <a:pt x="204270" y="72359"/>
                </a:cubicBezTo>
                <a:lnTo>
                  <a:pt x="204270" y="37593"/>
                </a:lnTo>
                <a:lnTo>
                  <a:pt x="195901" y="37593"/>
                </a:lnTo>
                <a:lnTo>
                  <a:pt x="195901" y="35186"/>
                </a:lnTo>
                <a:cubicBezTo>
                  <a:pt x="201663" y="31107"/>
                  <a:pt x="206568" y="26821"/>
                  <a:pt x="210616" y="22329"/>
                </a:cubicBezTo>
                <a:cubicBezTo>
                  <a:pt x="214663" y="17838"/>
                  <a:pt x="218196" y="12818"/>
                  <a:pt x="221214" y="7272"/>
                </a:cubicBezTo>
                <a:lnTo>
                  <a:pt x="223478" y="7272"/>
                </a:lnTo>
                <a:close/>
                <a:moveTo>
                  <a:pt x="271428" y="30870"/>
                </a:moveTo>
                <a:lnTo>
                  <a:pt x="271428" y="45414"/>
                </a:lnTo>
                <a:cubicBezTo>
                  <a:pt x="275681" y="38782"/>
                  <a:pt x="279409" y="34380"/>
                  <a:pt x="282610" y="32208"/>
                </a:cubicBezTo>
                <a:cubicBezTo>
                  <a:pt x="285811" y="30036"/>
                  <a:pt x="288899" y="28949"/>
                  <a:pt x="291871" y="28949"/>
                </a:cubicBezTo>
                <a:cubicBezTo>
                  <a:pt x="294432" y="28949"/>
                  <a:pt x="296479" y="29741"/>
                  <a:pt x="298011" y="31325"/>
                </a:cubicBezTo>
                <a:cubicBezTo>
                  <a:pt x="299543" y="32908"/>
                  <a:pt x="300309" y="35146"/>
                  <a:pt x="300309" y="38037"/>
                </a:cubicBezTo>
                <a:cubicBezTo>
                  <a:pt x="300309" y="41112"/>
                  <a:pt x="299566" y="43500"/>
                  <a:pt x="298080" y="45199"/>
                </a:cubicBezTo>
                <a:cubicBezTo>
                  <a:pt x="296593" y="46897"/>
                  <a:pt x="294798" y="47746"/>
                  <a:pt x="292694" y="47746"/>
                </a:cubicBezTo>
                <a:cubicBezTo>
                  <a:pt x="290271" y="47746"/>
                  <a:pt x="288167" y="46968"/>
                  <a:pt x="286383" y="45414"/>
                </a:cubicBezTo>
                <a:cubicBezTo>
                  <a:pt x="284600" y="43859"/>
                  <a:pt x="283548" y="42990"/>
                  <a:pt x="283228" y="42807"/>
                </a:cubicBezTo>
                <a:cubicBezTo>
                  <a:pt x="282770" y="42532"/>
                  <a:pt x="282244" y="42395"/>
                  <a:pt x="281650" y="42395"/>
                </a:cubicBezTo>
                <a:cubicBezTo>
                  <a:pt x="280323" y="42395"/>
                  <a:pt x="279066" y="42898"/>
                  <a:pt x="277877" y="43904"/>
                </a:cubicBezTo>
                <a:cubicBezTo>
                  <a:pt x="276002" y="45459"/>
                  <a:pt x="274584" y="47677"/>
                  <a:pt x="273623" y="50559"/>
                </a:cubicBezTo>
                <a:cubicBezTo>
                  <a:pt x="272160" y="54995"/>
                  <a:pt x="271428" y="59888"/>
                  <a:pt x="271428" y="65239"/>
                </a:cubicBezTo>
                <a:lnTo>
                  <a:pt x="271428" y="79988"/>
                </a:lnTo>
                <a:lnTo>
                  <a:pt x="271497" y="83830"/>
                </a:lnTo>
                <a:cubicBezTo>
                  <a:pt x="271497" y="86437"/>
                  <a:pt x="271657" y="88106"/>
                  <a:pt x="271977" y="88838"/>
                </a:cubicBezTo>
                <a:cubicBezTo>
                  <a:pt x="272526" y="90072"/>
                  <a:pt x="273338" y="90976"/>
                  <a:pt x="274412" y="91547"/>
                </a:cubicBezTo>
                <a:cubicBezTo>
                  <a:pt x="275487" y="92119"/>
                  <a:pt x="277305" y="92473"/>
                  <a:pt x="279866" y="92611"/>
                </a:cubicBezTo>
                <a:lnTo>
                  <a:pt x="279866" y="95080"/>
                </a:lnTo>
                <a:lnTo>
                  <a:pt x="245223" y="95080"/>
                </a:lnTo>
                <a:lnTo>
                  <a:pt x="245223" y="92611"/>
                </a:lnTo>
                <a:cubicBezTo>
                  <a:pt x="248013" y="92382"/>
                  <a:pt x="249899" y="91616"/>
                  <a:pt x="250882" y="90313"/>
                </a:cubicBezTo>
                <a:cubicBezTo>
                  <a:pt x="251866" y="89009"/>
                  <a:pt x="252357" y="85568"/>
                  <a:pt x="252357" y="79988"/>
                </a:cubicBezTo>
                <a:lnTo>
                  <a:pt x="252357" y="44453"/>
                </a:lnTo>
                <a:cubicBezTo>
                  <a:pt x="252357" y="40772"/>
                  <a:pt x="252174" y="38425"/>
                  <a:pt x="251809" y="37413"/>
                </a:cubicBezTo>
                <a:cubicBezTo>
                  <a:pt x="251351" y="36124"/>
                  <a:pt x="250688" y="35181"/>
                  <a:pt x="249819" y="34583"/>
                </a:cubicBezTo>
                <a:cubicBezTo>
                  <a:pt x="248950" y="33984"/>
                  <a:pt x="247418" y="33570"/>
                  <a:pt x="245223" y="33340"/>
                </a:cubicBezTo>
                <a:lnTo>
                  <a:pt x="245223" y="30870"/>
                </a:lnTo>
                <a:lnTo>
                  <a:pt x="271428" y="30870"/>
                </a:lnTo>
                <a:close/>
                <a:moveTo>
                  <a:pt x="322626" y="0"/>
                </a:moveTo>
                <a:cubicBezTo>
                  <a:pt x="325599" y="0"/>
                  <a:pt x="328114" y="1044"/>
                  <a:pt x="330172" y="3132"/>
                </a:cubicBezTo>
                <a:cubicBezTo>
                  <a:pt x="332230" y="5219"/>
                  <a:pt x="333259" y="7730"/>
                  <a:pt x="333259" y="10667"/>
                </a:cubicBezTo>
                <a:cubicBezTo>
                  <a:pt x="333259" y="13604"/>
                  <a:pt x="332219" y="16105"/>
                  <a:pt x="330138" y="18171"/>
                </a:cubicBezTo>
                <a:cubicBezTo>
                  <a:pt x="328057" y="20234"/>
                  <a:pt x="325553" y="21266"/>
                  <a:pt x="322626" y="21266"/>
                </a:cubicBezTo>
                <a:cubicBezTo>
                  <a:pt x="319699" y="21266"/>
                  <a:pt x="317207" y="20234"/>
                  <a:pt x="315149" y="18171"/>
                </a:cubicBezTo>
                <a:cubicBezTo>
                  <a:pt x="313091" y="16105"/>
                  <a:pt x="312062" y="13604"/>
                  <a:pt x="312062" y="10667"/>
                </a:cubicBezTo>
                <a:cubicBezTo>
                  <a:pt x="312062" y="7730"/>
                  <a:pt x="313091" y="5219"/>
                  <a:pt x="315149" y="3132"/>
                </a:cubicBezTo>
                <a:cubicBezTo>
                  <a:pt x="317207" y="1044"/>
                  <a:pt x="319699" y="0"/>
                  <a:pt x="322626" y="0"/>
                </a:cubicBezTo>
                <a:moveTo>
                  <a:pt x="332230" y="30870"/>
                </a:moveTo>
                <a:lnTo>
                  <a:pt x="332230" y="81772"/>
                </a:lnTo>
                <a:cubicBezTo>
                  <a:pt x="332230" y="86299"/>
                  <a:pt x="332756" y="89192"/>
                  <a:pt x="333808" y="90450"/>
                </a:cubicBezTo>
                <a:cubicBezTo>
                  <a:pt x="334860" y="91707"/>
                  <a:pt x="336918" y="92428"/>
                  <a:pt x="339982" y="92611"/>
                </a:cubicBezTo>
                <a:lnTo>
                  <a:pt x="339982" y="95080"/>
                </a:lnTo>
                <a:lnTo>
                  <a:pt x="305339" y="95080"/>
                </a:lnTo>
                <a:lnTo>
                  <a:pt x="305339" y="92611"/>
                </a:lnTo>
                <a:cubicBezTo>
                  <a:pt x="308174" y="92519"/>
                  <a:pt x="310278" y="91696"/>
                  <a:pt x="311650" y="90141"/>
                </a:cubicBezTo>
                <a:cubicBezTo>
                  <a:pt x="312565" y="89089"/>
                  <a:pt x="313022" y="86299"/>
                  <a:pt x="313022" y="81772"/>
                </a:cubicBezTo>
                <a:lnTo>
                  <a:pt x="313022" y="44316"/>
                </a:lnTo>
                <a:cubicBezTo>
                  <a:pt x="313022" y="39731"/>
                  <a:pt x="312496" y="36802"/>
                  <a:pt x="311444" y="35529"/>
                </a:cubicBezTo>
                <a:cubicBezTo>
                  <a:pt x="310392" y="34255"/>
                  <a:pt x="308357" y="33526"/>
                  <a:pt x="305339" y="33340"/>
                </a:cubicBezTo>
                <a:lnTo>
                  <a:pt x="305339" y="30870"/>
                </a:lnTo>
                <a:lnTo>
                  <a:pt x="332230" y="30870"/>
                </a:lnTo>
                <a:close/>
                <a:moveTo>
                  <a:pt x="371081" y="2058"/>
                </a:moveTo>
                <a:lnTo>
                  <a:pt x="371081" y="37319"/>
                </a:lnTo>
                <a:cubicBezTo>
                  <a:pt x="376478" y="31739"/>
                  <a:pt x="382378" y="28949"/>
                  <a:pt x="388780" y="28949"/>
                </a:cubicBezTo>
                <a:cubicBezTo>
                  <a:pt x="393171" y="28949"/>
                  <a:pt x="397310" y="30243"/>
                  <a:pt x="401197" y="32830"/>
                </a:cubicBezTo>
                <a:cubicBezTo>
                  <a:pt x="405084" y="35416"/>
                  <a:pt x="408126" y="39090"/>
                  <a:pt x="410321" y="43851"/>
                </a:cubicBezTo>
                <a:cubicBezTo>
                  <a:pt x="412516" y="48611"/>
                  <a:pt x="413614" y="54105"/>
                  <a:pt x="413614" y="60332"/>
                </a:cubicBezTo>
                <a:cubicBezTo>
                  <a:pt x="413614" y="67336"/>
                  <a:pt x="412219" y="73700"/>
                  <a:pt x="409429" y="79422"/>
                </a:cubicBezTo>
                <a:cubicBezTo>
                  <a:pt x="406639" y="85145"/>
                  <a:pt x="402912" y="89505"/>
                  <a:pt x="398247" y="92503"/>
                </a:cubicBezTo>
                <a:cubicBezTo>
                  <a:pt x="393582" y="95502"/>
                  <a:pt x="388254" y="97001"/>
                  <a:pt x="382263" y="97001"/>
                </a:cubicBezTo>
                <a:cubicBezTo>
                  <a:pt x="378787" y="97001"/>
                  <a:pt x="375700" y="96452"/>
                  <a:pt x="373002" y="95355"/>
                </a:cubicBezTo>
                <a:cubicBezTo>
                  <a:pt x="370304" y="94257"/>
                  <a:pt x="367651" y="92473"/>
                  <a:pt x="365044" y="90004"/>
                </a:cubicBezTo>
                <a:lnTo>
                  <a:pt x="354411" y="97001"/>
                </a:lnTo>
                <a:lnTo>
                  <a:pt x="352079" y="97001"/>
                </a:lnTo>
                <a:lnTo>
                  <a:pt x="352079" y="15367"/>
                </a:lnTo>
                <a:cubicBezTo>
                  <a:pt x="352079" y="11638"/>
                  <a:pt x="351919" y="9337"/>
                  <a:pt x="351599" y="8464"/>
                </a:cubicBezTo>
                <a:cubicBezTo>
                  <a:pt x="351141" y="7174"/>
                  <a:pt x="350421" y="6219"/>
                  <a:pt x="349438" y="5597"/>
                </a:cubicBezTo>
                <a:cubicBezTo>
                  <a:pt x="348455" y="4976"/>
                  <a:pt x="346797" y="4619"/>
                  <a:pt x="344464" y="4528"/>
                </a:cubicBezTo>
                <a:lnTo>
                  <a:pt x="344464" y="2058"/>
                </a:lnTo>
                <a:lnTo>
                  <a:pt x="371081" y="2058"/>
                </a:lnTo>
                <a:moveTo>
                  <a:pt x="371081" y="43433"/>
                </a:moveTo>
                <a:lnTo>
                  <a:pt x="371081" y="72005"/>
                </a:lnTo>
                <a:cubicBezTo>
                  <a:pt x="371081" y="77820"/>
                  <a:pt x="371219" y="81530"/>
                  <a:pt x="371493" y="83133"/>
                </a:cubicBezTo>
                <a:cubicBezTo>
                  <a:pt x="371950" y="85834"/>
                  <a:pt x="373048" y="88021"/>
                  <a:pt x="374786" y="89693"/>
                </a:cubicBezTo>
                <a:cubicBezTo>
                  <a:pt x="376524" y="91364"/>
                  <a:pt x="378742" y="92199"/>
                  <a:pt x="381440" y="92199"/>
                </a:cubicBezTo>
                <a:cubicBezTo>
                  <a:pt x="383772" y="92199"/>
                  <a:pt x="385773" y="91535"/>
                  <a:pt x="387443" y="90208"/>
                </a:cubicBezTo>
                <a:cubicBezTo>
                  <a:pt x="389112" y="88880"/>
                  <a:pt x="390507" y="86247"/>
                  <a:pt x="391627" y="82310"/>
                </a:cubicBezTo>
                <a:cubicBezTo>
                  <a:pt x="392748" y="78371"/>
                  <a:pt x="393308" y="71273"/>
                  <a:pt x="393308" y="61016"/>
                </a:cubicBezTo>
                <a:cubicBezTo>
                  <a:pt x="393308" y="51170"/>
                  <a:pt x="392073" y="44416"/>
                  <a:pt x="389603" y="40753"/>
                </a:cubicBezTo>
                <a:cubicBezTo>
                  <a:pt x="387820" y="38098"/>
                  <a:pt x="385419" y="36770"/>
                  <a:pt x="382400" y="36770"/>
                </a:cubicBezTo>
                <a:cubicBezTo>
                  <a:pt x="378467" y="36770"/>
                  <a:pt x="374694" y="38991"/>
                  <a:pt x="371081" y="43433"/>
                </a:cubicBezTo>
                <a:close/>
                <a:moveTo>
                  <a:pt x="486309" y="30870"/>
                </a:moveTo>
                <a:lnTo>
                  <a:pt x="486309" y="81086"/>
                </a:lnTo>
                <a:cubicBezTo>
                  <a:pt x="486309" y="86009"/>
                  <a:pt x="486766" y="89081"/>
                  <a:pt x="487681" y="90300"/>
                </a:cubicBezTo>
                <a:cubicBezTo>
                  <a:pt x="488595" y="91519"/>
                  <a:pt x="490448" y="92289"/>
                  <a:pt x="493237" y="92611"/>
                </a:cubicBezTo>
                <a:lnTo>
                  <a:pt x="493237" y="95080"/>
                </a:lnTo>
                <a:lnTo>
                  <a:pt x="467101" y="95080"/>
                </a:lnTo>
                <a:lnTo>
                  <a:pt x="467101" y="86505"/>
                </a:lnTo>
                <a:cubicBezTo>
                  <a:pt x="464037" y="90164"/>
                  <a:pt x="460972" y="92828"/>
                  <a:pt x="457908" y="94497"/>
                </a:cubicBezTo>
                <a:cubicBezTo>
                  <a:pt x="454844" y="96166"/>
                  <a:pt x="451414" y="97001"/>
                  <a:pt x="447618" y="97001"/>
                </a:cubicBezTo>
                <a:cubicBezTo>
                  <a:pt x="444005" y="97001"/>
                  <a:pt x="440792" y="95892"/>
                  <a:pt x="437980" y="93674"/>
                </a:cubicBezTo>
                <a:cubicBezTo>
                  <a:pt x="435167" y="91456"/>
                  <a:pt x="433281" y="88861"/>
                  <a:pt x="432320" y="85888"/>
                </a:cubicBezTo>
                <a:cubicBezTo>
                  <a:pt x="431360" y="82915"/>
                  <a:pt x="430880" y="77724"/>
                  <a:pt x="430880" y="70316"/>
                </a:cubicBezTo>
                <a:lnTo>
                  <a:pt x="430880" y="44865"/>
                </a:lnTo>
                <a:cubicBezTo>
                  <a:pt x="430880" y="39958"/>
                  <a:pt x="430434" y="36904"/>
                  <a:pt x="429542" y="35700"/>
                </a:cubicBezTo>
                <a:cubicBezTo>
                  <a:pt x="428650" y="34497"/>
                  <a:pt x="426786" y="33710"/>
                  <a:pt x="423951" y="33340"/>
                </a:cubicBezTo>
                <a:lnTo>
                  <a:pt x="423951" y="30870"/>
                </a:lnTo>
                <a:lnTo>
                  <a:pt x="450088" y="30870"/>
                </a:lnTo>
                <a:lnTo>
                  <a:pt x="450088" y="74760"/>
                </a:lnTo>
                <a:cubicBezTo>
                  <a:pt x="450088" y="79339"/>
                  <a:pt x="450305" y="82292"/>
                  <a:pt x="450739" y="83620"/>
                </a:cubicBezTo>
                <a:cubicBezTo>
                  <a:pt x="451174" y="84947"/>
                  <a:pt x="451860" y="85955"/>
                  <a:pt x="452797" y="86642"/>
                </a:cubicBezTo>
                <a:cubicBezTo>
                  <a:pt x="453735" y="87328"/>
                  <a:pt x="454821" y="87671"/>
                  <a:pt x="456056" y="87671"/>
                </a:cubicBezTo>
                <a:cubicBezTo>
                  <a:pt x="457702" y="87671"/>
                  <a:pt x="459189" y="87237"/>
                  <a:pt x="460515" y="86368"/>
                </a:cubicBezTo>
                <a:cubicBezTo>
                  <a:pt x="462344" y="85179"/>
                  <a:pt x="464540" y="82778"/>
                  <a:pt x="467101" y="79165"/>
                </a:cubicBezTo>
                <a:lnTo>
                  <a:pt x="467101" y="44865"/>
                </a:lnTo>
                <a:cubicBezTo>
                  <a:pt x="467101" y="39958"/>
                  <a:pt x="466655" y="36904"/>
                  <a:pt x="465763" y="35700"/>
                </a:cubicBezTo>
                <a:cubicBezTo>
                  <a:pt x="464871" y="34497"/>
                  <a:pt x="463008" y="33710"/>
                  <a:pt x="460172" y="33340"/>
                </a:cubicBezTo>
                <a:lnTo>
                  <a:pt x="460172" y="30870"/>
                </a:lnTo>
                <a:lnTo>
                  <a:pt x="486309" y="30870"/>
                </a:lnTo>
                <a:close/>
                <a:moveTo>
                  <a:pt x="527928" y="7272"/>
                </a:moveTo>
                <a:lnTo>
                  <a:pt x="527928" y="30870"/>
                </a:lnTo>
                <a:lnTo>
                  <a:pt x="543158" y="30870"/>
                </a:lnTo>
                <a:lnTo>
                  <a:pt x="543158" y="37593"/>
                </a:lnTo>
                <a:lnTo>
                  <a:pt x="527928" y="37593"/>
                </a:lnTo>
                <a:lnTo>
                  <a:pt x="527928" y="77283"/>
                </a:lnTo>
                <a:cubicBezTo>
                  <a:pt x="527928" y="80997"/>
                  <a:pt x="528100" y="83393"/>
                  <a:pt x="528443" y="84471"/>
                </a:cubicBezTo>
                <a:cubicBezTo>
                  <a:pt x="528786" y="85548"/>
                  <a:pt x="529392" y="86420"/>
                  <a:pt x="530261" y="87086"/>
                </a:cubicBezTo>
                <a:cubicBezTo>
                  <a:pt x="531130" y="87751"/>
                  <a:pt x="531930" y="88083"/>
                  <a:pt x="532662" y="88083"/>
                </a:cubicBezTo>
                <a:cubicBezTo>
                  <a:pt x="535634" y="88083"/>
                  <a:pt x="538447" y="85796"/>
                  <a:pt x="541099" y="81223"/>
                </a:cubicBezTo>
                <a:lnTo>
                  <a:pt x="543158" y="82747"/>
                </a:lnTo>
                <a:cubicBezTo>
                  <a:pt x="539453" y="91610"/>
                  <a:pt x="533439" y="96041"/>
                  <a:pt x="525116" y="96041"/>
                </a:cubicBezTo>
                <a:cubicBezTo>
                  <a:pt x="521045" y="96041"/>
                  <a:pt x="517604" y="94905"/>
                  <a:pt x="514791" y="92634"/>
                </a:cubicBezTo>
                <a:cubicBezTo>
                  <a:pt x="511979" y="90362"/>
                  <a:pt x="510184" y="87826"/>
                  <a:pt x="509406" y="85026"/>
                </a:cubicBezTo>
                <a:cubicBezTo>
                  <a:pt x="508949" y="83465"/>
                  <a:pt x="508720" y="79243"/>
                  <a:pt x="508720" y="72359"/>
                </a:cubicBezTo>
                <a:lnTo>
                  <a:pt x="508720" y="37593"/>
                </a:lnTo>
                <a:lnTo>
                  <a:pt x="500351" y="37593"/>
                </a:lnTo>
                <a:lnTo>
                  <a:pt x="500351" y="35186"/>
                </a:lnTo>
                <a:cubicBezTo>
                  <a:pt x="506113" y="31107"/>
                  <a:pt x="511018" y="26821"/>
                  <a:pt x="515066" y="22329"/>
                </a:cubicBezTo>
                <a:cubicBezTo>
                  <a:pt x="519113" y="17838"/>
                  <a:pt x="522646" y="12818"/>
                  <a:pt x="525664" y="7272"/>
                </a:cubicBezTo>
                <a:lnTo>
                  <a:pt x="527928" y="7272"/>
                </a:lnTo>
                <a:close/>
                <a:moveTo>
                  <a:pt x="564696" y="0"/>
                </a:moveTo>
                <a:cubicBezTo>
                  <a:pt x="567669" y="0"/>
                  <a:pt x="570184" y="1044"/>
                  <a:pt x="572242" y="3132"/>
                </a:cubicBezTo>
                <a:cubicBezTo>
                  <a:pt x="574300" y="5219"/>
                  <a:pt x="575330" y="7730"/>
                  <a:pt x="575330" y="10667"/>
                </a:cubicBezTo>
                <a:cubicBezTo>
                  <a:pt x="575330" y="13604"/>
                  <a:pt x="574289" y="16105"/>
                  <a:pt x="572208" y="18171"/>
                </a:cubicBezTo>
                <a:cubicBezTo>
                  <a:pt x="570127" y="20234"/>
                  <a:pt x="567623" y="21266"/>
                  <a:pt x="564696" y="21266"/>
                </a:cubicBezTo>
                <a:cubicBezTo>
                  <a:pt x="561769" y="21266"/>
                  <a:pt x="559277" y="20234"/>
                  <a:pt x="557219" y="18171"/>
                </a:cubicBezTo>
                <a:cubicBezTo>
                  <a:pt x="555161" y="16105"/>
                  <a:pt x="554132" y="13604"/>
                  <a:pt x="554132" y="10667"/>
                </a:cubicBezTo>
                <a:cubicBezTo>
                  <a:pt x="554132" y="7730"/>
                  <a:pt x="555161" y="5219"/>
                  <a:pt x="557219" y="3132"/>
                </a:cubicBezTo>
                <a:cubicBezTo>
                  <a:pt x="559277" y="1044"/>
                  <a:pt x="561769" y="0"/>
                  <a:pt x="564696" y="0"/>
                </a:cubicBezTo>
                <a:moveTo>
                  <a:pt x="574300" y="30870"/>
                </a:moveTo>
                <a:lnTo>
                  <a:pt x="574300" y="81772"/>
                </a:lnTo>
                <a:cubicBezTo>
                  <a:pt x="574300" y="86299"/>
                  <a:pt x="574826" y="89192"/>
                  <a:pt x="575878" y="90450"/>
                </a:cubicBezTo>
                <a:cubicBezTo>
                  <a:pt x="576930" y="91707"/>
                  <a:pt x="578988" y="92428"/>
                  <a:pt x="582052" y="92611"/>
                </a:cubicBezTo>
                <a:lnTo>
                  <a:pt x="582052" y="95080"/>
                </a:lnTo>
                <a:lnTo>
                  <a:pt x="547409" y="95080"/>
                </a:lnTo>
                <a:lnTo>
                  <a:pt x="547409" y="92611"/>
                </a:lnTo>
                <a:cubicBezTo>
                  <a:pt x="550245" y="92519"/>
                  <a:pt x="552348" y="91696"/>
                  <a:pt x="553720" y="90141"/>
                </a:cubicBezTo>
                <a:cubicBezTo>
                  <a:pt x="554635" y="89089"/>
                  <a:pt x="555092" y="86299"/>
                  <a:pt x="555092" y="81772"/>
                </a:cubicBezTo>
                <a:lnTo>
                  <a:pt x="555092" y="44316"/>
                </a:lnTo>
                <a:cubicBezTo>
                  <a:pt x="555092" y="39731"/>
                  <a:pt x="554566" y="36802"/>
                  <a:pt x="553515" y="35529"/>
                </a:cubicBezTo>
                <a:cubicBezTo>
                  <a:pt x="552463" y="34255"/>
                  <a:pt x="550428" y="33526"/>
                  <a:pt x="547409" y="33340"/>
                </a:cubicBezTo>
                <a:lnTo>
                  <a:pt x="547409" y="30870"/>
                </a:lnTo>
                <a:lnTo>
                  <a:pt x="574300" y="30870"/>
                </a:lnTo>
                <a:close/>
                <a:moveTo>
                  <a:pt x="618572" y="28949"/>
                </a:moveTo>
                <a:cubicBezTo>
                  <a:pt x="624151" y="28949"/>
                  <a:pt x="629342" y="30391"/>
                  <a:pt x="634144" y="33276"/>
                </a:cubicBezTo>
                <a:cubicBezTo>
                  <a:pt x="638946" y="36160"/>
                  <a:pt x="642593" y="40257"/>
                  <a:pt x="645086" y="45568"/>
                </a:cubicBezTo>
                <a:cubicBezTo>
                  <a:pt x="647578" y="50879"/>
                  <a:pt x="648825" y="56693"/>
                  <a:pt x="648825" y="63010"/>
                </a:cubicBezTo>
                <a:cubicBezTo>
                  <a:pt x="648825" y="72119"/>
                  <a:pt x="646515" y="79742"/>
                  <a:pt x="641896" y="85877"/>
                </a:cubicBezTo>
                <a:cubicBezTo>
                  <a:pt x="636317" y="93293"/>
                  <a:pt x="628610" y="97001"/>
                  <a:pt x="618778" y="97001"/>
                </a:cubicBezTo>
                <a:cubicBezTo>
                  <a:pt x="609128" y="97001"/>
                  <a:pt x="601696" y="93613"/>
                  <a:pt x="596483" y="86838"/>
                </a:cubicBezTo>
                <a:cubicBezTo>
                  <a:pt x="591269" y="80062"/>
                  <a:pt x="588662" y="72211"/>
                  <a:pt x="588662" y="63284"/>
                </a:cubicBezTo>
                <a:cubicBezTo>
                  <a:pt x="588662" y="54083"/>
                  <a:pt x="591326" y="46060"/>
                  <a:pt x="596654" y="39216"/>
                </a:cubicBezTo>
                <a:cubicBezTo>
                  <a:pt x="601982" y="32372"/>
                  <a:pt x="609288" y="28949"/>
                  <a:pt x="618572" y="28949"/>
                </a:cubicBezTo>
                <a:moveTo>
                  <a:pt x="618846" y="33751"/>
                </a:moveTo>
                <a:cubicBezTo>
                  <a:pt x="616514" y="33751"/>
                  <a:pt x="614513" y="34633"/>
                  <a:pt x="612844" y="36397"/>
                </a:cubicBezTo>
                <a:cubicBezTo>
                  <a:pt x="611174" y="38159"/>
                  <a:pt x="610077" y="41638"/>
                  <a:pt x="609551" y="46835"/>
                </a:cubicBezTo>
                <a:cubicBezTo>
                  <a:pt x="609025" y="52031"/>
                  <a:pt x="608762" y="59254"/>
                  <a:pt x="608762" y="68504"/>
                </a:cubicBezTo>
                <a:cubicBezTo>
                  <a:pt x="608762" y="73403"/>
                  <a:pt x="609082" y="77982"/>
                  <a:pt x="609722" y="82241"/>
                </a:cubicBezTo>
                <a:cubicBezTo>
                  <a:pt x="610225" y="85491"/>
                  <a:pt x="611300" y="87964"/>
                  <a:pt x="612947" y="89659"/>
                </a:cubicBezTo>
                <a:cubicBezTo>
                  <a:pt x="614593" y="91352"/>
                  <a:pt x="616468" y="92199"/>
                  <a:pt x="618572" y="92199"/>
                </a:cubicBezTo>
                <a:cubicBezTo>
                  <a:pt x="620630" y="92199"/>
                  <a:pt x="622345" y="91627"/>
                  <a:pt x="623717" y="90482"/>
                </a:cubicBezTo>
                <a:cubicBezTo>
                  <a:pt x="625501" y="88926"/>
                  <a:pt x="626690" y="86750"/>
                  <a:pt x="627284" y="83956"/>
                </a:cubicBezTo>
                <a:cubicBezTo>
                  <a:pt x="628199" y="79607"/>
                  <a:pt x="628656" y="70816"/>
                  <a:pt x="628656" y="57584"/>
                </a:cubicBezTo>
                <a:cubicBezTo>
                  <a:pt x="628656" y="49800"/>
                  <a:pt x="628222" y="44455"/>
                  <a:pt x="627353" y="41548"/>
                </a:cubicBezTo>
                <a:cubicBezTo>
                  <a:pt x="626484" y="38640"/>
                  <a:pt x="625203" y="36522"/>
                  <a:pt x="623511" y="35194"/>
                </a:cubicBezTo>
                <a:cubicBezTo>
                  <a:pt x="622322" y="34232"/>
                  <a:pt x="620767" y="33751"/>
                  <a:pt x="618846" y="33751"/>
                </a:cubicBezTo>
                <a:close/>
                <a:moveTo>
                  <a:pt x="684772" y="30870"/>
                </a:moveTo>
                <a:lnTo>
                  <a:pt x="684772" y="39239"/>
                </a:lnTo>
                <a:cubicBezTo>
                  <a:pt x="688064" y="35648"/>
                  <a:pt x="691220" y="33035"/>
                  <a:pt x="694238" y="31402"/>
                </a:cubicBezTo>
                <a:cubicBezTo>
                  <a:pt x="697257" y="29767"/>
                  <a:pt x="700504" y="28949"/>
                  <a:pt x="703980" y="28949"/>
                </a:cubicBezTo>
                <a:cubicBezTo>
                  <a:pt x="708141" y="28949"/>
                  <a:pt x="711594" y="30106"/>
                  <a:pt x="714338" y="32418"/>
                </a:cubicBezTo>
                <a:cubicBezTo>
                  <a:pt x="717082" y="34730"/>
                  <a:pt x="718912" y="37604"/>
                  <a:pt x="719826" y="41038"/>
                </a:cubicBezTo>
                <a:cubicBezTo>
                  <a:pt x="720558" y="43649"/>
                  <a:pt x="720924" y="48664"/>
                  <a:pt x="720924" y="56083"/>
                </a:cubicBezTo>
                <a:lnTo>
                  <a:pt x="720924" y="81086"/>
                </a:lnTo>
                <a:cubicBezTo>
                  <a:pt x="720924" y="86025"/>
                  <a:pt x="721370" y="89101"/>
                  <a:pt x="722262" y="90313"/>
                </a:cubicBezTo>
                <a:cubicBezTo>
                  <a:pt x="723153" y="91525"/>
                  <a:pt x="725017" y="92291"/>
                  <a:pt x="727853" y="92611"/>
                </a:cubicBezTo>
                <a:lnTo>
                  <a:pt x="727853" y="95080"/>
                </a:lnTo>
                <a:lnTo>
                  <a:pt x="695405" y="95080"/>
                </a:lnTo>
                <a:lnTo>
                  <a:pt x="695405" y="92611"/>
                </a:lnTo>
                <a:cubicBezTo>
                  <a:pt x="697828" y="92291"/>
                  <a:pt x="699566" y="91284"/>
                  <a:pt x="700618" y="89592"/>
                </a:cubicBezTo>
                <a:cubicBezTo>
                  <a:pt x="701350" y="88449"/>
                  <a:pt x="701716" y="85613"/>
                  <a:pt x="701716" y="81086"/>
                </a:cubicBezTo>
                <a:lnTo>
                  <a:pt x="701716" y="52548"/>
                </a:lnTo>
                <a:cubicBezTo>
                  <a:pt x="701716" y="47289"/>
                  <a:pt x="701510" y="43973"/>
                  <a:pt x="701098" y="42601"/>
                </a:cubicBezTo>
                <a:cubicBezTo>
                  <a:pt x="700687" y="41229"/>
                  <a:pt x="699989" y="40166"/>
                  <a:pt x="699006" y="39411"/>
                </a:cubicBezTo>
                <a:cubicBezTo>
                  <a:pt x="698023" y="38656"/>
                  <a:pt x="696937" y="38279"/>
                  <a:pt x="695748" y="38279"/>
                </a:cubicBezTo>
                <a:cubicBezTo>
                  <a:pt x="691814" y="38279"/>
                  <a:pt x="688156" y="41115"/>
                  <a:pt x="684772" y="46786"/>
                </a:cubicBezTo>
                <a:lnTo>
                  <a:pt x="684772" y="81086"/>
                </a:lnTo>
                <a:cubicBezTo>
                  <a:pt x="684772" y="85888"/>
                  <a:pt x="685217" y="88929"/>
                  <a:pt x="686109" y="90210"/>
                </a:cubicBezTo>
                <a:cubicBezTo>
                  <a:pt x="687001" y="91490"/>
                  <a:pt x="688659" y="92291"/>
                  <a:pt x="691083" y="92611"/>
                </a:cubicBezTo>
                <a:lnTo>
                  <a:pt x="691083" y="95080"/>
                </a:lnTo>
                <a:lnTo>
                  <a:pt x="658635" y="95080"/>
                </a:lnTo>
                <a:lnTo>
                  <a:pt x="658635" y="92611"/>
                </a:lnTo>
                <a:cubicBezTo>
                  <a:pt x="661333" y="92336"/>
                  <a:pt x="663254" y="91467"/>
                  <a:pt x="664397" y="90004"/>
                </a:cubicBezTo>
                <a:cubicBezTo>
                  <a:pt x="665175" y="88998"/>
                  <a:pt x="665563" y="86025"/>
                  <a:pt x="665563" y="81086"/>
                </a:cubicBezTo>
                <a:lnTo>
                  <a:pt x="665563" y="44865"/>
                </a:lnTo>
                <a:cubicBezTo>
                  <a:pt x="665563" y="39958"/>
                  <a:pt x="665117" y="36904"/>
                  <a:pt x="664226" y="35700"/>
                </a:cubicBezTo>
                <a:cubicBezTo>
                  <a:pt x="663334" y="34497"/>
                  <a:pt x="661470" y="33710"/>
                  <a:pt x="658635" y="33340"/>
                </a:cubicBezTo>
                <a:lnTo>
                  <a:pt x="658635" y="30870"/>
                </a:lnTo>
                <a:lnTo>
                  <a:pt x="684772" y="30870"/>
                </a:lnTo>
                <a:close/>
                <a:moveTo>
                  <a:pt x="772078" y="85613"/>
                </a:moveTo>
                <a:cubicBezTo>
                  <a:pt x="764258" y="92565"/>
                  <a:pt x="757237" y="96041"/>
                  <a:pt x="751018" y="96041"/>
                </a:cubicBezTo>
                <a:cubicBezTo>
                  <a:pt x="747359" y="96041"/>
                  <a:pt x="744318" y="94837"/>
                  <a:pt x="741894" y="92428"/>
                </a:cubicBezTo>
                <a:cubicBezTo>
                  <a:pt x="739470" y="90019"/>
                  <a:pt x="738258" y="87002"/>
                  <a:pt x="738258" y="83377"/>
                </a:cubicBezTo>
                <a:cubicBezTo>
                  <a:pt x="738258" y="78467"/>
                  <a:pt x="740362" y="74050"/>
                  <a:pt x="744569" y="70127"/>
                </a:cubicBezTo>
                <a:cubicBezTo>
                  <a:pt x="748777" y="66204"/>
                  <a:pt x="757946" y="60984"/>
                  <a:pt x="772078" y="54469"/>
                </a:cubicBezTo>
                <a:lnTo>
                  <a:pt x="772078" y="48020"/>
                </a:lnTo>
                <a:cubicBezTo>
                  <a:pt x="772078" y="43173"/>
                  <a:pt x="771815" y="40120"/>
                  <a:pt x="771289" y="38862"/>
                </a:cubicBezTo>
                <a:cubicBezTo>
                  <a:pt x="770763" y="37605"/>
                  <a:pt x="769768" y="36507"/>
                  <a:pt x="768305" y="35569"/>
                </a:cubicBezTo>
                <a:cubicBezTo>
                  <a:pt x="766842" y="34632"/>
                  <a:pt x="765195" y="34163"/>
                  <a:pt x="763366" y="34163"/>
                </a:cubicBezTo>
                <a:cubicBezTo>
                  <a:pt x="760393" y="34163"/>
                  <a:pt x="757946" y="34826"/>
                  <a:pt x="756026" y="36152"/>
                </a:cubicBezTo>
                <a:cubicBezTo>
                  <a:pt x="754836" y="36976"/>
                  <a:pt x="754242" y="37936"/>
                  <a:pt x="754242" y="39034"/>
                </a:cubicBezTo>
                <a:cubicBezTo>
                  <a:pt x="754242" y="39994"/>
                  <a:pt x="754882" y="41183"/>
                  <a:pt x="756163" y="42601"/>
                </a:cubicBezTo>
                <a:cubicBezTo>
                  <a:pt x="757901" y="44567"/>
                  <a:pt x="758770" y="46465"/>
                  <a:pt x="758770" y="48295"/>
                </a:cubicBezTo>
                <a:cubicBezTo>
                  <a:pt x="758770" y="50536"/>
                  <a:pt x="757935" y="52445"/>
                  <a:pt x="756266" y="54023"/>
                </a:cubicBezTo>
                <a:cubicBezTo>
                  <a:pt x="754596" y="55601"/>
                  <a:pt x="752413" y="56390"/>
                  <a:pt x="749714" y="56390"/>
                </a:cubicBezTo>
                <a:cubicBezTo>
                  <a:pt x="746833" y="56390"/>
                  <a:pt x="744421" y="55521"/>
                  <a:pt x="742477" y="53783"/>
                </a:cubicBezTo>
                <a:cubicBezTo>
                  <a:pt x="740533" y="52045"/>
                  <a:pt x="739561" y="50010"/>
                  <a:pt x="739561" y="47677"/>
                </a:cubicBezTo>
                <a:cubicBezTo>
                  <a:pt x="739561" y="44385"/>
                  <a:pt x="740865" y="41240"/>
                  <a:pt x="743472" y="38245"/>
                </a:cubicBezTo>
                <a:cubicBezTo>
                  <a:pt x="746078" y="35249"/>
                  <a:pt x="749714" y="32951"/>
                  <a:pt x="754379" y="31350"/>
                </a:cubicBezTo>
                <a:cubicBezTo>
                  <a:pt x="759044" y="29750"/>
                  <a:pt x="763892" y="28949"/>
                  <a:pt x="768922" y="28949"/>
                </a:cubicBezTo>
                <a:cubicBezTo>
                  <a:pt x="775005" y="28949"/>
                  <a:pt x="779818" y="30245"/>
                  <a:pt x="783363" y="32836"/>
                </a:cubicBezTo>
                <a:cubicBezTo>
                  <a:pt x="786907" y="35426"/>
                  <a:pt x="789205" y="38233"/>
                  <a:pt x="790257" y="41259"/>
                </a:cubicBezTo>
                <a:cubicBezTo>
                  <a:pt x="790897" y="43184"/>
                  <a:pt x="791218" y="47607"/>
                  <a:pt x="791218" y="54529"/>
                </a:cubicBezTo>
                <a:lnTo>
                  <a:pt x="791218" y="79489"/>
                </a:lnTo>
                <a:cubicBezTo>
                  <a:pt x="791218" y="82423"/>
                  <a:pt x="791332" y="84269"/>
                  <a:pt x="791561" y="85026"/>
                </a:cubicBezTo>
                <a:cubicBezTo>
                  <a:pt x="791789" y="85782"/>
                  <a:pt x="792132" y="86344"/>
                  <a:pt x="792590" y="86711"/>
                </a:cubicBezTo>
                <a:cubicBezTo>
                  <a:pt x="793047" y="87077"/>
                  <a:pt x="793573" y="87260"/>
                  <a:pt x="794167" y="87260"/>
                </a:cubicBezTo>
                <a:cubicBezTo>
                  <a:pt x="795356" y="87260"/>
                  <a:pt x="796568" y="86414"/>
                  <a:pt x="797803" y="84722"/>
                </a:cubicBezTo>
                <a:lnTo>
                  <a:pt x="799861" y="86368"/>
                </a:lnTo>
                <a:cubicBezTo>
                  <a:pt x="797575" y="89752"/>
                  <a:pt x="795208" y="92211"/>
                  <a:pt x="792761" y="93743"/>
                </a:cubicBezTo>
                <a:cubicBezTo>
                  <a:pt x="790314" y="95275"/>
                  <a:pt x="787536" y="96041"/>
                  <a:pt x="784426" y="96041"/>
                </a:cubicBezTo>
                <a:cubicBezTo>
                  <a:pt x="780767" y="96041"/>
                  <a:pt x="777909" y="95177"/>
                  <a:pt x="775851" y="93451"/>
                </a:cubicBezTo>
                <a:cubicBezTo>
                  <a:pt x="773793" y="91725"/>
                  <a:pt x="772535" y="89112"/>
                  <a:pt x="772078" y="85613"/>
                </a:cubicBezTo>
                <a:moveTo>
                  <a:pt x="772078" y="80537"/>
                </a:moveTo>
                <a:lnTo>
                  <a:pt x="772078" y="59078"/>
                </a:lnTo>
                <a:cubicBezTo>
                  <a:pt x="766544" y="62341"/>
                  <a:pt x="762428" y="65834"/>
                  <a:pt x="759730" y="69557"/>
                </a:cubicBezTo>
                <a:cubicBezTo>
                  <a:pt x="757946" y="72038"/>
                  <a:pt x="757055" y="74542"/>
                  <a:pt x="757055" y="77071"/>
                </a:cubicBezTo>
                <a:cubicBezTo>
                  <a:pt x="757055" y="79184"/>
                  <a:pt x="757809" y="81046"/>
                  <a:pt x="759318" y="82655"/>
                </a:cubicBezTo>
                <a:cubicBezTo>
                  <a:pt x="760462" y="83896"/>
                  <a:pt x="762062" y="84516"/>
                  <a:pt x="764120" y="84516"/>
                </a:cubicBezTo>
                <a:cubicBezTo>
                  <a:pt x="766407" y="84516"/>
                  <a:pt x="769060" y="83190"/>
                  <a:pt x="772078" y="80537"/>
                </a:cubicBezTo>
                <a:close/>
                <a:moveTo>
                  <a:pt x="832035" y="2058"/>
                </a:moveTo>
                <a:lnTo>
                  <a:pt x="832035" y="81772"/>
                </a:lnTo>
                <a:cubicBezTo>
                  <a:pt x="832035" y="86299"/>
                  <a:pt x="832561" y="89192"/>
                  <a:pt x="833613" y="90450"/>
                </a:cubicBezTo>
                <a:cubicBezTo>
                  <a:pt x="834665" y="91707"/>
                  <a:pt x="836723" y="92428"/>
                  <a:pt x="839787" y="92611"/>
                </a:cubicBezTo>
                <a:lnTo>
                  <a:pt x="839787" y="95080"/>
                </a:lnTo>
                <a:lnTo>
                  <a:pt x="805144" y="95080"/>
                </a:lnTo>
                <a:lnTo>
                  <a:pt x="805144" y="92611"/>
                </a:lnTo>
                <a:cubicBezTo>
                  <a:pt x="807979" y="92519"/>
                  <a:pt x="810083" y="91696"/>
                  <a:pt x="811455" y="90141"/>
                </a:cubicBezTo>
                <a:cubicBezTo>
                  <a:pt x="812370" y="89089"/>
                  <a:pt x="812827" y="86299"/>
                  <a:pt x="812827" y="81772"/>
                </a:cubicBezTo>
                <a:lnTo>
                  <a:pt x="812827" y="15367"/>
                </a:lnTo>
                <a:cubicBezTo>
                  <a:pt x="812827" y="10856"/>
                  <a:pt x="812301" y="7968"/>
                  <a:pt x="811249" y="6704"/>
                </a:cubicBezTo>
                <a:cubicBezTo>
                  <a:pt x="810197" y="5437"/>
                  <a:pt x="808162" y="4712"/>
                  <a:pt x="805144" y="4528"/>
                </a:cubicBezTo>
                <a:lnTo>
                  <a:pt x="805144" y="2058"/>
                </a:lnTo>
                <a:lnTo>
                  <a:pt x="832035" y="2058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Gap">
            <a:extLst xmlns:a="http://schemas.openxmlformats.org/drawingml/2006/main">
              <a:ext uri="{FF2B5EF4-FFF2-40B4-BE49-F238E27FC236}">
                <a16:creationId xmlns:a16="http://schemas.microsoft.com/office/drawing/2014/main" id="{36283C2C-40DC-40CE-9028-9D7DDFA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320" y="949271"/>
            <a:ext cx="245888" cy="125127"/>
          </a:xfrm>
          <a:custGeom xmlns:a="http://schemas.openxmlformats.org/drawingml/2006/main">
            <a:pathLst>
              <a:path w="245888" h="125127">
                <a:moveTo>
                  <a:pt x="91239" y="0"/>
                </a:moveTo>
                <a:lnTo>
                  <a:pt x="91239" y="32791"/>
                </a:lnTo>
                <a:lnTo>
                  <a:pt x="88700" y="32791"/>
                </a:lnTo>
                <a:cubicBezTo>
                  <a:pt x="85636" y="23872"/>
                  <a:pt x="81040" y="17092"/>
                  <a:pt x="74912" y="12451"/>
                </a:cubicBezTo>
                <a:cubicBezTo>
                  <a:pt x="68783" y="7809"/>
                  <a:pt x="62083" y="5488"/>
                  <a:pt x="54812" y="5488"/>
                </a:cubicBezTo>
                <a:cubicBezTo>
                  <a:pt x="47860" y="5488"/>
                  <a:pt x="42075" y="7435"/>
                  <a:pt x="37456" y="11330"/>
                </a:cubicBezTo>
                <a:cubicBezTo>
                  <a:pt x="32837" y="15224"/>
                  <a:pt x="29567" y="20657"/>
                  <a:pt x="27646" y="27627"/>
                </a:cubicBezTo>
                <a:cubicBezTo>
                  <a:pt x="25725" y="34597"/>
                  <a:pt x="24765" y="41748"/>
                  <a:pt x="24765" y="49082"/>
                </a:cubicBezTo>
                <a:cubicBezTo>
                  <a:pt x="24765" y="57965"/>
                  <a:pt x="25817" y="65755"/>
                  <a:pt x="27920" y="72451"/>
                </a:cubicBezTo>
                <a:cubicBezTo>
                  <a:pt x="30024" y="79146"/>
                  <a:pt x="33420" y="84066"/>
                  <a:pt x="38108" y="87211"/>
                </a:cubicBezTo>
                <a:cubicBezTo>
                  <a:pt x="42795" y="90353"/>
                  <a:pt x="48363" y="91925"/>
                  <a:pt x="54812" y="91925"/>
                </a:cubicBezTo>
                <a:cubicBezTo>
                  <a:pt x="57053" y="91925"/>
                  <a:pt x="59351" y="91685"/>
                  <a:pt x="61706" y="91207"/>
                </a:cubicBezTo>
                <a:cubicBezTo>
                  <a:pt x="64061" y="90726"/>
                  <a:pt x="66474" y="90030"/>
                  <a:pt x="68944" y="89116"/>
                </a:cubicBezTo>
                <a:lnTo>
                  <a:pt x="68944" y="69835"/>
                </a:lnTo>
                <a:cubicBezTo>
                  <a:pt x="68944" y="66154"/>
                  <a:pt x="68692" y="63773"/>
                  <a:pt x="68189" y="62692"/>
                </a:cubicBezTo>
                <a:cubicBezTo>
                  <a:pt x="67686" y="61610"/>
                  <a:pt x="66645" y="60633"/>
                  <a:pt x="65068" y="59760"/>
                </a:cubicBezTo>
                <a:cubicBezTo>
                  <a:pt x="63490" y="58885"/>
                  <a:pt x="61580" y="58448"/>
                  <a:pt x="59339" y="58448"/>
                </a:cubicBezTo>
                <a:lnTo>
                  <a:pt x="56938" y="58448"/>
                </a:lnTo>
                <a:lnTo>
                  <a:pt x="56938" y="55978"/>
                </a:lnTo>
                <a:lnTo>
                  <a:pt x="102146" y="55978"/>
                </a:lnTo>
                <a:lnTo>
                  <a:pt x="102146" y="58448"/>
                </a:lnTo>
                <a:cubicBezTo>
                  <a:pt x="98716" y="58678"/>
                  <a:pt x="96327" y="59149"/>
                  <a:pt x="94977" y="59863"/>
                </a:cubicBezTo>
                <a:cubicBezTo>
                  <a:pt x="93628" y="60576"/>
                  <a:pt x="92588" y="61760"/>
                  <a:pt x="91856" y="63417"/>
                </a:cubicBezTo>
                <a:cubicBezTo>
                  <a:pt x="91444" y="64292"/>
                  <a:pt x="91239" y="66431"/>
                  <a:pt x="91239" y="69835"/>
                </a:cubicBezTo>
                <a:lnTo>
                  <a:pt x="91239" y="89116"/>
                </a:lnTo>
                <a:cubicBezTo>
                  <a:pt x="85293" y="91767"/>
                  <a:pt x="79108" y="93767"/>
                  <a:pt x="72682" y="95115"/>
                </a:cubicBezTo>
                <a:cubicBezTo>
                  <a:pt x="66257" y="96464"/>
                  <a:pt x="59591" y="97138"/>
                  <a:pt x="52685" y="97138"/>
                </a:cubicBezTo>
                <a:cubicBezTo>
                  <a:pt x="43859" y="97138"/>
                  <a:pt x="36530" y="95941"/>
                  <a:pt x="30699" y="93548"/>
                </a:cubicBezTo>
                <a:cubicBezTo>
                  <a:pt x="24868" y="91152"/>
                  <a:pt x="19723" y="88005"/>
                  <a:pt x="15264" y="84106"/>
                </a:cubicBezTo>
                <a:cubicBezTo>
                  <a:pt x="10805" y="80208"/>
                  <a:pt x="7317" y="75819"/>
                  <a:pt x="4802" y="70939"/>
                </a:cubicBezTo>
                <a:cubicBezTo>
                  <a:pt x="1601" y="64645"/>
                  <a:pt x="0" y="57599"/>
                  <a:pt x="0" y="49800"/>
                </a:cubicBezTo>
                <a:cubicBezTo>
                  <a:pt x="0" y="35845"/>
                  <a:pt x="4916" y="24057"/>
                  <a:pt x="14749" y="14434"/>
                </a:cubicBezTo>
                <a:cubicBezTo>
                  <a:pt x="24582" y="4811"/>
                  <a:pt x="36953" y="0"/>
                  <a:pt x="51862" y="0"/>
                </a:cubicBezTo>
                <a:cubicBezTo>
                  <a:pt x="56481" y="0"/>
                  <a:pt x="60643" y="369"/>
                  <a:pt x="64347" y="1108"/>
                </a:cubicBezTo>
                <a:cubicBezTo>
                  <a:pt x="66360" y="1478"/>
                  <a:pt x="69618" y="2530"/>
                  <a:pt x="74123" y="4262"/>
                </a:cubicBezTo>
                <a:cubicBezTo>
                  <a:pt x="78628" y="5994"/>
                  <a:pt x="81292" y="6860"/>
                  <a:pt x="82115" y="6860"/>
                </a:cubicBezTo>
                <a:cubicBezTo>
                  <a:pt x="83395" y="6860"/>
                  <a:pt x="84584" y="6382"/>
                  <a:pt x="85682" y="5426"/>
                </a:cubicBezTo>
                <a:cubicBezTo>
                  <a:pt x="86780" y="4468"/>
                  <a:pt x="87786" y="2660"/>
                  <a:pt x="88700" y="0"/>
                </a:cubicBezTo>
                <a:lnTo>
                  <a:pt x="91239" y="0"/>
                </a:lnTo>
                <a:close/>
                <a:moveTo>
                  <a:pt x="143741" y="85613"/>
                </a:moveTo>
                <a:cubicBezTo>
                  <a:pt x="135921" y="92565"/>
                  <a:pt x="128901" y="96041"/>
                  <a:pt x="122681" y="96041"/>
                </a:cubicBezTo>
                <a:cubicBezTo>
                  <a:pt x="119022" y="96041"/>
                  <a:pt x="115981" y="94837"/>
                  <a:pt x="113557" y="92428"/>
                </a:cubicBezTo>
                <a:cubicBezTo>
                  <a:pt x="111133" y="90019"/>
                  <a:pt x="109921" y="87002"/>
                  <a:pt x="109921" y="83377"/>
                </a:cubicBezTo>
                <a:cubicBezTo>
                  <a:pt x="109921" y="78467"/>
                  <a:pt x="112025" y="74050"/>
                  <a:pt x="116233" y="70127"/>
                </a:cubicBezTo>
                <a:cubicBezTo>
                  <a:pt x="120440" y="66204"/>
                  <a:pt x="129610" y="60984"/>
                  <a:pt x="143741" y="54469"/>
                </a:cubicBezTo>
                <a:lnTo>
                  <a:pt x="143741" y="48020"/>
                </a:lnTo>
                <a:cubicBezTo>
                  <a:pt x="143741" y="43173"/>
                  <a:pt x="143478" y="40120"/>
                  <a:pt x="142952" y="38862"/>
                </a:cubicBezTo>
                <a:cubicBezTo>
                  <a:pt x="142427" y="37605"/>
                  <a:pt x="141432" y="36507"/>
                  <a:pt x="139968" y="35569"/>
                </a:cubicBezTo>
                <a:cubicBezTo>
                  <a:pt x="138505" y="34632"/>
                  <a:pt x="136858" y="34163"/>
                  <a:pt x="135029" y="34163"/>
                </a:cubicBezTo>
                <a:cubicBezTo>
                  <a:pt x="132056" y="34163"/>
                  <a:pt x="129610" y="34826"/>
                  <a:pt x="127689" y="36152"/>
                </a:cubicBezTo>
                <a:cubicBezTo>
                  <a:pt x="126500" y="36976"/>
                  <a:pt x="125905" y="37936"/>
                  <a:pt x="125905" y="39034"/>
                </a:cubicBezTo>
                <a:cubicBezTo>
                  <a:pt x="125905" y="39994"/>
                  <a:pt x="126546" y="41183"/>
                  <a:pt x="127826" y="42601"/>
                </a:cubicBezTo>
                <a:cubicBezTo>
                  <a:pt x="129564" y="44567"/>
                  <a:pt x="130433" y="46465"/>
                  <a:pt x="130433" y="48295"/>
                </a:cubicBezTo>
                <a:cubicBezTo>
                  <a:pt x="130433" y="50536"/>
                  <a:pt x="129598" y="52445"/>
                  <a:pt x="127929" y="54023"/>
                </a:cubicBezTo>
                <a:cubicBezTo>
                  <a:pt x="126260" y="55601"/>
                  <a:pt x="124076" y="56390"/>
                  <a:pt x="121378" y="56390"/>
                </a:cubicBezTo>
                <a:cubicBezTo>
                  <a:pt x="118496" y="56390"/>
                  <a:pt x="116084" y="55521"/>
                  <a:pt x="114140" y="53783"/>
                </a:cubicBezTo>
                <a:cubicBezTo>
                  <a:pt x="112197" y="52045"/>
                  <a:pt x="111225" y="50010"/>
                  <a:pt x="111225" y="47677"/>
                </a:cubicBezTo>
                <a:cubicBezTo>
                  <a:pt x="111225" y="44385"/>
                  <a:pt x="112528" y="41240"/>
                  <a:pt x="115135" y="38245"/>
                </a:cubicBezTo>
                <a:cubicBezTo>
                  <a:pt x="117742" y="35249"/>
                  <a:pt x="121378" y="32951"/>
                  <a:pt x="126042" y="31350"/>
                </a:cubicBezTo>
                <a:cubicBezTo>
                  <a:pt x="130707" y="29750"/>
                  <a:pt x="135555" y="28949"/>
                  <a:pt x="140586" y="28949"/>
                </a:cubicBezTo>
                <a:cubicBezTo>
                  <a:pt x="146668" y="28949"/>
                  <a:pt x="151482" y="30245"/>
                  <a:pt x="155026" y="32836"/>
                </a:cubicBezTo>
                <a:cubicBezTo>
                  <a:pt x="158571" y="35426"/>
                  <a:pt x="160869" y="38233"/>
                  <a:pt x="161921" y="41259"/>
                </a:cubicBezTo>
                <a:cubicBezTo>
                  <a:pt x="162561" y="43184"/>
                  <a:pt x="162881" y="47607"/>
                  <a:pt x="162881" y="54529"/>
                </a:cubicBezTo>
                <a:lnTo>
                  <a:pt x="162881" y="79489"/>
                </a:lnTo>
                <a:cubicBezTo>
                  <a:pt x="162881" y="82423"/>
                  <a:pt x="162995" y="84269"/>
                  <a:pt x="163224" y="85026"/>
                </a:cubicBezTo>
                <a:cubicBezTo>
                  <a:pt x="163453" y="85782"/>
                  <a:pt x="163796" y="86344"/>
                  <a:pt x="164253" y="86711"/>
                </a:cubicBezTo>
                <a:cubicBezTo>
                  <a:pt x="164710" y="87077"/>
                  <a:pt x="165236" y="87260"/>
                  <a:pt x="165831" y="87260"/>
                </a:cubicBezTo>
                <a:cubicBezTo>
                  <a:pt x="167020" y="87260"/>
                  <a:pt x="168232" y="86414"/>
                  <a:pt x="169467" y="84722"/>
                </a:cubicBezTo>
                <a:lnTo>
                  <a:pt x="171525" y="86368"/>
                </a:lnTo>
                <a:cubicBezTo>
                  <a:pt x="169238" y="89752"/>
                  <a:pt x="166871" y="92211"/>
                  <a:pt x="164424" y="93743"/>
                </a:cubicBezTo>
                <a:cubicBezTo>
                  <a:pt x="161978" y="95275"/>
                  <a:pt x="159199" y="96041"/>
                  <a:pt x="156089" y="96041"/>
                </a:cubicBezTo>
                <a:cubicBezTo>
                  <a:pt x="152431" y="96041"/>
                  <a:pt x="149572" y="95177"/>
                  <a:pt x="147514" y="93451"/>
                </a:cubicBezTo>
                <a:cubicBezTo>
                  <a:pt x="145456" y="91725"/>
                  <a:pt x="144199" y="89112"/>
                  <a:pt x="143741" y="85613"/>
                </a:cubicBezTo>
                <a:moveTo>
                  <a:pt x="143741" y="80537"/>
                </a:moveTo>
                <a:lnTo>
                  <a:pt x="143741" y="59078"/>
                </a:lnTo>
                <a:cubicBezTo>
                  <a:pt x="138208" y="62341"/>
                  <a:pt x="134092" y="65834"/>
                  <a:pt x="131393" y="69557"/>
                </a:cubicBezTo>
                <a:cubicBezTo>
                  <a:pt x="129610" y="72038"/>
                  <a:pt x="128718" y="74542"/>
                  <a:pt x="128718" y="77071"/>
                </a:cubicBezTo>
                <a:cubicBezTo>
                  <a:pt x="128718" y="79184"/>
                  <a:pt x="129472" y="81046"/>
                  <a:pt x="130982" y="82655"/>
                </a:cubicBezTo>
                <a:cubicBezTo>
                  <a:pt x="132125" y="83896"/>
                  <a:pt x="133726" y="84516"/>
                  <a:pt x="135784" y="84516"/>
                </a:cubicBezTo>
                <a:cubicBezTo>
                  <a:pt x="138070" y="84516"/>
                  <a:pt x="140723" y="83190"/>
                  <a:pt x="143741" y="80537"/>
                </a:cubicBezTo>
                <a:close/>
                <a:moveTo>
                  <a:pt x="203424" y="88563"/>
                </a:moveTo>
                <a:lnTo>
                  <a:pt x="203424" y="112368"/>
                </a:lnTo>
                <a:cubicBezTo>
                  <a:pt x="203424" y="115705"/>
                  <a:pt x="203687" y="117976"/>
                  <a:pt x="204213" y="119181"/>
                </a:cubicBezTo>
                <a:cubicBezTo>
                  <a:pt x="204739" y="120387"/>
                  <a:pt x="205551" y="121268"/>
                  <a:pt x="206648" y="121824"/>
                </a:cubicBezTo>
                <a:cubicBezTo>
                  <a:pt x="207746" y="122380"/>
                  <a:pt x="209896" y="122658"/>
                  <a:pt x="213097" y="122658"/>
                </a:cubicBezTo>
                <a:lnTo>
                  <a:pt x="213097" y="125127"/>
                </a:lnTo>
                <a:lnTo>
                  <a:pt x="176533" y="125127"/>
                </a:lnTo>
                <a:lnTo>
                  <a:pt x="176533" y="122658"/>
                </a:lnTo>
                <a:cubicBezTo>
                  <a:pt x="179368" y="122565"/>
                  <a:pt x="181472" y="121754"/>
                  <a:pt x="182844" y="120225"/>
                </a:cubicBezTo>
                <a:cubicBezTo>
                  <a:pt x="183759" y="119160"/>
                  <a:pt x="184216" y="116404"/>
                  <a:pt x="184216" y="111956"/>
                </a:cubicBezTo>
                <a:lnTo>
                  <a:pt x="184216" y="44316"/>
                </a:lnTo>
                <a:cubicBezTo>
                  <a:pt x="184216" y="39731"/>
                  <a:pt x="183690" y="36802"/>
                  <a:pt x="182638" y="35529"/>
                </a:cubicBezTo>
                <a:cubicBezTo>
                  <a:pt x="181586" y="34255"/>
                  <a:pt x="179551" y="33526"/>
                  <a:pt x="176533" y="33340"/>
                </a:cubicBezTo>
                <a:lnTo>
                  <a:pt x="176533" y="30870"/>
                </a:lnTo>
                <a:lnTo>
                  <a:pt x="203424" y="30870"/>
                </a:lnTo>
                <a:lnTo>
                  <a:pt x="203424" y="39308"/>
                </a:lnTo>
                <a:cubicBezTo>
                  <a:pt x="205665" y="36015"/>
                  <a:pt x="207952" y="33637"/>
                  <a:pt x="210284" y="32174"/>
                </a:cubicBezTo>
                <a:cubicBezTo>
                  <a:pt x="213623" y="30024"/>
                  <a:pt x="217259" y="28949"/>
                  <a:pt x="221192" y="28949"/>
                </a:cubicBezTo>
                <a:cubicBezTo>
                  <a:pt x="225902" y="28949"/>
                  <a:pt x="230190" y="30437"/>
                  <a:pt x="234054" y="33413"/>
                </a:cubicBezTo>
                <a:cubicBezTo>
                  <a:pt x="237919" y="36388"/>
                  <a:pt x="240857" y="40497"/>
                  <a:pt x="242870" y="45739"/>
                </a:cubicBezTo>
                <a:cubicBezTo>
                  <a:pt x="244882" y="50982"/>
                  <a:pt x="245888" y="56624"/>
                  <a:pt x="245888" y="62667"/>
                </a:cubicBezTo>
                <a:cubicBezTo>
                  <a:pt x="245888" y="69166"/>
                  <a:pt x="244847" y="75106"/>
                  <a:pt x="242767" y="80486"/>
                </a:cubicBezTo>
                <a:cubicBezTo>
                  <a:pt x="240686" y="85865"/>
                  <a:pt x="237667" y="89962"/>
                  <a:pt x="233711" y="92778"/>
                </a:cubicBezTo>
                <a:cubicBezTo>
                  <a:pt x="229755" y="95593"/>
                  <a:pt x="225354" y="97001"/>
                  <a:pt x="220506" y="97001"/>
                </a:cubicBezTo>
                <a:cubicBezTo>
                  <a:pt x="216984" y="97001"/>
                  <a:pt x="213691" y="96224"/>
                  <a:pt x="210627" y="94669"/>
                </a:cubicBezTo>
                <a:cubicBezTo>
                  <a:pt x="208341" y="93480"/>
                  <a:pt x="205940" y="91444"/>
                  <a:pt x="203424" y="88563"/>
                </a:cubicBezTo>
                <a:moveTo>
                  <a:pt x="203424" y="81624"/>
                </a:moveTo>
                <a:cubicBezTo>
                  <a:pt x="207357" y="87211"/>
                  <a:pt x="211565" y="90004"/>
                  <a:pt x="216047" y="90004"/>
                </a:cubicBezTo>
                <a:cubicBezTo>
                  <a:pt x="218516" y="90004"/>
                  <a:pt x="220551" y="88699"/>
                  <a:pt x="222152" y="86089"/>
                </a:cubicBezTo>
                <a:cubicBezTo>
                  <a:pt x="224530" y="82242"/>
                  <a:pt x="225719" y="74915"/>
                  <a:pt x="225719" y="64107"/>
                </a:cubicBezTo>
                <a:cubicBezTo>
                  <a:pt x="225719" y="53025"/>
                  <a:pt x="224416" y="45446"/>
                  <a:pt x="221809" y="41370"/>
                </a:cubicBezTo>
                <a:cubicBezTo>
                  <a:pt x="220071" y="38669"/>
                  <a:pt x="217739" y="37319"/>
                  <a:pt x="214812" y="37319"/>
                </a:cubicBezTo>
                <a:cubicBezTo>
                  <a:pt x="210193" y="37319"/>
                  <a:pt x="206397" y="40662"/>
                  <a:pt x="203424" y="47347"/>
                </a:cubicBezTo>
                <a:lnTo>
                  <a:pt x="203424" y="81624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1F445-B46F-4FFE-903D-A1EF5A72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656" y="1056996"/>
            <a:ext cx="521834" cy="225593"/>
          </a:xfrm>
          <a:custGeom xmlns:a="http://schemas.openxmlformats.org/drawingml/2006/main">
            <a:pathLst>
              <a:path w="521834" h="225593">
                <a:moveTo>
                  <a:pt x="0" y="162973"/>
                </a:moveTo>
                <a:lnTo>
                  <a:pt x="0" y="62620"/>
                </a:lnTo>
                <a:lnTo>
                  <a:pt x="419474" y="62620"/>
                </a:lnTo>
                <a:lnTo>
                  <a:pt x="419474" y="0"/>
                </a:lnTo>
                <a:lnTo>
                  <a:pt x="521834" y="112796"/>
                </a:lnTo>
                <a:lnTo>
                  <a:pt x="419474" y="225593"/>
                </a:lnTo>
                <a:lnTo>
                  <a:pt x="419474" y="162973"/>
                </a:lnTo>
                <a:lnTo>
                  <a:pt x="0" y="162973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GuidedPolic">
            <a:extLst xmlns:a="http://schemas.openxmlformats.org/drawingml/2006/main">
              <a:ext uri="{FF2B5EF4-FFF2-40B4-BE49-F238E27FC236}">
                <a16:creationId xmlns:a16="http://schemas.microsoft.com/office/drawing/2014/main" id="{B181A05F-F91F-42E0-BB32-824A91BA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127" y="1946429"/>
            <a:ext cx="837736" cy="113838"/>
          </a:xfrm>
          <a:custGeom xmlns:a="http://schemas.openxmlformats.org/drawingml/2006/main">
            <a:pathLst>
              <a:path w="837736" h="113838">
                <a:moveTo>
                  <a:pt x="104430" y="2822"/>
                </a:moveTo>
                <a:lnTo>
                  <a:pt x="96511" y="36378"/>
                </a:lnTo>
                <a:lnTo>
                  <a:pt x="93532" y="36378"/>
                </a:lnTo>
                <a:cubicBezTo>
                  <a:pt x="94002" y="32458"/>
                  <a:pt x="94237" y="29557"/>
                  <a:pt x="94237" y="27675"/>
                </a:cubicBezTo>
                <a:cubicBezTo>
                  <a:pt x="94237" y="22553"/>
                  <a:pt x="91977" y="18019"/>
                  <a:pt x="87456" y="14073"/>
                </a:cubicBezTo>
                <a:cubicBezTo>
                  <a:pt x="82935" y="10127"/>
                  <a:pt x="76702" y="8154"/>
                  <a:pt x="68757" y="8154"/>
                </a:cubicBezTo>
                <a:cubicBezTo>
                  <a:pt x="52502" y="8154"/>
                  <a:pt x="39226" y="15754"/>
                  <a:pt x="28930" y="30956"/>
                </a:cubicBezTo>
                <a:cubicBezTo>
                  <a:pt x="20724" y="42982"/>
                  <a:pt x="16621" y="56440"/>
                  <a:pt x="16621" y="71330"/>
                </a:cubicBezTo>
                <a:cubicBezTo>
                  <a:pt x="16621" y="81223"/>
                  <a:pt x="19156" y="89762"/>
                  <a:pt x="24226" y="96947"/>
                </a:cubicBezTo>
                <a:cubicBezTo>
                  <a:pt x="29296" y="104131"/>
                  <a:pt x="37110" y="107722"/>
                  <a:pt x="47668" y="107722"/>
                </a:cubicBezTo>
                <a:cubicBezTo>
                  <a:pt x="50281" y="107722"/>
                  <a:pt x="52751" y="107500"/>
                  <a:pt x="55076" y="107056"/>
                </a:cubicBezTo>
                <a:cubicBezTo>
                  <a:pt x="57402" y="106610"/>
                  <a:pt x="60917" y="105620"/>
                  <a:pt x="65621" y="104087"/>
                </a:cubicBezTo>
                <a:lnTo>
                  <a:pt x="73383" y="76766"/>
                </a:lnTo>
                <a:cubicBezTo>
                  <a:pt x="74481" y="73000"/>
                  <a:pt x="75029" y="69992"/>
                  <a:pt x="75029" y="67743"/>
                </a:cubicBezTo>
                <a:cubicBezTo>
                  <a:pt x="75029" y="65860"/>
                  <a:pt x="74350" y="64422"/>
                  <a:pt x="72991" y="63429"/>
                </a:cubicBezTo>
                <a:cubicBezTo>
                  <a:pt x="70796" y="61911"/>
                  <a:pt x="67242" y="61152"/>
                  <a:pt x="62328" y="61152"/>
                </a:cubicBezTo>
                <a:lnTo>
                  <a:pt x="60133" y="61152"/>
                </a:lnTo>
                <a:lnTo>
                  <a:pt x="60996" y="58016"/>
                </a:lnTo>
                <a:lnTo>
                  <a:pt x="105214" y="58016"/>
                </a:lnTo>
                <a:lnTo>
                  <a:pt x="104430" y="61152"/>
                </a:lnTo>
                <a:cubicBezTo>
                  <a:pt x="100405" y="61205"/>
                  <a:pt x="97478" y="61675"/>
                  <a:pt x="95649" y="62564"/>
                </a:cubicBezTo>
                <a:cubicBezTo>
                  <a:pt x="93819" y="63452"/>
                  <a:pt x="92251" y="64968"/>
                  <a:pt x="90945" y="67111"/>
                </a:cubicBezTo>
                <a:cubicBezTo>
                  <a:pt x="90056" y="68522"/>
                  <a:pt x="88619" y="72625"/>
                  <a:pt x="86633" y="79420"/>
                </a:cubicBezTo>
                <a:lnTo>
                  <a:pt x="78793" y="106311"/>
                </a:lnTo>
                <a:cubicBezTo>
                  <a:pt x="71632" y="109331"/>
                  <a:pt x="65856" y="111340"/>
                  <a:pt x="61466" y="112338"/>
                </a:cubicBezTo>
                <a:cubicBezTo>
                  <a:pt x="57076" y="113338"/>
                  <a:pt x="52450" y="113838"/>
                  <a:pt x="47589" y="113838"/>
                </a:cubicBezTo>
                <a:cubicBezTo>
                  <a:pt x="36404" y="113838"/>
                  <a:pt x="27336" y="111739"/>
                  <a:pt x="20384" y="107541"/>
                </a:cubicBezTo>
                <a:cubicBezTo>
                  <a:pt x="13433" y="103342"/>
                  <a:pt x="8297" y="97787"/>
                  <a:pt x="4978" y="90876"/>
                </a:cubicBezTo>
                <a:cubicBezTo>
                  <a:pt x="1659" y="83965"/>
                  <a:pt x="0" y="77094"/>
                  <a:pt x="0" y="70262"/>
                </a:cubicBezTo>
                <a:cubicBezTo>
                  <a:pt x="0" y="61082"/>
                  <a:pt x="1934" y="52359"/>
                  <a:pt x="5802" y="44093"/>
                </a:cubicBezTo>
                <a:cubicBezTo>
                  <a:pt x="9669" y="35825"/>
                  <a:pt x="14491" y="28836"/>
                  <a:pt x="20267" y="23126"/>
                </a:cubicBezTo>
                <a:cubicBezTo>
                  <a:pt x="26042" y="17414"/>
                  <a:pt x="32327" y="12915"/>
                  <a:pt x="39122" y="9629"/>
                </a:cubicBezTo>
                <a:cubicBezTo>
                  <a:pt x="48478" y="5091"/>
                  <a:pt x="58304" y="2822"/>
                  <a:pt x="68601" y="2822"/>
                </a:cubicBezTo>
                <a:cubicBezTo>
                  <a:pt x="76179" y="2822"/>
                  <a:pt x="83026" y="4096"/>
                  <a:pt x="89141" y="6642"/>
                </a:cubicBezTo>
                <a:cubicBezTo>
                  <a:pt x="91598" y="7650"/>
                  <a:pt x="93401" y="8154"/>
                  <a:pt x="94551" y="8154"/>
                </a:cubicBezTo>
                <a:cubicBezTo>
                  <a:pt x="95858" y="8154"/>
                  <a:pt x="96968" y="7849"/>
                  <a:pt x="97883" y="7240"/>
                </a:cubicBezTo>
                <a:cubicBezTo>
                  <a:pt x="98798" y="6629"/>
                  <a:pt x="99987" y="5156"/>
                  <a:pt x="101450" y="2822"/>
                </a:cubicBezTo>
                <a:lnTo>
                  <a:pt x="104430" y="2822"/>
                </a:lnTo>
                <a:close/>
                <a:moveTo>
                  <a:pt x="180373" y="42336"/>
                </a:moveTo>
                <a:lnTo>
                  <a:pt x="166731" y="89124"/>
                </a:lnTo>
                <a:cubicBezTo>
                  <a:pt x="164693" y="96086"/>
                  <a:pt x="163674" y="100482"/>
                  <a:pt x="163674" y="102313"/>
                </a:cubicBezTo>
                <a:cubicBezTo>
                  <a:pt x="163674" y="103254"/>
                  <a:pt x="163843" y="103946"/>
                  <a:pt x="164183" y="104390"/>
                </a:cubicBezTo>
                <a:cubicBezTo>
                  <a:pt x="164523" y="104835"/>
                  <a:pt x="164980" y="105057"/>
                  <a:pt x="165555" y="105057"/>
                </a:cubicBezTo>
                <a:cubicBezTo>
                  <a:pt x="166444" y="105057"/>
                  <a:pt x="167424" y="104652"/>
                  <a:pt x="168495" y="103842"/>
                </a:cubicBezTo>
                <a:cubicBezTo>
                  <a:pt x="169567" y="103031"/>
                  <a:pt x="172271" y="99804"/>
                  <a:pt x="176610" y="94159"/>
                </a:cubicBezTo>
                <a:lnTo>
                  <a:pt x="178962" y="95962"/>
                </a:lnTo>
                <a:cubicBezTo>
                  <a:pt x="174833" y="102496"/>
                  <a:pt x="170599" y="107304"/>
                  <a:pt x="166261" y="110388"/>
                </a:cubicBezTo>
                <a:cubicBezTo>
                  <a:pt x="163386" y="112374"/>
                  <a:pt x="160616" y="113367"/>
                  <a:pt x="157950" y="113367"/>
                </a:cubicBezTo>
                <a:cubicBezTo>
                  <a:pt x="155912" y="113367"/>
                  <a:pt x="154318" y="112792"/>
                  <a:pt x="153168" y="111642"/>
                </a:cubicBezTo>
                <a:cubicBezTo>
                  <a:pt x="152018" y="110493"/>
                  <a:pt x="151443" y="109003"/>
                  <a:pt x="151443" y="107174"/>
                </a:cubicBezTo>
                <a:cubicBezTo>
                  <a:pt x="151443" y="105397"/>
                  <a:pt x="151783" y="103044"/>
                  <a:pt x="152462" y="100118"/>
                </a:cubicBezTo>
                <a:cubicBezTo>
                  <a:pt x="153299" y="96255"/>
                  <a:pt x="155677" y="87842"/>
                  <a:pt x="159597" y="74880"/>
                </a:cubicBezTo>
                <a:cubicBezTo>
                  <a:pt x="150711" y="89462"/>
                  <a:pt x="143276" y="99523"/>
                  <a:pt x="137292" y="105062"/>
                </a:cubicBezTo>
                <a:cubicBezTo>
                  <a:pt x="131307" y="110599"/>
                  <a:pt x="125754" y="113367"/>
                  <a:pt x="120632" y="113367"/>
                </a:cubicBezTo>
                <a:cubicBezTo>
                  <a:pt x="118227" y="113367"/>
                  <a:pt x="116189" y="112531"/>
                  <a:pt x="114516" y="110858"/>
                </a:cubicBezTo>
                <a:cubicBezTo>
                  <a:pt x="112844" y="109186"/>
                  <a:pt x="112008" y="107069"/>
                  <a:pt x="112008" y="104508"/>
                </a:cubicBezTo>
                <a:cubicBezTo>
                  <a:pt x="112008" y="100583"/>
                  <a:pt x="113157" y="94565"/>
                  <a:pt x="115457" y="86454"/>
                </a:cubicBezTo>
                <a:lnTo>
                  <a:pt x="122278" y="62199"/>
                </a:lnTo>
                <a:cubicBezTo>
                  <a:pt x="123951" y="56390"/>
                  <a:pt x="124787" y="52779"/>
                  <a:pt x="124787" y="51365"/>
                </a:cubicBezTo>
                <a:cubicBezTo>
                  <a:pt x="124787" y="50737"/>
                  <a:pt x="124565" y="50202"/>
                  <a:pt x="124120" y="49757"/>
                </a:cubicBezTo>
                <a:cubicBezTo>
                  <a:pt x="123676" y="49312"/>
                  <a:pt x="123193" y="49089"/>
                  <a:pt x="122670" y="49089"/>
                </a:cubicBezTo>
                <a:cubicBezTo>
                  <a:pt x="121572" y="49089"/>
                  <a:pt x="120475" y="49481"/>
                  <a:pt x="119377" y="50267"/>
                </a:cubicBezTo>
                <a:cubicBezTo>
                  <a:pt x="118280" y="51051"/>
                  <a:pt x="115797" y="53955"/>
                  <a:pt x="111929" y="58979"/>
                </a:cubicBezTo>
                <a:lnTo>
                  <a:pt x="109499" y="57252"/>
                </a:lnTo>
                <a:cubicBezTo>
                  <a:pt x="113419" y="51183"/>
                  <a:pt x="117574" y="46709"/>
                  <a:pt x="121964" y="43831"/>
                </a:cubicBezTo>
                <a:cubicBezTo>
                  <a:pt x="125310" y="41580"/>
                  <a:pt x="128393" y="40455"/>
                  <a:pt x="131216" y="40455"/>
                </a:cubicBezTo>
                <a:cubicBezTo>
                  <a:pt x="133150" y="40455"/>
                  <a:pt x="134731" y="41076"/>
                  <a:pt x="135959" y="42319"/>
                </a:cubicBezTo>
                <a:cubicBezTo>
                  <a:pt x="137187" y="43561"/>
                  <a:pt x="137801" y="45159"/>
                  <a:pt x="137801" y="47114"/>
                </a:cubicBezTo>
                <a:cubicBezTo>
                  <a:pt x="137801" y="49938"/>
                  <a:pt x="136756" y="54985"/>
                  <a:pt x="134665" y="62255"/>
                </a:cubicBezTo>
                <a:lnTo>
                  <a:pt x="127296" y="87595"/>
                </a:lnTo>
                <a:cubicBezTo>
                  <a:pt x="125257" y="94500"/>
                  <a:pt x="124238" y="98867"/>
                  <a:pt x="124238" y="100698"/>
                </a:cubicBezTo>
                <a:cubicBezTo>
                  <a:pt x="124238" y="101691"/>
                  <a:pt x="124565" y="102488"/>
                  <a:pt x="125218" y="103089"/>
                </a:cubicBezTo>
                <a:cubicBezTo>
                  <a:pt x="125871" y="103690"/>
                  <a:pt x="126747" y="103991"/>
                  <a:pt x="127844" y="103991"/>
                </a:cubicBezTo>
                <a:cubicBezTo>
                  <a:pt x="129569" y="103991"/>
                  <a:pt x="131817" y="103129"/>
                  <a:pt x="134587" y="101404"/>
                </a:cubicBezTo>
                <a:cubicBezTo>
                  <a:pt x="137357" y="99679"/>
                  <a:pt x="141055" y="95850"/>
                  <a:pt x="145681" y="89916"/>
                </a:cubicBezTo>
                <a:cubicBezTo>
                  <a:pt x="150306" y="83980"/>
                  <a:pt x="154122" y="78411"/>
                  <a:pt x="157127" y="73209"/>
                </a:cubicBezTo>
                <a:cubicBezTo>
                  <a:pt x="160132" y="68007"/>
                  <a:pt x="163334" y="59733"/>
                  <a:pt x="166731" y="48388"/>
                </a:cubicBezTo>
                <a:lnTo>
                  <a:pt x="168456" y="42336"/>
                </a:lnTo>
                <a:lnTo>
                  <a:pt x="180373" y="42336"/>
                </a:lnTo>
                <a:close/>
                <a:moveTo>
                  <a:pt x="220984" y="9251"/>
                </a:moveTo>
                <a:cubicBezTo>
                  <a:pt x="223179" y="9251"/>
                  <a:pt x="225035" y="10009"/>
                  <a:pt x="226551" y="11525"/>
                </a:cubicBezTo>
                <a:cubicBezTo>
                  <a:pt x="228066" y="13041"/>
                  <a:pt x="228824" y="14896"/>
                  <a:pt x="228824" y="17091"/>
                </a:cubicBezTo>
                <a:cubicBezTo>
                  <a:pt x="228824" y="19234"/>
                  <a:pt x="228053" y="21077"/>
                  <a:pt x="226511" y="22619"/>
                </a:cubicBezTo>
                <a:cubicBezTo>
                  <a:pt x="224970" y="24160"/>
                  <a:pt x="223127" y="24931"/>
                  <a:pt x="220984" y="24931"/>
                </a:cubicBezTo>
                <a:cubicBezTo>
                  <a:pt x="218841" y="24931"/>
                  <a:pt x="216999" y="24160"/>
                  <a:pt x="215457" y="22619"/>
                </a:cubicBezTo>
                <a:cubicBezTo>
                  <a:pt x="213915" y="21077"/>
                  <a:pt x="213144" y="19234"/>
                  <a:pt x="213144" y="17091"/>
                </a:cubicBezTo>
                <a:cubicBezTo>
                  <a:pt x="213144" y="14896"/>
                  <a:pt x="213902" y="13041"/>
                  <a:pt x="215418" y="11525"/>
                </a:cubicBezTo>
                <a:cubicBezTo>
                  <a:pt x="216934" y="10009"/>
                  <a:pt x="218789" y="9251"/>
                  <a:pt x="220984" y="9251"/>
                </a:cubicBezTo>
                <a:moveTo>
                  <a:pt x="222003" y="40455"/>
                </a:moveTo>
                <a:lnTo>
                  <a:pt x="206480" y="95440"/>
                </a:lnTo>
                <a:cubicBezTo>
                  <a:pt x="205435" y="99153"/>
                  <a:pt x="204912" y="101375"/>
                  <a:pt x="204912" y="102107"/>
                </a:cubicBezTo>
                <a:cubicBezTo>
                  <a:pt x="204912" y="102946"/>
                  <a:pt x="205160" y="103629"/>
                  <a:pt x="205657" y="104155"/>
                </a:cubicBezTo>
                <a:cubicBezTo>
                  <a:pt x="206153" y="104679"/>
                  <a:pt x="206741" y="104942"/>
                  <a:pt x="207421" y="104942"/>
                </a:cubicBezTo>
                <a:cubicBezTo>
                  <a:pt x="208205" y="104942"/>
                  <a:pt x="209146" y="104522"/>
                  <a:pt x="210243" y="103682"/>
                </a:cubicBezTo>
                <a:cubicBezTo>
                  <a:pt x="213223" y="101325"/>
                  <a:pt x="216228" y="97978"/>
                  <a:pt x="219259" y="93640"/>
                </a:cubicBezTo>
                <a:lnTo>
                  <a:pt x="222003" y="95443"/>
                </a:lnTo>
                <a:cubicBezTo>
                  <a:pt x="218449" y="100884"/>
                  <a:pt x="214268" y="105468"/>
                  <a:pt x="209459" y="109195"/>
                </a:cubicBezTo>
                <a:cubicBezTo>
                  <a:pt x="205905" y="111976"/>
                  <a:pt x="202508" y="113367"/>
                  <a:pt x="199267" y="113367"/>
                </a:cubicBezTo>
                <a:cubicBezTo>
                  <a:pt x="197124" y="113367"/>
                  <a:pt x="195373" y="112727"/>
                  <a:pt x="194014" y="111446"/>
                </a:cubicBezTo>
                <a:cubicBezTo>
                  <a:pt x="192656" y="110166"/>
                  <a:pt x="191976" y="108559"/>
                  <a:pt x="191976" y="106625"/>
                </a:cubicBezTo>
                <a:cubicBezTo>
                  <a:pt x="191976" y="104688"/>
                  <a:pt x="192629" y="101468"/>
                  <a:pt x="193936" y="96964"/>
                </a:cubicBezTo>
                <a:lnTo>
                  <a:pt x="204128" y="61780"/>
                </a:lnTo>
                <a:cubicBezTo>
                  <a:pt x="205801" y="56063"/>
                  <a:pt x="206637" y="52477"/>
                  <a:pt x="206637" y="51022"/>
                </a:cubicBezTo>
                <a:cubicBezTo>
                  <a:pt x="206637" y="49878"/>
                  <a:pt x="206232" y="48942"/>
                  <a:pt x="205422" y="48214"/>
                </a:cubicBezTo>
                <a:cubicBezTo>
                  <a:pt x="204612" y="47484"/>
                  <a:pt x="203501" y="47119"/>
                  <a:pt x="202090" y="47119"/>
                </a:cubicBezTo>
                <a:cubicBezTo>
                  <a:pt x="200940" y="47119"/>
                  <a:pt x="198562" y="47406"/>
                  <a:pt x="194955" y="47981"/>
                </a:cubicBezTo>
                <a:lnTo>
                  <a:pt x="194955" y="44845"/>
                </a:lnTo>
                <a:lnTo>
                  <a:pt x="222003" y="40455"/>
                </a:lnTo>
                <a:close/>
                <a:moveTo>
                  <a:pt x="316582" y="0"/>
                </a:moveTo>
                <a:lnTo>
                  <a:pt x="289612" y="92513"/>
                </a:lnTo>
                <a:cubicBezTo>
                  <a:pt x="288148" y="97530"/>
                  <a:pt x="287417" y="100823"/>
                  <a:pt x="287417" y="102391"/>
                </a:cubicBezTo>
                <a:cubicBezTo>
                  <a:pt x="287417" y="102914"/>
                  <a:pt x="287639" y="103410"/>
                  <a:pt x="288083" y="103881"/>
                </a:cubicBezTo>
                <a:cubicBezTo>
                  <a:pt x="288527" y="104351"/>
                  <a:pt x="288985" y="104586"/>
                  <a:pt x="289455" y="104586"/>
                </a:cubicBezTo>
                <a:cubicBezTo>
                  <a:pt x="290135" y="104586"/>
                  <a:pt x="290945" y="104247"/>
                  <a:pt x="291885" y="103567"/>
                </a:cubicBezTo>
                <a:cubicBezTo>
                  <a:pt x="293663" y="102313"/>
                  <a:pt x="296642" y="99177"/>
                  <a:pt x="300823" y="94159"/>
                </a:cubicBezTo>
                <a:lnTo>
                  <a:pt x="303489" y="95806"/>
                </a:lnTo>
                <a:cubicBezTo>
                  <a:pt x="299726" y="101032"/>
                  <a:pt x="295923" y="105266"/>
                  <a:pt x="292081" y="108506"/>
                </a:cubicBezTo>
                <a:cubicBezTo>
                  <a:pt x="288240" y="111747"/>
                  <a:pt x="284646" y="113367"/>
                  <a:pt x="281301" y="113367"/>
                </a:cubicBezTo>
                <a:cubicBezTo>
                  <a:pt x="279524" y="113367"/>
                  <a:pt x="278061" y="112740"/>
                  <a:pt x="276911" y="111486"/>
                </a:cubicBezTo>
                <a:cubicBezTo>
                  <a:pt x="275761" y="110231"/>
                  <a:pt x="275186" y="108454"/>
                  <a:pt x="275186" y="106154"/>
                </a:cubicBezTo>
                <a:cubicBezTo>
                  <a:pt x="275186" y="103175"/>
                  <a:pt x="275970" y="99177"/>
                  <a:pt x="277538" y="94159"/>
                </a:cubicBezTo>
                <a:lnTo>
                  <a:pt x="280596" y="84795"/>
                </a:lnTo>
                <a:cubicBezTo>
                  <a:pt x="273017" y="96358"/>
                  <a:pt x="266118" y="104359"/>
                  <a:pt x="259898" y="108798"/>
                </a:cubicBezTo>
                <a:cubicBezTo>
                  <a:pt x="255612" y="111844"/>
                  <a:pt x="251509" y="113367"/>
                  <a:pt x="247589" y="113367"/>
                </a:cubicBezTo>
                <a:cubicBezTo>
                  <a:pt x="243617" y="113367"/>
                  <a:pt x="240154" y="111602"/>
                  <a:pt x="237201" y="108070"/>
                </a:cubicBezTo>
                <a:cubicBezTo>
                  <a:pt x="234248" y="104537"/>
                  <a:pt x="232771" y="99736"/>
                  <a:pt x="232771" y="93667"/>
                </a:cubicBezTo>
                <a:cubicBezTo>
                  <a:pt x="232771" y="85871"/>
                  <a:pt x="235254" y="77552"/>
                  <a:pt x="240219" y="68711"/>
                </a:cubicBezTo>
                <a:cubicBezTo>
                  <a:pt x="245185" y="59868"/>
                  <a:pt x="251744" y="52673"/>
                  <a:pt x="259898" y="47126"/>
                </a:cubicBezTo>
                <a:cubicBezTo>
                  <a:pt x="266327" y="42678"/>
                  <a:pt x="272233" y="40455"/>
                  <a:pt x="277617" y="40455"/>
                </a:cubicBezTo>
                <a:cubicBezTo>
                  <a:pt x="280439" y="40455"/>
                  <a:pt x="282869" y="41024"/>
                  <a:pt x="284908" y="42162"/>
                </a:cubicBezTo>
                <a:cubicBezTo>
                  <a:pt x="286946" y="43299"/>
                  <a:pt x="288958" y="45186"/>
                  <a:pt x="290945" y="47822"/>
                </a:cubicBezTo>
                <a:lnTo>
                  <a:pt x="298628" y="20712"/>
                </a:lnTo>
                <a:cubicBezTo>
                  <a:pt x="299203" y="18739"/>
                  <a:pt x="299673" y="17166"/>
                  <a:pt x="300039" y="15994"/>
                </a:cubicBezTo>
                <a:cubicBezTo>
                  <a:pt x="300666" y="13883"/>
                  <a:pt x="300980" y="12143"/>
                  <a:pt x="300980" y="10773"/>
                </a:cubicBezTo>
                <a:cubicBezTo>
                  <a:pt x="300980" y="9665"/>
                  <a:pt x="300588" y="8742"/>
                  <a:pt x="299804" y="8004"/>
                </a:cubicBezTo>
                <a:cubicBezTo>
                  <a:pt x="298706" y="7111"/>
                  <a:pt x="297295" y="6664"/>
                  <a:pt x="295570" y="6664"/>
                </a:cubicBezTo>
                <a:cubicBezTo>
                  <a:pt x="294368" y="6664"/>
                  <a:pt x="292382" y="6847"/>
                  <a:pt x="289612" y="7213"/>
                </a:cubicBezTo>
                <a:lnTo>
                  <a:pt x="289612" y="4390"/>
                </a:lnTo>
                <a:lnTo>
                  <a:pt x="316582" y="0"/>
                </a:lnTo>
                <a:moveTo>
                  <a:pt x="287495" y="55566"/>
                </a:moveTo>
                <a:cubicBezTo>
                  <a:pt x="287495" y="52203"/>
                  <a:pt x="286528" y="49498"/>
                  <a:pt x="284594" y="47450"/>
                </a:cubicBezTo>
                <a:cubicBezTo>
                  <a:pt x="282660" y="45400"/>
                  <a:pt x="280204" y="44375"/>
                  <a:pt x="277225" y="44375"/>
                </a:cubicBezTo>
                <a:cubicBezTo>
                  <a:pt x="270639" y="44375"/>
                  <a:pt x="263779" y="49839"/>
                  <a:pt x="256644" y="60768"/>
                </a:cubicBezTo>
                <a:cubicBezTo>
                  <a:pt x="249510" y="71697"/>
                  <a:pt x="245943" y="82152"/>
                  <a:pt x="245943" y="92135"/>
                </a:cubicBezTo>
                <a:cubicBezTo>
                  <a:pt x="245943" y="96077"/>
                  <a:pt x="246805" y="99085"/>
                  <a:pt x="248530" y="101161"/>
                </a:cubicBezTo>
                <a:cubicBezTo>
                  <a:pt x="250255" y="103236"/>
                  <a:pt x="252319" y="104273"/>
                  <a:pt x="254724" y="104273"/>
                </a:cubicBezTo>
                <a:cubicBezTo>
                  <a:pt x="260159" y="104273"/>
                  <a:pt x="266980" y="98362"/>
                  <a:pt x="275186" y="86540"/>
                </a:cubicBezTo>
                <a:cubicBezTo>
                  <a:pt x="283392" y="74717"/>
                  <a:pt x="287495" y="64393"/>
                  <a:pt x="287495" y="55566"/>
                </a:cubicBezTo>
                <a:close/>
                <a:moveTo>
                  <a:pt x="329126" y="82007"/>
                </a:moveTo>
                <a:cubicBezTo>
                  <a:pt x="328760" y="84612"/>
                  <a:pt x="328577" y="86774"/>
                  <a:pt x="328577" y="88492"/>
                </a:cubicBezTo>
                <a:cubicBezTo>
                  <a:pt x="328577" y="93128"/>
                  <a:pt x="330223" y="97074"/>
                  <a:pt x="333516" y="100331"/>
                </a:cubicBezTo>
                <a:cubicBezTo>
                  <a:pt x="336809" y="103586"/>
                  <a:pt x="340807" y="105214"/>
                  <a:pt x="345511" y="105214"/>
                </a:cubicBezTo>
                <a:cubicBezTo>
                  <a:pt x="349275" y="105214"/>
                  <a:pt x="352894" y="104445"/>
                  <a:pt x="356370" y="102908"/>
                </a:cubicBezTo>
                <a:cubicBezTo>
                  <a:pt x="359846" y="101370"/>
                  <a:pt x="365007" y="97968"/>
                  <a:pt x="371854" y="92704"/>
                </a:cubicBezTo>
                <a:lnTo>
                  <a:pt x="373500" y="94977"/>
                </a:lnTo>
                <a:cubicBezTo>
                  <a:pt x="361113" y="107237"/>
                  <a:pt x="349301" y="113367"/>
                  <a:pt x="338063" y="113367"/>
                </a:cubicBezTo>
                <a:cubicBezTo>
                  <a:pt x="330432" y="113367"/>
                  <a:pt x="324683" y="110961"/>
                  <a:pt x="320815" y="106147"/>
                </a:cubicBezTo>
                <a:cubicBezTo>
                  <a:pt x="316947" y="101334"/>
                  <a:pt x="315013" y="96023"/>
                  <a:pt x="315013" y="90215"/>
                </a:cubicBezTo>
                <a:cubicBezTo>
                  <a:pt x="315013" y="82419"/>
                  <a:pt x="317418" y="74440"/>
                  <a:pt x="322226" y="66278"/>
                </a:cubicBezTo>
                <a:cubicBezTo>
                  <a:pt x="327035" y="58114"/>
                  <a:pt x="333072" y="51770"/>
                  <a:pt x="340337" y="47244"/>
                </a:cubicBezTo>
                <a:cubicBezTo>
                  <a:pt x="347602" y="42718"/>
                  <a:pt x="355076" y="40455"/>
                  <a:pt x="362759" y="40455"/>
                </a:cubicBezTo>
                <a:cubicBezTo>
                  <a:pt x="368300" y="40455"/>
                  <a:pt x="372403" y="41583"/>
                  <a:pt x="375068" y="43838"/>
                </a:cubicBezTo>
                <a:cubicBezTo>
                  <a:pt x="377734" y="46094"/>
                  <a:pt x="379067" y="48770"/>
                  <a:pt x="379067" y="51867"/>
                </a:cubicBezTo>
                <a:cubicBezTo>
                  <a:pt x="379067" y="56221"/>
                  <a:pt x="377342" y="60392"/>
                  <a:pt x="373892" y="64379"/>
                </a:cubicBezTo>
                <a:cubicBezTo>
                  <a:pt x="369345" y="69573"/>
                  <a:pt x="362655" y="73770"/>
                  <a:pt x="353822" y="76970"/>
                </a:cubicBezTo>
                <a:cubicBezTo>
                  <a:pt x="347968" y="79121"/>
                  <a:pt x="339736" y="80800"/>
                  <a:pt x="329126" y="82007"/>
                </a:cubicBezTo>
                <a:moveTo>
                  <a:pt x="329674" y="78087"/>
                </a:moveTo>
                <a:cubicBezTo>
                  <a:pt x="337410" y="77197"/>
                  <a:pt x="343708" y="75678"/>
                  <a:pt x="348569" y="73530"/>
                </a:cubicBezTo>
                <a:cubicBezTo>
                  <a:pt x="354998" y="70649"/>
                  <a:pt x="359819" y="67204"/>
                  <a:pt x="363034" y="63196"/>
                </a:cubicBezTo>
                <a:cubicBezTo>
                  <a:pt x="366248" y="59188"/>
                  <a:pt x="367855" y="55376"/>
                  <a:pt x="367855" y="51762"/>
                </a:cubicBezTo>
                <a:cubicBezTo>
                  <a:pt x="367855" y="49561"/>
                  <a:pt x="367163" y="47780"/>
                  <a:pt x="365778" y="46418"/>
                </a:cubicBezTo>
                <a:cubicBezTo>
                  <a:pt x="364393" y="45056"/>
                  <a:pt x="362420" y="44375"/>
                  <a:pt x="359859" y="44375"/>
                </a:cubicBezTo>
                <a:cubicBezTo>
                  <a:pt x="354527" y="44375"/>
                  <a:pt x="348869" y="47217"/>
                  <a:pt x="342885" y="52901"/>
                </a:cubicBezTo>
                <a:cubicBezTo>
                  <a:pt x="336900" y="58585"/>
                  <a:pt x="332497" y="66980"/>
                  <a:pt x="329674" y="78087"/>
                </a:cubicBezTo>
                <a:close/>
                <a:moveTo>
                  <a:pt x="468154" y="0"/>
                </a:moveTo>
                <a:lnTo>
                  <a:pt x="441184" y="92513"/>
                </a:lnTo>
                <a:cubicBezTo>
                  <a:pt x="439721" y="97530"/>
                  <a:pt x="438989" y="100823"/>
                  <a:pt x="438989" y="102391"/>
                </a:cubicBezTo>
                <a:cubicBezTo>
                  <a:pt x="438989" y="102914"/>
                  <a:pt x="439211" y="103410"/>
                  <a:pt x="439656" y="103881"/>
                </a:cubicBezTo>
                <a:cubicBezTo>
                  <a:pt x="440100" y="104351"/>
                  <a:pt x="440557" y="104586"/>
                  <a:pt x="441028" y="104586"/>
                </a:cubicBezTo>
                <a:cubicBezTo>
                  <a:pt x="441707" y="104586"/>
                  <a:pt x="442517" y="104247"/>
                  <a:pt x="443458" y="103567"/>
                </a:cubicBezTo>
                <a:cubicBezTo>
                  <a:pt x="445235" y="102313"/>
                  <a:pt x="448214" y="99177"/>
                  <a:pt x="452396" y="94159"/>
                </a:cubicBezTo>
                <a:lnTo>
                  <a:pt x="455061" y="95806"/>
                </a:lnTo>
                <a:cubicBezTo>
                  <a:pt x="451298" y="101032"/>
                  <a:pt x="447496" y="105266"/>
                  <a:pt x="443654" y="108506"/>
                </a:cubicBezTo>
                <a:cubicBezTo>
                  <a:pt x="439812" y="111747"/>
                  <a:pt x="436219" y="113367"/>
                  <a:pt x="432874" y="113367"/>
                </a:cubicBezTo>
                <a:cubicBezTo>
                  <a:pt x="431097" y="113367"/>
                  <a:pt x="429633" y="112740"/>
                  <a:pt x="428484" y="111486"/>
                </a:cubicBezTo>
                <a:cubicBezTo>
                  <a:pt x="427334" y="110231"/>
                  <a:pt x="426759" y="108454"/>
                  <a:pt x="426759" y="106154"/>
                </a:cubicBezTo>
                <a:cubicBezTo>
                  <a:pt x="426759" y="103175"/>
                  <a:pt x="427543" y="99177"/>
                  <a:pt x="429111" y="94159"/>
                </a:cubicBezTo>
                <a:lnTo>
                  <a:pt x="432168" y="84795"/>
                </a:lnTo>
                <a:cubicBezTo>
                  <a:pt x="424590" y="96358"/>
                  <a:pt x="417690" y="104359"/>
                  <a:pt x="411471" y="108798"/>
                </a:cubicBezTo>
                <a:cubicBezTo>
                  <a:pt x="407185" y="111844"/>
                  <a:pt x="403082" y="113367"/>
                  <a:pt x="399162" y="113367"/>
                </a:cubicBezTo>
                <a:cubicBezTo>
                  <a:pt x="395189" y="113367"/>
                  <a:pt x="391727" y="111602"/>
                  <a:pt x="388774" y="108070"/>
                </a:cubicBezTo>
                <a:cubicBezTo>
                  <a:pt x="385821" y="104537"/>
                  <a:pt x="384344" y="99736"/>
                  <a:pt x="384344" y="93667"/>
                </a:cubicBezTo>
                <a:cubicBezTo>
                  <a:pt x="384344" y="85871"/>
                  <a:pt x="386827" y="77552"/>
                  <a:pt x="391792" y="68711"/>
                </a:cubicBezTo>
                <a:cubicBezTo>
                  <a:pt x="396757" y="59868"/>
                  <a:pt x="403317" y="52673"/>
                  <a:pt x="411471" y="47126"/>
                </a:cubicBezTo>
                <a:cubicBezTo>
                  <a:pt x="417900" y="42678"/>
                  <a:pt x="423806" y="40455"/>
                  <a:pt x="429189" y="40455"/>
                </a:cubicBezTo>
                <a:cubicBezTo>
                  <a:pt x="432012" y="40455"/>
                  <a:pt x="434442" y="41024"/>
                  <a:pt x="436480" y="42162"/>
                </a:cubicBezTo>
                <a:cubicBezTo>
                  <a:pt x="438519" y="43299"/>
                  <a:pt x="440531" y="45186"/>
                  <a:pt x="442517" y="47822"/>
                </a:cubicBezTo>
                <a:lnTo>
                  <a:pt x="450201" y="20712"/>
                </a:lnTo>
                <a:cubicBezTo>
                  <a:pt x="450775" y="18739"/>
                  <a:pt x="451246" y="17166"/>
                  <a:pt x="451612" y="15994"/>
                </a:cubicBezTo>
                <a:cubicBezTo>
                  <a:pt x="452239" y="13883"/>
                  <a:pt x="452553" y="12143"/>
                  <a:pt x="452553" y="10773"/>
                </a:cubicBezTo>
                <a:cubicBezTo>
                  <a:pt x="452553" y="9665"/>
                  <a:pt x="452161" y="8742"/>
                  <a:pt x="451377" y="8004"/>
                </a:cubicBezTo>
                <a:cubicBezTo>
                  <a:pt x="450279" y="7111"/>
                  <a:pt x="448868" y="6664"/>
                  <a:pt x="447143" y="6664"/>
                </a:cubicBezTo>
                <a:cubicBezTo>
                  <a:pt x="445941" y="6664"/>
                  <a:pt x="443955" y="6847"/>
                  <a:pt x="441184" y="7213"/>
                </a:cubicBezTo>
                <a:lnTo>
                  <a:pt x="441184" y="4390"/>
                </a:lnTo>
                <a:lnTo>
                  <a:pt x="468154" y="0"/>
                </a:lnTo>
                <a:moveTo>
                  <a:pt x="439068" y="55566"/>
                </a:moveTo>
                <a:cubicBezTo>
                  <a:pt x="439068" y="52203"/>
                  <a:pt x="438101" y="49498"/>
                  <a:pt x="436167" y="47450"/>
                </a:cubicBezTo>
                <a:cubicBezTo>
                  <a:pt x="434233" y="45400"/>
                  <a:pt x="431776" y="44375"/>
                  <a:pt x="428797" y="44375"/>
                </a:cubicBezTo>
                <a:cubicBezTo>
                  <a:pt x="422212" y="44375"/>
                  <a:pt x="415351" y="49839"/>
                  <a:pt x="408217" y="60768"/>
                </a:cubicBezTo>
                <a:cubicBezTo>
                  <a:pt x="401083" y="71697"/>
                  <a:pt x="397515" y="82152"/>
                  <a:pt x="397515" y="92135"/>
                </a:cubicBezTo>
                <a:cubicBezTo>
                  <a:pt x="397515" y="96077"/>
                  <a:pt x="398378" y="99085"/>
                  <a:pt x="400103" y="101161"/>
                </a:cubicBezTo>
                <a:cubicBezTo>
                  <a:pt x="401827" y="103236"/>
                  <a:pt x="403892" y="104273"/>
                  <a:pt x="406296" y="104273"/>
                </a:cubicBezTo>
                <a:cubicBezTo>
                  <a:pt x="411732" y="104273"/>
                  <a:pt x="418553" y="98362"/>
                  <a:pt x="426759" y="86540"/>
                </a:cubicBezTo>
                <a:cubicBezTo>
                  <a:pt x="434965" y="74717"/>
                  <a:pt x="439068" y="64393"/>
                  <a:pt x="439068" y="55566"/>
                </a:cubicBezTo>
                <a:close/>
                <a:moveTo>
                  <a:pt x="526798" y="5174"/>
                </a:moveTo>
                <a:lnTo>
                  <a:pt x="568664" y="5174"/>
                </a:lnTo>
                <a:cubicBezTo>
                  <a:pt x="579640" y="5174"/>
                  <a:pt x="587846" y="7536"/>
                  <a:pt x="593282" y="12260"/>
                </a:cubicBezTo>
                <a:cubicBezTo>
                  <a:pt x="598717" y="16984"/>
                  <a:pt x="601435" y="22738"/>
                  <a:pt x="601435" y="29523"/>
                </a:cubicBezTo>
                <a:cubicBezTo>
                  <a:pt x="601435" y="34900"/>
                  <a:pt x="599711" y="40120"/>
                  <a:pt x="596261" y="45183"/>
                </a:cubicBezTo>
                <a:cubicBezTo>
                  <a:pt x="592811" y="50245"/>
                  <a:pt x="587689" y="54355"/>
                  <a:pt x="580894" y="57514"/>
                </a:cubicBezTo>
                <a:cubicBezTo>
                  <a:pt x="574100" y="60671"/>
                  <a:pt x="566756" y="62250"/>
                  <a:pt x="558864" y="62250"/>
                </a:cubicBezTo>
                <a:cubicBezTo>
                  <a:pt x="553951" y="62250"/>
                  <a:pt x="547705" y="61356"/>
                  <a:pt x="540126" y="59567"/>
                </a:cubicBezTo>
                <a:lnTo>
                  <a:pt x="531659" y="88671"/>
                </a:lnTo>
                <a:cubicBezTo>
                  <a:pt x="529673" y="95598"/>
                  <a:pt x="528680" y="100163"/>
                  <a:pt x="528680" y="102367"/>
                </a:cubicBezTo>
                <a:cubicBezTo>
                  <a:pt x="528680" y="104046"/>
                  <a:pt x="529385" y="105437"/>
                  <a:pt x="530796" y="106539"/>
                </a:cubicBezTo>
                <a:cubicBezTo>
                  <a:pt x="532208" y="107640"/>
                  <a:pt x="535579" y="108348"/>
                  <a:pt x="540910" y="108663"/>
                </a:cubicBezTo>
                <a:lnTo>
                  <a:pt x="540126" y="111486"/>
                </a:lnTo>
                <a:lnTo>
                  <a:pt x="497868" y="111486"/>
                </a:lnTo>
                <a:lnTo>
                  <a:pt x="498731" y="108663"/>
                </a:lnTo>
                <a:cubicBezTo>
                  <a:pt x="504271" y="108663"/>
                  <a:pt x="508126" y="107705"/>
                  <a:pt x="510295" y="105789"/>
                </a:cubicBezTo>
                <a:cubicBezTo>
                  <a:pt x="512464" y="103873"/>
                  <a:pt x="514803" y="98585"/>
                  <a:pt x="517312" y="89925"/>
                </a:cubicBezTo>
                <a:lnTo>
                  <a:pt x="534873" y="29341"/>
                </a:lnTo>
                <a:cubicBezTo>
                  <a:pt x="536964" y="22070"/>
                  <a:pt x="538009" y="17205"/>
                  <a:pt x="538009" y="14747"/>
                </a:cubicBezTo>
                <a:cubicBezTo>
                  <a:pt x="538009" y="12916"/>
                  <a:pt x="537264" y="11398"/>
                  <a:pt x="535775" y="10195"/>
                </a:cubicBezTo>
                <a:cubicBezTo>
                  <a:pt x="534285" y="8991"/>
                  <a:pt x="531005" y="8258"/>
                  <a:pt x="525936" y="7997"/>
                </a:cubicBezTo>
                <a:lnTo>
                  <a:pt x="526798" y="5174"/>
                </a:lnTo>
                <a:moveTo>
                  <a:pt x="541459" y="54682"/>
                </a:moveTo>
                <a:cubicBezTo>
                  <a:pt x="547365" y="56173"/>
                  <a:pt x="552121" y="56919"/>
                  <a:pt x="555728" y="56919"/>
                </a:cubicBezTo>
                <a:cubicBezTo>
                  <a:pt x="561425" y="56919"/>
                  <a:pt x="566612" y="55747"/>
                  <a:pt x="571290" y="53403"/>
                </a:cubicBezTo>
                <a:cubicBezTo>
                  <a:pt x="575968" y="51059"/>
                  <a:pt x="579627" y="47543"/>
                  <a:pt x="582266" y="42856"/>
                </a:cubicBezTo>
                <a:cubicBezTo>
                  <a:pt x="584906" y="38166"/>
                  <a:pt x="586226" y="33296"/>
                  <a:pt x="586226" y="28244"/>
                </a:cubicBezTo>
                <a:cubicBezTo>
                  <a:pt x="586226" y="22983"/>
                  <a:pt x="584605" y="18816"/>
                  <a:pt x="581365" y="15744"/>
                </a:cubicBezTo>
                <a:cubicBezTo>
                  <a:pt x="578124" y="12670"/>
                  <a:pt x="573211" y="11133"/>
                  <a:pt x="566625" y="11133"/>
                </a:cubicBezTo>
                <a:cubicBezTo>
                  <a:pt x="563071" y="11133"/>
                  <a:pt x="558759" y="11576"/>
                  <a:pt x="553689" y="12463"/>
                </a:cubicBezTo>
                <a:lnTo>
                  <a:pt x="541459" y="54682"/>
                </a:lnTo>
                <a:close/>
                <a:moveTo>
                  <a:pt x="674060" y="65021"/>
                </a:moveTo>
                <a:cubicBezTo>
                  <a:pt x="674060" y="72869"/>
                  <a:pt x="671982" y="80639"/>
                  <a:pt x="667827" y="88331"/>
                </a:cubicBezTo>
                <a:cubicBezTo>
                  <a:pt x="663672" y="96022"/>
                  <a:pt x="657883" y="102118"/>
                  <a:pt x="650461" y="106617"/>
                </a:cubicBezTo>
                <a:cubicBezTo>
                  <a:pt x="643039" y="111117"/>
                  <a:pt x="635827" y="113367"/>
                  <a:pt x="628823" y="113367"/>
                </a:cubicBezTo>
                <a:cubicBezTo>
                  <a:pt x="621662" y="113367"/>
                  <a:pt x="615821" y="111078"/>
                  <a:pt x="611300" y="106500"/>
                </a:cubicBezTo>
                <a:cubicBezTo>
                  <a:pt x="606779" y="101922"/>
                  <a:pt x="604519" y="95996"/>
                  <a:pt x="604519" y="88723"/>
                </a:cubicBezTo>
                <a:cubicBezTo>
                  <a:pt x="604519" y="81031"/>
                  <a:pt x="606727" y="73314"/>
                  <a:pt x="611144" y="65570"/>
                </a:cubicBezTo>
                <a:cubicBezTo>
                  <a:pt x="615560" y="57826"/>
                  <a:pt x="621466" y="51704"/>
                  <a:pt x="628862" y="47204"/>
                </a:cubicBezTo>
                <a:cubicBezTo>
                  <a:pt x="636258" y="42705"/>
                  <a:pt x="643405" y="40455"/>
                  <a:pt x="650305" y="40455"/>
                </a:cubicBezTo>
                <a:cubicBezTo>
                  <a:pt x="657204" y="40455"/>
                  <a:pt x="662888" y="42731"/>
                  <a:pt x="667357" y="47283"/>
                </a:cubicBezTo>
                <a:cubicBezTo>
                  <a:pt x="671826" y="51835"/>
                  <a:pt x="674060" y="57748"/>
                  <a:pt x="674060" y="65021"/>
                </a:cubicBezTo>
                <a:moveTo>
                  <a:pt x="661045" y="59482"/>
                </a:moveTo>
                <a:cubicBezTo>
                  <a:pt x="661045" y="54603"/>
                  <a:pt x="659856" y="50866"/>
                  <a:pt x="657478" y="48270"/>
                </a:cubicBezTo>
                <a:cubicBezTo>
                  <a:pt x="655100" y="45673"/>
                  <a:pt x="652029" y="44375"/>
                  <a:pt x="648266" y="44375"/>
                </a:cubicBezTo>
                <a:cubicBezTo>
                  <a:pt x="640583" y="44375"/>
                  <a:pt x="633514" y="49896"/>
                  <a:pt x="627059" y="60939"/>
                </a:cubicBezTo>
                <a:cubicBezTo>
                  <a:pt x="620604" y="71981"/>
                  <a:pt x="617376" y="82957"/>
                  <a:pt x="617376" y="93868"/>
                </a:cubicBezTo>
                <a:cubicBezTo>
                  <a:pt x="617376" y="98851"/>
                  <a:pt x="618631" y="102693"/>
                  <a:pt x="621140" y="105395"/>
                </a:cubicBezTo>
                <a:cubicBezTo>
                  <a:pt x="623648" y="108096"/>
                  <a:pt x="626811" y="109447"/>
                  <a:pt x="630626" y="109447"/>
                </a:cubicBezTo>
                <a:cubicBezTo>
                  <a:pt x="637996" y="109447"/>
                  <a:pt x="644908" y="103953"/>
                  <a:pt x="651363" y="92963"/>
                </a:cubicBezTo>
                <a:cubicBezTo>
                  <a:pt x="657818" y="81973"/>
                  <a:pt x="661045" y="70812"/>
                  <a:pt x="661045" y="59482"/>
                </a:cubicBezTo>
                <a:close/>
                <a:moveTo>
                  <a:pt x="727843" y="0"/>
                </a:moveTo>
                <a:lnTo>
                  <a:pt x="701030" y="93321"/>
                </a:lnTo>
                <a:cubicBezTo>
                  <a:pt x="699723" y="97975"/>
                  <a:pt x="699070" y="100824"/>
                  <a:pt x="699070" y="101869"/>
                </a:cubicBezTo>
                <a:cubicBezTo>
                  <a:pt x="699070" y="102653"/>
                  <a:pt x="699318" y="103307"/>
                  <a:pt x="699814" y="103829"/>
                </a:cubicBezTo>
                <a:cubicBezTo>
                  <a:pt x="700311" y="104352"/>
                  <a:pt x="700925" y="104613"/>
                  <a:pt x="701657" y="104613"/>
                </a:cubicBezTo>
                <a:cubicBezTo>
                  <a:pt x="702650" y="104613"/>
                  <a:pt x="703721" y="104169"/>
                  <a:pt x="704871" y="103281"/>
                </a:cubicBezTo>
                <a:cubicBezTo>
                  <a:pt x="707589" y="101134"/>
                  <a:pt x="710438" y="97806"/>
                  <a:pt x="713417" y="93297"/>
                </a:cubicBezTo>
                <a:lnTo>
                  <a:pt x="715769" y="95727"/>
                </a:lnTo>
                <a:cubicBezTo>
                  <a:pt x="710804" y="102731"/>
                  <a:pt x="706230" y="107618"/>
                  <a:pt x="702049" y="110388"/>
                </a:cubicBezTo>
                <a:cubicBezTo>
                  <a:pt x="698965" y="112374"/>
                  <a:pt x="696038" y="113367"/>
                  <a:pt x="693268" y="113367"/>
                </a:cubicBezTo>
                <a:cubicBezTo>
                  <a:pt x="691282" y="113367"/>
                  <a:pt x="689622" y="112688"/>
                  <a:pt x="688290" y="111329"/>
                </a:cubicBezTo>
                <a:cubicBezTo>
                  <a:pt x="686957" y="109970"/>
                  <a:pt x="686290" y="108402"/>
                  <a:pt x="686290" y="106625"/>
                </a:cubicBezTo>
                <a:cubicBezTo>
                  <a:pt x="686290" y="104740"/>
                  <a:pt x="687127" y="100865"/>
                  <a:pt x="688799" y="94999"/>
                </a:cubicBezTo>
                <a:lnTo>
                  <a:pt x="710046" y="21325"/>
                </a:lnTo>
                <a:cubicBezTo>
                  <a:pt x="711770" y="15314"/>
                  <a:pt x="712633" y="11865"/>
                  <a:pt x="712633" y="10976"/>
                </a:cubicBezTo>
                <a:cubicBezTo>
                  <a:pt x="712633" y="9722"/>
                  <a:pt x="712136" y="8689"/>
                  <a:pt x="711143" y="7879"/>
                </a:cubicBezTo>
                <a:cubicBezTo>
                  <a:pt x="710150" y="7069"/>
                  <a:pt x="708608" y="6664"/>
                  <a:pt x="706518" y="6664"/>
                </a:cubicBezTo>
                <a:cubicBezTo>
                  <a:pt x="705316" y="6664"/>
                  <a:pt x="703486" y="6847"/>
                  <a:pt x="701030" y="7213"/>
                </a:cubicBezTo>
                <a:lnTo>
                  <a:pt x="701030" y="4390"/>
                </a:lnTo>
                <a:lnTo>
                  <a:pt x="727843" y="0"/>
                </a:lnTo>
                <a:close/>
                <a:moveTo>
                  <a:pt x="760641" y="9251"/>
                </a:moveTo>
                <a:cubicBezTo>
                  <a:pt x="762836" y="9251"/>
                  <a:pt x="764692" y="10009"/>
                  <a:pt x="766208" y="11525"/>
                </a:cubicBezTo>
                <a:cubicBezTo>
                  <a:pt x="767723" y="13041"/>
                  <a:pt x="768481" y="14896"/>
                  <a:pt x="768481" y="17091"/>
                </a:cubicBezTo>
                <a:cubicBezTo>
                  <a:pt x="768481" y="19234"/>
                  <a:pt x="767710" y="21077"/>
                  <a:pt x="766168" y="22619"/>
                </a:cubicBezTo>
                <a:cubicBezTo>
                  <a:pt x="764626" y="24160"/>
                  <a:pt x="762784" y="24931"/>
                  <a:pt x="760641" y="24931"/>
                </a:cubicBezTo>
                <a:cubicBezTo>
                  <a:pt x="758498" y="24931"/>
                  <a:pt x="756656" y="24160"/>
                  <a:pt x="755114" y="22619"/>
                </a:cubicBezTo>
                <a:cubicBezTo>
                  <a:pt x="753572" y="21077"/>
                  <a:pt x="752801" y="19234"/>
                  <a:pt x="752801" y="17091"/>
                </a:cubicBezTo>
                <a:cubicBezTo>
                  <a:pt x="752801" y="14896"/>
                  <a:pt x="753559" y="13041"/>
                  <a:pt x="755075" y="11525"/>
                </a:cubicBezTo>
                <a:cubicBezTo>
                  <a:pt x="756590" y="10009"/>
                  <a:pt x="758446" y="9251"/>
                  <a:pt x="760641" y="9251"/>
                </a:cubicBezTo>
                <a:moveTo>
                  <a:pt x="761660" y="40455"/>
                </a:moveTo>
                <a:lnTo>
                  <a:pt x="746137" y="95440"/>
                </a:lnTo>
                <a:cubicBezTo>
                  <a:pt x="745092" y="99153"/>
                  <a:pt x="744569" y="101375"/>
                  <a:pt x="744569" y="102107"/>
                </a:cubicBezTo>
                <a:cubicBezTo>
                  <a:pt x="744569" y="102946"/>
                  <a:pt x="744817" y="103629"/>
                  <a:pt x="745314" y="104155"/>
                </a:cubicBezTo>
                <a:cubicBezTo>
                  <a:pt x="745810" y="104679"/>
                  <a:pt x="746398" y="104942"/>
                  <a:pt x="747078" y="104942"/>
                </a:cubicBezTo>
                <a:cubicBezTo>
                  <a:pt x="747862" y="104942"/>
                  <a:pt x="748803" y="104522"/>
                  <a:pt x="749900" y="103682"/>
                </a:cubicBezTo>
                <a:cubicBezTo>
                  <a:pt x="752879" y="101325"/>
                  <a:pt x="755885" y="97978"/>
                  <a:pt x="758916" y="93640"/>
                </a:cubicBezTo>
                <a:lnTo>
                  <a:pt x="761660" y="95443"/>
                </a:lnTo>
                <a:cubicBezTo>
                  <a:pt x="758106" y="100884"/>
                  <a:pt x="753925" y="105468"/>
                  <a:pt x="749116" y="109195"/>
                </a:cubicBezTo>
                <a:cubicBezTo>
                  <a:pt x="745562" y="111976"/>
                  <a:pt x="742165" y="113367"/>
                  <a:pt x="738924" y="113367"/>
                </a:cubicBezTo>
                <a:cubicBezTo>
                  <a:pt x="736781" y="113367"/>
                  <a:pt x="735030" y="112727"/>
                  <a:pt x="733671" y="111446"/>
                </a:cubicBezTo>
                <a:cubicBezTo>
                  <a:pt x="732312" y="110166"/>
                  <a:pt x="731633" y="108559"/>
                  <a:pt x="731633" y="106625"/>
                </a:cubicBezTo>
                <a:cubicBezTo>
                  <a:pt x="731633" y="104688"/>
                  <a:pt x="732286" y="101468"/>
                  <a:pt x="733593" y="96964"/>
                </a:cubicBezTo>
                <a:lnTo>
                  <a:pt x="743785" y="61780"/>
                </a:lnTo>
                <a:cubicBezTo>
                  <a:pt x="745458" y="56063"/>
                  <a:pt x="746294" y="52477"/>
                  <a:pt x="746294" y="51022"/>
                </a:cubicBezTo>
                <a:cubicBezTo>
                  <a:pt x="746294" y="49878"/>
                  <a:pt x="745889" y="48942"/>
                  <a:pt x="745079" y="48214"/>
                </a:cubicBezTo>
                <a:cubicBezTo>
                  <a:pt x="744268" y="47484"/>
                  <a:pt x="743158" y="47119"/>
                  <a:pt x="741747" y="47119"/>
                </a:cubicBezTo>
                <a:cubicBezTo>
                  <a:pt x="740597" y="47119"/>
                  <a:pt x="738219" y="47406"/>
                  <a:pt x="734612" y="47981"/>
                </a:cubicBezTo>
                <a:lnTo>
                  <a:pt x="734612" y="44845"/>
                </a:lnTo>
                <a:lnTo>
                  <a:pt x="761660" y="40455"/>
                </a:lnTo>
                <a:close/>
                <a:moveTo>
                  <a:pt x="831385" y="94394"/>
                </a:moveTo>
                <a:cubicBezTo>
                  <a:pt x="825950" y="100928"/>
                  <a:pt x="820462" y="105723"/>
                  <a:pt x="814921" y="108781"/>
                </a:cubicBezTo>
                <a:cubicBezTo>
                  <a:pt x="809381" y="111838"/>
                  <a:pt x="803527" y="113367"/>
                  <a:pt x="797360" y="113367"/>
                </a:cubicBezTo>
                <a:cubicBezTo>
                  <a:pt x="789938" y="113367"/>
                  <a:pt x="784149" y="111274"/>
                  <a:pt x="779994" y="107088"/>
                </a:cubicBezTo>
                <a:cubicBezTo>
                  <a:pt x="775839" y="102902"/>
                  <a:pt x="773761" y="97277"/>
                  <a:pt x="773761" y="90215"/>
                </a:cubicBezTo>
                <a:cubicBezTo>
                  <a:pt x="773761" y="82210"/>
                  <a:pt x="775995" y="74335"/>
                  <a:pt x="780464" y="66591"/>
                </a:cubicBezTo>
                <a:cubicBezTo>
                  <a:pt x="784933" y="58846"/>
                  <a:pt x="790944" y="52554"/>
                  <a:pt x="798496" y="47714"/>
                </a:cubicBezTo>
                <a:cubicBezTo>
                  <a:pt x="806049" y="42874"/>
                  <a:pt x="813458" y="40455"/>
                  <a:pt x="820723" y="40455"/>
                </a:cubicBezTo>
                <a:cubicBezTo>
                  <a:pt x="826420" y="40455"/>
                  <a:pt x="830680" y="41640"/>
                  <a:pt x="833502" y="44010"/>
                </a:cubicBezTo>
                <a:cubicBezTo>
                  <a:pt x="836325" y="46380"/>
                  <a:pt x="837736" y="49284"/>
                  <a:pt x="837736" y="52722"/>
                </a:cubicBezTo>
                <a:cubicBezTo>
                  <a:pt x="837736" y="55951"/>
                  <a:pt x="836743" y="58712"/>
                  <a:pt x="834757" y="61005"/>
                </a:cubicBezTo>
                <a:cubicBezTo>
                  <a:pt x="833293" y="62776"/>
                  <a:pt x="831490" y="63661"/>
                  <a:pt x="829347" y="63661"/>
                </a:cubicBezTo>
                <a:cubicBezTo>
                  <a:pt x="827727" y="63661"/>
                  <a:pt x="826381" y="63143"/>
                  <a:pt x="825309" y="62106"/>
                </a:cubicBezTo>
                <a:cubicBezTo>
                  <a:pt x="824238" y="61068"/>
                  <a:pt x="823702" y="59772"/>
                  <a:pt x="823702" y="58217"/>
                </a:cubicBezTo>
                <a:cubicBezTo>
                  <a:pt x="823702" y="57232"/>
                  <a:pt x="823898" y="56325"/>
                  <a:pt x="824290" y="55495"/>
                </a:cubicBezTo>
                <a:cubicBezTo>
                  <a:pt x="824682" y="54666"/>
                  <a:pt x="825492" y="53668"/>
                  <a:pt x="826721" y="52501"/>
                </a:cubicBezTo>
                <a:cubicBezTo>
                  <a:pt x="827949" y="51334"/>
                  <a:pt x="828694" y="50491"/>
                  <a:pt x="828955" y="49973"/>
                </a:cubicBezTo>
                <a:cubicBezTo>
                  <a:pt x="829216" y="49454"/>
                  <a:pt x="829347" y="48909"/>
                  <a:pt x="829347" y="48339"/>
                </a:cubicBezTo>
                <a:cubicBezTo>
                  <a:pt x="829347" y="47249"/>
                  <a:pt x="828850" y="46342"/>
                  <a:pt x="827857" y="45617"/>
                </a:cubicBezTo>
                <a:cubicBezTo>
                  <a:pt x="826342" y="44580"/>
                  <a:pt x="824199" y="44061"/>
                  <a:pt x="821429" y="44061"/>
                </a:cubicBezTo>
                <a:cubicBezTo>
                  <a:pt x="816306" y="44061"/>
                  <a:pt x="811236" y="45864"/>
                  <a:pt x="806219" y="49471"/>
                </a:cubicBezTo>
                <a:cubicBezTo>
                  <a:pt x="801201" y="53077"/>
                  <a:pt x="796915" y="58199"/>
                  <a:pt x="793361" y="64837"/>
                </a:cubicBezTo>
                <a:cubicBezTo>
                  <a:pt x="789075" y="72886"/>
                  <a:pt x="786932" y="80936"/>
                  <a:pt x="786932" y="88985"/>
                </a:cubicBezTo>
                <a:cubicBezTo>
                  <a:pt x="786932" y="94316"/>
                  <a:pt x="788448" y="98536"/>
                  <a:pt x="791480" y="101646"/>
                </a:cubicBezTo>
                <a:cubicBezTo>
                  <a:pt x="794511" y="104756"/>
                  <a:pt x="798640" y="106311"/>
                  <a:pt x="803867" y="106311"/>
                </a:cubicBezTo>
                <a:cubicBezTo>
                  <a:pt x="807891" y="106311"/>
                  <a:pt x="811877" y="105305"/>
                  <a:pt x="815823" y="103293"/>
                </a:cubicBezTo>
                <a:cubicBezTo>
                  <a:pt x="819769" y="101280"/>
                  <a:pt x="824199" y="97635"/>
                  <a:pt x="829112" y="92356"/>
                </a:cubicBezTo>
                <a:lnTo>
                  <a:pt x="831385" y="94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y">
            <a:extLst xmlns:a="http://schemas.openxmlformats.org/drawingml/2006/main">
              <a:ext uri="{FF2B5EF4-FFF2-40B4-BE49-F238E27FC236}">
                <a16:creationId xmlns:a16="http://schemas.microsoft.com/office/drawing/2014/main" id="{C76BDA4A-2F56-46DF-88C5-B9C946A9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931" y="1986884"/>
            <a:ext cx="83261" cy="105684"/>
          </a:xfrm>
          <a:custGeom xmlns:a="http://schemas.openxmlformats.org/drawingml/2006/main">
            <a:pathLst>
              <a:path w="83261" h="105684">
                <a:moveTo>
                  <a:pt x="38495" y="0"/>
                </a:moveTo>
                <a:cubicBezTo>
                  <a:pt x="40272" y="3030"/>
                  <a:pt x="41500" y="5864"/>
                  <a:pt x="42180" y="8502"/>
                </a:cubicBezTo>
                <a:cubicBezTo>
                  <a:pt x="42859" y="11139"/>
                  <a:pt x="43538" y="16324"/>
                  <a:pt x="44218" y="24057"/>
                </a:cubicBezTo>
                <a:lnTo>
                  <a:pt x="47668" y="62608"/>
                </a:lnTo>
                <a:cubicBezTo>
                  <a:pt x="50804" y="58846"/>
                  <a:pt x="55351" y="52891"/>
                  <a:pt x="61309" y="44742"/>
                </a:cubicBezTo>
                <a:cubicBezTo>
                  <a:pt x="64184" y="40772"/>
                  <a:pt x="67738" y="35365"/>
                  <a:pt x="71972" y="28523"/>
                </a:cubicBezTo>
                <a:cubicBezTo>
                  <a:pt x="74533" y="24343"/>
                  <a:pt x="76101" y="21418"/>
                  <a:pt x="76676" y="19747"/>
                </a:cubicBezTo>
                <a:cubicBezTo>
                  <a:pt x="76989" y="18911"/>
                  <a:pt x="77146" y="18048"/>
                  <a:pt x="77146" y="17160"/>
                </a:cubicBezTo>
                <a:cubicBezTo>
                  <a:pt x="77146" y="16585"/>
                  <a:pt x="76963" y="16115"/>
                  <a:pt x="76597" y="15751"/>
                </a:cubicBezTo>
                <a:cubicBezTo>
                  <a:pt x="76231" y="15385"/>
                  <a:pt x="75278" y="14954"/>
                  <a:pt x="73736" y="14458"/>
                </a:cubicBezTo>
                <a:cubicBezTo>
                  <a:pt x="72194" y="13961"/>
                  <a:pt x="70913" y="13047"/>
                  <a:pt x="69894" y="11716"/>
                </a:cubicBezTo>
                <a:cubicBezTo>
                  <a:pt x="68875" y="10383"/>
                  <a:pt x="68365" y="8854"/>
                  <a:pt x="68365" y="7130"/>
                </a:cubicBezTo>
                <a:cubicBezTo>
                  <a:pt x="68365" y="4988"/>
                  <a:pt x="68993" y="3265"/>
                  <a:pt x="70247" y="1960"/>
                </a:cubicBezTo>
                <a:cubicBezTo>
                  <a:pt x="71501" y="653"/>
                  <a:pt x="73069" y="0"/>
                  <a:pt x="74951" y="0"/>
                </a:cubicBezTo>
                <a:cubicBezTo>
                  <a:pt x="77251" y="0"/>
                  <a:pt x="79211" y="956"/>
                  <a:pt x="80831" y="2867"/>
                </a:cubicBezTo>
                <a:cubicBezTo>
                  <a:pt x="82451" y="4776"/>
                  <a:pt x="83261" y="7405"/>
                  <a:pt x="83261" y="10753"/>
                </a:cubicBezTo>
                <a:cubicBezTo>
                  <a:pt x="83261" y="14887"/>
                  <a:pt x="81850" y="19610"/>
                  <a:pt x="79028" y="24922"/>
                </a:cubicBezTo>
                <a:cubicBezTo>
                  <a:pt x="76205" y="30233"/>
                  <a:pt x="70770" y="38384"/>
                  <a:pt x="62720" y="49373"/>
                </a:cubicBezTo>
                <a:cubicBezTo>
                  <a:pt x="54671" y="60362"/>
                  <a:pt x="44924" y="72338"/>
                  <a:pt x="33477" y="85300"/>
                </a:cubicBezTo>
                <a:cubicBezTo>
                  <a:pt x="25585" y="94237"/>
                  <a:pt x="19731" y="99869"/>
                  <a:pt x="15915" y="102195"/>
                </a:cubicBezTo>
                <a:cubicBezTo>
                  <a:pt x="12100" y="104521"/>
                  <a:pt x="8833" y="105684"/>
                  <a:pt x="6115" y="105684"/>
                </a:cubicBezTo>
                <a:cubicBezTo>
                  <a:pt x="4495" y="105684"/>
                  <a:pt x="3071" y="105067"/>
                  <a:pt x="1842" y="103832"/>
                </a:cubicBezTo>
                <a:cubicBezTo>
                  <a:pt x="614" y="102597"/>
                  <a:pt x="0" y="101165"/>
                  <a:pt x="0" y="99534"/>
                </a:cubicBezTo>
                <a:cubicBezTo>
                  <a:pt x="0" y="97485"/>
                  <a:pt x="849" y="95618"/>
                  <a:pt x="2548" y="93936"/>
                </a:cubicBezTo>
                <a:cubicBezTo>
                  <a:pt x="4247" y="92255"/>
                  <a:pt x="6089" y="91415"/>
                  <a:pt x="8075" y="91415"/>
                </a:cubicBezTo>
                <a:cubicBezTo>
                  <a:pt x="9121" y="91415"/>
                  <a:pt x="9983" y="91650"/>
                  <a:pt x="10662" y="92121"/>
                </a:cubicBezTo>
                <a:cubicBezTo>
                  <a:pt x="11081" y="92382"/>
                  <a:pt x="11538" y="93127"/>
                  <a:pt x="12034" y="94355"/>
                </a:cubicBezTo>
                <a:cubicBezTo>
                  <a:pt x="12531" y="95583"/>
                  <a:pt x="12988" y="96407"/>
                  <a:pt x="13406" y="96825"/>
                </a:cubicBezTo>
                <a:cubicBezTo>
                  <a:pt x="13668" y="97086"/>
                  <a:pt x="13981" y="97217"/>
                  <a:pt x="14347" y="97217"/>
                </a:cubicBezTo>
                <a:cubicBezTo>
                  <a:pt x="14661" y="97217"/>
                  <a:pt x="15210" y="96957"/>
                  <a:pt x="15994" y="96438"/>
                </a:cubicBezTo>
                <a:cubicBezTo>
                  <a:pt x="18868" y="94670"/>
                  <a:pt x="22213" y="91864"/>
                  <a:pt x="26029" y="88019"/>
                </a:cubicBezTo>
                <a:cubicBezTo>
                  <a:pt x="31047" y="82927"/>
                  <a:pt x="34758" y="78733"/>
                  <a:pt x="37162" y="75439"/>
                </a:cubicBezTo>
                <a:lnTo>
                  <a:pt x="32771" y="25777"/>
                </a:lnTo>
                <a:cubicBezTo>
                  <a:pt x="32040" y="17579"/>
                  <a:pt x="30942" y="12592"/>
                  <a:pt x="29479" y="10817"/>
                </a:cubicBezTo>
                <a:cubicBezTo>
                  <a:pt x="28015" y="9041"/>
                  <a:pt x="25559" y="8154"/>
                  <a:pt x="22109" y="8154"/>
                </a:cubicBezTo>
                <a:cubicBezTo>
                  <a:pt x="21011" y="8154"/>
                  <a:pt x="19051" y="8310"/>
                  <a:pt x="16229" y="8624"/>
                </a:cubicBezTo>
                <a:lnTo>
                  <a:pt x="15523" y="5645"/>
                </a:lnTo>
                <a:lnTo>
                  <a:pt x="384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(b)OurIterativeV">
            <a:extLst xmlns:a="http://schemas.openxmlformats.org/drawingml/2006/main">
              <a:ext uri="{FF2B5EF4-FFF2-40B4-BE49-F238E27FC236}">
                <a16:creationId xmlns:a16="http://schemas.microsoft.com/office/drawing/2014/main" id="{0BD55E0C-D9C1-46B1-A638-06C63D3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96" y="2450427"/>
            <a:ext cx="1495883" cy="182281"/>
          </a:xfrm>
          <a:custGeom xmlns:a="http://schemas.openxmlformats.org/drawingml/2006/main">
            <a:pathLst>
              <a:path w="1495883" h="182281">
                <a:moveTo>
                  <a:pt x="54096" y="178557"/>
                </a:moveTo>
                <a:lnTo>
                  <a:pt x="54096" y="182281"/>
                </a:lnTo>
                <a:cubicBezTo>
                  <a:pt x="44231" y="177316"/>
                  <a:pt x="35999" y="171501"/>
                  <a:pt x="29400" y="164837"/>
                </a:cubicBezTo>
                <a:cubicBezTo>
                  <a:pt x="19992" y="155364"/>
                  <a:pt x="12740" y="144192"/>
                  <a:pt x="7644" y="131321"/>
                </a:cubicBezTo>
                <a:cubicBezTo>
                  <a:pt x="2548" y="118450"/>
                  <a:pt x="0" y="105089"/>
                  <a:pt x="0" y="91239"/>
                </a:cubicBezTo>
                <a:cubicBezTo>
                  <a:pt x="0" y="70985"/>
                  <a:pt x="4998" y="52512"/>
                  <a:pt x="14994" y="35819"/>
                </a:cubicBezTo>
                <a:cubicBezTo>
                  <a:pt x="24990" y="19126"/>
                  <a:pt x="38024" y="7187"/>
                  <a:pt x="54096" y="0"/>
                </a:cubicBezTo>
                <a:lnTo>
                  <a:pt x="54096" y="4116"/>
                </a:lnTo>
                <a:cubicBezTo>
                  <a:pt x="46060" y="8557"/>
                  <a:pt x="39462" y="14630"/>
                  <a:pt x="34300" y="22335"/>
                </a:cubicBezTo>
                <a:cubicBezTo>
                  <a:pt x="29139" y="30040"/>
                  <a:pt x="25284" y="39803"/>
                  <a:pt x="22736" y="51622"/>
                </a:cubicBezTo>
                <a:cubicBezTo>
                  <a:pt x="20188" y="63439"/>
                  <a:pt x="18914" y="75780"/>
                  <a:pt x="18914" y="88645"/>
                </a:cubicBezTo>
                <a:cubicBezTo>
                  <a:pt x="18914" y="102618"/>
                  <a:pt x="19992" y="115318"/>
                  <a:pt x="22148" y="126746"/>
                </a:cubicBezTo>
                <a:cubicBezTo>
                  <a:pt x="23847" y="135756"/>
                  <a:pt x="25905" y="142986"/>
                  <a:pt x="28322" y="148437"/>
                </a:cubicBezTo>
                <a:cubicBezTo>
                  <a:pt x="30740" y="153891"/>
                  <a:pt x="33990" y="159131"/>
                  <a:pt x="38073" y="164157"/>
                </a:cubicBezTo>
                <a:cubicBezTo>
                  <a:pt x="42157" y="169186"/>
                  <a:pt x="47498" y="173986"/>
                  <a:pt x="54096" y="178557"/>
                </a:cubicBezTo>
                <a:close/>
                <a:moveTo>
                  <a:pt x="89473" y="65345"/>
                </a:moveTo>
                <a:cubicBezTo>
                  <a:pt x="98162" y="53142"/>
                  <a:pt x="107538" y="47040"/>
                  <a:pt x="117599" y="47040"/>
                </a:cubicBezTo>
                <a:cubicBezTo>
                  <a:pt x="126811" y="47040"/>
                  <a:pt x="134847" y="50973"/>
                  <a:pt x="141707" y="58837"/>
                </a:cubicBezTo>
                <a:cubicBezTo>
                  <a:pt x="148568" y="66702"/>
                  <a:pt x="151998" y="77454"/>
                  <a:pt x="151998" y="91095"/>
                </a:cubicBezTo>
                <a:cubicBezTo>
                  <a:pt x="151998" y="107020"/>
                  <a:pt x="146705" y="119845"/>
                  <a:pt x="136121" y="129569"/>
                </a:cubicBezTo>
                <a:cubicBezTo>
                  <a:pt x="127040" y="137924"/>
                  <a:pt x="116913" y="142101"/>
                  <a:pt x="105741" y="142101"/>
                </a:cubicBezTo>
                <a:cubicBezTo>
                  <a:pt x="100514" y="142101"/>
                  <a:pt x="95206" y="141148"/>
                  <a:pt x="89816" y="139241"/>
                </a:cubicBezTo>
                <a:cubicBezTo>
                  <a:pt x="84426" y="137334"/>
                  <a:pt x="78922" y="134472"/>
                  <a:pt x="73303" y="130656"/>
                </a:cubicBezTo>
                <a:lnTo>
                  <a:pt x="73303" y="37828"/>
                </a:lnTo>
                <a:cubicBezTo>
                  <a:pt x="73303" y="27636"/>
                  <a:pt x="73058" y="21364"/>
                  <a:pt x="72568" y="19012"/>
                </a:cubicBezTo>
                <a:cubicBezTo>
                  <a:pt x="72078" y="16660"/>
                  <a:pt x="71310" y="15059"/>
                  <a:pt x="70265" y="14210"/>
                </a:cubicBezTo>
                <a:cubicBezTo>
                  <a:pt x="69220" y="13361"/>
                  <a:pt x="67913" y="12936"/>
                  <a:pt x="66345" y="12936"/>
                </a:cubicBezTo>
                <a:cubicBezTo>
                  <a:pt x="64516" y="12936"/>
                  <a:pt x="62229" y="13459"/>
                  <a:pt x="59485" y="14504"/>
                </a:cubicBezTo>
                <a:lnTo>
                  <a:pt x="58113" y="10976"/>
                </a:lnTo>
                <a:lnTo>
                  <a:pt x="85063" y="0"/>
                </a:lnTo>
                <a:lnTo>
                  <a:pt x="89473" y="0"/>
                </a:lnTo>
                <a:lnTo>
                  <a:pt x="89473" y="65345"/>
                </a:lnTo>
                <a:moveTo>
                  <a:pt x="89473" y="71583"/>
                </a:moveTo>
                <a:lnTo>
                  <a:pt x="89473" y="125003"/>
                </a:lnTo>
                <a:cubicBezTo>
                  <a:pt x="92805" y="128253"/>
                  <a:pt x="96251" y="130707"/>
                  <a:pt x="99812" y="132365"/>
                </a:cubicBezTo>
                <a:cubicBezTo>
                  <a:pt x="103373" y="134021"/>
                  <a:pt x="107015" y="134849"/>
                  <a:pt x="110739" y="134849"/>
                </a:cubicBezTo>
                <a:cubicBezTo>
                  <a:pt x="116685" y="134849"/>
                  <a:pt x="122222" y="131600"/>
                  <a:pt x="127350" y="125101"/>
                </a:cubicBezTo>
                <a:cubicBezTo>
                  <a:pt x="132479" y="118602"/>
                  <a:pt x="135043" y="109146"/>
                  <a:pt x="135043" y="96733"/>
                </a:cubicBezTo>
                <a:cubicBezTo>
                  <a:pt x="135043" y="85295"/>
                  <a:pt x="132479" y="76506"/>
                  <a:pt x="127350" y="70365"/>
                </a:cubicBezTo>
                <a:cubicBezTo>
                  <a:pt x="122222" y="64223"/>
                  <a:pt x="116391" y="61152"/>
                  <a:pt x="109857" y="61152"/>
                </a:cubicBezTo>
                <a:cubicBezTo>
                  <a:pt x="106395" y="61152"/>
                  <a:pt x="102932" y="62029"/>
                  <a:pt x="99469" y="63783"/>
                </a:cubicBezTo>
                <a:cubicBezTo>
                  <a:pt x="96856" y="65084"/>
                  <a:pt x="93524" y="67684"/>
                  <a:pt x="89473" y="71583"/>
                </a:cubicBezTo>
                <a:close/>
                <a:moveTo>
                  <a:pt x="163464" y="4116"/>
                </a:moveTo>
                <a:lnTo>
                  <a:pt x="163464" y="0"/>
                </a:lnTo>
                <a:cubicBezTo>
                  <a:pt x="173394" y="4900"/>
                  <a:pt x="181659" y="10682"/>
                  <a:pt x="188258" y="17346"/>
                </a:cubicBezTo>
                <a:cubicBezTo>
                  <a:pt x="197601" y="26885"/>
                  <a:pt x="204820" y="38073"/>
                  <a:pt x="209916" y="50911"/>
                </a:cubicBezTo>
                <a:cubicBezTo>
                  <a:pt x="215012" y="63749"/>
                  <a:pt x="217560" y="77127"/>
                  <a:pt x="217560" y="91043"/>
                </a:cubicBezTo>
                <a:cubicBezTo>
                  <a:pt x="217560" y="111296"/>
                  <a:pt x="212578" y="129769"/>
                  <a:pt x="202615" y="146462"/>
                </a:cubicBezTo>
                <a:cubicBezTo>
                  <a:pt x="192652" y="163155"/>
                  <a:pt x="179601" y="175095"/>
                  <a:pt x="163464" y="182281"/>
                </a:cubicBezTo>
                <a:lnTo>
                  <a:pt x="163464" y="178557"/>
                </a:lnTo>
                <a:cubicBezTo>
                  <a:pt x="171500" y="174051"/>
                  <a:pt x="178115" y="167962"/>
                  <a:pt x="183309" y="160289"/>
                </a:cubicBezTo>
                <a:cubicBezTo>
                  <a:pt x="188503" y="152617"/>
                  <a:pt x="192358" y="142855"/>
                  <a:pt x="194873" y="131006"/>
                </a:cubicBezTo>
                <a:cubicBezTo>
                  <a:pt x="197388" y="119154"/>
                  <a:pt x="198646" y="106796"/>
                  <a:pt x="198646" y="93934"/>
                </a:cubicBezTo>
                <a:cubicBezTo>
                  <a:pt x="198646" y="80024"/>
                  <a:pt x="197568" y="67323"/>
                  <a:pt x="195412" y="55833"/>
                </a:cubicBezTo>
                <a:cubicBezTo>
                  <a:pt x="193779" y="46821"/>
                  <a:pt x="191737" y="39606"/>
                  <a:pt x="189287" y="34187"/>
                </a:cubicBezTo>
                <a:cubicBezTo>
                  <a:pt x="186837" y="28766"/>
                  <a:pt x="183586" y="23543"/>
                  <a:pt x="179536" y="18516"/>
                </a:cubicBezTo>
                <a:cubicBezTo>
                  <a:pt x="175485" y="13487"/>
                  <a:pt x="170128" y="8687"/>
                  <a:pt x="163464" y="4116"/>
                </a:cubicBezTo>
                <a:close/>
                <a:moveTo>
                  <a:pt x="349369" y="3528"/>
                </a:moveTo>
                <a:cubicBezTo>
                  <a:pt x="366618" y="3528"/>
                  <a:pt x="381563" y="10069"/>
                  <a:pt x="394205" y="23150"/>
                </a:cubicBezTo>
                <a:cubicBezTo>
                  <a:pt x="406847" y="36231"/>
                  <a:pt x="413168" y="52557"/>
                  <a:pt x="413168" y="72129"/>
                </a:cubicBezTo>
                <a:cubicBezTo>
                  <a:pt x="413168" y="92288"/>
                  <a:pt x="406798" y="109023"/>
                  <a:pt x="394058" y="122332"/>
                </a:cubicBezTo>
                <a:cubicBezTo>
                  <a:pt x="381318" y="135642"/>
                  <a:pt x="365899" y="142297"/>
                  <a:pt x="347801" y="142297"/>
                </a:cubicBezTo>
                <a:cubicBezTo>
                  <a:pt x="329508" y="142297"/>
                  <a:pt x="314138" y="135806"/>
                  <a:pt x="301692" y="122822"/>
                </a:cubicBezTo>
                <a:cubicBezTo>
                  <a:pt x="289246" y="109839"/>
                  <a:pt x="283023" y="93039"/>
                  <a:pt x="283023" y="72423"/>
                </a:cubicBezTo>
                <a:cubicBezTo>
                  <a:pt x="283023" y="51350"/>
                  <a:pt x="290210" y="34159"/>
                  <a:pt x="304583" y="20850"/>
                </a:cubicBezTo>
                <a:cubicBezTo>
                  <a:pt x="317062" y="9302"/>
                  <a:pt x="331991" y="3528"/>
                  <a:pt x="349369" y="3528"/>
                </a:cubicBezTo>
                <a:moveTo>
                  <a:pt x="347507" y="10584"/>
                </a:moveTo>
                <a:cubicBezTo>
                  <a:pt x="335617" y="10584"/>
                  <a:pt x="326078" y="14987"/>
                  <a:pt x="318891" y="23793"/>
                </a:cubicBezTo>
                <a:cubicBezTo>
                  <a:pt x="309941" y="34752"/>
                  <a:pt x="305465" y="50800"/>
                  <a:pt x="305465" y="71936"/>
                </a:cubicBezTo>
                <a:cubicBezTo>
                  <a:pt x="305465" y="93592"/>
                  <a:pt x="310104" y="110258"/>
                  <a:pt x="319381" y="121934"/>
                </a:cubicBezTo>
                <a:cubicBezTo>
                  <a:pt x="326503" y="130805"/>
                  <a:pt x="335911" y="135241"/>
                  <a:pt x="347605" y="135241"/>
                </a:cubicBezTo>
                <a:cubicBezTo>
                  <a:pt x="360084" y="135241"/>
                  <a:pt x="370391" y="130382"/>
                  <a:pt x="378525" y="120663"/>
                </a:cubicBezTo>
                <a:cubicBezTo>
                  <a:pt x="386659" y="110943"/>
                  <a:pt x="390726" y="95613"/>
                  <a:pt x="390726" y="74673"/>
                </a:cubicBezTo>
                <a:cubicBezTo>
                  <a:pt x="390726" y="51974"/>
                  <a:pt x="386250" y="35047"/>
                  <a:pt x="377300" y="23891"/>
                </a:cubicBezTo>
                <a:cubicBezTo>
                  <a:pt x="370113" y="15020"/>
                  <a:pt x="360182" y="10584"/>
                  <a:pt x="347507" y="10584"/>
                </a:cubicBezTo>
                <a:close/>
                <a:moveTo>
                  <a:pt x="505843" y="49588"/>
                </a:moveTo>
                <a:lnTo>
                  <a:pt x="505843" y="104273"/>
                </a:lnTo>
                <a:cubicBezTo>
                  <a:pt x="505843" y="114532"/>
                  <a:pt x="506088" y="120807"/>
                  <a:pt x="506578" y="123098"/>
                </a:cubicBezTo>
                <a:cubicBezTo>
                  <a:pt x="507068" y="125387"/>
                  <a:pt x="507852" y="126986"/>
                  <a:pt x="508930" y="127897"/>
                </a:cubicBezTo>
                <a:cubicBezTo>
                  <a:pt x="510008" y="128808"/>
                  <a:pt x="511266" y="129263"/>
                  <a:pt x="512703" y="129263"/>
                </a:cubicBezTo>
                <a:cubicBezTo>
                  <a:pt x="514728" y="129263"/>
                  <a:pt x="517015" y="128708"/>
                  <a:pt x="519563" y="127597"/>
                </a:cubicBezTo>
                <a:lnTo>
                  <a:pt x="520935" y="131125"/>
                </a:lnTo>
                <a:lnTo>
                  <a:pt x="494083" y="142101"/>
                </a:lnTo>
                <a:lnTo>
                  <a:pt x="489673" y="142101"/>
                </a:lnTo>
                <a:lnTo>
                  <a:pt x="489673" y="123178"/>
                </a:lnTo>
                <a:cubicBezTo>
                  <a:pt x="481963" y="131502"/>
                  <a:pt x="476083" y="136737"/>
                  <a:pt x="472033" y="138882"/>
                </a:cubicBezTo>
                <a:cubicBezTo>
                  <a:pt x="467982" y="141028"/>
                  <a:pt x="463703" y="142101"/>
                  <a:pt x="459195" y="142101"/>
                </a:cubicBezTo>
                <a:cubicBezTo>
                  <a:pt x="454164" y="142101"/>
                  <a:pt x="449803" y="140647"/>
                  <a:pt x="446111" y="137740"/>
                </a:cubicBezTo>
                <a:cubicBezTo>
                  <a:pt x="442420" y="134833"/>
                  <a:pt x="439856" y="131092"/>
                  <a:pt x="438418" y="126519"/>
                </a:cubicBezTo>
                <a:cubicBezTo>
                  <a:pt x="436981" y="121946"/>
                  <a:pt x="436262" y="115478"/>
                  <a:pt x="436262" y="107115"/>
                </a:cubicBezTo>
                <a:lnTo>
                  <a:pt x="436262" y="67032"/>
                </a:lnTo>
                <a:cubicBezTo>
                  <a:pt x="436262" y="62755"/>
                  <a:pt x="435805" y="59795"/>
                  <a:pt x="434890" y="58151"/>
                </a:cubicBezTo>
                <a:cubicBezTo>
                  <a:pt x="433976" y="56506"/>
                  <a:pt x="432620" y="55239"/>
                  <a:pt x="430823" y="54351"/>
                </a:cubicBezTo>
                <a:cubicBezTo>
                  <a:pt x="429027" y="53462"/>
                  <a:pt x="425776" y="53051"/>
                  <a:pt x="421072" y="53116"/>
                </a:cubicBezTo>
                <a:lnTo>
                  <a:pt x="421072" y="49588"/>
                </a:lnTo>
                <a:lnTo>
                  <a:pt x="452530" y="49588"/>
                </a:lnTo>
                <a:lnTo>
                  <a:pt x="452530" y="109736"/>
                </a:lnTo>
                <a:cubicBezTo>
                  <a:pt x="452530" y="118109"/>
                  <a:pt x="453984" y="123604"/>
                  <a:pt x="456891" y="126222"/>
                </a:cubicBezTo>
                <a:cubicBezTo>
                  <a:pt x="459799" y="128837"/>
                  <a:pt x="463311" y="130145"/>
                  <a:pt x="467427" y="130145"/>
                </a:cubicBezTo>
                <a:cubicBezTo>
                  <a:pt x="470236" y="130145"/>
                  <a:pt x="473421" y="129262"/>
                  <a:pt x="476982" y="127496"/>
                </a:cubicBezTo>
                <a:cubicBezTo>
                  <a:pt x="480542" y="125730"/>
                  <a:pt x="484773" y="122361"/>
                  <a:pt x="489673" y="117390"/>
                </a:cubicBezTo>
                <a:lnTo>
                  <a:pt x="489673" y="66640"/>
                </a:lnTo>
                <a:cubicBezTo>
                  <a:pt x="489673" y="61432"/>
                  <a:pt x="488742" y="57909"/>
                  <a:pt x="486880" y="56072"/>
                </a:cubicBezTo>
                <a:cubicBezTo>
                  <a:pt x="485018" y="54234"/>
                  <a:pt x="481147" y="53249"/>
                  <a:pt x="475267" y="53116"/>
                </a:cubicBezTo>
                <a:lnTo>
                  <a:pt x="475267" y="49588"/>
                </a:lnTo>
                <a:lnTo>
                  <a:pt x="505843" y="49588"/>
                </a:lnTo>
                <a:close/>
                <a:moveTo>
                  <a:pt x="553765" y="47040"/>
                </a:moveTo>
                <a:lnTo>
                  <a:pt x="553765" y="67229"/>
                </a:lnTo>
                <a:cubicBezTo>
                  <a:pt x="561279" y="53770"/>
                  <a:pt x="568988" y="47040"/>
                  <a:pt x="576893" y="47040"/>
                </a:cubicBezTo>
                <a:cubicBezTo>
                  <a:pt x="580487" y="47040"/>
                  <a:pt x="583459" y="48135"/>
                  <a:pt x="585811" y="50323"/>
                </a:cubicBezTo>
                <a:cubicBezTo>
                  <a:pt x="588163" y="52512"/>
                  <a:pt x="589340" y="55044"/>
                  <a:pt x="589340" y="57918"/>
                </a:cubicBezTo>
                <a:cubicBezTo>
                  <a:pt x="589340" y="60466"/>
                  <a:pt x="588490" y="62622"/>
                  <a:pt x="586791" y="64386"/>
                </a:cubicBezTo>
                <a:cubicBezTo>
                  <a:pt x="585093" y="66150"/>
                  <a:pt x="583067" y="67032"/>
                  <a:pt x="580715" y="67032"/>
                </a:cubicBezTo>
                <a:cubicBezTo>
                  <a:pt x="578429" y="67032"/>
                  <a:pt x="575864" y="65922"/>
                  <a:pt x="573022" y="63700"/>
                </a:cubicBezTo>
                <a:cubicBezTo>
                  <a:pt x="570180" y="61479"/>
                  <a:pt x="568073" y="60368"/>
                  <a:pt x="566701" y="60368"/>
                </a:cubicBezTo>
                <a:cubicBezTo>
                  <a:pt x="565525" y="60368"/>
                  <a:pt x="564251" y="61017"/>
                  <a:pt x="562879" y="62313"/>
                </a:cubicBezTo>
                <a:cubicBezTo>
                  <a:pt x="559939" y="64973"/>
                  <a:pt x="556901" y="69352"/>
                  <a:pt x="553765" y="75448"/>
                </a:cubicBezTo>
                <a:lnTo>
                  <a:pt x="553765" y="118385"/>
                </a:lnTo>
                <a:cubicBezTo>
                  <a:pt x="553765" y="123354"/>
                  <a:pt x="554386" y="127113"/>
                  <a:pt x="555627" y="129661"/>
                </a:cubicBezTo>
                <a:cubicBezTo>
                  <a:pt x="556477" y="131427"/>
                  <a:pt x="557979" y="132897"/>
                  <a:pt x="560135" y="134071"/>
                </a:cubicBezTo>
                <a:cubicBezTo>
                  <a:pt x="562291" y="135243"/>
                  <a:pt x="565395" y="135829"/>
                  <a:pt x="569445" y="135829"/>
                </a:cubicBezTo>
                <a:lnTo>
                  <a:pt x="569445" y="139357"/>
                </a:lnTo>
                <a:lnTo>
                  <a:pt x="523483" y="139357"/>
                </a:lnTo>
                <a:lnTo>
                  <a:pt x="523483" y="135829"/>
                </a:lnTo>
                <a:cubicBezTo>
                  <a:pt x="528056" y="135829"/>
                  <a:pt x="531454" y="135102"/>
                  <a:pt x="533675" y="133648"/>
                </a:cubicBezTo>
                <a:cubicBezTo>
                  <a:pt x="535308" y="132591"/>
                  <a:pt x="536452" y="130905"/>
                  <a:pt x="537105" y="128592"/>
                </a:cubicBezTo>
                <a:cubicBezTo>
                  <a:pt x="537432" y="127467"/>
                  <a:pt x="537595" y="124261"/>
                  <a:pt x="537595" y="118973"/>
                </a:cubicBezTo>
                <a:lnTo>
                  <a:pt x="537595" y="84477"/>
                </a:lnTo>
                <a:cubicBezTo>
                  <a:pt x="537595" y="74023"/>
                  <a:pt x="537383" y="67800"/>
                  <a:pt x="536958" y="65807"/>
                </a:cubicBezTo>
                <a:cubicBezTo>
                  <a:pt x="536533" y="63815"/>
                  <a:pt x="535749" y="62361"/>
                  <a:pt x="534606" y="61446"/>
                </a:cubicBezTo>
                <a:cubicBezTo>
                  <a:pt x="533463" y="60532"/>
                  <a:pt x="532042" y="60074"/>
                  <a:pt x="530343" y="60074"/>
                </a:cubicBezTo>
                <a:cubicBezTo>
                  <a:pt x="528318" y="60074"/>
                  <a:pt x="526031" y="60564"/>
                  <a:pt x="523483" y="61544"/>
                </a:cubicBezTo>
                <a:lnTo>
                  <a:pt x="522503" y="58016"/>
                </a:lnTo>
                <a:lnTo>
                  <a:pt x="549649" y="47040"/>
                </a:lnTo>
                <a:lnTo>
                  <a:pt x="553765" y="47040"/>
                </a:lnTo>
                <a:close/>
                <a:moveTo>
                  <a:pt x="700177" y="135633"/>
                </a:moveTo>
                <a:lnTo>
                  <a:pt x="700177" y="139357"/>
                </a:lnTo>
                <a:lnTo>
                  <a:pt x="643238" y="139357"/>
                </a:lnTo>
                <a:lnTo>
                  <a:pt x="643238" y="135633"/>
                </a:lnTo>
                <a:lnTo>
                  <a:pt x="647942" y="135633"/>
                </a:lnTo>
                <a:cubicBezTo>
                  <a:pt x="653431" y="135633"/>
                  <a:pt x="657416" y="134040"/>
                  <a:pt x="659899" y="130855"/>
                </a:cubicBezTo>
                <a:cubicBezTo>
                  <a:pt x="661467" y="128775"/>
                  <a:pt x="662251" y="123769"/>
                  <a:pt x="662251" y="115837"/>
                </a:cubicBezTo>
                <a:lnTo>
                  <a:pt x="662251" y="29988"/>
                </a:lnTo>
                <a:cubicBezTo>
                  <a:pt x="662251" y="23292"/>
                  <a:pt x="661826" y="18870"/>
                  <a:pt x="660977" y="16724"/>
                </a:cubicBezTo>
                <a:cubicBezTo>
                  <a:pt x="660323" y="15099"/>
                  <a:pt x="658984" y="13702"/>
                  <a:pt x="656959" y="12532"/>
                </a:cubicBezTo>
                <a:cubicBezTo>
                  <a:pt x="654084" y="10972"/>
                  <a:pt x="651078" y="10192"/>
                  <a:pt x="647942" y="10192"/>
                </a:cubicBezTo>
                <a:lnTo>
                  <a:pt x="643238" y="10192"/>
                </a:lnTo>
                <a:lnTo>
                  <a:pt x="643238" y="6468"/>
                </a:lnTo>
                <a:lnTo>
                  <a:pt x="700177" y="6468"/>
                </a:lnTo>
                <a:lnTo>
                  <a:pt x="700177" y="10192"/>
                </a:lnTo>
                <a:lnTo>
                  <a:pt x="695375" y="10192"/>
                </a:lnTo>
                <a:cubicBezTo>
                  <a:pt x="689952" y="10192"/>
                  <a:pt x="685999" y="11785"/>
                  <a:pt x="683517" y="14970"/>
                </a:cubicBezTo>
                <a:cubicBezTo>
                  <a:pt x="681883" y="17050"/>
                  <a:pt x="681067" y="22056"/>
                  <a:pt x="681067" y="29988"/>
                </a:cubicBezTo>
                <a:lnTo>
                  <a:pt x="681067" y="115837"/>
                </a:lnTo>
                <a:cubicBezTo>
                  <a:pt x="681067" y="122534"/>
                  <a:pt x="681491" y="126955"/>
                  <a:pt x="682341" y="129101"/>
                </a:cubicBezTo>
                <a:cubicBezTo>
                  <a:pt x="682994" y="130726"/>
                  <a:pt x="684366" y="132123"/>
                  <a:pt x="686457" y="133293"/>
                </a:cubicBezTo>
                <a:cubicBezTo>
                  <a:pt x="689266" y="134853"/>
                  <a:pt x="692239" y="135633"/>
                  <a:pt x="695375" y="135633"/>
                </a:cubicBezTo>
                <a:lnTo>
                  <a:pt x="700177" y="135633"/>
                </a:lnTo>
                <a:close/>
                <a:moveTo>
                  <a:pt x="737415" y="19992"/>
                </a:moveTo>
                <a:lnTo>
                  <a:pt x="737415" y="49588"/>
                </a:lnTo>
                <a:lnTo>
                  <a:pt x="758388" y="49588"/>
                </a:lnTo>
                <a:lnTo>
                  <a:pt x="758388" y="56252"/>
                </a:lnTo>
                <a:lnTo>
                  <a:pt x="737415" y="56448"/>
                </a:lnTo>
                <a:lnTo>
                  <a:pt x="737415" y="114740"/>
                </a:lnTo>
                <a:cubicBezTo>
                  <a:pt x="737415" y="120561"/>
                  <a:pt x="738248" y="124486"/>
                  <a:pt x="739914" y="126516"/>
                </a:cubicBezTo>
                <a:cubicBezTo>
                  <a:pt x="741580" y="128543"/>
                  <a:pt x="743720" y="129557"/>
                  <a:pt x="746333" y="129557"/>
                </a:cubicBezTo>
                <a:cubicBezTo>
                  <a:pt x="748489" y="129557"/>
                  <a:pt x="750580" y="128879"/>
                  <a:pt x="752606" y="127523"/>
                </a:cubicBezTo>
                <a:cubicBezTo>
                  <a:pt x="754631" y="126168"/>
                  <a:pt x="756199" y="124167"/>
                  <a:pt x="757310" y="121521"/>
                </a:cubicBezTo>
                <a:lnTo>
                  <a:pt x="761132" y="121521"/>
                </a:lnTo>
                <a:cubicBezTo>
                  <a:pt x="758845" y="127956"/>
                  <a:pt x="755611" y="132799"/>
                  <a:pt x="751430" y="136050"/>
                </a:cubicBezTo>
                <a:cubicBezTo>
                  <a:pt x="747248" y="139300"/>
                  <a:pt x="742936" y="140925"/>
                  <a:pt x="738493" y="140925"/>
                </a:cubicBezTo>
                <a:cubicBezTo>
                  <a:pt x="735488" y="140925"/>
                  <a:pt x="732548" y="140089"/>
                  <a:pt x="729673" y="138417"/>
                </a:cubicBezTo>
                <a:cubicBezTo>
                  <a:pt x="726799" y="136745"/>
                  <a:pt x="724675" y="134352"/>
                  <a:pt x="723303" y="131238"/>
                </a:cubicBezTo>
                <a:cubicBezTo>
                  <a:pt x="721931" y="128125"/>
                  <a:pt x="721245" y="123323"/>
                  <a:pt x="721245" y="116832"/>
                </a:cubicBezTo>
                <a:lnTo>
                  <a:pt x="721245" y="56252"/>
                </a:lnTo>
                <a:lnTo>
                  <a:pt x="707035" y="56252"/>
                </a:lnTo>
                <a:lnTo>
                  <a:pt x="707035" y="53110"/>
                </a:lnTo>
                <a:cubicBezTo>
                  <a:pt x="710629" y="51681"/>
                  <a:pt x="714304" y="49262"/>
                  <a:pt x="718060" y="45852"/>
                </a:cubicBezTo>
                <a:cubicBezTo>
                  <a:pt x="721817" y="42442"/>
                  <a:pt x="725165" y="38379"/>
                  <a:pt x="728105" y="33660"/>
                </a:cubicBezTo>
                <a:cubicBezTo>
                  <a:pt x="729608" y="31169"/>
                  <a:pt x="731699" y="26613"/>
                  <a:pt x="734377" y="19992"/>
                </a:cubicBezTo>
                <a:lnTo>
                  <a:pt x="737415" y="19992"/>
                </a:lnTo>
                <a:close/>
                <a:moveTo>
                  <a:pt x="782236" y="83497"/>
                </a:moveTo>
                <a:cubicBezTo>
                  <a:pt x="782170" y="96763"/>
                  <a:pt x="785404" y="107169"/>
                  <a:pt x="791938" y="114713"/>
                </a:cubicBezTo>
                <a:cubicBezTo>
                  <a:pt x="798471" y="122257"/>
                  <a:pt x="806148" y="126029"/>
                  <a:pt x="814968" y="126029"/>
                </a:cubicBezTo>
                <a:cubicBezTo>
                  <a:pt x="820848" y="126029"/>
                  <a:pt x="825960" y="124405"/>
                  <a:pt x="830305" y="121156"/>
                </a:cubicBezTo>
                <a:cubicBezTo>
                  <a:pt x="834650" y="117908"/>
                  <a:pt x="838292" y="112346"/>
                  <a:pt x="841232" y="104469"/>
                </a:cubicBezTo>
                <a:lnTo>
                  <a:pt x="844270" y="106438"/>
                </a:lnTo>
                <a:cubicBezTo>
                  <a:pt x="842898" y="115436"/>
                  <a:pt x="838913" y="123629"/>
                  <a:pt x="832314" y="131018"/>
                </a:cubicBezTo>
                <a:cubicBezTo>
                  <a:pt x="825715" y="138407"/>
                  <a:pt x="817450" y="142101"/>
                  <a:pt x="807520" y="142101"/>
                </a:cubicBezTo>
                <a:cubicBezTo>
                  <a:pt x="796740" y="142101"/>
                  <a:pt x="787511" y="137913"/>
                  <a:pt x="779835" y="129536"/>
                </a:cubicBezTo>
                <a:cubicBezTo>
                  <a:pt x="772158" y="121156"/>
                  <a:pt x="768319" y="109893"/>
                  <a:pt x="768319" y="95744"/>
                </a:cubicBezTo>
                <a:cubicBezTo>
                  <a:pt x="768319" y="80423"/>
                  <a:pt x="772256" y="68476"/>
                  <a:pt x="780129" y="59903"/>
                </a:cubicBezTo>
                <a:cubicBezTo>
                  <a:pt x="788001" y="51328"/>
                  <a:pt x="797883" y="47040"/>
                  <a:pt x="809774" y="47040"/>
                </a:cubicBezTo>
                <a:cubicBezTo>
                  <a:pt x="819835" y="47040"/>
                  <a:pt x="828100" y="50348"/>
                  <a:pt x="834568" y="56963"/>
                </a:cubicBezTo>
                <a:cubicBezTo>
                  <a:pt x="841036" y="63576"/>
                  <a:pt x="844270" y="72420"/>
                  <a:pt x="844270" y="83497"/>
                </a:cubicBezTo>
                <a:lnTo>
                  <a:pt x="782236" y="83497"/>
                </a:lnTo>
                <a:moveTo>
                  <a:pt x="782236" y="77813"/>
                </a:moveTo>
                <a:lnTo>
                  <a:pt x="823788" y="77813"/>
                </a:lnTo>
                <a:cubicBezTo>
                  <a:pt x="823461" y="72110"/>
                  <a:pt x="822775" y="68093"/>
                  <a:pt x="821730" y="65762"/>
                </a:cubicBezTo>
                <a:cubicBezTo>
                  <a:pt x="820097" y="62131"/>
                  <a:pt x="817663" y="59280"/>
                  <a:pt x="814429" y="57208"/>
                </a:cubicBezTo>
                <a:cubicBezTo>
                  <a:pt x="811195" y="55134"/>
                  <a:pt x="807814" y="54096"/>
                  <a:pt x="804286" y="54096"/>
                </a:cubicBezTo>
                <a:cubicBezTo>
                  <a:pt x="798863" y="54096"/>
                  <a:pt x="794012" y="56186"/>
                  <a:pt x="789733" y="60365"/>
                </a:cubicBezTo>
                <a:cubicBezTo>
                  <a:pt x="785453" y="64545"/>
                  <a:pt x="782954" y="70360"/>
                  <a:pt x="782236" y="77813"/>
                </a:cubicBezTo>
                <a:close/>
                <a:moveTo>
                  <a:pt x="882521" y="47040"/>
                </a:moveTo>
                <a:lnTo>
                  <a:pt x="882521" y="67229"/>
                </a:lnTo>
                <a:cubicBezTo>
                  <a:pt x="890034" y="53770"/>
                  <a:pt x="897744" y="47040"/>
                  <a:pt x="905649" y="47040"/>
                </a:cubicBezTo>
                <a:cubicBezTo>
                  <a:pt x="909242" y="47040"/>
                  <a:pt x="912215" y="48135"/>
                  <a:pt x="914567" y="50323"/>
                </a:cubicBezTo>
                <a:cubicBezTo>
                  <a:pt x="916919" y="52512"/>
                  <a:pt x="918095" y="55044"/>
                  <a:pt x="918095" y="57918"/>
                </a:cubicBezTo>
                <a:cubicBezTo>
                  <a:pt x="918095" y="60466"/>
                  <a:pt x="917246" y="62622"/>
                  <a:pt x="915547" y="64386"/>
                </a:cubicBezTo>
                <a:cubicBezTo>
                  <a:pt x="913849" y="66150"/>
                  <a:pt x="911823" y="67032"/>
                  <a:pt x="909471" y="67032"/>
                </a:cubicBezTo>
                <a:cubicBezTo>
                  <a:pt x="907184" y="67032"/>
                  <a:pt x="904620" y="65922"/>
                  <a:pt x="901778" y="63700"/>
                </a:cubicBezTo>
                <a:cubicBezTo>
                  <a:pt x="898936" y="61479"/>
                  <a:pt x="896829" y="60368"/>
                  <a:pt x="895457" y="60368"/>
                </a:cubicBezTo>
                <a:cubicBezTo>
                  <a:pt x="894281" y="60368"/>
                  <a:pt x="893007" y="61017"/>
                  <a:pt x="891635" y="62313"/>
                </a:cubicBezTo>
                <a:cubicBezTo>
                  <a:pt x="888695" y="64973"/>
                  <a:pt x="885657" y="69352"/>
                  <a:pt x="882521" y="75448"/>
                </a:cubicBezTo>
                <a:lnTo>
                  <a:pt x="882521" y="118385"/>
                </a:lnTo>
                <a:cubicBezTo>
                  <a:pt x="882521" y="123354"/>
                  <a:pt x="883142" y="127113"/>
                  <a:pt x="884383" y="129661"/>
                </a:cubicBezTo>
                <a:cubicBezTo>
                  <a:pt x="885232" y="131427"/>
                  <a:pt x="886735" y="132897"/>
                  <a:pt x="888891" y="134071"/>
                </a:cubicBezTo>
                <a:cubicBezTo>
                  <a:pt x="891047" y="135243"/>
                  <a:pt x="894150" y="135829"/>
                  <a:pt x="898201" y="135829"/>
                </a:cubicBezTo>
                <a:lnTo>
                  <a:pt x="898201" y="139357"/>
                </a:lnTo>
                <a:lnTo>
                  <a:pt x="852239" y="139357"/>
                </a:lnTo>
                <a:lnTo>
                  <a:pt x="852239" y="135829"/>
                </a:lnTo>
                <a:cubicBezTo>
                  <a:pt x="856812" y="135829"/>
                  <a:pt x="860209" y="135102"/>
                  <a:pt x="862431" y="133648"/>
                </a:cubicBezTo>
                <a:cubicBezTo>
                  <a:pt x="864064" y="132591"/>
                  <a:pt x="865207" y="130905"/>
                  <a:pt x="865861" y="128592"/>
                </a:cubicBezTo>
                <a:cubicBezTo>
                  <a:pt x="866188" y="127467"/>
                  <a:pt x="866351" y="124261"/>
                  <a:pt x="866351" y="118973"/>
                </a:cubicBezTo>
                <a:lnTo>
                  <a:pt x="866351" y="84477"/>
                </a:lnTo>
                <a:cubicBezTo>
                  <a:pt x="866351" y="74023"/>
                  <a:pt x="866139" y="67800"/>
                  <a:pt x="865714" y="65807"/>
                </a:cubicBezTo>
                <a:cubicBezTo>
                  <a:pt x="865289" y="63815"/>
                  <a:pt x="864505" y="62361"/>
                  <a:pt x="863362" y="61446"/>
                </a:cubicBezTo>
                <a:cubicBezTo>
                  <a:pt x="862218" y="60532"/>
                  <a:pt x="860797" y="60074"/>
                  <a:pt x="859099" y="60074"/>
                </a:cubicBezTo>
                <a:cubicBezTo>
                  <a:pt x="857073" y="60074"/>
                  <a:pt x="854787" y="60564"/>
                  <a:pt x="852239" y="61544"/>
                </a:cubicBezTo>
                <a:lnTo>
                  <a:pt x="851259" y="58016"/>
                </a:lnTo>
                <a:lnTo>
                  <a:pt x="878405" y="47040"/>
                </a:lnTo>
                <a:lnTo>
                  <a:pt x="882521" y="47040"/>
                </a:lnTo>
                <a:close/>
                <a:moveTo>
                  <a:pt x="973954" y="126525"/>
                </a:moveTo>
                <a:cubicBezTo>
                  <a:pt x="964742" y="133644"/>
                  <a:pt x="958960" y="137758"/>
                  <a:pt x="956608" y="138867"/>
                </a:cubicBezTo>
                <a:cubicBezTo>
                  <a:pt x="953080" y="140500"/>
                  <a:pt x="949323" y="141317"/>
                  <a:pt x="945338" y="141317"/>
                </a:cubicBezTo>
                <a:cubicBezTo>
                  <a:pt x="939131" y="141317"/>
                  <a:pt x="934019" y="139194"/>
                  <a:pt x="930001" y="134947"/>
                </a:cubicBezTo>
                <a:cubicBezTo>
                  <a:pt x="925983" y="130700"/>
                  <a:pt x="923974" y="125114"/>
                  <a:pt x="923974" y="118189"/>
                </a:cubicBezTo>
                <a:cubicBezTo>
                  <a:pt x="923974" y="113812"/>
                  <a:pt x="924954" y="110022"/>
                  <a:pt x="926914" y="106821"/>
                </a:cubicBezTo>
                <a:cubicBezTo>
                  <a:pt x="929592" y="102378"/>
                  <a:pt x="934247" y="98197"/>
                  <a:pt x="940879" y="94277"/>
                </a:cubicBezTo>
                <a:cubicBezTo>
                  <a:pt x="947510" y="90357"/>
                  <a:pt x="958535" y="85587"/>
                  <a:pt x="973954" y="79969"/>
                </a:cubicBezTo>
                <a:lnTo>
                  <a:pt x="973954" y="76453"/>
                </a:lnTo>
                <a:cubicBezTo>
                  <a:pt x="973954" y="67535"/>
                  <a:pt x="972533" y="61416"/>
                  <a:pt x="969691" y="58096"/>
                </a:cubicBezTo>
                <a:cubicBezTo>
                  <a:pt x="966849" y="54776"/>
                  <a:pt x="962717" y="53116"/>
                  <a:pt x="957294" y="53116"/>
                </a:cubicBezTo>
                <a:cubicBezTo>
                  <a:pt x="953178" y="53116"/>
                  <a:pt x="949911" y="54227"/>
                  <a:pt x="947494" y="56448"/>
                </a:cubicBezTo>
                <a:cubicBezTo>
                  <a:pt x="945011" y="58670"/>
                  <a:pt x="943770" y="61218"/>
                  <a:pt x="943770" y="64092"/>
                </a:cubicBezTo>
                <a:lnTo>
                  <a:pt x="943966" y="69777"/>
                </a:lnTo>
                <a:cubicBezTo>
                  <a:pt x="943966" y="72782"/>
                  <a:pt x="943198" y="75101"/>
                  <a:pt x="941663" y="76735"/>
                </a:cubicBezTo>
                <a:cubicBezTo>
                  <a:pt x="940127" y="78368"/>
                  <a:pt x="938118" y="79185"/>
                  <a:pt x="935636" y="79185"/>
                </a:cubicBezTo>
                <a:cubicBezTo>
                  <a:pt x="933218" y="79185"/>
                  <a:pt x="931242" y="78333"/>
                  <a:pt x="929707" y="76630"/>
                </a:cubicBezTo>
                <a:cubicBezTo>
                  <a:pt x="928171" y="74926"/>
                  <a:pt x="927404" y="72599"/>
                  <a:pt x="927404" y="69651"/>
                </a:cubicBezTo>
                <a:cubicBezTo>
                  <a:pt x="927404" y="64014"/>
                  <a:pt x="930278" y="58836"/>
                  <a:pt x="936028" y="54118"/>
                </a:cubicBezTo>
                <a:cubicBezTo>
                  <a:pt x="941777" y="49400"/>
                  <a:pt x="949846" y="47040"/>
                  <a:pt x="960234" y="47040"/>
                </a:cubicBezTo>
                <a:cubicBezTo>
                  <a:pt x="968205" y="47040"/>
                  <a:pt x="974738" y="48378"/>
                  <a:pt x="979834" y="51052"/>
                </a:cubicBezTo>
                <a:cubicBezTo>
                  <a:pt x="983689" y="53076"/>
                  <a:pt x="986531" y="56241"/>
                  <a:pt x="988360" y="60549"/>
                </a:cubicBezTo>
                <a:cubicBezTo>
                  <a:pt x="989536" y="63354"/>
                  <a:pt x="990124" y="69097"/>
                  <a:pt x="990124" y="77776"/>
                </a:cubicBezTo>
                <a:lnTo>
                  <a:pt x="990124" y="108217"/>
                </a:lnTo>
                <a:cubicBezTo>
                  <a:pt x="990124" y="116766"/>
                  <a:pt x="990287" y="122003"/>
                  <a:pt x="990614" y="123928"/>
                </a:cubicBezTo>
                <a:cubicBezTo>
                  <a:pt x="990941" y="125853"/>
                  <a:pt x="991480" y="127143"/>
                  <a:pt x="992231" y="127796"/>
                </a:cubicBezTo>
                <a:cubicBezTo>
                  <a:pt x="992982" y="128447"/>
                  <a:pt x="993848" y="128773"/>
                  <a:pt x="994828" y="128773"/>
                </a:cubicBezTo>
                <a:cubicBezTo>
                  <a:pt x="995874" y="128773"/>
                  <a:pt x="996788" y="128544"/>
                  <a:pt x="997572" y="128087"/>
                </a:cubicBezTo>
                <a:cubicBezTo>
                  <a:pt x="998944" y="127238"/>
                  <a:pt x="1001590" y="124853"/>
                  <a:pt x="1005510" y="120933"/>
                </a:cubicBezTo>
                <a:lnTo>
                  <a:pt x="1005510" y="126421"/>
                </a:lnTo>
                <a:cubicBezTo>
                  <a:pt x="998193" y="136221"/>
                  <a:pt x="991202" y="141121"/>
                  <a:pt x="984538" y="141121"/>
                </a:cubicBezTo>
                <a:cubicBezTo>
                  <a:pt x="981337" y="141121"/>
                  <a:pt x="978789" y="140019"/>
                  <a:pt x="976894" y="137814"/>
                </a:cubicBezTo>
                <a:cubicBezTo>
                  <a:pt x="974999" y="135606"/>
                  <a:pt x="974019" y="131844"/>
                  <a:pt x="973954" y="126525"/>
                </a:cubicBezTo>
                <a:moveTo>
                  <a:pt x="973954" y="120170"/>
                </a:moveTo>
                <a:lnTo>
                  <a:pt x="973954" y="86045"/>
                </a:lnTo>
                <a:cubicBezTo>
                  <a:pt x="964089" y="89957"/>
                  <a:pt x="957719" y="92727"/>
                  <a:pt x="954844" y="94356"/>
                </a:cubicBezTo>
                <a:cubicBezTo>
                  <a:pt x="949682" y="97225"/>
                  <a:pt x="945991" y="100224"/>
                  <a:pt x="943770" y="103354"/>
                </a:cubicBezTo>
                <a:cubicBezTo>
                  <a:pt x="941548" y="106482"/>
                  <a:pt x="940438" y="109904"/>
                  <a:pt x="940438" y="113620"/>
                </a:cubicBezTo>
                <a:cubicBezTo>
                  <a:pt x="940438" y="118313"/>
                  <a:pt x="941842" y="122209"/>
                  <a:pt x="944652" y="125306"/>
                </a:cubicBezTo>
                <a:cubicBezTo>
                  <a:pt x="947461" y="128401"/>
                  <a:pt x="950695" y="129949"/>
                  <a:pt x="954354" y="129949"/>
                </a:cubicBezTo>
                <a:cubicBezTo>
                  <a:pt x="959319" y="129949"/>
                  <a:pt x="965853" y="126689"/>
                  <a:pt x="973954" y="120170"/>
                </a:cubicBezTo>
                <a:close/>
                <a:moveTo>
                  <a:pt x="1038273" y="19992"/>
                </a:moveTo>
                <a:lnTo>
                  <a:pt x="1038273" y="49588"/>
                </a:lnTo>
                <a:lnTo>
                  <a:pt x="1059245" y="49588"/>
                </a:lnTo>
                <a:lnTo>
                  <a:pt x="1059245" y="56252"/>
                </a:lnTo>
                <a:lnTo>
                  <a:pt x="1038273" y="56448"/>
                </a:lnTo>
                <a:lnTo>
                  <a:pt x="1038273" y="114740"/>
                </a:lnTo>
                <a:cubicBezTo>
                  <a:pt x="1038273" y="120561"/>
                  <a:pt x="1039106" y="124486"/>
                  <a:pt x="1040772" y="126516"/>
                </a:cubicBezTo>
                <a:cubicBezTo>
                  <a:pt x="1042438" y="128543"/>
                  <a:pt x="1044578" y="129557"/>
                  <a:pt x="1047191" y="129557"/>
                </a:cubicBezTo>
                <a:cubicBezTo>
                  <a:pt x="1049347" y="129557"/>
                  <a:pt x="1051438" y="128879"/>
                  <a:pt x="1053463" y="127523"/>
                </a:cubicBezTo>
                <a:cubicBezTo>
                  <a:pt x="1055488" y="126168"/>
                  <a:pt x="1057056" y="124167"/>
                  <a:pt x="1058167" y="121521"/>
                </a:cubicBezTo>
                <a:lnTo>
                  <a:pt x="1061989" y="121521"/>
                </a:lnTo>
                <a:cubicBezTo>
                  <a:pt x="1059703" y="127956"/>
                  <a:pt x="1056468" y="132799"/>
                  <a:pt x="1052287" y="136050"/>
                </a:cubicBezTo>
                <a:cubicBezTo>
                  <a:pt x="1048106" y="139300"/>
                  <a:pt x="1043794" y="140925"/>
                  <a:pt x="1039351" y="140925"/>
                </a:cubicBezTo>
                <a:cubicBezTo>
                  <a:pt x="1036346" y="140925"/>
                  <a:pt x="1033406" y="140089"/>
                  <a:pt x="1030531" y="138417"/>
                </a:cubicBezTo>
                <a:cubicBezTo>
                  <a:pt x="1027656" y="136745"/>
                  <a:pt x="1025533" y="134352"/>
                  <a:pt x="1024161" y="131238"/>
                </a:cubicBezTo>
                <a:cubicBezTo>
                  <a:pt x="1022789" y="128125"/>
                  <a:pt x="1022103" y="123323"/>
                  <a:pt x="1022103" y="116832"/>
                </a:cubicBezTo>
                <a:lnTo>
                  <a:pt x="1022103" y="56252"/>
                </a:lnTo>
                <a:lnTo>
                  <a:pt x="1007893" y="56252"/>
                </a:lnTo>
                <a:lnTo>
                  <a:pt x="1007893" y="53110"/>
                </a:lnTo>
                <a:cubicBezTo>
                  <a:pt x="1011486" y="51681"/>
                  <a:pt x="1015161" y="49262"/>
                  <a:pt x="1018918" y="45852"/>
                </a:cubicBezTo>
                <a:cubicBezTo>
                  <a:pt x="1022675" y="42442"/>
                  <a:pt x="1026023" y="38379"/>
                  <a:pt x="1028963" y="33660"/>
                </a:cubicBezTo>
                <a:cubicBezTo>
                  <a:pt x="1030466" y="31169"/>
                  <a:pt x="1032556" y="26613"/>
                  <a:pt x="1035235" y="19992"/>
                </a:cubicBezTo>
                <a:lnTo>
                  <a:pt x="1038273" y="19992"/>
                </a:lnTo>
                <a:close/>
                <a:moveTo>
                  <a:pt x="1090835" y="0"/>
                </a:moveTo>
                <a:cubicBezTo>
                  <a:pt x="1093579" y="0"/>
                  <a:pt x="1095915" y="969"/>
                  <a:pt x="1097842" y="2906"/>
                </a:cubicBezTo>
                <a:cubicBezTo>
                  <a:pt x="1099770" y="4842"/>
                  <a:pt x="1100733" y="7189"/>
                  <a:pt x="1100733" y="9947"/>
                </a:cubicBezTo>
                <a:cubicBezTo>
                  <a:pt x="1100733" y="12705"/>
                  <a:pt x="1099770" y="15070"/>
                  <a:pt x="1097842" y="17040"/>
                </a:cubicBezTo>
                <a:cubicBezTo>
                  <a:pt x="1095915" y="19008"/>
                  <a:pt x="1093579" y="19992"/>
                  <a:pt x="1090835" y="19992"/>
                </a:cubicBezTo>
                <a:cubicBezTo>
                  <a:pt x="1088091" y="19992"/>
                  <a:pt x="1085739" y="19008"/>
                  <a:pt x="1083779" y="17040"/>
                </a:cubicBezTo>
                <a:cubicBezTo>
                  <a:pt x="1081819" y="15070"/>
                  <a:pt x="1080839" y="12705"/>
                  <a:pt x="1080839" y="9947"/>
                </a:cubicBezTo>
                <a:cubicBezTo>
                  <a:pt x="1080839" y="7189"/>
                  <a:pt x="1081803" y="4842"/>
                  <a:pt x="1083730" y="2906"/>
                </a:cubicBezTo>
                <a:cubicBezTo>
                  <a:pt x="1085658" y="969"/>
                  <a:pt x="1088026" y="0"/>
                  <a:pt x="1090835" y="0"/>
                </a:cubicBezTo>
                <a:moveTo>
                  <a:pt x="1098969" y="47040"/>
                </a:moveTo>
                <a:lnTo>
                  <a:pt x="1098969" y="118973"/>
                </a:lnTo>
                <a:cubicBezTo>
                  <a:pt x="1098969" y="124624"/>
                  <a:pt x="1099378" y="128387"/>
                  <a:pt x="1100194" y="130261"/>
                </a:cubicBezTo>
                <a:cubicBezTo>
                  <a:pt x="1101011" y="132134"/>
                  <a:pt x="1102220" y="133530"/>
                  <a:pt x="1103820" y="134451"/>
                </a:cubicBezTo>
                <a:cubicBezTo>
                  <a:pt x="1105421" y="135370"/>
                  <a:pt x="1108345" y="135829"/>
                  <a:pt x="1112592" y="135829"/>
                </a:cubicBezTo>
                <a:lnTo>
                  <a:pt x="1112592" y="139357"/>
                </a:lnTo>
                <a:lnTo>
                  <a:pt x="1068981" y="139357"/>
                </a:lnTo>
                <a:lnTo>
                  <a:pt x="1068981" y="135829"/>
                </a:lnTo>
                <a:cubicBezTo>
                  <a:pt x="1073359" y="135829"/>
                  <a:pt x="1076299" y="135402"/>
                  <a:pt x="1077801" y="134549"/>
                </a:cubicBezTo>
                <a:cubicBezTo>
                  <a:pt x="1079304" y="133693"/>
                  <a:pt x="1080496" y="132281"/>
                  <a:pt x="1081378" y="130310"/>
                </a:cubicBezTo>
                <a:cubicBezTo>
                  <a:pt x="1082260" y="128338"/>
                  <a:pt x="1082701" y="124559"/>
                  <a:pt x="1082701" y="118973"/>
                </a:cubicBezTo>
                <a:lnTo>
                  <a:pt x="1082701" y="84673"/>
                </a:lnTo>
                <a:cubicBezTo>
                  <a:pt x="1082701" y="74897"/>
                  <a:pt x="1082407" y="68566"/>
                  <a:pt x="1081819" y="65679"/>
                </a:cubicBezTo>
                <a:cubicBezTo>
                  <a:pt x="1081362" y="63578"/>
                  <a:pt x="1080643" y="62119"/>
                  <a:pt x="1079663" y="61303"/>
                </a:cubicBezTo>
                <a:cubicBezTo>
                  <a:pt x="1078683" y="60484"/>
                  <a:pt x="1077344" y="60074"/>
                  <a:pt x="1075645" y="60074"/>
                </a:cubicBezTo>
                <a:cubicBezTo>
                  <a:pt x="1073816" y="60074"/>
                  <a:pt x="1071595" y="60564"/>
                  <a:pt x="1068981" y="61544"/>
                </a:cubicBezTo>
                <a:lnTo>
                  <a:pt x="1067609" y="58016"/>
                </a:lnTo>
                <a:lnTo>
                  <a:pt x="1094657" y="47040"/>
                </a:lnTo>
                <a:lnTo>
                  <a:pt x="1098969" y="47040"/>
                </a:lnTo>
                <a:close/>
                <a:moveTo>
                  <a:pt x="1119191" y="49588"/>
                </a:moveTo>
                <a:lnTo>
                  <a:pt x="1161430" y="49588"/>
                </a:lnTo>
                <a:lnTo>
                  <a:pt x="1161430" y="53116"/>
                </a:lnTo>
                <a:lnTo>
                  <a:pt x="1158686" y="53116"/>
                </a:lnTo>
                <a:cubicBezTo>
                  <a:pt x="1156138" y="53116"/>
                  <a:pt x="1154194" y="53737"/>
                  <a:pt x="1152855" y="54978"/>
                </a:cubicBezTo>
                <a:cubicBezTo>
                  <a:pt x="1151515" y="56220"/>
                  <a:pt x="1150846" y="57886"/>
                  <a:pt x="1150846" y="59976"/>
                </a:cubicBezTo>
                <a:cubicBezTo>
                  <a:pt x="1150846" y="62263"/>
                  <a:pt x="1151532" y="64974"/>
                  <a:pt x="1152904" y="68111"/>
                </a:cubicBezTo>
                <a:lnTo>
                  <a:pt x="1173778" y="117699"/>
                </a:lnTo>
                <a:lnTo>
                  <a:pt x="1194750" y="66248"/>
                </a:lnTo>
                <a:cubicBezTo>
                  <a:pt x="1196253" y="62590"/>
                  <a:pt x="1197004" y="59813"/>
                  <a:pt x="1197004" y="57918"/>
                </a:cubicBezTo>
                <a:cubicBezTo>
                  <a:pt x="1197004" y="57004"/>
                  <a:pt x="1196743" y="56252"/>
                  <a:pt x="1196220" y="55664"/>
                </a:cubicBezTo>
                <a:cubicBezTo>
                  <a:pt x="1195501" y="54684"/>
                  <a:pt x="1194587" y="54015"/>
                  <a:pt x="1193476" y="53655"/>
                </a:cubicBezTo>
                <a:cubicBezTo>
                  <a:pt x="1192365" y="53296"/>
                  <a:pt x="1190111" y="53116"/>
                  <a:pt x="1186714" y="53116"/>
                </a:cubicBezTo>
                <a:lnTo>
                  <a:pt x="1186714" y="49588"/>
                </a:lnTo>
                <a:lnTo>
                  <a:pt x="1216016" y="49588"/>
                </a:lnTo>
                <a:lnTo>
                  <a:pt x="1216016" y="53116"/>
                </a:lnTo>
                <a:cubicBezTo>
                  <a:pt x="1212619" y="53380"/>
                  <a:pt x="1210267" y="54071"/>
                  <a:pt x="1208960" y="55190"/>
                </a:cubicBezTo>
                <a:cubicBezTo>
                  <a:pt x="1206673" y="57164"/>
                  <a:pt x="1204615" y="60455"/>
                  <a:pt x="1202786" y="65063"/>
                </a:cubicBezTo>
                <a:lnTo>
                  <a:pt x="1170936" y="142101"/>
                </a:lnTo>
                <a:lnTo>
                  <a:pt x="1166918" y="142101"/>
                </a:lnTo>
                <a:lnTo>
                  <a:pt x="1134871" y="66288"/>
                </a:lnTo>
                <a:cubicBezTo>
                  <a:pt x="1133434" y="62750"/>
                  <a:pt x="1132062" y="60211"/>
                  <a:pt x="1130755" y="58672"/>
                </a:cubicBezTo>
                <a:cubicBezTo>
                  <a:pt x="1129449" y="57130"/>
                  <a:pt x="1127783" y="55836"/>
                  <a:pt x="1125757" y="54789"/>
                </a:cubicBezTo>
                <a:cubicBezTo>
                  <a:pt x="1124647" y="54198"/>
                  <a:pt x="1122458" y="53641"/>
                  <a:pt x="1119191" y="53116"/>
                </a:cubicBezTo>
                <a:lnTo>
                  <a:pt x="1119191" y="49588"/>
                </a:lnTo>
                <a:close/>
                <a:moveTo>
                  <a:pt x="1239242" y="83497"/>
                </a:moveTo>
                <a:cubicBezTo>
                  <a:pt x="1239177" y="96763"/>
                  <a:pt x="1242411" y="107169"/>
                  <a:pt x="1248944" y="114713"/>
                </a:cubicBezTo>
                <a:cubicBezTo>
                  <a:pt x="1255477" y="122257"/>
                  <a:pt x="1263154" y="126029"/>
                  <a:pt x="1271974" y="126029"/>
                </a:cubicBezTo>
                <a:cubicBezTo>
                  <a:pt x="1277854" y="126029"/>
                  <a:pt x="1282967" y="124405"/>
                  <a:pt x="1287311" y="121156"/>
                </a:cubicBezTo>
                <a:cubicBezTo>
                  <a:pt x="1291656" y="117908"/>
                  <a:pt x="1295298" y="112346"/>
                  <a:pt x="1298238" y="104469"/>
                </a:cubicBezTo>
                <a:lnTo>
                  <a:pt x="1301276" y="106438"/>
                </a:lnTo>
                <a:cubicBezTo>
                  <a:pt x="1299904" y="115436"/>
                  <a:pt x="1295919" y="123629"/>
                  <a:pt x="1289320" y="131018"/>
                </a:cubicBezTo>
                <a:cubicBezTo>
                  <a:pt x="1282722" y="138407"/>
                  <a:pt x="1274457" y="142101"/>
                  <a:pt x="1264526" y="142101"/>
                </a:cubicBezTo>
                <a:cubicBezTo>
                  <a:pt x="1253746" y="142101"/>
                  <a:pt x="1244518" y="137913"/>
                  <a:pt x="1236841" y="129536"/>
                </a:cubicBezTo>
                <a:cubicBezTo>
                  <a:pt x="1229164" y="121156"/>
                  <a:pt x="1225326" y="109893"/>
                  <a:pt x="1225326" y="95744"/>
                </a:cubicBezTo>
                <a:cubicBezTo>
                  <a:pt x="1225326" y="80423"/>
                  <a:pt x="1229262" y="68476"/>
                  <a:pt x="1237135" y="59903"/>
                </a:cubicBezTo>
                <a:cubicBezTo>
                  <a:pt x="1245008" y="51328"/>
                  <a:pt x="1254889" y="47040"/>
                  <a:pt x="1266780" y="47040"/>
                </a:cubicBezTo>
                <a:cubicBezTo>
                  <a:pt x="1276842" y="47040"/>
                  <a:pt x="1285106" y="50348"/>
                  <a:pt x="1291574" y="56963"/>
                </a:cubicBezTo>
                <a:cubicBezTo>
                  <a:pt x="1298042" y="63576"/>
                  <a:pt x="1301276" y="72420"/>
                  <a:pt x="1301276" y="83497"/>
                </a:cubicBezTo>
                <a:lnTo>
                  <a:pt x="1239242" y="83497"/>
                </a:lnTo>
                <a:moveTo>
                  <a:pt x="1239242" y="77813"/>
                </a:moveTo>
                <a:lnTo>
                  <a:pt x="1280794" y="77813"/>
                </a:lnTo>
                <a:cubicBezTo>
                  <a:pt x="1280468" y="72110"/>
                  <a:pt x="1279782" y="68093"/>
                  <a:pt x="1278736" y="65762"/>
                </a:cubicBezTo>
                <a:cubicBezTo>
                  <a:pt x="1277103" y="62131"/>
                  <a:pt x="1274669" y="59280"/>
                  <a:pt x="1271435" y="57208"/>
                </a:cubicBezTo>
                <a:cubicBezTo>
                  <a:pt x="1268201" y="55134"/>
                  <a:pt x="1264820" y="54096"/>
                  <a:pt x="1261292" y="54096"/>
                </a:cubicBezTo>
                <a:cubicBezTo>
                  <a:pt x="1255869" y="54096"/>
                  <a:pt x="1251018" y="56186"/>
                  <a:pt x="1246739" y="60365"/>
                </a:cubicBezTo>
                <a:cubicBezTo>
                  <a:pt x="1242460" y="64545"/>
                  <a:pt x="1239961" y="70360"/>
                  <a:pt x="1239242" y="77813"/>
                </a:cubicBezTo>
                <a:close/>
                <a:moveTo>
                  <a:pt x="1495883" y="6468"/>
                </a:moveTo>
                <a:lnTo>
                  <a:pt x="1495883" y="10192"/>
                </a:lnTo>
                <a:cubicBezTo>
                  <a:pt x="1491179" y="11035"/>
                  <a:pt x="1487618" y="12528"/>
                  <a:pt x="1485201" y="14669"/>
                </a:cubicBezTo>
                <a:cubicBezTo>
                  <a:pt x="1481738" y="17850"/>
                  <a:pt x="1478668" y="22719"/>
                  <a:pt x="1475989" y="29275"/>
                </a:cubicBezTo>
                <a:lnTo>
                  <a:pt x="1429634" y="142297"/>
                </a:lnTo>
                <a:lnTo>
                  <a:pt x="1426008" y="142297"/>
                </a:lnTo>
                <a:lnTo>
                  <a:pt x="1376224" y="27792"/>
                </a:lnTo>
                <a:cubicBezTo>
                  <a:pt x="1373676" y="21957"/>
                  <a:pt x="1371879" y="18391"/>
                  <a:pt x="1370834" y="17095"/>
                </a:cubicBezTo>
                <a:cubicBezTo>
                  <a:pt x="1369201" y="15086"/>
                  <a:pt x="1367192" y="13515"/>
                  <a:pt x="1364807" y="12382"/>
                </a:cubicBezTo>
                <a:cubicBezTo>
                  <a:pt x="1362422" y="11247"/>
                  <a:pt x="1359205" y="10517"/>
                  <a:pt x="1355154" y="10192"/>
                </a:cubicBezTo>
                <a:lnTo>
                  <a:pt x="1355154" y="6468"/>
                </a:lnTo>
                <a:lnTo>
                  <a:pt x="1409446" y="6468"/>
                </a:lnTo>
                <a:lnTo>
                  <a:pt x="1409446" y="10192"/>
                </a:lnTo>
                <a:cubicBezTo>
                  <a:pt x="1403305" y="10780"/>
                  <a:pt x="1399320" y="11825"/>
                  <a:pt x="1397490" y="13328"/>
                </a:cubicBezTo>
                <a:cubicBezTo>
                  <a:pt x="1395661" y="14831"/>
                  <a:pt x="1394746" y="16758"/>
                  <a:pt x="1394746" y="19110"/>
                </a:cubicBezTo>
                <a:cubicBezTo>
                  <a:pt x="1394746" y="22377"/>
                  <a:pt x="1396249" y="27473"/>
                  <a:pt x="1399254" y="34398"/>
                </a:cubicBezTo>
                <a:lnTo>
                  <a:pt x="1433065" y="112309"/>
                </a:lnTo>
                <a:lnTo>
                  <a:pt x="1464425" y="35378"/>
                </a:lnTo>
                <a:cubicBezTo>
                  <a:pt x="1467495" y="27800"/>
                  <a:pt x="1469031" y="22540"/>
                  <a:pt x="1469031" y="19600"/>
                </a:cubicBezTo>
                <a:cubicBezTo>
                  <a:pt x="1469031" y="17705"/>
                  <a:pt x="1468083" y="15892"/>
                  <a:pt x="1466189" y="14161"/>
                </a:cubicBezTo>
                <a:cubicBezTo>
                  <a:pt x="1464294" y="12430"/>
                  <a:pt x="1461093" y="11205"/>
                  <a:pt x="1456585" y="10486"/>
                </a:cubicBezTo>
                <a:cubicBezTo>
                  <a:pt x="1456258" y="10421"/>
                  <a:pt x="1455703" y="10323"/>
                  <a:pt x="1454919" y="10192"/>
                </a:cubicBezTo>
                <a:lnTo>
                  <a:pt x="1454919" y="6468"/>
                </a:lnTo>
                <a:lnTo>
                  <a:pt x="1495883" y="64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alueRef">
            <a:extLst xmlns:a="http://schemas.openxmlformats.org/drawingml/2006/main">
              <a:ext uri="{FF2B5EF4-FFF2-40B4-BE49-F238E27FC236}">
                <a16:creationId xmlns:a16="http://schemas.microsoft.com/office/drawing/2014/main" id="{1FDB7275-EA7B-4E9B-BA46-8E756FA1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237" y="2450427"/>
            <a:ext cx="687602" cy="142101"/>
          </a:xfrm>
          <a:custGeom xmlns:a="http://schemas.openxmlformats.org/drawingml/2006/main">
            <a:pathLst>
              <a:path w="687602" h="142101">
                <a:moveTo>
                  <a:pt x="49980" y="126525"/>
                </a:moveTo>
                <a:cubicBezTo>
                  <a:pt x="40768" y="133644"/>
                  <a:pt x="34986" y="137758"/>
                  <a:pt x="32634" y="138867"/>
                </a:cubicBezTo>
                <a:cubicBezTo>
                  <a:pt x="29106" y="140500"/>
                  <a:pt x="25350" y="141317"/>
                  <a:pt x="21364" y="141317"/>
                </a:cubicBezTo>
                <a:cubicBezTo>
                  <a:pt x="15157" y="141317"/>
                  <a:pt x="10045" y="139194"/>
                  <a:pt x="6027" y="134947"/>
                </a:cubicBezTo>
                <a:cubicBezTo>
                  <a:pt x="2009" y="130700"/>
                  <a:pt x="0" y="125114"/>
                  <a:pt x="0" y="118189"/>
                </a:cubicBezTo>
                <a:cubicBezTo>
                  <a:pt x="0" y="113812"/>
                  <a:pt x="980" y="110022"/>
                  <a:pt x="2940" y="106821"/>
                </a:cubicBezTo>
                <a:cubicBezTo>
                  <a:pt x="5619" y="102378"/>
                  <a:pt x="10274" y="98197"/>
                  <a:pt x="16905" y="94277"/>
                </a:cubicBezTo>
                <a:cubicBezTo>
                  <a:pt x="23537" y="90357"/>
                  <a:pt x="34562" y="85587"/>
                  <a:pt x="49980" y="79969"/>
                </a:cubicBezTo>
                <a:lnTo>
                  <a:pt x="49980" y="76453"/>
                </a:lnTo>
                <a:cubicBezTo>
                  <a:pt x="49980" y="67535"/>
                  <a:pt x="48559" y="61416"/>
                  <a:pt x="45717" y="58096"/>
                </a:cubicBezTo>
                <a:cubicBezTo>
                  <a:pt x="42875" y="54776"/>
                  <a:pt x="38743" y="53116"/>
                  <a:pt x="33320" y="53116"/>
                </a:cubicBezTo>
                <a:cubicBezTo>
                  <a:pt x="29204" y="53116"/>
                  <a:pt x="25938" y="54227"/>
                  <a:pt x="23520" y="56448"/>
                </a:cubicBezTo>
                <a:cubicBezTo>
                  <a:pt x="21037" y="58670"/>
                  <a:pt x="19796" y="61218"/>
                  <a:pt x="19796" y="64092"/>
                </a:cubicBezTo>
                <a:lnTo>
                  <a:pt x="19992" y="69777"/>
                </a:lnTo>
                <a:cubicBezTo>
                  <a:pt x="19992" y="72782"/>
                  <a:pt x="19224" y="75101"/>
                  <a:pt x="17689" y="76735"/>
                </a:cubicBezTo>
                <a:cubicBezTo>
                  <a:pt x="16154" y="78368"/>
                  <a:pt x="14145" y="79185"/>
                  <a:pt x="11662" y="79185"/>
                </a:cubicBezTo>
                <a:cubicBezTo>
                  <a:pt x="9245" y="79185"/>
                  <a:pt x="7268" y="78333"/>
                  <a:pt x="5733" y="76630"/>
                </a:cubicBezTo>
                <a:cubicBezTo>
                  <a:pt x="4198" y="74926"/>
                  <a:pt x="3430" y="72599"/>
                  <a:pt x="3430" y="69651"/>
                </a:cubicBezTo>
                <a:cubicBezTo>
                  <a:pt x="3430" y="64014"/>
                  <a:pt x="6305" y="58836"/>
                  <a:pt x="12054" y="54118"/>
                </a:cubicBezTo>
                <a:cubicBezTo>
                  <a:pt x="17803" y="49400"/>
                  <a:pt x="25872" y="47040"/>
                  <a:pt x="36260" y="47040"/>
                </a:cubicBezTo>
                <a:cubicBezTo>
                  <a:pt x="44231" y="47040"/>
                  <a:pt x="50764" y="48378"/>
                  <a:pt x="55860" y="51052"/>
                </a:cubicBezTo>
                <a:cubicBezTo>
                  <a:pt x="59715" y="53076"/>
                  <a:pt x="62557" y="56241"/>
                  <a:pt x="64386" y="60549"/>
                </a:cubicBezTo>
                <a:cubicBezTo>
                  <a:pt x="65562" y="63354"/>
                  <a:pt x="66150" y="69097"/>
                  <a:pt x="66150" y="77776"/>
                </a:cubicBezTo>
                <a:lnTo>
                  <a:pt x="66150" y="108217"/>
                </a:lnTo>
                <a:cubicBezTo>
                  <a:pt x="66150" y="116766"/>
                  <a:pt x="66314" y="122003"/>
                  <a:pt x="66640" y="123928"/>
                </a:cubicBezTo>
                <a:cubicBezTo>
                  <a:pt x="66967" y="125853"/>
                  <a:pt x="67506" y="127143"/>
                  <a:pt x="68258" y="127796"/>
                </a:cubicBezTo>
                <a:cubicBezTo>
                  <a:pt x="69009" y="128447"/>
                  <a:pt x="69875" y="128773"/>
                  <a:pt x="70855" y="128773"/>
                </a:cubicBezTo>
                <a:cubicBezTo>
                  <a:pt x="71900" y="128773"/>
                  <a:pt x="72815" y="128544"/>
                  <a:pt x="73599" y="128087"/>
                </a:cubicBezTo>
                <a:cubicBezTo>
                  <a:pt x="74971" y="127238"/>
                  <a:pt x="77617" y="124853"/>
                  <a:pt x="81537" y="120933"/>
                </a:cubicBezTo>
                <a:lnTo>
                  <a:pt x="81537" y="126421"/>
                </a:lnTo>
                <a:cubicBezTo>
                  <a:pt x="74219" y="136221"/>
                  <a:pt x="67228" y="141121"/>
                  <a:pt x="60564" y="141121"/>
                </a:cubicBezTo>
                <a:cubicBezTo>
                  <a:pt x="57363" y="141121"/>
                  <a:pt x="54815" y="140019"/>
                  <a:pt x="52920" y="137814"/>
                </a:cubicBezTo>
                <a:cubicBezTo>
                  <a:pt x="51026" y="135606"/>
                  <a:pt x="50046" y="131844"/>
                  <a:pt x="49980" y="126525"/>
                </a:cubicBezTo>
                <a:moveTo>
                  <a:pt x="49980" y="120170"/>
                </a:moveTo>
                <a:lnTo>
                  <a:pt x="49980" y="86045"/>
                </a:lnTo>
                <a:cubicBezTo>
                  <a:pt x="40115" y="89957"/>
                  <a:pt x="33745" y="92727"/>
                  <a:pt x="30870" y="94356"/>
                </a:cubicBezTo>
                <a:cubicBezTo>
                  <a:pt x="25709" y="97225"/>
                  <a:pt x="22017" y="100224"/>
                  <a:pt x="19796" y="103354"/>
                </a:cubicBezTo>
                <a:cubicBezTo>
                  <a:pt x="17575" y="106482"/>
                  <a:pt x="16464" y="109904"/>
                  <a:pt x="16464" y="113620"/>
                </a:cubicBezTo>
                <a:cubicBezTo>
                  <a:pt x="16464" y="118313"/>
                  <a:pt x="17869" y="122209"/>
                  <a:pt x="20678" y="125306"/>
                </a:cubicBezTo>
                <a:cubicBezTo>
                  <a:pt x="23488" y="128401"/>
                  <a:pt x="26722" y="129949"/>
                  <a:pt x="30380" y="129949"/>
                </a:cubicBezTo>
                <a:cubicBezTo>
                  <a:pt x="35346" y="129949"/>
                  <a:pt x="41879" y="126689"/>
                  <a:pt x="49980" y="120170"/>
                </a:cubicBezTo>
                <a:close/>
                <a:moveTo>
                  <a:pt x="119101" y="0"/>
                </a:moveTo>
                <a:lnTo>
                  <a:pt x="119101" y="118973"/>
                </a:lnTo>
                <a:cubicBezTo>
                  <a:pt x="119101" y="124624"/>
                  <a:pt x="119510" y="128371"/>
                  <a:pt x="120326" y="130212"/>
                </a:cubicBezTo>
                <a:cubicBezTo>
                  <a:pt x="121143" y="132052"/>
                  <a:pt x="122401" y="133448"/>
                  <a:pt x="124099" y="134402"/>
                </a:cubicBezTo>
                <a:cubicBezTo>
                  <a:pt x="125798" y="135353"/>
                  <a:pt x="128967" y="135829"/>
                  <a:pt x="133606" y="135829"/>
                </a:cubicBezTo>
                <a:lnTo>
                  <a:pt x="133606" y="139357"/>
                </a:lnTo>
                <a:lnTo>
                  <a:pt x="89603" y="139357"/>
                </a:lnTo>
                <a:lnTo>
                  <a:pt x="89603" y="135829"/>
                </a:lnTo>
                <a:cubicBezTo>
                  <a:pt x="93719" y="135829"/>
                  <a:pt x="96529" y="135402"/>
                  <a:pt x="98031" y="134549"/>
                </a:cubicBezTo>
                <a:cubicBezTo>
                  <a:pt x="99534" y="133693"/>
                  <a:pt x="100710" y="132281"/>
                  <a:pt x="101559" y="130310"/>
                </a:cubicBezTo>
                <a:cubicBezTo>
                  <a:pt x="102409" y="128338"/>
                  <a:pt x="102833" y="124559"/>
                  <a:pt x="102833" y="118973"/>
                </a:cubicBezTo>
                <a:lnTo>
                  <a:pt x="102833" y="37632"/>
                </a:lnTo>
                <a:cubicBezTo>
                  <a:pt x="102833" y="27506"/>
                  <a:pt x="102605" y="21282"/>
                  <a:pt x="102147" y="18963"/>
                </a:cubicBezTo>
                <a:cubicBezTo>
                  <a:pt x="101690" y="16644"/>
                  <a:pt x="100955" y="15059"/>
                  <a:pt x="99942" y="14210"/>
                </a:cubicBezTo>
                <a:cubicBezTo>
                  <a:pt x="98930" y="13361"/>
                  <a:pt x="97639" y="12936"/>
                  <a:pt x="96071" y="12936"/>
                </a:cubicBezTo>
                <a:cubicBezTo>
                  <a:pt x="94373" y="12936"/>
                  <a:pt x="92217" y="13459"/>
                  <a:pt x="89603" y="14504"/>
                </a:cubicBezTo>
                <a:lnTo>
                  <a:pt x="87937" y="10976"/>
                </a:lnTo>
                <a:lnTo>
                  <a:pt x="114691" y="0"/>
                </a:lnTo>
                <a:lnTo>
                  <a:pt x="119101" y="0"/>
                </a:lnTo>
                <a:close/>
                <a:moveTo>
                  <a:pt x="222722" y="49588"/>
                </a:moveTo>
                <a:lnTo>
                  <a:pt x="222722" y="104273"/>
                </a:lnTo>
                <a:cubicBezTo>
                  <a:pt x="222722" y="114532"/>
                  <a:pt x="222967" y="120807"/>
                  <a:pt x="223457" y="123098"/>
                </a:cubicBezTo>
                <a:cubicBezTo>
                  <a:pt x="223947" y="125387"/>
                  <a:pt x="224731" y="126986"/>
                  <a:pt x="225809" y="127897"/>
                </a:cubicBezTo>
                <a:cubicBezTo>
                  <a:pt x="226887" y="128808"/>
                  <a:pt x="228145" y="129263"/>
                  <a:pt x="229582" y="129263"/>
                </a:cubicBezTo>
                <a:cubicBezTo>
                  <a:pt x="231607" y="129263"/>
                  <a:pt x="233894" y="128708"/>
                  <a:pt x="236442" y="127597"/>
                </a:cubicBezTo>
                <a:lnTo>
                  <a:pt x="237814" y="131125"/>
                </a:lnTo>
                <a:lnTo>
                  <a:pt x="210962" y="142101"/>
                </a:lnTo>
                <a:lnTo>
                  <a:pt x="206552" y="142101"/>
                </a:lnTo>
                <a:lnTo>
                  <a:pt x="206552" y="123178"/>
                </a:lnTo>
                <a:cubicBezTo>
                  <a:pt x="198842" y="131502"/>
                  <a:pt x="192962" y="136737"/>
                  <a:pt x="188912" y="138882"/>
                </a:cubicBezTo>
                <a:cubicBezTo>
                  <a:pt x="184861" y="141028"/>
                  <a:pt x="180582" y="142101"/>
                  <a:pt x="176074" y="142101"/>
                </a:cubicBezTo>
                <a:cubicBezTo>
                  <a:pt x="171043" y="142101"/>
                  <a:pt x="166682" y="140647"/>
                  <a:pt x="162990" y="137740"/>
                </a:cubicBezTo>
                <a:cubicBezTo>
                  <a:pt x="159299" y="134833"/>
                  <a:pt x="156735" y="131092"/>
                  <a:pt x="155297" y="126519"/>
                </a:cubicBezTo>
                <a:cubicBezTo>
                  <a:pt x="153860" y="121946"/>
                  <a:pt x="153141" y="115478"/>
                  <a:pt x="153141" y="107115"/>
                </a:cubicBezTo>
                <a:lnTo>
                  <a:pt x="153141" y="67032"/>
                </a:lnTo>
                <a:cubicBezTo>
                  <a:pt x="153141" y="62755"/>
                  <a:pt x="152684" y="59795"/>
                  <a:pt x="151769" y="58151"/>
                </a:cubicBezTo>
                <a:cubicBezTo>
                  <a:pt x="150855" y="56506"/>
                  <a:pt x="149499" y="55239"/>
                  <a:pt x="147702" y="54351"/>
                </a:cubicBezTo>
                <a:cubicBezTo>
                  <a:pt x="145906" y="53462"/>
                  <a:pt x="142655" y="53051"/>
                  <a:pt x="137951" y="53116"/>
                </a:cubicBezTo>
                <a:lnTo>
                  <a:pt x="137951" y="49588"/>
                </a:lnTo>
                <a:lnTo>
                  <a:pt x="169410" y="49588"/>
                </a:lnTo>
                <a:lnTo>
                  <a:pt x="169410" y="109736"/>
                </a:lnTo>
                <a:cubicBezTo>
                  <a:pt x="169410" y="118109"/>
                  <a:pt x="170863" y="123604"/>
                  <a:pt x="173771" y="126222"/>
                </a:cubicBezTo>
                <a:cubicBezTo>
                  <a:pt x="176678" y="128837"/>
                  <a:pt x="180190" y="130145"/>
                  <a:pt x="184306" y="130145"/>
                </a:cubicBezTo>
                <a:cubicBezTo>
                  <a:pt x="187115" y="130145"/>
                  <a:pt x="190300" y="129262"/>
                  <a:pt x="193861" y="127496"/>
                </a:cubicBezTo>
                <a:cubicBezTo>
                  <a:pt x="197421" y="125730"/>
                  <a:pt x="201652" y="122361"/>
                  <a:pt x="206552" y="117390"/>
                </a:cubicBezTo>
                <a:lnTo>
                  <a:pt x="206552" y="66640"/>
                </a:lnTo>
                <a:cubicBezTo>
                  <a:pt x="206552" y="61432"/>
                  <a:pt x="205621" y="57909"/>
                  <a:pt x="203759" y="56072"/>
                </a:cubicBezTo>
                <a:cubicBezTo>
                  <a:pt x="201897" y="54234"/>
                  <a:pt x="198026" y="53249"/>
                  <a:pt x="192146" y="53116"/>
                </a:cubicBezTo>
                <a:lnTo>
                  <a:pt x="192146" y="49588"/>
                </a:lnTo>
                <a:lnTo>
                  <a:pt x="222722" y="49588"/>
                </a:lnTo>
                <a:close/>
                <a:moveTo>
                  <a:pt x="259472" y="83497"/>
                </a:moveTo>
                <a:cubicBezTo>
                  <a:pt x="259407" y="96763"/>
                  <a:pt x="262641" y="107169"/>
                  <a:pt x="269174" y="114713"/>
                </a:cubicBezTo>
                <a:cubicBezTo>
                  <a:pt x="275707" y="122257"/>
                  <a:pt x="283384" y="126029"/>
                  <a:pt x="292204" y="126029"/>
                </a:cubicBezTo>
                <a:cubicBezTo>
                  <a:pt x="298084" y="126029"/>
                  <a:pt x="303197" y="124405"/>
                  <a:pt x="307541" y="121156"/>
                </a:cubicBezTo>
                <a:cubicBezTo>
                  <a:pt x="311886" y="117908"/>
                  <a:pt x="315528" y="112346"/>
                  <a:pt x="318468" y="104469"/>
                </a:cubicBezTo>
                <a:lnTo>
                  <a:pt x="321506" y="106438"/>
                </a:lnTo>
                <a:cubicBezTo>
                  <a:pt x="320134" y="115436"/>
                  <a:pt x="316149" y="123629"/>
                  <a:pt x="309550" y="131018"/>
                </a:cubicBezTo>
                <a:cubicBezTo>
                  <a:pt x="302952" y="138407"/>
                  <a:pt x="294687" y="142101"/>
                  <a:pt x="284756" y="142101"/>
                </a:cubicBezTo>
                <a:cubicBezTo>
                  <a:pt x="273976" y="142101"/>
                  <a:pt x="264748" y="137913"/>
                  <a:pt x="257071" y="129536"/>
                </a:cubicBezTo>
                <a:cubicBezTo>
                  <a:pt x="249394" y="121156"/>
                  <a:pt x="245556" y="109893"/>
                  <a:pt x="245556" y="95744"/>
                </a:cubicBezTo>
                <a:cubicBezTo>
                  <a:pt x="245556" y="80423"/>
                  <a:pt x="249492" y="68476"/>
                  <a:pt x="257365" y="59903"/>
                </a:cubicBezTo>
                <a:cubicBezTo>
                  <a:pt x="265238" y="51328"/>
                  <a:pt x="275119" y="47040"/>
                  <a:pt x="287010" y="47040"/>
                </a:cubicBezTo>
                <a:cubicBezTo>
                  <a:pt x="297072" y="47040"/>
                  <a:pt x="305336" y="50348"/>
                  <a:pt x="311804" y="56963"/>
                </a:cubicBezTo>
                <a:cubicBezTo>
                  <a:pt x="318272" y="63576"/>
                  <a:pt x="321506" y="72420"/>
                  <a:pt x="321506" y="83497"/>
                </a:cubicBezTo>
                <a:lnTo>
                  <a:pt x="259472" y="83497"/>
                </a:lnTo>
                <a:moveTo>
                  <a:pt x="259472" y="77813"/>
                </a:moveTo>
                <a:lnTo>
                  <a:pt x="301024" y="77813"/>
                </a:lnTo>
                <a:cubicBezTo>
                  <a:pt x="300698" y="72110"/>
                  <a:pt x="300012" y="68093"/>
                  <a:pt x="298966" y="65762"/>
                </a:cubicBezTo>
                <a:cubicBezTo>
                  <a:pt x="297333" y="62131"/>
                  <a:pt x="294899" y="59280"/>
                  <a:pt x="291665" y="57208"/>
                </a:cubicBezTo>
                <a:cubicBezTo>
                  <a:pt x="288431" y="55134"/>
                  <a:pt x="285050" y="54096"/>
                  <a:pt x="281522" y="54096"/>
                </a:cubicBezTo>
                <a:cubicBezTo>
                  <a:pt x="276099" y="54096"/>
                  <a:pt x="271248" y="56186"/>
                  <a:pt x="266969" y="60365"/>
                </a:cubicBezTo>
                <a:cubicBezTo>
                  <a:pt x="262690" y="64545"/>
                  <a:pt x="260191" y="70360"/>
                  <a:pt x="259472" y="77813"/>
                </a:cubicBezTo>
                <a:close/>
                <a:moveTo>
                  <a:pt x="513031" y="139357"/>
                </a:moveTo>
                <a:lnTo>
                  <a:pt x="477554" y="139357"/>
                </a:lnTo>
                <a:lnTo>
                  <a:pt x="432572" y="77225"/>
                </a:lnTo>
                <a:cubicBezTo>
                  <a:pt x="429240" y="77355"/>
                  <a:pt x="426529" y="77421"/>
                  <a:pt x="424438" y="77421"/>
                </a:cubicBezTo>
                <a:cubicBezTo>
                  <a:pt x="423589" y="77421"/>
                  <a:pt x="422674" y="77404"/>
                  <a:pt x="421694" y="77372"/>
                </a:cubicBezTo>
                <a:cubicBezTo>
                  <a:pt x="420714" y="77339"/>
                  <a:pt x="419701" y="77290"/>
                  <a:pt x="418656" y="77225"/>
                </a:cubicBezTo>
                <a:lnTo>
                  <a:pt x="418656" y="115837"/>
                </a:lnTo>
                <a:cubicBezTo>
                  <a:pt x="418656" y="124159"/>
                  <a:pt x="419571" y="129327"/>
                  <a:pt x="421400" y="131342"/>
                </a:cubicBezTo>
                <a:cubicBezTo>
                  <a:pt x="423883" y="134203"/>
                  <a:pt x="427607" y="135633"/>
                  <a:pt x="432572" y="135633"/>
                </a:cubicBezTo>
                <a:lnTo>
                  <a:pt x="437766" y="135633"/>
                </a:lnTo>
                <a:lnTo>
                  <a:pt x="437766" y="139357"/>
                </a:lnTo>
                <a:lnTo>
                  <a:pt x="380828" y="139357"/>
                </a:lnTo>
                <a:lnTo>
                  <a:pt x="380828" y="135633"/>
                </a:lnTo>
                <a:lnTo>
                  <a:pt x="385826" y="135633"/>
                </a:lnTo>
                <a:cubicBezTo>
                  <a:pt x="391444" y="135633"/>
                  <a:pt x="395462" y="133813"/>
                  <a:pt x="397880" y="130173"/>
                </a:cubicBezTo>
                <a:cubicBezTo>
                  <a:pt x="399252" y="128157"/>
                  <a:pt x="399938" y="123379"/>
                  <a:pt x="399938" y="115837"/>
                </a:cubicBezTo>
                <a:lnTo>
                  <a:pt x="399938" y="29988"/>
                </a:lnTo>
                <a:cubicBezTo>
                  <a:pt x="399938" y="21666"/>
                  <a:pt x="399023" y="16498"/>
                  <a:pt x="397194" y="14483"/>
                </a:cubicBezTo>
                <a:cubicBezTo>
                  <a:pt x="394646" y="11622"/>
                  <a:pt x="390856" y="10192"/>
                  <a:pt x="385826" y="10192"/>
                </a:cubicBezTo>
                <a:lnTo>
                  <a:pt x="380828" y="10192"/>
                </a:lnTo>
                <a:lnTo>
                  <a:pt x="380828" y="6468"/>
                </a:lnTo>
                <a:lnTo>
                  <a:pt x="429240" y="6468"/>
                </a:lnTo>
                <a:cubicBezTo>
                  <a:pt x="443352" y="6468"/>
                  <a:pt x="453756" y="7496"/>
                  <a:pt x="460453" y="9552"/>
                </a:cubicBezTo>
                <a:cubicBezTo>
                  <a:pt x="467150" y="11608"/>
                  <a:pt x="472834" y="15394"/>
                  <a:pt x="477505" y="20911"/>
                </a:cubicBezTo>
                <a:cubicBezTo>
                  <a:pt x="482177" y="26425"/>
                  <a:pt x="484512" y="33001"/>
                  <a:pt x="484512" y="40637"/>
                </a:cubicBezTo>
                <a:cubicBezTo>
                  <a:pt x="484512" y="48797"/>
                  <a:pt x="481850" y="55880"/>
                  <a:pt x="476525" y="61884"/>
                </a:cubicBezTo>
                <a:cubicBezTo>
                  <a:pt x="471201" y="67889"/>
                  <a:pt x="462952" y="72132"/>
                  <a:pt x="451780" y="74612"/>
                </a:cubicBezTo>
                <a:lnTo>
                  <a:pt x="479220" y="112701"/>
                </a:lnTo>
                <a:cubicBezTo>
                  <a:pt x="485492" y="121456"/>
                  <a:pt x="490882" y="127270"/>
                  <a:pt x="495390" y="130145"/>
                </a:cubicBezTo>
                <a:cubicBezTo>
                  <a:pt x="499898" y="133020"/>
                  <a:pt x="505778" y="134849"/>
                  <a:pt x="513031" y="135633"/>
                </a:cubicBezTo>
                <a:lnTo>
                  <a:pt x="513031" y="139357"/>
                </a:lnTo>
                <a:moveTo>
                  <a:pt x="418656" y="70953"/>
                </a:moveTo>
                <a:cubicBezTo>
                  <a:pt x="419897" y="70953"/>
                  <a:pt x="420975" y="70969"/>
                  <a:pt x="421890" y="71002"/>
                </a:cubicBezTo>
                <a:cubicBezTo>
                  <a:pt x="422805" y="71034"/>
                  <a:pt x="423556" y="71051"/>
                  <a:pt x="424144" y="71051"/>
                </a:cubicBezTo>
                <a:cubicBezTo>
                  <a:pt x="436819" y="71051"/>
                  <a:pt x="446374" y="68312"/>
                  <a:pt x="452809" y="62834"/>
                </a:cubicBezTo>
                <a:cubicBezTo>
                  <a:pt x="459244" y="57354"/>
                  <a:pt x="462462" y="50374"/>
                  <a:pt x="462462" y="41895"/>
                </a:cubicBezTo>
                <a:cubicBezTo>
                  <a:pt x="462462" y="33612"/>
                  <a:pt x="459865" y="26879"/>
                  <a:pt x="454671" y="21695"/>
                </a:cubicBezTo>
                <a:cubicBezTo>
                  <a:pt x="449477" y="16509"/>
                  <a:pt x="442601" y="13916"/>
                  <a:pt x="434042" y="13916"/>
                </a:cubicBezTo>
                <a:cubicBezTo>
                  <a:pt x="430253" y="13916"/>
                  <a:pt x="425124" y="14569"/>
                  <a:pt x="418656" y="15876"/>
                </a:cubicBezTo>
                <a:lnTo>
                  <a:pt x="418656" y="70953"/>
                </a:lnTo>
                <a:close/>
                <a:moveTo>
                  <a:pt x="532632" y="83497"/>
                </a:moveTo>
                <a:cubicBezTo>
                  <a:pt x="532567" y="96763"/>
                  <a:pt x="535801" y="107169"/>
                  <a:pt x="542334" y="114713"/>
                </a:cubicBezTo>
                <a:cubicBezTo>
                  <a:pt x="548868" y="122257"/>
                  <a:pt x="556544" y="126029"/>
                  <a:pt x="565364" y="126029"/>
                </a:cubicBezTo>
                <a:cubicBezTo>
                  <a:pt x="571244" y="126029"/>
                  <a:pt x="576357" y="124405"/>
                  <a:pt x="580701" y="121156"/>
                </a:cubicBezTo>
                <a:cubicBezTo>
                  <a:pt x="585046" y="117908"/>
                  <a:pt x="588689" y="112346"/>
                  <a:pt x="591629" y="104469"/>
                </a:cubicBezTo>
                <a:lnTo>
                  <a:pt x="594667" y="106438"/>
                </a:lnTo>
                <a:cubicBezTo>
                  <a:pt x="593295" y="115436"/>
                  <a:pt x="589309" y="123629"/>
                  <a:pt x="582710" y="131018"/>
                </a:cubicBezTo>
                <a:cubicBezTo>
                  <a:pt x="576112" y="138407"/>
                  <a:pt x="567847" y="142101"/>
                  <a:pt x="557916" y="142101"/>
                </a:cubicBezTo>
                <a:cubicBezTo>
                  <a:pt x="547136" y="142101"/>
                  <a:pt x="537908" y="137913"/>
                  <a:pt x="530231" y="129536"/>
                </a:cubicBezTo>
                <a:cubicBezTo>
                  <a:pt x="522554" y="121156"/>
                  <a:pt x="518716" y="109893"/>
                  <a:pt x="518716" y="95744"/>
                </a:cubicBezTo>
                <a:cubicBezTo>
                  <a:pt x="518716" y="80423"/>
                  <a:pt x="522652" y="68476"/>
                  <a:pt x="530525" y="59903"/>
                </a:cubicBezTo>
                <a:cubicBezTo>
                  <a:pt x="538398" y="51328"/>
                  <a:pt x="548280" y="47040"/>
                  <a:pt x="560170" y="47040"/>
                </a:cubicBezTo>
                <a:cubicBezTo>
                  <a:pt x="570232" y="47040"/>
                  <a:pt x="578496" y="50348"/>
                  <a:pt x="584965" y="56963"/>
                </a:cubicBezTo>
                <a:cubicBezTo>
                  <a:pt x="591433" y="63576"/>
                  <a:pt x="594667" y="72420"/>
                  <a:pt x="594667" y="83497"/>
                </a:cubicBezTo>
                <a:lnTo>
                  <a:pt x="532632" y="83497"/>
                </a:lnTo>
                <a:moveTo>
                  <a:pt x="532632" y="77813"/>
                </a:moveTo>
                <a:lnTo>
                  <a:pt x="574184" y="77813"/>
                </a:lnTo>
                <a:cubicBezTo>
                  <a:pt x="573858" y="72110"/>
                  <a:pt x="573172" y="68093"/>
                  <a:pt x="572126" y="65762"/>
                </a:cubicBezTo>
                <a:cubicBezTo>
                  <a:pt x="570493" y="62131"/>
                  <a:pt x="568059" y="59280"/>
                  <a:pt x="564825" y="57208"/>
                </a:cubicBezTo>
                <a:cubicBezTo>
                  <a:pt x="561591" y="55134"/>
                  <a:pt x="558210" y="54096"/>
                  <a:pt x="554682" y="54096"/>
                </a:cubicBezTo>
                <a:cubicBezTo>
                  <a:pt x="549260" y="54096"/>
                  <a:pt x="544409" y="56186"/>
                  <a:pt x="540129" y="60365"/>
                </a:cubicBezTo>
                <a:cubicBezTo>
                  <a:pt x="535850" y="64545"/>
                  <a:pt x="533351" y="70360"/>
                  <a:pt x="532632" y="77813"/>
                </a:cubicBezTo>
                <a:close/>
                <a:moveTo>
                  <a:pt x="641738" y="56644"/>
                </a:moveTo>
                <a:lnTo>
                  <a:pt x="641738" y="115641"/>
                </a:lnTo>
                <a:cubicBezTo>
                  <a:pt x="641738" y="124004"/>
                  <a:pt x="642652" y="129296"/>
                  <a:pt x="644482" y="131517"/>
                </a:cubicBezTo>
                <a:cubicBezTo>
                  <a:pt x="646899" y="134392"/>
                  <a:pt x="650133" y="135829"/>
                  <a:pt x="654184" y="135829"/>
                </a:cubicBezTo>
                <a:lnTo>
                  <a:pt x="662318" y="135829"/>
                </a:lnTo>
                <a:lnTo>
                  <a:pt x="662318" y="139357"/>
                </a:lnTo>
                <a:lnTo>
                  <a:pt x="608711" y="139357"/>
                </a:lnTo>
                <a:lnTo>
                  <a:pt x="608711" y="135829"/>
                </a:lnTo>
                <a:lnTo>
                  <a:pt x="612729" y="135829"/>
                </a:lnTo>
                <a:cubicBezTo>
                  <a:pt x="615343" y="135829"/>
                  <a:pt x="617728" y="135176"/>
                  <a:pt x="619884" y="133869"/>
                </a:cubicBezTo>
                <a:cubicBezTo>
                  <a:pt x="622040" y="132562"/>
                  <a:pt x="623526" y="130798"/>
                  <a:pt x="624343" y="128577"/>
                </a:cubicBezTo>
                <a:cubicBezTo>
                  <a:pt x="625159" y="126356"/>
                  <a:pt x="625568" y="122044"/>
                  <a:pt x="625568" y="115641"/>
                </a:cubicBezTo>
                <a:lnTo>
                  <a:pt x="625568" y="56644"/>
                </a:lnTo>
                <a:lnTo>
                  <a:pt x="608123" y="56644"/>
                </a:lnTo>
                <a:lnTo>
                  <a:pt x="608123" y="49588"/>
                </a:lnTo>
                <a:lnTo>
                  <a:pt x="625568" y="49588"/>
                </a:lnTo>
                <a:lnTo>
                  <a:pt x="625568" y="43684"/>
                </a:lnTo>
                <a:cubicBezTo>
                  <a:pt x="625568" y="34698"/>
                  <a:pt x="627005" y="27090"/>
                  <a:pt x="629880" y="20859"/>
                </a:cubicBezTo>
                <a:cubicBezTo>
                  <a:pt x="632754" y="14628"/>
                  <a:pt x="637148" y="9594"/>
                  <a:pt x="643061" y="5758"/>
                </a:cubicBezTo>
                <a:cubicBezTo>
                  <a:pt x="648973" y="1919"/>
                  <a:pt x="655621" y="0"/>
                  <a:pt x="663004" y="0"/>
                </a:cubicBezTo>
                <a:cubicBezTo>
                  <a:pt x="669864" y="0"/>
                  <a:pt x="676169" y="2221"/>
                  <a:pt x="681918" y="6664"/>
                </a:cubicBezTo>
                <a:cubicBezTo>
                  <a:pt x="685707" y="9604"/>
                  <a:pt x="687602" y="12903"/>
                  <a:pt x="687602" y="16562"/>
                </a:cubicBezTo>
                <a:cubicBezTo>
                  <a:pt x="687602" y="18522"/>
                  <a:pt x="686753" y="20368"/>
                  <a:pt x="685054" y="22099"/>
                </a:cubicBezTo>
                <a:cubicBezTo>
                  <a:pt x="683355" y="23831"/>
                  <a:pt x="681526" y="24696"/>
                  <a:pt x="679566" y="24696"/>
                </a:cubicBezTo>
                <a:cubicBezTo>
                  <a:pt x="678063" y="24696"/>
                  <a:pt x="676479" y="24157"/>
                  <a:pt x="674813" y="23079"/>
                </a:cubicBezTo>
                <a:cubicBezTo>
                  <a:pt x="673147" y="22001"/>
                  <a:pt x="671105" y="19682"/>
                  <a:pt x="668688" y="16121"/>
                </a:cubicBezTo>
                <a:cubicBezTo>
                  <a:pt x="666271" y="12560"/>
                  <a:pt x="664049" y="10159"/>
                  <a:pt x="662024" y="8918"/>
                </a:cubicBezTo>
                <a:cubicBezTo>
                  <a:pt x="659999" y="7677"/>
                  <a:pt x="657744" y="7056"/>
                  <a:pt x="655262" y="7056"/>
                </a:cubicBezTo>
                <a:cubicBezTo>
                  <a:pt x="652256" y="7056"/>
                  <a:pt x="649708" y="7860"/>
                  <a:pt x="647618" y="9469"/>
                </a:cubicBezTo>
                <a:cubicBezTo>
                  <a:pt x="645527" y="11076"/>
                  <a:pt x="644024" y="13570"/>
                  <a:pt x="643110" y="16951"/>
                </a:cubicBezTo>
                <a:cubicBezTo>
                  <a:pt x="642195" y="20332"/>
                  <a:pt x="641738" y="29045"/>
                  <a:pt x="641738" y="43090"/>
                </a:cubicBezTo>
                <a:lnTo>
                  <a:pt x="641738" y="49588"/>
                </a:lnTo>
                <a:lnTo>
                  <a:pt x="664866" y="49588"/>
                </a:lnTo>
                <a:lnTo>
                  <a:pt x="664866" y="56644"/>
                </a:lnTo>
                <a:lnTo>
                  <a:pt x="641738" y="56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inement(IVR)Framework">
            <a:extLst xmlns:a="http://schemas.openxmlformats.org/drawingml/2006/main">
              <a:ext uri="{FF2B5EF4-FFF2-40B4-BE49-F238E27FC236}">
                <a16:creationId xmlns:a16="http://schemas.microsoft.com/office/drawing/2014/main" id="{F0118E47-7787-4DAA-8D2E-54C0EE94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334" y="2450427"/>
            <a:ext cx="2146859" cy="182281"/>
          </a:xfrm>
          <a:custGeom xmlns:a="http://schemas.openxmlformats.org/drawingml/2006/main">
            <a:pathLst>
              <a:path w="2146859" h="182281">
                <a:moveTo>
                  <a:pt x="23226" y="0"/>
                </a:moveTo>
                <a:cubicBezTo>
                  <a:pt x="25970" y="0"/>
                  <a:pt x="28306" y="969"/>
                  <a:pt x="30233" y="2906"/>
                </a:cubicBezTo>
                <a:cubicBezTo>
                  <a:pt x="32161" y="4842"/>
                  <a:pt x="33124" y="7189"/>
                  <a:pt x="33124" y="9947"/>
                </a:cubicBezTo>
                <a:cubicBezTo>
                  <a:pt x="33124" y="12705"/>
                  <a:pt x="32161" y="15070"/>
                  <a:pt x="30233" y="17040"/>
                </a:cubicBezTo>
                <a:cubicBezTo>
                  <a:pt x="28306" y="19008"/>
                  <a:pt x="25970" y="19992"/>
                  <a:pt x="23226" y="19992"/>
                </a:cubicBezTo>
                <a:cubicBezTo>
                  <a:pt x="20482" y="19992"/>
                  <a:pt x="18130" y="19008"/>
                  <a:pt x="16170" y="17040"/>
                </a:cubicBezTo>
                <a:cubicBezTo>
                  <a:pt x="14210" y="15070"/>
                  <a:pt x="13230" y="12705"/>
                  <a:pt x="13230" y="9947"/>
                </a:cubicBezTo>
                <a:cubicBezTo>
                  <a:pt x="13230" y="7189"/>
                  <a:pt x="14194" y="4842"/>
                  <a:pt x="16121" y="2906"/>
                </a:cubicBezTo>
                <a:cubicBezTo>
                  <a:pt x="18048" y="969"/>
                  <a:pt x="20417" y="0"/>
                  <a:pt x="23226" y="0"/>
                </a:cubicBezTo>
                <a:moveTo>
                  <a:pt x="31360" y="47040"/>
                </a:moveTo>
                <a:lnTo>
                  <a:pt x="31360" y="118973"/>
                </a:lnTo>
                <a:cubicBezTo>
                  <a:pt x="31360" y="124624"/>
                  <a:pt x="31769" y="128387"/>
                  <a:pt x="32585" y="130261"/>
                </a:cubicBezTo>
                <a:cubicBezTo>
                  <a:pt x="33402" y="132134"/>
                  <a:pt x="34611" y="133530"/>
                  <a:pt x="36211" y="134451"/>
                </a:cubicBezTo>
                <a:cubicBezTo>
                  <a:pt x="37812" y="135370"/>
                  <a:pt x="40736" y="135829"/>
                  <a:pt x="44982" y="135829"/>
                </a:cubicBezTo>
                <a:lnTo>
                  <a:pt x="44982" y="139357"/>
                </a:lnTo>
                <a:lnTo>
                  <a:pt x="1372" y="139357"/>
                </a:lnTo>
                <a:lnTo>
                  <a:pt x="1372" y="135829"/>
                </a:lnTo>
                <a:cubicBezTo>
                  <a:pt x="5749" y="135829"/>
                  <a:pt x="8689" y="135402"/>
                  <a:pt x="10192" y="134549"/>
                </a:cubicBezTo>
                <a:cubicBezTo>
                  <a:pt x="11695" y="133693"/>
                  <a:pt x="12887" y="132281"/>
                  <a:pt x="13769" y="130310"/>
                </a:cubicBezTo>
                <a:cubicBezTo>
                  <a:pt x="14651" y="128338"/>
                  <a:pt x="15092" y="124559"/>
                  <a:pt x="15092" y="118973"/>
                </a:cubicBezTo>
                <a:lnTo>
                  <a:pt x="15092" y="84673"/>
                </a:lnTo>
                <a:cubicBezTo>
                  <a:pt x="15092" y="74897"/>
                  <a:pt x="14798" y="68566"/>
                  <a:pt x="14210" y="65679"/>
                </a:cubicBezTo>
                <a:cubicBezTo>
                  <a:pt x="13753" y="63578"/>
                  <a:pt x="13034" y="62119"/>
                  <a:pt x="12054" y="61303"/>
                </a:cubicBezTo>
                <a:cubicBezTo>
                  <a:pt x="11074" y="60484"/>
                  <a:pt x="9735" y="60074"/>
                  <a:pt x="8036" y="60074"/>
                </a:cubicBezTo>
                <a:cubicBezTo>
                  <a:pt x="6207" y="60074"/>
                  <a:pt x="3985" y="60564"/>
                  <a:pt x="1372" y="61544"/>
                </a:cubicBezTo>
                <a:lnTo>
                  <a:pt x="0" y="58016"/>
                </a:lnTo>
                <a:lnTo>
                  <a:pt x="27048" y="47040"/>
                </a:lnTo>
                <a:lnTo>
                  <a:pt x="31360" y="47040"/>
                </a:lnTo>
                <a:close/>
                <a:moveTo>
                  <a:pt x="82354" y="65954"/>
                </a:moveTo>
                <a:cubicBezTo>
                  <a:pt x="92873" y="53345"/>
                  <a:pt x="102902" y="47040"/>
                  <a:pt x="112440" y="47040"/>
                </a:cubicBezTo>
                <a:cubicBezTo>
                  <a:pt x="117340" y="47040"/>
                  <a:pt x="121554" y="48262"/>
                  <a:pt x="125082" y="50706"/>
                </a:cubicBezTo>
                <a:cubicBezTo>
                  <a:pt x="128610" y="53148"/>
                  <a:pt x="131420" y="57171"/>
                  <a:pt x="133510" y="62776"/>
                </a:cubicBezTo>
                <a:cubicBezTo>
                  <a:pt x="134948" y="66685"/>
                  <a:pt x="135666" y="72680"/>
                  <a:pt x="135666" y="80759"/>
                </a:cubicBezTo>
                <a:lnTo>
                  <a:pt x="135666" y="118973"/>
                </a:lnTo>
                <a:cubicBezTo>
                  <a:pt x="135666" y="124690"/>
                  <a:pt x="136124" y="128567"/>
                  <a:pt x="137038" y="130604"/>
                </a:cubicBezTo>
                <a:cubicBezTo>
                  <a:pt x="137757" y="132248"/>
                  <a:pt x="138917" y="133530"/>
                  <a:pt x="140517" y="134451"/>
                </a:cubicBezTo>
                <a:cubicBezTo>
                  <a:pt x="142118" y="135370"/>
                  <a:pt x="145075" y="135829"/>
                  <a:pt x="149387" y="135829"/>
                </a:cubicBezTo>
                <a:lnTo>
                  <a:pt x="149387" y="139357"/>
                </a:lnTo>
                <a:lnTo>
                  <a:pt x="104992" y="139357"/>
                </a:lnTo>
                <a:lnTo>
                  <a:pt x="104992" y="135829"/>
                </a:lnTo>
                <a:lnTo>
                  <a:pt x="106854" y="135829"/>
                </a:lnTo>
                <a:cubicBezTo>
                  <a:pt x="111036" y="135829"/>
                  <a:pt x="113959" y="135189"/>
                  <a:pt x="115625" y="133909"/>
                </a:cubicBezTo>
                <a:cubicBezTo>
                  <a:pt x="117291" y="132627"/>
                  <a:pt x="118451" y="130737"/>
                  <a:pt x="119104" y="128240"/>
                </a:cubicBezTo>
                <a:cubicBezTo>
                  <a:pt x="119366" y="127254"/>
                  <a:pt x="119496" y="124165"/>
                  <a:pt x="119496" y="118973"/>
                </a:cubicBezTo>
                <a:lnTo>
                  <a:pt x="119496" y="82284"/>
                </a:lnTo>
                <a:cubicBezTo>
                  <a:pt x="119496" y="74129"/>
                  <a:pt x="118435" y="68210"/>
                  <a:pt x="116311" y="64524"/>
                </a:cubicBezTo>
                <a:cubicBezTo>
                  <a:pt x="114188" y="60839"/>
                  <a:pt x="110611" y="58996"/>
                  <a:pt x="105580" y="58996"/>
                </a:cubicBezTo>
                <a:cubicBezTo>
                  <a:pt x="97806" y="58996"/>
                  <a:pt x="90063" y="63243"/>
                  <a:pt x="82354" y="71737"/>
                </a:cubicBezTo>
                <a:lnTo>
                  <a:pt x="82354" y="118973"/>
                </a:lnTo>
                <a:cubicBezTo>
                  <a:pt x="82354" y="125084"/>
                  <a:pt x="82713" y="128863"/>
                  <a:pt x="83432" y="130310"/>
                </a:cubicBezTo>
                <a:cubicBezTo>
                  <a:pt x="84347" y="132215"/>
                  <a:pt x="85604" y="133612"/>
                  <a:pt x="87205" y="134500"/>
                </a:cubicBezTo>
                <a:cubicBezTo>
                  <a:pt x="88806" y="135386"/>
                  <a:pt x="92056" y="135829"/>
                  <a:pt x="96956" y="135829"/>
                </a:cubicBezTo>
                <a:lnTo>
                  <a:pt x="96956" y="139357"/>
                </a:lnTo>
                <a:lnTo>
                  <a:pt x="52562" y="139357"/>
                </a:lnTo>
                <a:lnTo>
                  <a:pt x="52562" y="135829"/>
                </a:lnTo>
                <a:lnTo>
                  <a:pt x="54522" y="135829"/>
                </a:lnTo>
                <a:cubicBezTo>
                  <a:pt x="59095" y="135829"/>
                  <a:pt x="62182" y="134663"/>
                  <a:pt x="63783" y="132332"/>
                </a:cubicBezTo>
                <a:cubicBezTo>
                  <a:pt x="65384" y="129998"/>
                  <a:pt x="66184" y="125545"/>
                  <a:pt x="66184" y="118973"/>
                </a:cubicBezTo>
                <a:lnTo>
                  <a:pt x="66184" y="85849"/>
                </a:lnTo>
                <a:cubicBezTo>
                  <a:pt x="66184" y="75069"/>
                  <a:pt x="65939" y="68503"/>
                  <a:pt x="65449" y="66150"/>
                </a:cubicBezTo>
                <a:cubicBezTo>
                  <a:pt x="64959" y="63798"/>
                  <a:pt x="64208" y="62198"/>
                  <a:pt x="63195" y="61348"/>
                </a:cubicBezTo>
                <a:cubicBezTo>
                  <a:pt x="62182" y="60499"/>
                  <a:pt x="60827" y="60074"/>
                  <a:pt x="59128" y="60074"/>
                </a:cubicBezTo>
                <a:cubicBezTo>
                  <a:pt x="57299" y="60074"/>
                  <a:pt x="55110" y="60564"/>
                  <a:pt x="52562" y="61544"/>
                </a:cubicBezTo>
                <a:lnTo>
                  <a:pt x="51092" y="58016"/>
                </a:lnTo>
                <a:lnTo>
                  <a:pt x="78140" y="47040"/>
                </a:lnTo>
                <a:lnTo>
                  <a:pt x="82354" y="47040"/>
                </a:lnTo>
                <a:lnTo>
                  <a:pt x="82354" y="65954"/>
                </a:lnTo>
                <a:close/>
                <a:moveTo>
                  <a:pt x="171633" y="83497"/>
                </a:moveTo>
                <a:cubicBezTo>
                  <a:pt x="171568" y="96763"/>
                  <a:pt x="174802" y="107169"/>
                  <a:pt x="181335" y="114713"/>
                </a:cubicBezTo>
                <a:cubicBezTo>
                  <a:pt x="187869" y="122257"/>
                  <a:pt x="195545" y="126029"/>
                  <a:pt x="204365" y="126029"/>
                </a:cubicBezTo>
                <a:cubicBezTo>
                  <a:pt x="210245" y="126029"/>
                  <a:pt x="215358" y="124405"/>
                  <a:pt x="219702" y="121156"/>
                </a:cubicBezTo>
                <a:cubicBezTo>
                  <a:pt x="224047" y="117908"/>
                  <a:pt x="227690" y="112346"/>
                  <a:pt x="230630" y="104469"/>
                </a:cubicBezTo>
                <a:lnTo>
                  <a:pt x="233668" y="106438"/>
                </a:lnTo>
                <a:cubicBezTo>
                  <a:pt x="232296" y="115436"/>
                  <a:pt x="228310" y="123629"/>
                  <a:pt x="221711" y="131018"/>
                </a:cubicBezTo>
                <a:cubicBezTo>
                  <a:pt x="215113" y="138407"/>
                  <a:pt x="206848" y="142101"/>
                  <a:pt x="196917" y="142101"/>
                </a:cubicBezTo>
                <a:cubicBezTo>
                  <a:pt x="186137" y="142101"/>
                  <a:pt x="176909" y="137913"/>
                  <a:pt x="169232" y="129536"/>
                </a:cubicBezTo>
                <a:cubicBezTo>
                  <a:pt x="161555" y="121156"/>
                  <a:pt x="157717" y="109893"/>
                  <a:pt x="157717" y="95744"/>
                </a:cubicBezTo>
                <a:cubicBezTo>
                  <a:pt x="157717" y="80423"/>
                  <a:pt x="161653" y="68476"/>
                  <a:pt x="169526" y="59903"/>
                </a:cubicBezTo>
                <a:cubicBezTo>
                  <a:pt x="177399" y="51328"/>
                  <a:pt x="187281" y="47040"/>
                  <a:pt x="199171" y="47040"/>
                </a:cubicBezTo>
                <a:cubicBezTo>
                  <a:pt x="209233" y="47040"/>
                  <a:pt x="217497" y="50348"/>
                  <a:pt x="223965" y="56963"/>
                </a:cubicBezTo>
                <a:cubicBezTo>
                  <a:pt x="230434" y="63576"/>
                  <a:pt x="233668" y="72420"/>
                  <a:pt x="233668" y="83497"/>
                </a:cubicBezTo>
                <a:lnTo>
                  <a:pt x="171633" y="83497"/>
                </a:lnTo>
                <a:moveTo>
                  <a:pt x="171633" y="77813"/>
                </a:moveTo>
                <a:lnTo>
                  <a:pt x="213185" y="77813"/>
                </a:lnTo>
                <a:cubicBezTo>
                  <a:pt x="212859" y="72110"/>
                  <a:pt x="212173" y="68093"/>
                  <a:pt x="211127" y="65762"/>
                </a:cubicBezTo>
                <a:cubicBezTo>
                  <a:pt x="209494" y="62131"/>
                  <a:pt x="207060" y="59280"/>
                  <a:pt x="203826" y="57208"/>
                </a:cubicBezTo>
                <a:cubicBezTo>
                  <a:pt x="200592" y="55134"/>
                  <a:pt x="197211" y="54096"/>
                  <a:pt x="193683" y="54096"/>
                </a:cubicBezTo>
                <a:cubicBezTo>
                  <a:pt x="188261" y="54096"/>
                  <a:pt x="183410" y="56186"/>
                  <a:pt x="179130" y="60365"/>
                </a:cubicBezTo>
                <a:cubicBezTo>
                  <a:pt x="174851" y="64545"/>
                  <a:pt x="172352" y="70360"/>
                  <a:pt x="171633" y="77813"/>
                </a:cubicBezTo>
                <a:close/>
                <a:moveTo>
                  <a:pt x="272310" y="66319"/>
                </a:moveTo>
                <a:cubicBezTo>
                  <a:pt x="278843" y="59728"/>
                  <a:pt x="282698" y="55939"/>
                  <a:pt x="283874" y="54951"/>
                </a:cubicBezTo>
                <a:cubicBezTo>
                  <a:pt x="286814" y="52446"/>
                  <a:pt x="289983" y="50501"/>
                  <a:pt x="293380" y="49117"/>
                </a:cubicBezTo>
                <a:cubicBezTo>
                  <a:pt x="296778" y="47732"/>
                  <a:pt x="300142" y="47040"/>
                  <a:pt x="303474" y="47040"/>
                </a:cubicBezTo>
                <a:cubicBezTo>
                  <a:pt x="309093" y="47040"/>
                  <a:pt x="313928" y="48688"/>
                  <a:pt x="317978" y="51983"/>
                </a:cubicBezTo>
                <a:cubicBezTo>
                  <a:pt x="322029" y="55279"/>
                  <a:pt x="324740" y="60057"/>
                  <a:pt x="326112" y="66319"/>
                </a:cubicBezTo>
                <a:cubicBezTo>
                  <a:pt x="332842" y="58409"/>
                  <a:pt x="338526" y="53219"/>
                  <a:pt x="343165" y="50749"/>
                </a:cubicBezTo>
                <a:cubicBezTo>
                  <a:pt x="347803" y="48277"/>
                  <a:pt x="352573" y="47040"/>
                  <a:pt x="357473" y="47040"/>
                </a:cubicBezTo>
                <a:cubicBezTo>
                  <a:pt x="362242" y="47040"/>
                  <a:pt x="366472" y="48262"/>
                  <a:pt x="370164" y="50706"/>
                </a:cubicBezTo>
                <a:cubicBezTo>
                  <a:pt x="373855" y="53148"/>
                  <a:pt x="376779" y="57139"/>
                  <a:pt x="378935" y="62678"/>
                </a:cubicBezTo>
                <a:cubicBezTo>
                  <a:pt x="380372" y="66457"/>
                  <a:pt x="381091" y="72386"/>
                  <a:pt x="381091" y="80465"/>
                </a:cubicBezTo>
                <a:lnTo>
                  <a:pt x="381091" y="118973"/>
                </a:lnTo>
                <a:cubicBezTo>
                  <a:pt x="381091" y="124624"/>
                  <a:pt x="381516" y="128501"/>
                  <a:pt x="382365" y="130604"/>
                </a:cubicBezTo>
                <a:cubicBezTo>
                  <a:pt x="383018" y="132050"/>
                  <a:pt x="384227" y="133282"/>
                  <a:pt x="385991" y="134301"/>
                </a:cubicBezTo>
                <a:cubicBezTo>
                  <a:pt x="387755" y="135320"/>
                  <a:pt x="390630" y="135829"/>
                  <a:pt x="394615" y="135829"/>
                </a:cubicBezTo>
                <a:lnTo>
                  <a:pt x="394615" y="139357"/>
                </a:lnTo>
                <a:lnTo>
                  <a:pt x="350319" y="139357"/>
                </a:lnTo>
                <a:lnTo>
                  <a:pt x="350319" y="135829"/>
                </a:lnTo>
                <a:lnTo>
                  <a:pt x="352181" y="135829"/>
                </a:lnTo>
                <a:cubicBezTo>
                  <a:pt x="356035" y="135829"/>
                  <a:pt x="359041" y="135074"/>
                  <a:pt x="361197" y="133563"/>
                </a:cubicBezTo>
                <a:cubicBezTo>
                  <a:pt x="362699" y="132511"/>
                  <a:pt x="363777" y="130835"/>
                  <a:pt x="364431" y="128534"/>
                </a:cubicBezTo>
                <a:cubicBezTo>
                  <a:pt x="364692" y="127417"/>
                  <a:pt x="364823" y="124230"/>
                  <a:pt x="364823" y="118973"/>
                </a:cubicBezTo>
                <a:lnTo>
                  <a:pt x="364823" y="80612"/>
                </a:lnTo>
                <a:cubicBezTo>
                  <a:pt x="364823" y="73341"/>
                  <a:pt x="363941" y="68214"/>
                  <a:pt x="362177" y="65229"/>
                </a:cubicBezTo>
                <a:cubicBezTo>
                  <a:pt x="359629" y="61074"/>
                  <a:pt x="355545" y="58996"/>
                  <a:pt x="349927" y="58996"/>
                </a:cubicBezTo>
                <a:cubicBezTo>
                  <a:pt x="346464" y="58996"/>
                  <a:pt x="342985" y="59859"/>
                  <a:pt x="339490" y="61584"/>
                </a:cubicBezTo>
                <a:cubicBezTo>
                  <a:pt x="335994" y="63309"/>
                  <a:pt x="331764" y="66515"/>
                  <a:pt x="326798" y="71201"/>
                </a:cubicBezTo>
                <a:lnTo>
                  <a:pt x="326602" y="72276"/>
                </a:lnTo>
                <a:lnTo>
                  <a:pt x="326798" y="76459"/>
                </a:lnTo>
                <a:lnTo>
                  <a:pt x="326798" y="118973"/>
                </a:lnTo>
                <a:cubicBezTo>
                  <a:pt x="326798" y="125151"/>
                  <a:pt x="327141" y="128995"/>
                  <a:pt x="327827" y="130506"/>
                </a:cubicBezTo>
                <a:cubicBezTo>
                  <a:pt x="328513" y="132017"/>
                  <a:pt x="329804" y="133282"/>
                  <a:pt x="331698" y="134301"/>
                </a:cubicBezTo>
                <a:cubicBezTo>
                  <a:pt x="333593" y="135320"/>
                  <a:pt x="336827" y="135829"/>
                  <a:pt x="341401" y="135829"/>
                </a:cubicBezTo>
                <a:lnTo>
                  <a:pt x="341401" y="139357"/>
                </a:lnTo>
                <a:lnTo>
                  <a:pt x="296026" y="139357"/>
                </a:lnTo>
                <a:lnTo>
                  <a:pt x="296026" y="135829"/>
                </a:lnTo>
                <a:cubicBezTo>
                  <a:pt x="300992" y="135829"/>
                  <a:pt x="304405" y="135238"/>
                  <a:pt x="306267" y="134056"/>
                </a:cubicBezTo>
                <a:cubicBezTo>
                  <a:pt x="308129" y="132872"/>
                  <a:pt x="309420" y="131097"/>
                  <a:pt x="310138" y="128733"/>
                </a:cubicBezTo>
                <a:cubicBezTo>
                  <a:pt x="310465" y="127614"/>
                  <a:pt x="310628" y="124361"/>
                  <a:pt x="310628" y="118973"/>
                </a:cubicBezTo>
                <a:lnTo>
                  <a:pt x="310628" y="80636"/>
                </a:lnTo>
                <a:cubicBezTo>
                  <a:pt x="310628" y="73370"/>
                  <a:pt x="309550" y="68128"/>
                  <a:pt x="307394" y="64910"/>
                </a:cubicBezTo>
                <a:cubicBezTo>
                  <a:pt x="304520" y="60706"/>
                  <a:pt x="300502" y="58604"/>
                  <a:pt x="295340" y="58604"/>
                </a:cubicBezTo>
                <a:cubicBezTo>
                  <a:pt x="291812" y="58604"/>
                  <a:pt x="288317" y="59556"/>
                  <a:pt x="284854" y="61459"/>
                </a:cubicBezTo>
                <a:cubicBezTo>
                  <a:pt x="279431" y="64346"/>
                  <a:pt x="275250" y="67593"/>
                  <a:pt x="272310" y="71201"/>
                </a:cubicBezTo>
                <a:lnTo>
                  <a:pt x="272310" y="118973"/>
                </a:lnTo>
                <a:cubicBezTo>
                  <a:pt x="272310" y="124888"/>
                  <a:pt x="272718" y="128732"/>
                  <a:pt x="273535" y="130506"/>
                </a:cubicBezTo>
                <a:cubicBezTo>
                  <a:pt x="274352" y="132281"/>
                  <a:pt x="275560" y="133612"/>
                  <a:pt x="277161" y="134500"/>
                </a:cubicBezTo>
                <a:cubicBezTo>
                  <a:pt x="278762" y="135386"/>
                  <a:pt x="282012" y="135829"/>
                  <a:pt x="286912" y="135829"/>
                </a:cubicBezTo>
                <a:lnTo>
                  <a:pt x="286912" y="139357"/>
                </a:lnTo>
                <a:lnTo>
                  <a:pt x="242518" y="139357"/>
                </a:lnTo>
                <a:lnTo>
                  <a:pt x="242518" y="135829"/>
                </a:lnTo>
                <a:cubicBezTo>
                  <a:pt x="246634" y="135829"/>
                  <a:pt x="249509" y="135386"/>
                  <a:pt x="251142" y="134500"/>
                </a:cubicBezTo>
                <a:cubicBezTo>
                  <a:pt x="252775" y="133612"/>
                  <a:pt x="254017" y="132199"/>
                  <a:pt x="254866" y="130261"/>
                </a:cubicBezTo>
                <a:cubicBezTo>
                  <a:pt x="255715" y="128322"/>
                  <a:pt x="256140" y="124559"/>
                  <a:pt x="256140" y="118973"/>
                </a:cubicBezTo>
                <a:lnTo>
                  <a:pt x="256140" y="84869"/>
                </a:lnTo>
                <a:cubicBezTo>
                  <a:pt x="256140" y="75003"/>
                  <a:pt x="255846" y="68633"/>
                  <a:pt x="255258" y="65758"/>
                </a:cubicBezTo>
                <a:cubicBezTo>
                  <a:pt x="254801" y="63602"/>
                  <a:pt x="254082" y="62116"/>
                  <a:pt x="253102" y="61299"/>
                </a:cubicBezTo>
                <a:cubicBezTo>
                  <a:pt x="252122" y="60483"/>
                  <a:pt x="250783" y="60074"/>
                  <a:pt x="249084" y="60074"/>
                </a:cubicBezTo>
                <a:cubicBezTo>
                  <a:pt x="247255" y="60074"/>
                  <a:pt x="245066" y="60564"/>
                  <a:pt x="242518" y="61544"/>
                </a:cubicBezTo>
                <a:lnTo>
                  <a:pt x="241048" y="58016"/>
                </a:lnTo>
                <a:lnTo>
                  <a:pt x="268096" y="47040"/>
                </a:lnTo>
                <a:lnTo>
                  <a:pt x="272310" y="47040"/>
                </a:lnTo>
                <a:lnTo>
                  <a:pt x="272310" y="66319"/>
                </a:lnTo>
                <a:close/>
                <a:moveTo>
                  <a:pt x="416895" y="83497"/>
                </a:moveTo>
                <a:cubicBezTo>
                  <a:pt x="416830" y="96763"/>
                  <a:pt x="420064" y="107169"/>
                  <a:pt x="426597" y="114713"/>
                </a:cubicBezTo>
                <a:cubicBezTo>
                  <a:pt x="433131" y="122257"/>
                  <a:pt x="440807" y="126029"/>
                  <a:pt x="449627" y="126029"/>
                </a:cubicBezTo>
                <a:cubicBezTo>
                  <a:pt x="455507" y="126029"/>
                  <a:pt x="460620" y="124405"/>
                  <a:pt x="464964" y="121156"/>
                </a:cubicBezTo>
                <a:cubicBezTo>
                  <a:pt x="469309" y="117908"/>
                  <a:pt x="472952" y="112346"/>
                  <a:pt x="475892" y="104469"/>
                </a:cubicBezTo>
                <a:lnTo>
                  <a:pt x="478930" y="106438"/>
                </a:lnTo>
                <a:cubicBezTo>
                  <a:pt x="477558" y="115436"/>
                  <a:pt x="473572" y="123629"/>
                  <a:pt x="466974" y="131018"/>
                </a:cubicBezTo>
                <a:cubicBezTo>
                  <a:pt x="460375" y="138407"/>
                  <a:pt x="452110" y="142101"/>
                  <a:pt x="442179" y="142101"/>
                </a:cubicBezTo>
                <a:cubicBezTo>
                  <a:pt x="431399" y="142101"/>
                  <a:pt x="422171" y="137913"/>
                  <a:pt x="414494" y="129536"/>
                </a:cubicBezTo>
                <a:cubicBezTo>
                  <a:pt x="406817" y="121156"/>
                  <a:pt x="402979" y="109893"/>
                  <a:pt x="402979" y="95744"/>
                </a:cubicBezTo>
                <a:cubicBezTo>
                  <a:pt x="402979" y="80423"/>
                  <a:pt x="406915" y="68476"/>
                  <a:pt x="414788" y="59903"/>
                </a:cubicBezTo>
                <a:cubicBezTo>
                  <a:pt x="422661" y="51328"/>
                  <a:pt x="432543" y="47040"/>
                  <a:pt x="444433" y="47040"/>
                </a:cubicBezTo>
                <a:cubicBezTo>
                  <a:pt x="454495" y="47040"/>
                  <a:pt x="462759" y="50348"/>
                  <a:pt x="469228" y="56963"/>
                </a:cubicBezTo>
                <a:cubicBezTo>
                  <a:pt x="475696" y="63576"/>
                  <a:pt x="478930" y="72420"/>
                  <a:pt x="478930" y="83497"/>
                </a:cubicBezTo>
                <a:lnTo>
                  <a:pt x="416895" y="83497"/>
                </a:lnTo>
                <a:moveTo>
                  <a:pt x="416895" y="77813"/>
                </a:moveTo>
                <a:lnTo>
                  <a:pt x="458447" y="77813"/>
                </a:lnTo>
                <a:cubicBezTo>
                  <a:pt x="458121" y="72110"/>
                  <a:pt x="457435" y="68093"/>
                  <a:pt x="456389" y="65762"/>
                </a:cubicBezTo>
                <a:cubicBezTo>
                  <a:pt x="454756" y="62131"/>
                  <a:pt x="452322" y="59280"/>
                  <a:pt x="449088" y="57208"/>
                </a:cubicBezTo>
                <a:cubicBezTo>
                  <a:pt x="445854" y="55134"/>
                  <a:pt x="442473" y="54096"/>
                  <a:pt x="438945" y="54096"/>
                </a:cubicBezTo>
                <a:cubicBezTo>
                  <a:pt x="433523" y="54096"/>
                  <a:pt x="428672" y="56186"/>
                  <a:pt x="424392" y="60365"/>
                </a:cubicBezTo>
                <a:cubicBezTo>
                  <a:pt x="420113" y="64545"/>
                  <a:pt x="417614" y="70360"/>
                  <a:pt x="416895" y="77813"/>
                </a:cubicBezTo>
                <a:close/>
                <a:moveTo>
                  <a:pt x="517082" y="65954"/>
                </a:moveTo>
                <a:cubicBezTo>
                  <a:pt x="527601" y="53345"/>
                  <a:pt x="537630" y="47040"/>
                  <a:pt x="547169" y="47040"/>
                </a:cubicBezTo>
                <a:cubicBezTo>
                  <a:pt x="552069" y="47040"/>
                  <a:pt x="556283" y="48262"/>
                  <a:pt x="559811" y="50706"/>
                </a:cubicBezTo>
                <a:cubicBezTo>
                  <a:pt x="563339" y="53148"/>
                  <a:pt x="566148" y="57171"/>
                  <a:pt x="568239" y="62776"/>
                </a:cubicBezTo>
                <a:cubicBezTo>
                  <a:pt x="569676" y="66685"/>
                  <a:pt x="570395" y="72680"/>
                  <a:pt x="570395" y="80759"/>
                </a:cubicBezTo>
                <a:lnTo>
                  <a:pt x="570395" y="118973"/>
                </a:lnTo>
                <a:cubicBezTo>
                  <a:pt x="570395" y="124690"/>
                  <a:pt x="570852" y="128567"/>
                  <a:pt x="571767" y="130604"/>
                </a:cubicBezTo>
                <a:cubicBezTo>
                  <a:pt x="572485" y="132248"/>
                  <a:pt x="573645" y="133530"/>
                  <a:pt x="575246" y="134451"/>
                </a:cubicBezTo>
                <a:cubicBezTo>
                  <a:pt x="576846" y="135370"/>
                  <a:pt x="579803" y="135829"/>
                  <a:pt x="584115" y="135829"/>
                </a:cubicBezTo>
                <a:lnTo>
                  <a:pt x="584115" y="139357"/>
                </a:lnTo>
                <a:lnTo>
                  <a:pt x="539721" y="139357"/>
                </a:lnTo>
                <a:lnTo>
                  <a:pt x="539721" y="135829"/>
                </a:lnTo>
                <a:lnTo>
                  <a:pt x="541583" y="135829"/>
                </a:lnTo>
                <a:cubicBezTo>
                  <a:pt x="545764" y="135829"/>
                  <a:pt x="548688" y="135189"/>
                  <a:pt x="550354" y="133909"/>
                </a:cubicBezTo>
                <a:cubicBezTo>
                  <a:pt x="552020" y="132627"/>
                  <a:pt x="553179" y="130737"/>
                  <a:pt x="553833" y="128240"/>
                </a:cubicBezTo>
                <a:cubicBezTo>
                  <a:pt x="554094" y="127254"/>
                  <a:pt x="554225" y="124165"/>
                  <a:pt x="554225" y="118973"/>
                </a:cubicBezTo>
                <a:lnTo>
                  <a:pt x="554225" y="82284"/>
                </a:lnTo>
                <a:cubicBezTo>
                  <a:pt x="554225" y="74129"/>
                  <a:pt x="553163" y="68210"/>
                  <a:pt x="551040" y="64524"/>
                </a:cubicBezTo>
                <a:cubicBezTo>
                  <a:pt x="548916" y="60839"/>
                  <a:pt x="545339" y="58996"/>
                  <a:pt x="540309" y="58996"/>
                </a:cubicBezTo>
                <a:cubicBezTo>
                  <a:pt x="532534" y="58996"/>
                  <a:pt x="524792" y="63243"/>
                  <a:pt x="517082" y="71737"/>
                </a:cubicBezTo>
                <a:lnTo>
                  <a:pt x="517082" y="118973"/>
                </a:lnTo>
                <a:cubicBezTo>
                  <a:pt x="517082" y="125084"/>
                  <a:pt x="517442" y="128863"/>
                  <a:pt x="518160" y="130310"/>
                </a:cubicBezTo>
                <a:cubicBezTo>
                  <a:pt x="519075" y="132215"/>
                  <a:pt x="520333" y="133612"/>
                  <a:pt x="521933" y="134500"/>
                </a:cubicBezTo>
                <a:cubicBezTo>
                  <a:pt x="523534" y="135386"/>
                  <a:pt x="526784" y="135829"/>
                  <a:pt x="531684" y="135829"/>
                </a:cubicBezTo>
                <a:lnTo>
                  <a:pt x="531684" y="139357"/>
                </a:lnTo>
                <a:lnTo>
                  <a:pt x="487290" y="139357"/>
                </a:lnTo>
                <a:lnTo>
                  <a:pt x="487290" y="135829"/>
                </a:lnTo>
                <a:lnTo>
                  <a:pt x="489250" y="135829"/>
                </a:lnTo>
                <a:cubicBezTo>
                  <a:pt x="493824" y="135829"/>
                  <a:pt x="496911" y="134663"/>
                  <a:pt x="498511" y="132332"/>
                </a:cubicBezTo>
                <a:cubicBezTo>
                  <a:pt x="500112" y="129998"/>
                  <a:pt x="500912" y="125545"/>
                  <a:pt x="500912" y="118973"/>
                </a:cubicBezTo>
                <a:lnTo>
                  <a:pt x="500912" y="85849"/>
                </a:lnTo>
                <a:cubicBezTo>
                  <a:pt x="500912" y="75069"/>
                  <a:pt x="500667" y="68503"/>
                  <a:pt x="500177" y="66150"/>
                </a:cubicBezTo>
                <a:cubicBezTo>
                  <a:pt x="499687" y="63798"/>
                  <a:pt x="498936" y="62198"/>
                  <a:pt x="497923" y="61348"/>
                </a:cubicBezTo>
                <a:cubicBezTo>
                  <a:pt x="496911" y="60499"/>
                  <a:pt x="495555" y="60074"/>
                  <a:pt x="493856" y="60074"/>
                </a:cubicBezTo>
                <a:cubicBezTo>
                  <a:pt x="492027" y="60074"/>
                  <a:pt x="489838" y="60564"/>
                  <a:pt x="487290" y="61544"/>
                </a:cubicBezTo>
                <a:lnTo>
                  <a:pt x="485820" y="58016"/>
                </a:lnTo>
                <a:lnTo>
                  <a:pt x="512868" y="47040"/>
                </a:lnTo>
                <a:lnTo>
                  <a:pt x="517082" y="47040"/>
                </a:lnTo>
                <a:lnTo>
                  <a:pt x="517082" y="65954"/>
                </a:lnTo>
                <a:close/>
                <a:moveTo>
                  <a:pt x="617337" y="19992"/>
                </a:moveTo>
                <a:lnTo>
                  <a:pt x="617337" y="49588"/>
                </a:lnTo>
                <a:lnTo>
                  <a:pt x="638309" y="49588"/>
                </a:lnTo>
                <a:lnTo>
                  <a:pt x="638309" y="56252"/>
                </a:lnTo>
                <a:lnTo>
                  <a:pt x="617337" y="56448"/>
                </a:lnTo>
                <a:lnTo>
                  <a:pt x="617337" y="114740"/>
                </a:lnTo>
                <a:cubicBezTo>
                  <a:pt x="617337" y="120561"/>
                  <a:pt x="618170" y="124486"/>
                  <a:pt x="619836" y="126516"/>
                </a:cubicBezTo>
                <a:cubicBezTo>
                  <a:pt x="621502" y="128543"/>
                  <a:pt x="623642" y="129557"/>
                  <a:pt x="626255" y="129557"/>
                </a:cubicBezTo>
                <a:cubicBezTo>
                  <a:pt x="628411" y="129557"/>
                  <a:pt x="630502" y="128879"/>
                  <a:pt x="632527" y="127523"/>
                </a:cubicBezTo>
                <a:cubicBezTo>
                  <a:pt x="634552" y="126168"/>
                  <a:pt x="636120" y="124167"/>
                  <a:pt x="637231" y="121521"/>
                </a:cubicBezTo>
                <a:lnTo>
                  <a:pt x="641053" y="121521"/>
                </a:lnTo>
                <a:cubicBezTo>
                  <a:pt x="638766" y="127956"/>
                  <a:pt x="635532" y="132799"/>
                  <a:pt x="631351" y="136050"/>
                </a:cubicBezTo>
                <a:cubicBezTo>
                  <a:pt x="627170" y="139300"/>
                  <a:pt x="622858" y="140925"/>
                  <a:pt x="618415" y="140925"/>
                </a:cubicBezTo>
                <a:cubicBezTo>
                  <a:pt x="615410" y="140925"/>
                  <a:pt x="612470" y="140089"/>
                  <a:pt x="609595" y="138417"/>
                </a:cubicBezTo>
                <a:cubicBezTo>
                  <a:pt x="606720" y="136745"/>
                  <a:pt x="604597" y="134352"/>
                  <a:pt x="603225" y="131238"/>
                </a:cubicBezTo>
                <a:cubicBezTo>
                  <a:pt x="601853" y="128125"/>
                  <a:pt x="601167" y="123323"/>
                  <a:pt x="601167" y="116832"/>
                </a:cubicBezTo>
                <a:lnTo>
                  <a:pt x="601167" y="56252"/>
                </a:lnTo>
                <a:lnTo>
                  <a:pt x="586957" y="56252"/>
                </a:lnTo>
                <a:lnTo>
                  <a:pt x="586957" y="53110"/>
                </a:lnTo>
                <a:cubicBezTo>
                  <a:pt x="590550" y="51681"/>
                  <a:pt x="594225" y="49262"/>
                  <a:pt x="597982" y="45852"/>
                </a:cubicBezTo>
                <a:cubicBezTo>
                  <a:pt x="601738" y="42442"/>
                  <a:pt x="605087" y="38379"/>
                  <a:pt x="608027" y="33660"/>
                </a:cubicBezTo>
                <a:cubicBezTo>
                  <a:pt x="609530" y="31169"/>
                  <a:pt x="611620" y="26613"/>
                  <a:pt x="614299" y="19992"/>
                </a:cubicBezTo>
                <a:lnTo>
                  <a:pt x="617337" y="19992"/>
                </a:lnTo>
                <a:close/>
                <a:moveTo>
                  <a:pt x="753298" y="178557"/>
                </a:moveTo>
                <a:lnTo>
                  <a:pt x="753298" y="182281"/>
                </a:lnTo>
                <a:cubicBezTo>
                  <a:pt x="743432" y="177316"/>
                  <a:pt x="735200" y="171501"/>
                  <a:pt x="728601" y="164837"/>
                </a:cubicBezTo>
                <a:cubicBezTo>
                  <a:pt x="719193" y="155364"/>
                  <a:pt x="711941" y="144192"/>
                  <a:pt x="706845" y="131321"/>
                </a:cubicBezTo>
                <a:cubicBezTo>
                  <a:pt x="701749" y="118450"/>
                  <a:pt x="699201" y="105089"/>
                  <a:pt x="699201" y="91239"/>
                </a:cubicBezTo>
                <a:cubicBezTo>
                  <a:pt x="699201" y="70985"/>
                  <a:pt x="704199" y="52512"/>
                  <a:pt x="714195" y="35819"/>
                </a:cubicBezTo>
                <a:cubicBezTo>
                  <a:pt x="724191" y="19126"/>
                  <a:pt x="737225" y="7187"/>
                  <a:pt x="753298" y="0"/>
                </a:cubicBezTo>
                <a:lnTo>
                  <a:pt x="753298" y="4116"/>
                </a:lnTo>
                <a:cubicBezTo>
                  <a:pt x="745261" y="8557"/>
                  <a:pt x="738663" y="14630"/>
                  <a:pt x="733501" y="22335"/>
                </a:cubicBezTo>
                <a:cubicBezTo>
                  <a:pt x="728340" y="30040"/>
                  <a:pt x="724485" y="39803"/>
                  <a:pt x="721937" y="51622"/>
                </a:cubicBezTo>
                <a:cubicBezTo>
                  <a:pt x="719389" y="63439"/>
                  <a:pt x="718115" y="75780"/>
                  <a:pt x="718115" y="88645"/>
                </a:cubicBezTo>
                <a:cubicBezTo>
                  <a:pt x="718115" y="102618"/>
                  <a:pt x="719193" y="115318"/>
                  <a:pt x="721349" y="126746"/>
                </a:cubicBezTo>
                <a:cubicBezTo>
                  <a:pt x="723048" y="135756"/>
                  <a:pt x="725106" y="142986"/>
                  <a:pt x="727523" y="148437"/>
                </a:cubicBezTo>
                <a:cubicBezTo>
                  <a:pt x="729941" y="153891"/>
                  <a:pt x="733191" y="159131"/>
                  <a:pt x="737274" y="164157"/>
                </a:cubicBezTo>
                <a:cubicBezTo>
                  <a:pt x="741358" y="169186"/>
                  <a:pt x="746699" y="173986"/>
                  <a:pt x="753298" y="178557"/>
                </a:cubicBezTo>
                <a:close/>
                <a:moveTo>
                  <a:pt x="819740" y="135633"/>
                </a:moveTo>
                <a:lnTo>
                  <a:pt x="819740" y="139357"/>
                </a:lnTo>
                <a:lnTo>
                  <a:pt x="762802" y="139357"/>
                </a:lnTo>
                <a:lnTo>
                  <a:pt x="762802" y="135633"/>
                </a:lnTo>
                <a:lnTo>
                  <a:pt x="767506" y="135633"/>
                </a:lnTo>
                <a:cubicBezTo>
                  <a:pt x="772994" y="135633"/>
                  <a:pt x="776979" y="134040"/>
                  <a:pt x="779462" y="130855"/>
                </a:cubicBezTo>
                <a:cubicBezTo>
                  <a:pt x="781030" y="128775"/>
                  <a:pt x="781814" y="123769"/>
                  <a:pt x="781814" y="115837"/>
                </a:cubicBezTo>
                <a:lnTo>
                  <a:pt x="781814" y="29988"/>
                </a:lnTo>
                <a:cubicBezTo>
                  <a:pt x="781814" y="23292"/>
                  <a:pt x="781389" y="18870"/>
                  <a:pt x="780540" y="16724"/>
                </a:cubicBezTo>
                <a:cubicBezTo>
                  <a:pt x="779887" y="15099"/>
                  <a:pt x="778547" y="13702"/>
                  <a:pt x="776522" y="12532"/>
                </a:cubicBezTo>
                <a:cubicBezTo>
                  <a:pt x="773647" y="10972"/>
                  <a:pt x="770642" y="10192"/>
                  <a:pt x="767506" y="10192"/>
                </a:cubicBezTo>
                <a:lnTo>
                  <a:pt x="762802" y="10192"/>
                </a:lnTo>
                <a:lnTo>
                  <a:pt x="762802" y="6468"/>
                </a:lnTo>
                <a:lnTo>
                  <a:pt x="819740" y="6468"/>
                </a:lnTo>
                <a:lnTo>
                  <a:pt x="819740" y="10192"/>
                </a:lnTo>
                <a:lnTo>
                  <a:pt x="814938" y="10192"/>
                </a:lnTo>
                <a:cubicBezTo>
                  <a:pt x="809515" y="10192"/>
                  <a:pt x="805563" y="11785"/>
                  <a:pt x="803080" y="14970"/>
                </a:cubicBezTo>
                <a:cubicBezTo>
                  <a:pt x="801447" y="17050"/>
                  <a:pt x="800630" y="22056"/>
                  <a:pt x="800630" y="29988"/>
                </a:cubicBezTo>
                <a:lnTo>
                  <a:pt x="800630" y="115837"/>
                </a:lnTo>
                <a:cubicBezTo>
                  <a:pt x="800630" y="122534"/>
                  <a:pt x="801055" y="126955"/>
                  <a:pt x="801904" y="129101"/>
                </a:cubicBezTo>
                <a:cubicBezTo>
                  <a:pt x="802557" y="130726"/>
                  <a:pt x="803929" y="132123"/>
                  <a:pt x="806020" y="133293"/>
                </a:cubicBezTo>
                <a:cubicBezTo>
                  <a:pt x="808829" y="134853"/>
                  <a:pt x="811802" y="135633"/>
                  <a:pt x="814938" y="135633"/>
                </a:cubicBezTo>
                <a:lnTo>
                  <a:pt x="819740" y="135633"/>
                </a:lnTo>
                <a:close/>
                <a:moveTo>
                  <a:pt x="967132" y="6468"/>
                </a:moveTo>
                <a:lnTo>
                  <a:pt x="967132" y="10192"/>
                </a:lnTo>
                <a:cubicBezTo>
                  <a:pt x="962428" y="11035"/>
                  <a:pt x="958867" y="12528"/>
                  <a:pt x="956450" y="14669"/>
                </a:cubicBezTo>
                <a:cubicBezTo>
                  <a:pt x="952987" y="17850"/>
                  <a:pt x="949917" y="22719"/>
                  <a:pt x="947238" y="29275"/>
                </a:cubicBezTo>
                <a:lnTo>
                  <a:pt x="900883" y="142297"/>
                </a:lnTo>
                <a:lnTo>
                  <a:pt x="897257" y="142297"/>
                </a:lnTo>
                <a:lnTo>
                  <a:pt x="847473" y="27792"/>
                </a:lnTo>
                <a:cubicBezTo>
                  <a:pt x="844925" y="21957"/>
                  <a:pt x="843128" y="18391"/>
                  <a:pt x="842083" y="17095"/>
                </a:cubicBezTo>
                <a:cubicBezTo>
                  <a:pt x="840450" y="15086"/>
                  <a:pt x="838441" y="13515"/>
                  <a:pt x="836056" y="12382"/>
                </a:cubicBezTo>
                <a:cubicBezTo>
                  <a:pt x="833671" y="11247"/>
                  <a:pt x="830454" y="10517"/>
                  <a:pt x="826403" y="10192"/>
                </a:cubicBezTo>
                <a:lnTo>
                  <a:pt x="826403" y="6468"/>
                </a:lnTo>
                <a:lnTo>
                  <a:pt x="880695" y="6468"/>
                </a:lnTo>
                <a:lnTo>
                  <a:pt x="880695" y="10192"/>
                </a:lnTo>
                <a:cubicBezTo>
                  <a:pt x="874554" y="10780"/>
                  <a:pt x="870569" y="11825"/>
                  <a:pt x="868739" y="13328"/>
                </a:cubicBezTo>
                <a:cubicBezTo>
                  <a:pt x="866910" y="14831"/>
                  <a:pt x="865995" y="16758"/>
                  <a:pt x="865995" y="19110"/>
                </a:cubicBezTo>
                <a:cubicBezTo>
                  <a:pt x="865995" y="22377"/>
                  <a:pt x="867498" y="27473"/>
                  <a:pt x="870503" y="34398"/>
                </a:cubicBezTo>
                <a:lnTo>
                  <a:pt x="904314" y="112309"/>
                </a:lnTo>
                <a:lnTo>
                  <a:pt x="935674" y="35378"/>
                </a:lnTo>
                <a:cubicBezTo>
                  <a:pt x="938744" y="27800"/>
                  <a:pt x="940280" y="22540"/>
                  <a:pt x="940280" y="19600"/>
                </a:cubicBezTo>
                <a:cubicBezTo>
                  <a:pt x="940280" y="17705"/>
                  <a:pt x="939332" y="15892"/>
                  <a:pt x="937438" y="14161"/>
                </a:cubicBezTo>
                <a:cubicBezTo>
                  <a:pt x="935543" y="12430"/>
                  <a:pt x="932342" y="11205"/>
                  <a:pt x="927834" y="10486"/>
                </a:cubicBezTo>
                <a:cubicBezTo>
                  <a:pt x="927507" y="10421"/>
                  <a:pt x="926952" y="10323"/>
                  <a:pt x="926168" y="10192"/>
                </a:cubicBezTo>
                <a:lnTo>
                  <a:pt x="926168" y="6468"/>
                </a:lnTo>
                <a:lnTo>
                  <a:pt x="967132" y="6468"/>
                </a:lnTo>
                <a:close/>
                <a:moveTo>
                  <a:pt x="1105181" y="139357"/>
                </a:moveTo>
                <a:lnTo>
                  <a:pt x="1069705" y="139357"/>
                </a:lnTo>
                <a:lnTo>
                  <a:pt x="1024723" y="77225"/>
                </a:lnTo>
                <a:cubicBezTo>
                  <a:pt x="1021391" y="77355"/>
                  <a:pt x="1018680" y="77421"/>
                  <a:pt x="1016589" y="77421"/>
                </a:cubicBezTo>
                <a:cubicBezTo>
                  <a:pt x="1015739" y="77421"/>
                  <a:pt x="1014825" y="77404"/>
                  <a:pt x="1013845" y="77372"/>
                </a:cubicBezTo>
                <a:cubicBezTo>
                  <a:pt x="1012865" y="77339"/>
                  <a:pt x="1011852" y="77290"/>
                  <a:pt x="1010807" y="77225"/>
                </a:cubicBezTo>
                <a:lnTo>
                  <a:pt x="1010807" y="115837"/>
                </a:lnTo>
                <a:cubicBezTo>
                  <a:pt x="1010807" y="124159"/>
                  <a:pt x="1011721" y="129327"/>
                  <a:pt x="1013551" y="131342"/>
                </a:cubicBezTo>
                <a:cubicBezTo>
                  <a:pt x="1016033" y="134203"/>
                  <a:pt x="1019758" y="135633"/>
                  <a:pt x="1024723" y="135633"/>
                </a:cubicBezTo>
                <a:lnTo>
                  <a:pt x="1029917" y="135633"/>
                </a:lnTo>
                <a:lnTo>
                  <a:pt x="1029917" y="139357"/>
                </a:lnTo>
                <a:lnTo>
                  <a:pt x="972978" y="139357"/>
                </a:lnTo>
                <a:lnTo>
                  <a:pt x="972978" y="135633"/>
                </a:lnTo>
                <a:lnTo>
                  <a:pt x="977977" y="135633"/>
                </a:lnTo>
                <a:cubicBezTo>
                  <a:pt x="983595" y="135633"/>
                  <a:pt x="987613" y="133813"/>
                  <a:pt x="990031" y="130173"/>
                </a:cubicBezTo>
                <a:cubicBezTo>
                  <a:pt x="991403" y="128157"/>
                  <a:pt x="992089" y="123379"/>
                  <a:pt x="992089" y="115837"/>
                </a:cubicBezTo>
                <a:lnTo>
                  <a:pt x="992089" y="29988"/>
                </a:lnTo>
                <a:cubicBezTo>
                  <a:pt x="992089" y="21666"/>
                  <a:pt x="991174" y="16498"/>
                  <a:pt x="989345" y="14483"/>
                </a:cubicBezTo>
                <a:cubicBezTo>
                  <a:pt x="986797" y="11622"/>
                  <a:pt x="983007" y="10192"/>
                  <a:pt x="977977" y="10192"/>
                </a:cubicBezTo>
                <a:lnTo>
                  <a:pt x="972978" y="10192"/>
                </a:lnTo>
                <a:lnTo>
                  <a:pt x="972978" y="6468"/>
                </a:lnTo>
                <a:lnTo>
                  <a:pt x="1021391" y="6468"/>
                </a:lnTo>
                <a:cubicBezTo>
                  <a:pt x="1035503" y="6468"/>
                  <a:pt x="1045907" y="7496"/>
                  <a:pt x="1052604" y="9552"/>
                </a:cubicBezTo>
                <a:cubicBezTo>
                  <a:pt x="1059301" y="11608"/>
                  <a:pt x="1064985" y="15394"/>
                  <a:pt x="1069656" y="20911"/>
                </a:cubicBezTo>
                <a:cubicBezTo>
                  <a:pt x="1074328" y="26425"/>
                  <a:pt x="1076663" y="33001"/>
                  <a:pt x="1076663" y="40637"/>
                </a:cubicBezTo>
                <a:cubicBezTo>
                  <a:pt x="1076663" y="48797"/>
                  <a:pt x="1074001" y="55880"/>
                  <a:pt x="1068676" y="61884"/>
                </a:cubicBezTo>
                <a:cubicBezTo>
                  <a:pt x="1063352" y="67889"/>
                  <a:pt x="1055103" y="72132"/>
                  <a:pt x="1043931" y="74612"/>
                </a:cubicBezTo>
                <a:lnTo>
                  <a:pt x="1071371" y="112701"/>
                </a:lnTo>
                <a:cubicBezTo>
                  <a:pt x="1077643" y="121456"/>
                  <a:pt x="1083033" y="127270"/>
                  <a:pt x="1087541" y="130145"/>
                </a:cubicBezTo>
                <a:cubicBezTo>
                  <a:pt x="1092049" y="133020"/>
                  <a:pt x="1097929" y="134849"/>
                  <a:pt x="1105181" y="135633"/>
                </a:cubicBezTo>
                <a:lnTo>
                  <a:pt x="1105181" y="139357"/>
                </a:lnTo>
                <a:moveTo>
                  <a:pt x="1010807" y="70953"/>
                </a:moveTo>
                <a:cubicBezTo>
                  <a:pt x="1012048" y="70953"/>
                  <a:pt x="1013126" y="70969"/>
                  <a:pt x="1014041" y="71002"/>
                </a:cubicBezTo>
                <a:cubicBezTo>
                  <a:pt x="1014955" y="71034"/>
                  <a:pt x="1015707" y="71051"/>
                  <a:pt x="1016295" y="71051"/>
                </a:cubicBezTo>
                <a:cubicBezTo>
                  <a:pt x="1028970" y="71051"/>
                  <a:pt x="1038525" y="68312"/>
                  <a:pt x="1044960" y="62834"/>
                </a:cubicBezTo>
                <a:cubicBezTo>
                  <a:pt x="1051395" y="57354"/>
                  <a:pt x="1054613" y="50374"/>
                  <a:pt x="1054613" y="41895"/>
                </a:cubicBezTo>
                <a:cubicBezTo>
                  <a:pt x="1054613" y="33612"/>
                  <a:pt x="1052016" y="26879"/>
                  <a:pt x="1046822" y="21695"/>
                </a:cubicBezTo>
                <a:cubicBezTo>
                  <a:pt x="1041628" y="16509"/>
                  <a:pt x="1034752" y="13916"/>
                  <a:pt x="1026193" y="13916"/>
                </a:cubicBezTo>
                <a:cubicBezTo>
                  <a:pt x="1022404" y="13916"/>
                  <a:pt x="1017275" y="14569"/>
                  <a:pt x="1010807" y="15876"/>
                </a:cubicBezTo>
                <a:lnTo>
                  <a:pt x="1010807" y="70953"/>
                </a:lnTo>
                <a:close/>
                <a:moveTo>
                  <a:pt x="1107928" y="4116"/>
                </a:moveTo>
                <a:lnTo>
                  <a:pt x="1107928" y="0"/>
                </a:lnTo>
                <a:cubicBezTo>
                  <a:pt x="1117858" y="4900"/>
                  <a:pt x="1126123" y="10682"/>
                  <a:pt x="1132722" y="17346"/>
                </a:cubicBezTo>
                <a:cubicBezTo>
                  <a:pt x="1142064" y="26885"/>
                  <a:pt x="1149284" y="38073"/>
                  <a:pt x="1154380" y="50911"/>
                </a:cubicBezTo>
                <a:cubicBezTo>
                  <a:pt x="1159476" y="63749"/>
                  <a:pt x="1162024" y="77127"/>
                  <a:pt x="1162024" y="91043"/>
                </a:cubicBezTo>
                <a:cubicBezTo>
                  <a:pt x="1162024" y="111296"/>
                  <a:pt x="1157042" y="129769"/>
                  <a:pt x="1147079" y="146462"/>
                </a:cubicBezTo>
                <a:cubicBezTo>
                  <a:pt x="1137115" y="163155"/>
                  <a:pt x="1124065" y="175095"/>
                  <a:pt x="1107928" y="182281"/>
                </a:cubicBezTo>
                <a:lnTo>
                  <a:pt x="1107928" y="178557"/>
                </a:lnTo>
                <a:cubicBezTo>
                  <a:pt x="1115964" y="174051"/>
                  <a:pt x="1122579" y="167962"/>
                  <a:pt x="1127773" y="160289"/>
                </a:cubicBezTo>
                <a:cubicBezTo>
                  <a:pt x="1132967" y="152617"/>
                  <a:pt x="1136821" y="142855"/>
                  <a:pt x="1139337" y="131006"/>
                </a:cubicBezTo>
                <a:cubicBezTo>
                  <a:pt x="1141852" y="119154"/>
                  <a:pt x="1143110" y="106796"/>
                  <a:pt x="1143110" y="93934"/>
                </a:cubicBezTo>
                <a:cubicBezTo>
                  <a:pt x="1143110" y="80024"/>
                  <a:pt x="1142032" y="67323"/>
                  <a:pt x="1139876" y="55833"/>
                </a:cubicBezTo>
                <a:cubicBezTo>
                  <a:pt x="1138242" y="46821"/>
                  <a:pt x="1136201" y="39606"/>
                  <a:pt x="1133751" y="34187"/>
                </a:cubicBezTo>
                <a:cubicBezTo>
                  <a:pt x="1131301" y="28766"/>
                  <a:pt x="1128050" y="23543"/>
                  <a:pt x="1124000" y="18516"/>
                </a:cubicBezTo>
                <a:cubicBezTo>
                  <a:pt x="1119949" y="13487"/>
                  <a:pt x="1114592" y="8687"/>
                  <a:pt x="1107928" y="4116"/>
                </a:cubicBezTo>
                <a:close/>
                <a:moveTo>
                  <a:pt x="1261493" y="13720"/>
                </a:moveTo>
                <a:lnTo>
                  <a:pt x="1261493" y="65856"/>
                </a:lnTo>
                <a:lnTo>
                  <a:pt x="1285699" y="65856"/>
                </a:lnTo>
                <a:cubicBezTo>
                  <a:pt x="1291253" y="65856"/>
                  <a:pt x="1295320" y="64639"/>
                  <a:pt x="1297900" y="62203"/>
                </a:cubicBezTo>
                <a:cubicBezTo>
                  <a:pt x="1300481" y="59765"/>
                  <a:pt x="1302196" y="54907"/>
                  <a:pt x="1303045" y="47628"/>
                </a:cubicBezTo>
                <a:lnTo>
                  <a:pt x="1306671" y="47628"/>
                </a:lnTo>
                <a:lnTo>
                  <a:pt x="1306671" y="92709"/>
                </a:lnTo>
                <a:lnTo>
                  <a:pt x="1303045" y="92709"/>
                </a:lnTo>
                <a:cubicBezTo>
                  <a:pt x="1302980" y="87547"/>
                  <a:pt x="1302310" y="83758"/>
                  <a:pt x="1301036" y="81341"/>
                </a:cubicBezTo>
                <a:cubicBezTo>
                  <a:pt x="1299762" y="78923"/>
                  <a:pt x="1297998" y="77110"/>
                  <a:pt x="1295744" y="75902"/>
                </a:cubicBezTo>
                <a:cubicBezTo>
                  <a:pt x="1293490" y="74693"/>
                  <a:pt x="1290142" y="74089"/>
                  <a:pt x="1285699" y="74089"/>
                </a:cubicBezTo>
                <a:lnTo>
                  <a:pt x="1261493" y="74089"/>
                </a:lnTo>
                <a:lnTo>
                  <a:pt x="1261493" y="115837"/>
                </a:lnTo>
                <a:cubicBezTo>
                  <a:pt x="1261493" y="122534"/>
                  <a:pt x="1261918" y="126955"/>
                  <a:pt x="1262767" y="129101"/>
                </a:cubicBezTo>
                <a:cubicBezTo>
                  <a:pt x="1263420" y="130726"/>
                  <a:pt x="1264792" y="132123"/>
                  <a:pt x="1266883" y="133293"/>
                </a:cubicBezTo>
                <a:cubicBezTo>
                  <a:pt x="1269758" y="134853"/>
                  <a:pt x="1272763" y="135633"/>
                  <a:pt x="1275899" y="135633"/>
                </a:cubicBezTo>
                <a:lnTo>
                  <a:pt x="1280701" y="135633"/>
                </a:lnTo>
                <a:lnTo>
                  <a:pt x="1280701" y="139357"/>
                </a:lnTo>
                <a:lnTo>
                  <a:pt x="1223665" y="139357"/>
                </a:lnTo>
                <a:lnTo>
                  <a:pt x="1223665" y="135633"/>
                </a:lnTo>
                <a:lnTo>
                  <a:pt x="1228369" y="135633"/>
                </a:lnTo>
                <a:cubicBezTo>
                  <a:pt x="1233857" y="135633"/>
                  <a:pt x="1237842" y="134040"/>
                  <a:pt x="1240325" y="130855"/>
                </a:cubicBezTo>
                <a:cubicBezTo>
                  <a:pt x="1241893" y="128775"/>
                  <a:pt x="1242677" y="123769"/>
                  <a:pt x="1242677" y="115837"/>
                </a:cubicBezTo>
                <a:lnTo>
                  <a:pt x="1242677" y="29988"/>
                </a:lnTo>
                <a:cubicBezTo>
                  <a:pt x="1242677" y="23292"/>
                  <a:pt x="1242252" y="18870"/>
                  <a:pt x="1241403" y="16724"/>
                </a:cubicBezTo>
                <a:cubicBezTo>
                  <a:pt x="1240750" y="15099"/>
                  <a:pt x="1239410" y="13702"/>
                  <a:pt x="1237385" y="12532"/>
                </a:cubicBezTo>
                <a:cubicBezTo>
                  <a:pt x="1234575" y="10972"/>
                  <a:pt x="1231570" y="10192"/>
                  <a:pt x="1228369" y="10192"/>
                </a:cubicBezTo>
                <a:lnTo>
                  <a:pt x="1223665" y="10192"/>
                </a:lnTo>
                <a:lnTo>
                  <a:pt x="1223665" y="6468"/>
                </a:lnTo>
                <a:lnTo>
                  <a:pt x="1322547" y="6468"/>
                </a:lnTo>
                <a:lnTo>
                  <a:pt x="1323821" y="35672"/>
                </a:lnTo>
                <a:lnTo>
                  <a:pt x="1320391" y="35672"/>
                </a:lnTo>
                <a:cubicBezTo>
                  <a:pt x="1318693" y="29466"/>
                  <a:pt x="1316716" y="24909"/>
                  <a:pt x="1314462" y="22001"/>
                </a:cubicBezTo>
                <a:cubicBezTo>
                  <a:pt x="1312208" y="19094"/>
                  <a:pt x="1309432" y="16987"/>
                  <a:pt x="1306132" y="15680"/>
                </a:cubicBezTo>
                <a:cubicBezTo>
                  <a:pt x="1302833" y="14373"/>
                  <a:pt x="1297721" y="13720"/>
                  <a:pt x="1290795" y="13720"/>
                </a:cubicBezTo>
                <a:lnTo>
                  <a:pt x="1261493" y="13720"/>
                </a:lnTo>
                <a:close/>
                <a:moveTo>
                  <a:pt x="1364559" y="47040"/>
                </a:moveTo>
                <a:lnTo>
                  <a:pt x="1364559" y="67229"/>
                </a:lnTo>
                <a:cubicBezTo>
                  <a:pt x="1372073" y="53770"/>
                  <a:pt x="1379782" y="47040"/>
                  <a:pt x="1387687" y="47040"/>
                </a:cubicBezTo>
                <a:cubicBezTo>
                  <a:pt x="1391281" y="47040"/>
                  <a:pt x="1394253" y="48135"/>
                  <a:pt x="1396605" y="50323"/>
                </a:cubicBezTo>
                <a:cubicBezTo>
                  <a:pt x="1398957" y="52512"/>
                  <a:pt x="1400133" y="55044"/>
                  <a:pt x="1400133" y="57918"/>
                </a:cubicBezTo>
                <a:cubicBezTo>
                  <a:pt x="1400133" y="60466"/>
                  <a:pt x="1399284" y="62622"/>
                  <a:pt x="1397585" y="64386"/>
                </a:cubicBezTo>
                <a:cubicBezTo>
                  <a:pt x="1395887" y="66150"/>
                  <a:pt x="1393861" y="67032"/>
                  <a:pt x="1391509" y="67032"/>
                </a:cubicBezTo>
                <a:cubicBezTo>
                  <a:pt x="1389223" y="67032"/>
                  <a:pt x="1386658" y="65922"/>
                  <a:pt x="1383816" y="63700"/>
                </a:cubicBezTo>
                <a:cubicBezTo>
                  <a:pt x="1380974" y="61479"/>
                  <a:pt x="1378867" y="60368"/>
                  <a:pt x="1377495" y="60368"/>
                </a:cubicBezTo>
                <a:cubicBezTo>
                  <a:pt x="1376319" y="60368"/>
                  <a:pt x="1375045" y="61017"/>
                  <a:pt x="1373673" y="62313"/>
                </a:cubicBezTo>
                <a:cubicBezTo>
                  <a:pt x="1370733" y="64973"/>
                  <a:pt x="1367695" y="69352"/>
                  <a:pt x="1364559" y="75448"/>
                </a:cubicBezTo>
                <a:lnTo>
                  <a:pt x="1364559" y="118385"/>
                </a:lnTo>
                <a:cubicBezTo>
                  <a:pt x="1364559" y="123354"/>
                  <a:pt x="1365180" y="127113"/>
                  <a:pt x="1366421" y="129661"/>
                </a:cubicBezTo>
                <a:cubicBezTo>
                  <a:pt x="1367271" y="131427"/>
                  <a:pt x="1368773" y="132897"/>
                  <a:pt x="1370929" y="134071"/>
                </a:cubicBezTo>
                <a:cubicBezTo>
                  <a:pt x="1373085" y="135243"/>
                  <a:pt x="1376189" y="135829"/>
                  <a:pt x="1380239" y="135829"/>
                </a:cubicBezTo>
                <a:lnTo>
                  <a:pt x="1380239" y="139357"/>
                </a:lnTo>
                <a:lnTo>
                  <a:pt x="1334277" y="139357"/>
                </a:lnTo>
                <a:lnTo>
                  <a:pt x="1334277" y="135829"/>
                </a:lnTo>
                <a:cubicBezTo>
                  <a:pt x="1338850" y="135829"/>
                  <a:pt x="1342248" y="135102"/>
                  <a:pt x="1344469" y="133648"/>
                </a:cubicBezTo>
                <a:cubicBezTo>
                  <a:pt x="1346102" y="132591"/>
                  <a:pt x="1347246" y="130905"/>
                  <a:pt x="1347899" y="128592"/>
                </a:cubicBezTo>
                <a:cubicBezTo>
                  <a:pt x="1348226" y="127467"/>
                  <a:pt x="1348389" y="124261"/>
                  <a:pt x="1348389" y="118973"/>
                </a:cubicBezTo>
                <a:lnTo>
                  <a:pt x="1348389" y="84477"/>
                </a:lnTo>
                <a:cubicBezTo>
                  <a:pt x="1348389" y="74023"/>
                  <a:pt x="1348177" y="67800"/>
                  <a:pt x="1347752" y="65807"/>
                </a:cubicBezTo>
                <a:cubicBezTo>
                  <a:pt x="1347327" y="63815"/>
                  <a:pt x="1346543" y="62361"/>
                  <a:pt x="1345400" y="61446"/>
                </a:cubicBezTo>
                <a:cubicBezTo>
                  <a:pt x="1344257" y="60532"/>
                  <a:pt x="1342836" y="60074"/>
                  <a:pt x="1341137" y="60074"/>
                </a:cubicBezTo>
                <a:cubicBezTo>
                  <a:pt x="1339112" y="60074"/>
                  <a:pt x="1336825" y="60564"/>
                  <a:pt x="1334277" y="61544"/>
                </a:cubicBezTo>
                <a:lnTo>
                  <a:pt x="1333297" y="58016"/>
                </a:lnTo>
                <a:lnTo>
                  <a:pt x="1360443" y="47040"/>
                </a:lnTo>
                <a:lnTo>
                  <a:pt x="1364559" y="47040"/>
                </a:lnTo>
                <a:close/>
                <a:moveTo>
                  <a:pt x="1455992" y="126525"/>
                </a:moveTo>
                <a:cubicBezTo>
                  <a:pt x="1446780" y="133644"/>
                  <a:pt x="1440998" y="137758"/>
                  <a:pt x="1438646" y="138867"/>
                </a:cubicBezTo>
                <a:cubicBezTo>
                  <a:pt x="1435118" y="140500"/>
                  <a:pt x="1431361" y="141317"/>
                  <a:pt x="1427376" y="141317"/>
                </a:cubicBezTo>
                <a:cubicBezTo>
                  <a:pt x="1421169" y="141317"/>
                  <a:pt x="1416057" y="139194"/>
                  <a:pt x="1412039" y="134947"/>
                </a:cubicBezTo>
                <a:cubicBezTo>
                  <a:pt x="1408021" y="130700"/>
                  <a:pt x="1406012" y="125114"/>
                  <a:pt x="1406012" y="118189"/>
                </a:cubicBezTo>
                <a:cubicBezTo>
                  <a:pt x="1406012" y="113812"/>
                  <a:pt x="1406992" y="110022"/>
                  <a:pt x="1408952" y="106821"/>
                </a:cubicBezTo>
                <a:cubicBezTo>
                  <a:pt x="1411631" y="102378"/>
                  <a:pt x="1416286" y="98197"/>
                  <a:pt x="1422917" y="94277"/>
                </a:cubicBezTo>
                <a:cubicBezTo>
                  <a:pt x="1429548" y="90357"/>
                  <a:pt x="1440573" y="85587"/>
                  <a:pt x="1455992" y="79969"/>
                </a:cubicBezTo>
                <a:lnTo>
                  <a:pt x="1455992" y="76453"/>
                </a:lnTo>
                <a:cubicBezTo>
                  <a:pt x="1455992" y="67535"/>
                  <a:pt x="1454571" y="61416"/>
                  <a:pt x="1451729" y="58096"/>
                </a:cubicBezTo>
                <a:cubicBezTo>
                  <a:pt x="1448887" y="54776"/>
                  <a:pt x="1444755" y="53116"/>
                  <a:pt x="1439332" y="53116"/>
                </a:cubicBezTo>
                <a:cubicBezTo>
                  <a:pt x="1435216" y="53116"/>
                  <a:pt x="1431949" y="54227"/>
                  <a:pt x="1429532" y="56448"/>
                </a:cubicBezTo>
                <a:cubicBezTo>
                  <a:pt x="1427049" y="58670"/>
                  <a:pt x="1425808" y="61218"/>
                  <a:pt x="1425808" y="64092"/>
                </a:cubicBezTo>
                <a:lnTo>
                  <a:pt x="1426004" y="69777"/>
                </a:lnTo>
                <a:cubicBezTo>
                  <a:pt x="1426004" y="72782"/>
                  <a:pt x="1425236" y="75101"/>
                  <a:pt x="1423701" y="76735"/>
                </a:cubicBezTo>
                <a:cubicBezTo>
                  <a:pt x="1422166" y="78368"/>
                  <a:pt x="1420157" y="79185"/>
                  <a:pt x="1417674" y="79185"/>
                </a:cubicBezTo>
                <a:cubicBezTo>
                  <a:pt x="1415257" y="79185"/>
                  <a:pt x="1413280" y="78333"/>
                  <a:pt x="1411745" y="76630"/>
                </a:cubicBezTo>
                <a:cubicBezTo>
                  <a:pt x="1410210" y="74926"/>
                  <a:pt x="1409442" y="72599"/>
                  <a:pt x="1409442" y="69651"/>
                </a:cubicBezTo>
                <a:cubicBezTo>
                  <a:pt x="1409442" y="64014"/>
                  <a:pt x="1412317" y="58836"/>
                  <a:pt x="1418066" y="54118"/>
                </a:cubicBezTo>
                <a:cubicBezTo>
                  <a:pt x="1423815" y="49400"/>
                  <a:pt x="1431884" y="47040"/>
                  <a:pt x="1442272" y="47040"/>
                </a:cubicBezTo>
                <a:cubicBezTo>
                  <a:pt x="1450243" y="47040"/>
                  <a:pt x="1456776" y="48378"/>
                  <a:pt x="1461872" y="51052"/>
                </a:cubicBezTo>
                <a:cubicBezTo>
                  <a:pt x="1465727" y="53076"/>
                  <a:pt x="1468569" y="56241"/>
                  <a:pt x="1470398" y="60549"/>
                </a:cubicBezTo>
                <a:cubicBezTo>
                  <a:pt x="1471574" y="63354"/>
                  <a:pt x="1472162" y="69097"/>
                  <a:pt x="1472162" y="77776"/>
                </a:cubicBezTo>
                <a:lnTo>
                  <a:pt x="1472162" y="108217"/>
                </a:lnTo>
                <a:cubicBezTo>
                  <a:pt x="1472162" y="116766"/>
                  <a:pt x="1472326" y="122003"/>
                  <a:pt x="1472652" y="123928"/>
                </a:cubicBezTo>
                <a:cubicBezTo>
                  <a:pt x="1472979" y="125853"/>
                  <a:pt x="1473518" y="127143"/>
                  <a:pt x="1474269" y="127796"/>
                </a:cubicBezTo>
                <a:cubicBezTo>
                  <a:pt x="1475021" y="128447"/>
                  <a:pt x="1475886" y="128773"/>
                  <a:pt x="1476866" y="128773"/>
                </a:cubicBezTo>
                <a:cubicBezTo>
                  <a:pt x="1477912" y="128773"/>
                  <a:pt x="1478826" y="128544"/>
                  <a:pt x="1479610" y="128087"/>
                </a:cubicBezTo>
                <a:cubicBezTo>
                  <a:pt x="1480982" y="127238"/>
                  <a:pt x="1483628" y="124853"/>
                  <a:pt x="1487548" y="120933"/>
                </a:cubicBezTo>
                <a:lnTo>
                  <a:pt x="1487548" y="126421"/>
                </a:lnTo>
                <a:cubicBezTo>
                  <a:pt x="1480231" y="136221"/>
                  <a:pt x="1473240" y="141121"/>
                  <a:pt x="1466576" y="141121"/>
                </a:cubicBezTo>
                <a:cubicBezTo>
                  <a:pt x="1463375" y="141121"/>
                  <a:pt x="1460827" y="140019"/>
                  <a:pt x="1458932" y="137814"/>
                </a:cubicBezTo>
                <a:cubicBezTo>
                  <a:pt x="1457038" y="135606"/>
                  <a:pt x="1456058" y="131844"/>
                  <a:pt x="1455992" y="126525"/>
                </a:cubicBezTo>
                <a:moveTo>
                  <a:pt x="1455992" y="120170"/>
                </a:moveTo>
                <a:lnTo>
                  <a:pt x="1455992" y="86045"/>
                </a:lnTo>
                <a:cubicBezTo>
                  <a:pt x="1446127" y="89957"/>
                  <a:pt x="1439757" y="92727"/>
                  <a:pt x="1436882" y="94356"/>
                </a:cubicBezTo>
                <a:cubicBezTo>
                  <a:pt x="1431721" y="97225"/>
                  <a:pt x="1428029" y="100224"/>
                  <a:pt x="1425808" y="103354"/>
                </a:cubicBezTo>
                <a:cubicBezTo>
                  <a:pt x="1423587" y="106482"/>
                  <a:pt x="1422476" y="109904"/>
                  <a:pt x="1422476" y="113620"/>
                </a:cubicBezTo>
                <a:cubicBezTo>
                  <a:pt x="1422476" y="118313"/>
                  <a:pt x="1423881" y="122209"/>
                  <a:pt x="1426690" y="125306"/>
                </a:cubicBezTo>
                <a:cubicBezTo>
                  <a:pt x="1429499" y="128401"/>
                  <a:pt x="1432733" y="129949"/>
                  <a:pt x="1436392" y="129949"/>
                </a:cubicBezTo>
                <a:cubicBezTo>
                  <a:pt x="1441357" y="129949"/>
                  <a:pt x="1447891" y="126689"/>
                  <a:pt x="1455992" y="120170"/>
                </a:cubicBezTo>
                <a:close/>
                <a:moveTo>
                  <a:pt x="1520899" y="66319"/>
                </a:moveTo>
                <a:cubicBezTo>
                  <a:pt x="1527432" y="59728"/>
                  <a:pt x="1531287" y="55939"/>
                  <a:pt x="1532463" y="54951"/>
                </a:cubicBezTo>
                <a:cubicBezTo>
                  <a:pt x="1535403" y="52446"/>
                  <a:pt x="1538572" y="50501"/>
                  <a:pt x="1541969" y="49117"/>
                </a:cubicBezTo>
                <a:cubicBezTo>
                  <a:pt x="1545366" y="47732"/>
                  <a:pt x="1548731" y="47040"/>
                  <a:pt x="1552063" y="47040"/>
                </a:cubicBezTo>
                <a:cubicBezTo>
                  <a:pt x="1557682" y="47040"/>
                  <a:pt x="1562517" y="48688"/>
                  <a:pt x="1566567" y="51983"/>
                </a:cubicBezTo>
                <a:cubicBezTo>
                  <a:pt x="1570618" y="55279"/>
                  <a:pt x="1573329" y="60057"/>
                  <a:pt x="1574701" y="66319"/>
                </a:cubicBezTo>
                <a:cubicBezTo>
                  <a:pt x="1581431" y="58409"/>
                  <a:pt x="1587115" y="53219"/>
                  <a:pt x="1591753" y="50749"/>
                </a:cubicBezTo>
                <a:cubicBezTo>
                  <a:pt x="1596392" y="48277"/>
                  <a:pt x="1601162" y="47040"/>
                  <a:pt x="1606062" y="47040"/>
                </a:cubicBezTo>
                <a:cubicBezTo>
                  <a:pt x="1610831" y="47040"/>
                  <a:pt x="1615061" y="48262"/>
                  <a:pt x="1618753" y="50706"/>
                </a:cubicBezTo>
                <a:cubicBezTo>
                  <a:pt x="1622444" y="53148"/>
                  <a:pt x="1625368" y="57139"/>
                  <a:pt x="1627524" y="62678"/>
                </a:cubicBezTo>
                <a:cubicBezTo>
                  <a:pt x="1628961" y="66457"/>
                  <a:pt x="1629680" y="72386"/>
                  <a:pt x="1629680" y="80465"/>
                </a:cubicBezTo>
                <a:lnTo>
                  <a:pt x="1629680" y="118973"/>
                </a:lnTo>
                <a:cubicBezTo>
                  <a:pt x="1629680" y="124624"/>
                  <a:pt x="1630104" y="128501"/>
                  <a:pt x="1630954" y="130604"/>
                </a:cubicBezTo>
                <a:cubicBezTo>
                  <a:pt x="1631607" y="132050"/>
                  <a:pt x="1632816" y="133282"/>
                  <a:pt x="1634580" y="134301"/>
                </a:cubicBezTo>
                <a:cubicBezTo>
                  <a:pt x="1636344" y="135320"/>
                  <a:pt x="1639218" y="135829"/>
                  <a:pt x="1643204" y="135829"/>
                </a:cubicBezTo>
                <a:lnTo>
                  <a:pt x="1643204" y="139357"/>
                </a:lnTo>
                <a:lnTo>
                  <a:pt x="1598908" y="139357"/>
                </a:lnTo>
                <a:lnTo>
                  <a:pt x="1598908" y="135829"/>
                </a:lnTo>
                <a:lnTo>
                  <a:pt x="1600770" y="135829"/>
                </a:lnTo>
                <a:cubicBezTo>
                  <a:pt x="1604624" y="135829"/>
                  <a:pt x="1607630" y="135074"/>
                  <a:pt x="1609786" y="133563"/>
                </a:cubicBezTo>
                <a:cubicBezTo>
                  <a:pt x="1611288" y="132511"/>
                  <a:pt x="1612366" y="130835"/>
                  <a:pt x="1613020" y="128534"/>
                </a:cubicBezTo>
                <a:cubicBezTo>
                  <a:pt x="1613281" y="127417"/>
                  <a:pt x="1613412" y="124230"/>
                  <a:pt x="1613412" y="118973"/>
                </a:cubicBezTo>
                <a:lnTo>
                  <a:pt x="1613412" y="80612"/>
                </a:lnTo>
                <a:cubicBezTo>
                  <a:pt x="1613412" y="73341"/>
                  <a:pt x="1612530" y="68214"/>
                  <a:pt x="1610766" y="65229"/>
                </a:cubicBezTo>
                <a:cubicBezTo>
                  <a:pt x="1608218" y="61074"/>
                  <a:pt x="1604134" y="58996"/>
                  <a:pt x="1598516" y="58996"/>
                </a:cubicBezTo>
                <a:cubicBezTo>
                  <a:pt x="1595053" y="58996"/>
                  <a:pt x="1591574" y="59859"/>
                  <a:pt x="1588078" y="61584"/>
                </a:cubicBezTo>
                <a:cubicBezTo>
                  <a:pt x="1584583" y="63309"/>
                  <a:pt x="1580353" y="66515"/>
                  <a:pt x="1575387" y="71201"/>
                </a:cubicBezTo>
                <a:lnTo>
                  <a:pt x="1575191" y="72276"/>
                </a:lnTo>
                <a:lnTo>
                  <a:pt x="1575387" y="76459"/>
                </a:lnTo>
                <a:lnTo>
                  <a:pt x="1575387" y="118973"/>
                </a:lnTo>
                <a:cubicBezTo>
                  <a:pt x="1575387" y="125151"/>
                  <a:pt x="1575730" y="128995"/>
                  <a:pt x="1576416" y="130506"/>
                </a:cubicBezTo>
                <a:cubicBezTo>
                  <a:pt x="1577102" y="132017"/>
                  <a:pt x="1578393" y="133282"/>
                  <a:pt x="1580287" y="134301"/>
                </a:cubicBezTo>
                <a:cubicBezTo>
                  <a:pt x="1582182" y="135320"/>
                  <a:pt x="1585416" y="135829"/>
                  <a:pt x="1589989" y="135829"/>
                </a:cubicBezTo>
                <a:lnTo>
                  <a:pt x="1589989" y="139357"/>
                </a:lnTo>
                <a:lnTo>
                  <a:pt x="1544615" y="139357"/>
                </a:lnTo>
                <a:lnTo>
                  <a:pt x="1544615" y="135829"/>
                </a:lnTo>
                <a:cubicBezTo>
                  <a:pt x="1549580" y="135829"/>
                  <a:pt x="1552994" y="135238"/>
                  <a:pt x="1554856" y="134056"/>
                </a:cubicBezTo>
                <a:cubicBezTo>
                  <a:pt x="1556718" y="132872"/>
                  <a:pt x="1558009" y="131097"/>
                  <a:pt x="1558727" y="128733"/>
                </a:cubicBezTo>
                <a:cubicBezTo>
                  <a:pt x="1559054" y="127614"/>
                  <a:pt x="1559217" y="124361"/>
                  <a:pt x="1559217" y="118973"/>
                </a:cubicBezTo>
                <a:lnTo>
                  <a:pt x="1559217" y="80636"/>
                </a:lnTo>
                <a:cubicBezTo>
                  <a:pt x="1559217" y="73370"/>
                  <a:pt x="1558139" y="68128"/>
                  <a:pt x="1555983" y="64910"/>
                </a:cubicBezTo>
                <a:cubicBezTo>
                  <a:pt x="1553109" y="60706"/>
                  <a:pt x="1549090" y="58604"/>
                  <a:pt x="1543929" y="58604"/>
                </a:cubicBezTo>
                <a:cubicBezTo>
                  <a:pt x="1540401" y="58604"/>
                  <a:pt x="1536906" y="59556"/>
                  <a:pt x="1533443" y="61459"/>
                </a:cubicBezTo>
                <a:cubicBezTo>
                  <a:pt x="1528020" y="64346"/>
                  <a:pt x="1523839" y="67593"/>
                  <a:pt x="1520899" y="71201"/>
                </a:cubicBezTo>
                <a:lnTo>
                  <a:pt x="1520899" y="118973"/>
                </a:lnTo>
                <a:cubicBezTo>
                  <a:pt x="1520899" y="124888"/>
                  <a:pt x="1521307" y="128732"/>
                  <a:pt x="1522124" y="130506"/>
                </a:cubicBezTo>
                <a:cubicBezTo>
                  <a:pt x="1522941" y="132281"/>
                  <a:pt x="1524149" y="133612"/>
                  <a:pt x="1525750" y="134500"/>
                </a:cubicBezTo>
                <a:cubicBezTo>
                  <a:pt x="1527351" y="135386"/>
                  <a:pt x="1530601" y="135829"/>
                  <a:pt x="1535501" y="135829"/>
                </a:cubicBezTo>
                <a:lnTo>
                  <a:pt x="1535501" y="139357"/>
                </a:lnTo>
                <a:lnTo>
                  <a:pt x="1491107" y="139357"/>
                </a:lnTo>
                <a:lnTo>
                  <a:pt x="1491107" y="135829"/>
                </a:lnTo>
                <a:cubicBezTo>
                  <a:pt x="1495223" y="135829"/>
                  <a:pt x="1498097" y="135386"/>
                  <a:pt x="1499731" y="134500"/>
                </a:cubicBezTo>
                <a:cubicBezTo>
                  <a:pt x="1501364" y="133612"/>
                  <a:pt x="1502605" y="132199"/>
                  <a:pt x="1503455" y="130261"/>
                </a:cubicBezTo>
                <a:cubicBezTo>
                  <a:pt x="1504304" y="128322"/>
                  <a:pt x="1504729" y="124559"/>
                  <a:pt x="1504729" y="118973"/>
                </a:cubicBezTo>
                <a:lnTo>
                  <a:pt x="1504729" y="84869"/>
                </a:lnTo>
                <a:cubicBezTo>
                  <a:pt x="1504729" y="75003"/>
                  <a:pt x="1504435" y="68633"/>
                  <a:pt x="1503847" y="65758"/>
                </a:cubicBezTo>
                <a:cubicBezTo>
                  <a:pt x="1503389" y="63602"/>
                  <a:pt x="1502671" y="62116"/>
                  <a:pt x="1501691" y="61299"/>
                </a:cubicBezTo>
                <a:cubicBezTo>
                  <a:pt x="1500711" y="60483"/>
                  <a:pt x="1499371" y="60074"/>
                  <a:pt x="1497673" y="60074"/>
                </a:cubicBezTo>
                <a:cubicBezTo>
                  <a:pt x="1495843" y="60074"/>
                  <a:pt x="1493655" y="60564"/>
                  <a:pt x="1491107" y="61544"/>
                </a:cubicBezTo>
                <a:lnTo>
                  <a:pt x="1489637" y="58016"/>
                </a:lnTo>
                <a:lnTo>
                  <a:pt x="1516685" y="47040"/>
                </a:lnTo>
                <a:lnTo>
                  <a:pt x="1520899" y="47040"/>
                </a:lnTo>
                <a:lnTo>
                  <a:pt x="1520899" y="66319"/>
                </a:lnTo>
                <a:close/>
                <a:moveTo>
                  <a:pt x="1665484" y="83497"/>
                </a:moveTo>
                <a:cubicBezTo>
                  <a:pt x="1665419" y="96763"/>
                  <a:pt x="1668653" y="107169"/>
                  <a:pt x="1675186" y="114713"/>
                </a:cubicBezTo>
                <a:cubicBezTo>
                  <a:pt x="1681720" y="122257"/>
                  <a:pt x="1689396" y="126029"/>
                  <a:pt x="1698216" y="126029"/>
                </a:cubicBezTo>
                <a:cubicBezTo>
                  <a:pt x="1704096" y="126029"/>
                  <a:pt x="1709209" y="124405"/>
                  <a:pt x="1713553" y="121156"/>
                </a:cubicBezTo>
                <a:cubicBezTo>
                  <a:pt x="1717898" y="117908"/>
                  <a:pt x="1721540" y="112346"/>
                  <a:pt x="1724481" y="104469"/>
                </a:cubicBezTo>
                <a:lnTo>
                  <a:pt x="1727519" y="106438"/>
                </a:lnTo>
                <a:cubicBezTo>
                  <a:pt x="1726147" y="115436"/>
                  <a:pt x="1722161" y="123629"/>
                  <a:pt x="1715562" y="131018"/>
                </a:cubicBezTo>
                <a:cubicBezTo>
                  <a:pt x="1708964" y="138407"/>
                  <a:pt x="1700699" y="142101"/>
                  <a:pt x="1690768" y="142101"/>
                </a:cubicBezTo>
                <a:cubicBezTo>
                  <a:pt x="1679988" y="142101"/>
                  <a:pt x="1670760" y="137913"/>
                  <a:pt x="1663083" y="129536"/>
                </a:cubicBezTo>
                <a:cubicBezTo>
                  <a:pt x="1655406" y="121156"/>
                  <a:pt x="1651568" y="109893"/>
                  <a:pt x="1651568" y="95744"/>
                </a:cubicBezTo>
                <a:cubicBezTo>
                  <a:pt x="1651568" y="80423"/>
                  <a:pt x="1655504" y="68476"/>
                  <a:pt x="1663377" y="59903"/>
                </a:cubicBezTo>
                <a:cubicBezTo>
                  <a:pt x="1671250" y="51328"/>
                  <a:pt x="1681132" y="47040"/>
                  <a:pt x="1693022" y="47040"/>
                </a:cubicBezTo>
                <a:cubicBezTo>
                  <a:pt x="1703084" y="47040"/>
                  <a:pt x="1711348" y="50348"/>
                  <a:pt x="1717816" y="56963"/>
                </a:cubicBezTo>
                <a:cubicBezTo>
                  <a:pt x="1724285" y="63576"/>
                  <a:pt x="1727519" y="72420"/>
                  <a:pt x="1727519" y="83497"/>
                </a:cubicBezTo>
                <a:lnTo>
                  <a:pt x="1665484" y="83497"/>
                </a:lnTo>
                <a:moveTo>
                  <a:pt x="1665484" y="77813"/>
                </a:moveTo>
                <a:lnTo>
                  <a:pt x="1707036" y="77813"/>
                </a:lnTo>
                <a:cubicBezTo>
                  <a:pt x="1706710" y="72110"/>
                  <a:pt x="1706024" y="68093"/>
                  <a:pt x="1704978" y="65762"/>
                </a:cubicBezTo>
                <a:cubicBezTo>
                  <a:pt x="1703345" y="62131"/>
                  <a:pt x="1700911" y="59280"/>
                  <a:pt x="1697677" y="57208"/>
                </a:cubicBezTo>
                <a:cubicBezTo>
                  <a:pt x="1694443" y="55134"/>
                  <a:pt x="1691062" y="54096"/>
                  <a:pt x="1687534" y="54096"/>
                </a:cubicBezTo>
                <a:cubicBezTo>
                  <a:pt x="1682112" y="54096"/>
                  <a:pt x="1677261" y="56186"/>
                  <a:pt x="1672981" y="60365"/>
                </a:cubicBezTo>
                <a:cubicBezTo>
                  <a:pt x="1668702" y="64545"/>
                  <a:pt x="1666203" y="70360"/>
                  <a:pt x="1665484" y="77813"/>
                </a:cubicBezTo>
                <a:close/>
                <a:moveTo>
                  <a:pt x="1734508" y="49588"/>
                </a:moveTo>
                <a:lnTo>
                  <a:pt x="1772140" y="49588"/>
                </a:lnTo>
                <a:lnTo>
                  <a:pt x="1772140" y="53116"/>
                </a:lnTo>
                <a:cubicBezTo>
                  <a:pt x="1768677" y="53380"/>
                  <a:pt x="1766407" y="54006"/>
                  <a:pt x="1765329" y="54994"/>
                </a:cubicBezTo>
                <a:cubicBezTo>
                  <a:pt x="1764251" y="55980"/>
                  <a:pt x="1763712" y="57394"/>
                  <a:pt x="1763712" y="59235"/>
                </a:cubicBezTo>
                <a:cubicBezTo>
                  <a:pt x="1763712" y="61277"/>
                  <a:pt x="1764267" y="63745"/>
                  <a:pt x="1765378" y="66640"/>
                </a:cubicBezTo>
                <a:lnTo>
                  <a:pt x="1784586" y="118177"/>
                </a:lnTo>
                <a:lnTo>
                  <a:pt x="1803892" y="76140"/>
                </a:lnTo>
                <a:lnTo>
                  <a:pt x="1798796" y="63014"/>
                </a:lnTo>
                <a:cubicBezTo>
                  <a:pt x="1797228" y="59056"/>
                  <a:pt x="1795170" y="56317"/>
                  <a:pt x="1792622" y="54798"/>
                </a:cubicBezTo>
                <a:cubicBezTo>
                  <a:pt x="1791185" y="53875"/>
                  <a:pt x="1788506" y="53314"/>
                  <a:pt x="1784586" y="53116"/>
                </a:cubicBezTo>
                <a:lnTo>
                  <a:pt x="1784586" y="49588"/>
                </a:lnTo>
                <a:lnTo>
                  <a:pt x="1827314" y="49588"/>
                </a:lnTo>
                <a:lnTo>
                  <a:pt x="1827314" y="53116"/>
                </a:lnTo>
                <a:cubicBezTo>
                  <a:pt x="1822610" y="53314"/>
                  <a:pt x="1819278" y="54174"/>
                  <a:pt x="1817318" y="55695"/>
                </a:cubicBezTo>
                <a:cubicBezTo>
                  <a:pt x="1816012" y="56755"/>
                  <a:pt x="1815358" y="58442"/>
                  <a:pt x="1815358" y="60757"/>
                </a:cubicBezTo>
                <a:cubicBezTo>
                  <a:pt x="1815358" y="62064"/>
                  <a:pt x="1815620" y="63404"/>
                  <a:pt x="1816142" y="64778"/>
                </a:cubicBezTo>
                <a:lnTo>
                  <a:pt x="1836526" y="116382"/>
                </a:lnTo>
                <a:lnTo>
                  <a:pt x="1855441" y="66640"/>
                </a:lnTo>
                <a:cubicBezTo>
                  <a:pt x="1856747" y="63086"/>
                  <a:pt x="1857401" y="60256"/>
                  <a:pt x="1857401" y="58151"/>
                </a:cubicBezTo>
                <a:cubicBezTo>
                  <a:pt x="1857401" y="56900"/>
                  <a:pt x="1856764" y="55781"/>
                  <a:pt x="1855490" y="54795"/>
                </a:cubicBezTo>
                <a:cubicBezTo>
                  <a:pt x="1854216" y="53806"/>
                  <a:pt x="1851717" y="53247"/>
                  <a:pt x="1847992" y="53116"/>
                </a:cubicBezTo>
                <a:lnTo>
                  <a:pt x="1847992" y="49588"/>
                </a:lnTo>
                <a:lnTo>
                  <a:pt x="1876315" y="49588"/>
                </a:lnTo>
                <a:lnTo>
                  <a:pt x="1876315" y="53116"/>
                </a:lnTo>
                <a:cubicBezTo>
                  <a:pt x="1870631" y="53970"/>
                  <a:pt x="1866449" y="57842"/>
                  <a:pt x="1863771" y="64733"/>
                </a:cubicBezTo>
                <a:lnTo>
                  <a:pt x="1833782" y="142101"/>
                </a:lnTo>
                <a:lnTo>
                  <a:pt x="1829764" y="142101"/>
                </a:lnTo>
                <a:lnTo>
                  <a:pt x="1807322" y="84875"/>
                </a:lnTo>
                <a:lnTo>
                  <a:pt x="1781156" y="142101"/>
                </a:lnTo>
                <a:lnTo>
                  <a:pt x="1777530" y="142101"/>
                </a:lnTo>
                <a:lnTo>
                  <a:pt x="1748718" y="66640"/>
                </a:lnTo>
                <a:cubicBezTo>
                  <a:pt x="1746823" y="61836"/>
                  <a:pt x="1744961" y="58595"/>
                  <a:pt x="1743132" y="56917"/>
                </a:cubicBezTo>
                <a:cubicBezTo>
                  <a:pt x="1741302" y="55239"/>
                  <a:pt x="1738428" y="53972"/>
                  <a:pt x="1734508" y="53116"/>
                </a:cubicBezTo>
                <a:lnTo>
                  <a:pt x="1734508" y="49588"/>
                </a:lnTo>
                <a:close/>
                <a:moveTo>
                  <a:pt x="1928319" y="47040"/>
                </a:moveTo>
                <a:cubicBezTo>
                  <a:pt x="1941908" y="47040"/>
                  <a:pt x="1952819" y="52197"/>
                  <a:pt x="1961051" y="62509"/>
                </a:cubicBezTo>
                <a:cubicBezTo>
                  <a:pt x="1968042" y="71319"/>
                  <a:pt x="1971537" y="81436"/>
                  <a:pt x="1971537" y="92859"/>
                </a:cubicBezTo>
                <a:cubicBezTo>
                  <a:pt x="1971537" y="100887"/>
                  <a:pt x="1969610" y="109013"/>
                  <a:pt x="1965755" y="117236"/>
                </a:cubicBezTo>
                <a:cubicBezTo>
                  <a:pt x="1961900" y="125458"/>
                  <a:pt x="1956592" y="131658"/>
                  <a:pt x="1949830" y="135835"/>
                </a:cubicBezTo>
                <a:cubicBezTo>
                  <a:pt x="1943068" y="140012"/>
                  <a:pt x="1935538" y="142101"/>
                  <a:pt x="1927241" y="142101"/>
                </a:cubicBezTo>
                <a:cubicBezTo>
                  <a:pt x="1913717" y="142101"/>
                  <a:pt x="1902969" y="136716"/>
                  <a:pt x="1894998" y="125946"/>
                </a:cubicBezTo>
                <a:cubicBezTo>
                  <a:pt x="1888269" y="116875"/>
                  <a:pt x="1884904" y="106694"/>
                  <a:pt x="1884904" y="95404"/>
                </a:cubicBezTo>
                <a:cubicBezTo>
                  <a:pt x="1884904" y="87180"/>
                  <a:pt x="1886946" y="79005"/>
                  <a:pt x="1891029" y="70879"/>
                </a:cubicBezTo>
                <a:cubicBezTo>
                  <a:pt x="1895113" y="62753"/>
                  <a:pt x="1900486" y="56749"/>
                  <a:pt x="1907151" y="52865"/>
                </a:cubicBezTo>
                <a:cubicBezTo>
                  <a:pt x="1913815" y="48982"/>
                  <a:pt x="1920871" y="47040"/>
                  <a:pt x="1928319" y="47040"/>
                </a:cubicBezTo>
                <a:moveTo>
                  <a:pt x="1925281" y="53508"/>
                </a:moveTo>
                <a:cubicBezTo>
                  <a:pt x="1921818" y="53508"/>
                  <a:pt x="1918339" y="54534"/>
                  <a:pt x="1914844" y="56586"/>
                </a:cubicBezTo>
                <a:cubicBezTo>
                  <a:pt x="1911348" y="58636"/>
                  <a:pt x="1908523" y="62233"/>
                  <a:pt x="1906367" y="67375"/>
                </a:cubicBezTo>
                <a:cubicBezTo>
                  <a:pt x="1904211" y="72518"/>
                  <a:pt x="1903133" y="79125"/>
                  <a:pt x="1903133" y="87196"/>
                </a:cubicBezTo>
                <a:cubicBezTo>
                  <a:pt x="1903133" y="100216"/>
                  <a:pt x="1905730" y="111446"/>
                  <a:pt x="1910924" y="120887"/>
                </a:cubicBezTo>
                <a:cubicBezTo>
                  <a:pt x="1916118" y="130326"/>
                  <a:pt x="1922961" y="135045"/>
                  <a:pt x="1931455" y="135045"/>
                </a:cubicBezTo>
                <a:cubicBezTo>
                  <a:pt x="1937792" y="135045"/>
                  <a:pt x="1943019" y="132441"/>
                  <a:pt x="1947135" y="127233"/>
                </a:cubicBezTo>
                <a:cubicBezTo>
                  <a:pt x="1951251" y="122024"/>
                  <a:pt x="1953309" y="113073"/>
                  <a:pt x="1953309" y="100380"/>
                </a:cubicBezTo>
                <a:cubicBezTo>
                  <a:pt x="1953309" y="84496"/>
                  <a:pt x="1949879" y="71997"/>
                  <a:pt x="1943019" y="62883"/>
                </a:cubicBezTo>
                <a:cubicBezTo>
                  <a:pt x="1938380" y="56633"/>
                  <a:pt x="1932467" y="53508"/>
                  <a:pt x="1925281" y="53508"/>
                </a:cubicBezTo>
                <a:close/>
                <a:moveTo>
                  <a:pt x="2011032" y="47040"/>
                </a:moveTo>
                <a:lnTo>
                  <a:pt x="2011032" y="67229"/>
                </a:lnTo>
                <a:cubicBezTo>
                  <a:pt x="2018545" y="53770"/>
                  <a:pt x="2026255" y="47040"/>
                  <a:pt x="2034160" y="47040"/>
                </a:cubicBezTo>
                <a:cubicBezTo>
                  <a:pt x="2037753" y="47040"/>
                  <a:pt x="2040726" y="48135"/>
                  <a:pt x="2043078" y="50323"/>
                </a:cubicBezTo>
                <a:cubicBezTo>
                  <a:pt x="2045430" y="52512"/>
                  <a:pt x="2046606" y="55044"/>
                  <a:pt x="2046606" y="57918"/>
                </a:cubicBezTo>
                <a:cubicBezTo>
                  <a:pt x="2046606" y="60466"/>
                  <a:pt x="2045757" y="62622"/>
                  <a:pt x="2044058" y="64386"/>
                </a:cubicBezTo>
                <a:cubicBezTo>
                  <a:pt x="2042360" y="66150"/>
                  <a:pt x="2040334" y="67032"/>
                  <a:pt x="2037982" y="67032"/>
                </a:cubicBezTo>
                <a:cubicBezTo>
                  <a:pt x="2035695" y="67032"/>
                  <a:pt x="2033131" y="65922"/>
                  <a:pt x="2030289" y="63700"/>
                </a:cubicBezTo>
                <a:cubicBezTo>
                  <a:pt x="2027447" y="61479"/>
                  <a:pt x="2025340" y="60368"/>
                  <a:pt x="2023968" y="60368"/>
                </a:cubicBezTo>
                <a:cubicBezTo>
                  <a:pt x="2022792" y="60368"/>
                  <a:pt x="2021518" y="61017"/>
                  <a:pt x="2020146" y="62313"/>
                </a:cubicBezTo>
                <a:cubicBezTo>
                  <a:pt x="2017206" y="64973"/>
                  <a:pt x="2014168" y="69352"/>
                  <a:pt x="2011032" y="75448"/>
                </a:cubicBezTo>
                <a:lnTo>
                  <a:pt x="2011032" y="118385"/>
                </a:lnTo>
                <a:cubicBezTo>
                  <a:pt x="2011032" y="123354"/>
                  <a:pt x="2011653" y="127113"/>
                  <a:pt x="2012894" y="129661"/>
                </a:cubicBezTo>
                <a:cubicBezTo>
                  <a:pt x="2013743" y="131427"/>
                  <a:pt x="2015246" y="132897"/>
                  <a:pt x="2017402" y="134071"/>
                </a:cubicBezTo>
                <a:cubicBezTo>
                  <a:pt x="2019558" y="135243"/>
                  <a:pt x="2022661" y="135829"/>
                  <a:pt x="2026712" y="135829"/>
                </a:cubicBezTo>
                <a:lnTo>
                  <a:pt x="2026712" y="139357"/>
                </a:lnTo>
                <a:lnTo>
                  <a:pt x="1980750" y="139357"/>
                </a:lnTo>
                <a:lnTo>
                  <a:pt x="1980750" y="135829"/>
                </a:lnTo>
                <a:cubicBezTo>
                  <a:pt x="1985323" y="135829"/>
                  <a:pt x="1988720" y="135102"/>
                  <a:pt x="1990942" y="133648"/>
                </a:cubicBezTo>
                <a:cubicBezTo>
                  <a:pt x="1992575" y="132591"/>
                  <a:pt x="1993718" y="130905"/>
                  <a:pt x="1994372" y="128592"/>
                </a:cubicBezTo>
                <a:cubicBezTo>
                  <a:pt x="1994699" y="127467"/>
                  <a:pt x="1994862" y="124261"/>
                  <a:pt x="1994862" y="118973"/>
                </a:cubicBezTo>
                <a:lnTo>
                  <a:pt x="1994862" y="84477"/>
                </a:lnTo>
                <a:cubicBezTo>
                  <a:pt x="1994862" y="74023"/>
                  <a:pt x="1994650" y="67800"/>
                  <a:pt x="1994225" y="65807"/>
                </a:cubicBezTo>
                <a:cubicBezTo>
                  <a:pt x="1993800" y="63815"/>
                  <a:pt x="1993016" y="62361"/>
                  <a:pt x="1991873" y="61446"/>
                </a:cubicBezTo>
                <a:cubicBezTo>
                  <a:pt x="1990729" y="60532"/>
                  <a:pt x="1989308" y="60074"/>
                  <a:pt x="1987610" y="60074"/>
                </a:cubicBezTo>
                <a:cubicBezTo>
                  <a:pt x="1985584" y="60074"/>
                  <a:pt x="1983298" y="60564"/>
                  <a:pt x="1980750" y="61544"/>
                </a:cubicBezTo>
                <a:lnTo>
                  <a:pt x="1979770" y="58016"/>
                </a:lnTo>
                <a:lnTo>
                  <a:pt x="2006916" y="47040"/>
                </a:lnTo>
                <a:lnTo>
                  <a:pt x="2011032" y="47040"/>
                </a:lnTo>
                <a:close/>
                <a:moveTo>
                  <a:pt x="2078160" y="0"/>
                </a:moveTo>
                <a:lnTo>
                  <a:pt x="2078160" y="89288"/>
                </a:lnTo>
                <a:lnTo>
                  <a:pt x="2100994" y="68450"/>
                </a:lnTo>
                <a:cubicBezTo>
                  <a:pt x="2105829" y="64022"/>
                  <a:pt x="2108638" y="61222"/>
                  <a:pt x="2109422" y="60050"/>
                </a:cubicBezTo>
                <a:cubicBezTo>
                  <a:pt x="2109945" y="59268"/>
                  <a:pt x="2110206" y="58487"/>
                  <a:pt x="2110206" y="57707"/>
                </a:cubicBezTo>
                <a:cubicBezTo>
                  <a:pt x="2110206" y="56405"/>
                  <a:pt x="2109667" y="55282"/>
                  <a:pt x="2108589" y="54338"/>
                </a:cubicBezTo>
                <a:cubicBezTo>
                  <a:pt x="2107511" y="53393"/>
                  <a:pt x="2105731" y="52855"/>
                  <a:pt x="2103248" y="52724"/>
                </a:cubicBezTo>
                <a:lnTo>
                  <a:pt x="2103248" y="49588"/>
                </a:lnTo>
                <a:lnTo>
                  <a:pt x="2142253" y="49588"/>
                </a:lnTo>
                <a:lnTo>
                  <a:pt x="2142253" y="52724"/>
                </a:lnTo>
                <a:cubicBezTo>
                  <a:pt x="2136895" y="52855"/>
                  <a:pt x="2132436" y="53667"/>
                  <a:pt x="2128875" y="55159"/>
                </a:cubicBezTo>
                <a:cubicBezTo>
                  <a:pt x="2125315" y="56650"/>
                  <a:pt x="2121411" y="59309"/>
                  <a:pt x="2117164" y="63137"/>
                </a:cubicBezTo>
                <a:lnTo>
                  <a:pt x="2094134" y="84394"/>
                </a:lnTo>
                <a:lnTo>
                  <a:pt x="2117164" y="113543"/>
                </a:lnTo>
                <a:cubicBezTo>
                  <a:pt x="2123567" y="121612"/>
                  <a:pt x="2127879" y="126713"/>
                  <a:pt x="2130100" y="128846"/>
                </a:cubicBezTo>
                <a:cubicBezTo>
                  <a:pt x="2133236" y="131927"/>
                  <a:pt x="2135980" y="133927"/>
                  <a:pt x="2138332" y="134846"/>
                </a:cubicBezTo>
                <a:cubicBezTo>
                  <a:pt x="2139966" y="135501"/>
                  <a:pt x="2142808" y="135829"/>
                  <a:pt x="2146859" y="135829"/>
                </a:cubicBezTo>
                <a:lnTo>
                  <a:pt x="2146859" y="139357"/>
                </a:lnTo>
                <a:lnTo>
                  <a:pt x="2103248" y="139357"/>
                </a:lnTo>
                <a:lnTo>
                  <a:pt x="2103248" y="135829"/>
                </a:lnTo>
                <a:cubicBezTo>
                  <a:pt x="2105731" y="135764"/>
                  <a:pt x="2107413" y="135387"/>
                  <a:pt x="2108295" y="134699"/>
                </a:cubicBezTo>
                <a:cubicBezTo>
                  <a:pt x="2109177" y="134011"/>
                  <a:pt x="2109618" y="133045"/>
                  <a:pt x="2109618" y="131802"/>
                </a:cubicBezTo>
                <a:cubicBezTo>
                  <a:pt x="2109618" y="130295"/>
                  <a:pt x="2108312" y="127872"/>
                  <a:pt x="2105698" y="124531"/>
                </a:cubicBezTo>
                <a:lnTo>
                  <a:pt x="2078160" y="89288"/>
                </a:lnTo>
                <a:lnTo>
                  <a:pt x="2078160" y="118973"/>
                </a:lnTo>
                <a:cubicBezTo>
                  <a:pt x="2078160" y="124857"/>
                  <a:pt x="2078568" y="128725"/>
                  <a:pt x="2079385" y="130577"/>
                </a:cubicBezTo>
                <a:cubicBezTo>
                  <a:pt x="2080202" y="132427"/>
                  <a:pt x="2081361" y="133749"/>
                  <a:pt x="2082864" y="134543"/>
                </a:cubicBezTo>
                <a:cubicBezTo>
                  <a:pt x="2084367" y="135335"/>
                  <a:pt x="2087633" y="135764"/>
                  <a:pt x="2092664" y="135829"/>
                </a:cubicBezTo>
                <a:lnTo>
                  <a:pt x="2092664" y="139357"/>
                </a:lnTo>
                <a:lnTo>
                  <a:pt x="2046996" y="139357"/>
                </a:lnTo>
                <a:lnTo>
                  <a:pt x="2046996" y="135829"/>
                </a:lnTo>
                <a:cubicBezTo>
                  <a:pt x="2051569" y="135829"/>
                  <a:pt x="2054999" y="135271"/>
                  <a:pt x="2057286" y="134154"/>
                </a:cubicBezTo>
                <a:cubicBezTo>
                  <a:pt x="2058658" y="133431"/>
                  <a:pt x="2059703" y="132313"/>
                  <a:pt x="2060422" y="130800"/>
                </a:cubicBezTo>
                <a:cubicBezTo>
                  <a:pt x="2061402" y="128632"/>
                  <a:pt x="2061892" y="124886"/>
                  <a:pt x="2061892" y="119561"/>
                </a:cubicBezTo>
                <a:lnTo>
                  <a:pt x="2061892" y="37828"/>
                </a:lnTo>
                <a:cubicBezTo>
                  <a:pt x="2061892" y="27526"/>
                  <a:pt x="2061663" y="21225"/>
                  <a:pt x="2061206" y="18926"/>
                </a:cubicBezTo>
                <a:cubicBezTo>
                  <a:pt x="2060749" y="16625"/>
                  <a:pt x="2059997" y="15036"/>
                  <a:pt x="2058952" y="14158"/>
                </a:cubicBezTo>
                <a:cubicBezTo>
                  <a:pt x="2057907" y="13278"/>
                  <a:pt x="2056535" y="12838"/>
                  <a:pt x="2054836" y="12838"/>
                </a:cubicBezTo>
                <a:cubicBezTo>
                  <a:pt x="2053464" y="12838"/>
                  <a:pt x="2051406" y="13393"/>
                  <a:pt x="2048662" y="14504"/>
                </a:cubicBezTo>
                <a:lnTo>
                  <a:pt x="2046996" y="10976"/>
                </a:lnTo>
                <a:lnTo>
                  <a:pt x="2073652" y="0"/>
                </a:lnTo>
                <a:lnTo>
                  <a:pt x="207816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F51CC-31F2-4008-963B-EFEDC4D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80" y="3415285"/>
            <a:ext cx="3321676" cy="225593"/>
          </a:xfrm>
          <a:custGeom xmlns:a="http://schemas.openxmlformats.org/drawingml/2006/main">
            <a:pathLst>
              <a:path w="3321676" h="225593">
                <a:moveTo>
                  <a:pt x="0" y="162973"/>
                </a:moveTo>
                <a:lnTo>
                  <a:pt x="0" y="62620"/>
                </a:lnTo>
                <a:lnTo>
                  <a:pt x="3219316" y="62620"/>
                </a:lnTo>
                <a:lnTo>
                  <a:pt x="3219316" y="0"/>
                </a:lnTo>
                <a:lnTo>
                  <a:pt x="3321676" y="112796"/>
                </a:lnTo>
                <a:lnTo>
                  <a:pt x="3219316" y="225593"/>
                </a:lnTo>
                <a:lnTo>
                  <a:pt x="3219316" y="162973"/>
                </a:lnTo>
                <a:lnTo>
                  <a:pt x="0" y="162973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78F06-2140-4DC8-8AE8-F5AB559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584" y="3086530"/>
            <a:ext cx="2609172" cy="886416"/>
          </a:xfrm>
          <a:custGeom xmlns:a="http://schemas.openxmlformats.org/drawingml/2006/main">
            <a:pathLst>
              <a:path w="2609172" h="886416">
                <a:moveTo>
                  <a:pt x="132968" y="0"/>
                </a:moveTo>
                <a:lnTo>
                  <a:pt x="2476204" y="0"/>
                </a:lnTo>
                <a:cubicBezTo>
                  <a:pt x="2484935" y="0"/>
                  <a:pt x="2493581" y="852"/>
                  <a:pt x="2502144" y="2555"/>
                </a:cubicBezTo>
                <a:cubicBezTo>
                  <a:pt x="2510707" y="4258"/>
                  <a:pt x="2519021" y="6780"/>
                  <a:pt x="2527088" y="10121"/>
                </a:cubicBezTo>
                <a:cubicBezTo>
                  <a:pt x="2535154" y="13462"/>
                  <a:pt x="2542816" y="17558"/>
                  <a:pt x="2550076" y="22409"/>
                </a:cubicBezTo>
                <a:cubicBezTo>
                  <a:pt x="2557335" y="27260"/>
                  <a:pt x="2564052" y="32772"/>
                  <a:pt x="2570226" y="38945"/>
                </a:cubicBezTo>
                <a:cubicBezTo>
                  <a:pt x="2576399" y="45119"/>
                  <a:pt x="2581911" y="51835"/>
                  <a:pt x="2586762" y="59094"/>
                </a:cubicBezTo>
                <a:cubicBezTo>
                  <a:pt x="2591613" y="66353"/>
                  <a:pt x="2595708" y="74016"/>
                  <a:pt x="2599049" y="82083"/>
                </a:cubicBezTo>
                <a:cubicBezTo>
                  <a:pt x="2602390" y="90149"/>
                  <a:pt x="2604913" y="98463"/>
                  <a:pt x="2606616" y="107027"/>
                </a:cubicBezTo>
                <a:cubicBezTo>
                  <a:pt x="2608320" y="115589"/>
                  <a:pt x="2609172" y="124236"/>
                  <a:pt x="2609172" y="132967"/>
                </a:cubicBezTo>
                <a:lnTo>
                  <a:pt x="2609172" y="753448"/>
                </a:lnTo>
                <a:cubicBezTo>
                  <a:pt x="2609172" y="762179"/>
                  <a:pt x="2608320" y="770826"/>
                  <a:pt x="2606616" y="779390"/>
                </a:cubicBezTo>
                <a:cubicBezTo>
                  <a:pt x="2604913" y="787952"/>
                  <a:pt x="2602390" y="796267"/>
                  <a:pt x="2599049" y="804332"/>
                </a:cubicBezTo>
                <a:cubicBezTo>
                  <a:pt x="2595708" y="812399"/>
                  <a:pt x="2591613" y="820062"/>
                  <a:pt x="2586762" y="827321"/>
                </a:cubicBezTo>
                <a:cubicBezTo>
                  <a:pt x="2581911" y="834580"/>
                  <a:pt x="2576399" y="841296"/>
                  <a:pt x="2570226" y="847471"/>
                </a:cubicBezTo>
                <a:cubicBezTo>
                  <a:pt x="2564052" y="853644"/>
                  <a:pt x="2557335" y="859156"/>
                  <a:pt x="2550076" y="864006"/>
                </a:cubicBezTo>
                <a:cubicBezTo>
                  <a:pt x="2542816" y="868857"/>
                  <a:pt x="2535154" y="872953"/>
                  <a:pt x="2527088" y="876294"/>
                </a:cubicBezTo>
                <a:cubicBezTo>
                  <a:pt x="2519022" y="879636"/>
                  <a:pt x="2510707" y="882158"/>
                  <a:pt x="2502144" y="883861"/>
                </a:cubicBezTo>
                <a:cubicBezTo>
                  <a:pt x="2493581" y="885564"/>
                  <a:pt x="2484935" y="886416"/>
                  <a:pt x="2476204" y="886416"/>
                </a:cubicBezTo>
                <a:lnTo>
                  <a:pt x="132968" y="886416"/>
                </a:lnTo>
                <a:cubicBezTo>
                  <a:pt x="124237" y="886416"/>
                  <a:pt x="115590" y="885564"/>
                  <a:pt x="107027" y="883861"/>
                </a:cubicBezTo>
                <a:cubicBezTo>
                  <a:pt x="98464" y="882158"/>
                  <a:pt x="90149" y="879636"/>
                  <a:pt x="82083" y="876294"/>
                </a:cubicBezTo>
                <a:cubicBezTo>
                  <a:pt x="74017" y="872953"/>
                  <a:pt x="66354" y="868857"/>
                  <a:pt x="59095" y="864007"/>
                </a:cubicBezTo>
                <a:cubicBezTo>
                  <a:pt x="51835" y="859157"/>
                  <a:pt x="45119" y="853644"/>
                  <a:pt x="38945" y="847471"/>
                </a:cubicBezTo>
                <a:cubicBezTo>
                  <a:pt x="32772" y="841296"/>
                  <a:pt x="27260" y="834581"/>
                  <a:pt x="22409" y="827322"/>
                </a:cubicBezTo>
                <a:cubicBezTo>
                  <a:pt x="17559" y="820062"/>
                  <a:pt x="13463" y="812399"/>
                  <a:pt x="10121" y="804332"/>
                </a:cubicBezTo>
                <a:cubicBezTo>
                  <a:pt x="6780" y="796267"/>
                  <a:pt x="4258" y="787952"/>
                  <a:pt x="2555" y="779389"/>
                </a:cubicBezTo>
                <a:cubicBezTo>
                  <a:pt x="852" y="770825"/>
                  <a:pt x="0" y="762179"/>
                  <a:pt x="0" y="753448"/>
                </a:cubicBezTo>
                <a:lnTo>
                  <a:pt x="0" y="132967"/>
                </a:lnTo>
                <a:cubicBezTo>
                  <a:pt x="0" y="124236"/>
                  <a:pt x="852" y="115589"/>
                  <a:pt x="2555" y="107027"/>
                </a:cubicBezTo>
                <a:cubicBezTo>
                  <a:pt x="4258" y="98464"/>
                  <a:pt x="6780" y="90149"/>
                  <a:pt x="10121" y="82083"/>
                </a:cubicBezTo>
                <a:cubicBezTo>
                  <a:pt x="13463" y="74016"/>
                  <a:pt x="17559" y="66353"/>
                  <a:pt x="22409" y="59094"/>
                </a:cubicBezTo>
                <a:cubicBezTo>
                  <a:pt x="27260" y="51835"/>
                  <a:pt x="32772" y="45119"/>
                  <a:pt x="38945" y="38945"/>
                </a:cubicBezTo>
                <a:cubicBezTo>
                  <a:pt x="45119" y="32772"/>
                  <a:pt x="51835" y="27260"/>
                  <a:pt x="59095" y="22409"/>
                </a:cubicBezTo>
                <a:cubicBezTo>
                  <a:pt x="66354" y="17558"/>
                  <a:pt x="74017" y="13462"/>
                  <a:pt x="82083" y="10121"/>
                </a:cubicBezTo>
                <a:cubicBezTo>
                  <a:pt x="90149" y="6780"/>
                  <a:pt x="98464" y="4258"/>
                  <a:pt x="107027" y="2555"/>
                </a:cubicBezTo>
                <a:cubicBezTo>
                  <a:pt x="115590" y="852"/>
                  <a:pt x="124237" y="0"/>
                  <a:pt x="13296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CB594-7B9F-4F3E-8C46-A93A1594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584" y="3086530"/>
            <a:ext cx="2609172" cy="886416"/>
          </a:xfrm>
          <a:custGeom xmlns:a="http://schemas.openxmlformats.org/drawingml/2006/main">
            <a:pathLst>
              <a:path w="2609172" h="886416" fill="none">
                <a:moveTo>
                  <a:pt x="132968" y="0"/>
                </a:moveTo>
                <a:lnTo>
                  <a:pt x="2476204" y="0"/>
                </a:lnTo>
                <a:cubicBezTo>
                  <a:pt x="2484935" y="0"/>
                  <a:pt x="2493581" y="852"/>
                  <a:pt x="2502144" y="2555"/>
                </a:cubicBezTo>
                <a:cubicBezTo>
                  <a:pt x="2510707" y="4258"/>
                  <a:pt x="2519021" y="6780"/>
                  <a:pt x="2527088" y="10121"/>
                </a:cubicBezTo>
                <a:cubicBezTo>
                  <a:pt x="2535154" y="13462"/>
                  <a:pt x="2542816" y="17558"/>
                  <a:pt x="2550076" y="22409"/>
                </a:cubicBezTo>
                <a:cubicBezTo>
                  <a:pt x="2557335" y="27260"/>
                  <a:pt x="2564052" y="32772"/>
                  <a:pt x="2570226" y="38945"/>
                </a:cubicBezTo>
                <a:cubicBezTo>
                  <a:pt x="2576399" y="45119"/>
                  <a:pt x="2581911" y="51835"/>
                  <a:pt x="2586762" y="59094"/>
                </a:cubicBezTo>
                <a:cubicBezTo>
                  <a:pt x="2591613" y="66353"/>
                  <a:pt x="2595708" y="74016"/>
                  <a:pt x="2599049" y="82083"/>
                </a:cubicBezTo>
                <a:cubicBezTo>
                  <a:pt x="2602390" y="90149"/>
                  <a:pt x="2604913" y="98463"/>
                  <a:pt x="2606616" y="107027"/>
                </a:cubicBezTo>
                <a:cubicBezTo>
                  <a:pt x="2608320" y="115589"/>
                  <a:pt x="2609172" y="124236"/>
                  <a:pt x="2609172" y="132967"/>
                </a:cubicBezTo>
                <a:lnTo>
                  <a:pt x="2609172" y="753448"/>
                </a:lnTo>
                <a:cubicBezTo>
                  <a:pt x="2609172" y="762179"/>
                  <a:pt x="2608320" y="770826"/>
                  <a:pt x="2606616" y="779390"/>
                </a:cubicBezTo>
                <a:cubicBezTo>
                  <a:pt x="2604913" y="787952"/>
                  <a:pt x="2602390" y="796267"/>
                  <a:pt x="2599049" y="804332"/>
                </a:cubicBezTo>
                <a:cubicBezTo>
                  <a:pt x="2595708" y="812399"/>
                  <a:pt x="2591613" y="820062"/>
                  <a:pt x="2586762" y="827321"/>
                </a:cubicBezTo>
                <a:cubicBezTo>
                  <a:pt x="2581911" y="834580"/>
                  <a:pt x="2576399" y="841296"/>
                  <a:pt x="2570226" y="847471"/>
                </a:cubicBezTo>
                <a:cubicBezTo>
                  <a:pt x="2564052" y="853644"/>
                  <a:pt x="2557335" y="859156"/>
                  <a:pt x="2550076" y="864006"/>
                </a:cubicBezTo>
                <a:cubicBezTo>
                  <a:pt x="2542816" y="868857"/>
                  <a:pt x="2535154" y="872953"/>
                  <a:pt x="2527088" y="876294"/>
                </a:cubicBezTo>
                <a:cubicBezTo>
                  <a:pt x="2519022" y="879636"/>
                  <a:pt x="2510707" y="882158"/>
                  <a:pt x="2502144" y="883861"/>
                </a:cubicBezTo>
                <a:cubicBezTo>
                  <a:pt x="2493581" y="885564"/>
                  <a:pt x="2484935" y="886416"/>
                  <a:pt x="2476204" y="886416"/>
                </a:cubicBezTo>
                <a:lnTo>
                  <a:pt x="132968" y="886416"/>
                </a:lnTo>
                <a:cubicBezTo>
                  <a:pt x="124237" y="886416"/>
                  <a:pt x="115590" y="885564"/>
                  <a:pt x="107027" y="883861"/>
                </a:cubicBezTo>
                <a:cubicBezTo>
                  <a:pt x="98464" y="882158"/>
                  <a:pt x="90149" y="879636"/>
                  <a:pt x="82083" y="876294"/>
                </a:cubicBezTo>
                <a:cubicBezTo>
                  <a:pt x="74017" y="872953"/>
                  <a:pt x="66354" y="868857"/>
                  <a:pt x="59095" y="864007"/>
                </a:cubicBezTo>
                <a:cubicBezTo>
                  <a:pt x="51835" y="859157"/>
                  <a:pt x="45119" y="853644"/>
                  <a:pt x="38945" y="847471"/>
                </a:cubicBezTo>
                <a:cubicBezTo>
                  <a:pt x="32772" y="841296"/>
                  <a:pt x="27260" y="834581"/>
                  <a:pt x="22409" y="827322"/>
                </a:cubicBezTo>
                <a:cubicBezTo>
                  <a:pt x="17559" y="820062"/>
                  <a:pt x="13463" y="812399"/>
                  <a:pt x="10121" y="804332"/>
                </a:cubicBezTo>
                <a:cubicBezTo>
                  <a:pt x="6780" y="796267"/>
                  <a:pt x="4258" y="787952"/>
                  <a:pt x="2555" y="779389"/>
                </a:cubicBezTo>
                <a:cubicBezTo>
                  <a:pt x="852" y="770825"/>
                  <a:pt x="0" y="762179"/>
                  <a:pt x="0" y="753448"/>
                </a:cubicBezTo>
                <a:lnTo>
                  <a:pt x="0" y="132967"/>
                </a:lnTo>
                <a:cubicBezTo>
                  <a:pt x="0" y="124236"/>
                  <a:pt x="852" y="115589"/>
                  <a:pt x="2555" y="107027"/>
                </a:cubicBezTo>
                <a:cubicBezTo>
                  <a:pt x="4258" y="98464"/>
                  <a:pt x="6780" y="90149"/>
                  <a:pt x="10121" y="82083"/>
                </a:cubicBezTo>
                <a:cubicBezTo>
                  <a:pt x="13463" y="74016"/>
                  <a:pt x="17559" y="66353"/>
                  <a:pt x="22409" y="59094"/>
                </a:cubicBezTo>
                <a:cubicBezTo>
                  <a:pt x="27260" y="51835"/>
                  <a:pt x="32772" y="45119"/>
                  <a:pt x="38945" y="38945"/>
                </a:cubicBezTo>
                <a:cubicBezTo>
                  <a:pt x="45119" y="32772"/>
                  <a:pt x="51835" y="27260"/>
                  <a:pt x="59095" y="22409"/>
                </a:cubicBezTo>
                <a:cubicBezTo>
                  <a:pt x="66354" y="17558"/>
                  <a:pt x="74017" y="13462"/>
                  <a:pt x="82083" y="10121"/>
                </a:cubicBezTo>
                <a:cubicBezTo>
                  <a:pt x="90149" y="6780"/>
                  <a:pt x="98464" y="4258"/>
                  <a:pt x="107027" y="2555"/>
                </a:cubicBezTo>
                <a:cubicBezTo>
                  <a:pt x="115590" y="852"/>
                  <a:pt x="124237" y="0"/>
                  <a:pt x="13296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035" cap="flat">
            <a:solidFill>
              <a:srgbClr val="000000"/>
            </a:solidFill>
            <a:miter/>
          </a:ln>
        </p:spPr>
      </p:sp>
      <p:sp>
        <p:nvSpPr>
          <p:cNvPr id="60" name="Text Value">
            <a:extLst xmlns:a="http://schemas.openxmlformats.org/drawingml/2006/main">
              <a:ext uri="{FF2B5EF4-FFF2-40B4-BE49-F238E27FC236}">
                <a16:creationId xmlns:a16="http://schemas.microsoft.com/office/drawing/2014/main" id="{1C3C44AC-672E-4D75-A038-080A9DD3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483" y="3165734"/>
            <a:ext cx="310096" cy="88289"/>
          </a:xfrm>
          <a:custGeom xmlns:a="http://schemas.openxmlformats.org/drawingml/2006/main">
            <a:pathLst>
              <a:path w="310096" h="88289">
                <a:moveTo>
                  <a:pt x="91856" y="0"/>
                </a:moveTo>
                <a:lnTo>
                  <a:pt x="91856" y="2293"/>
                </a:lnTo>
                <a:cubicBezTo>
                  <a:pt x="88714" y="2803"/>
                  <a:pt x="85911" y="4482"/>
                  <a:pt x="83448" y="7330"/>
                </a:cubicBezTo>
                <a:cubicBezTo>
                  <a:pt x="81664" y="9453"/>
                  <a:pt x="79010" y="14445"/>
                  <a:pt x="75485" y="22307"/>
                </a:cubicBezTo>
                <a:lnTo>
                  <a:pt x="45737" y="88289"/>
                </a:lnTo>
                <a:lnTo>
                  <a:pt x="43635" y="88289"/>
                </a:lnTo>
                <a:lnTo>
                  <a:pt x="14014" y="19646"/>
                </a:lnTo>
                <a:cubicBezTo>
                  <a:pt x="10447" y="11353"/>
                  <a:pt x="8058" y="6483"/>
                  <a:pt x="6848" y="5036"/>
                </a:cubicBezTo>
                <a:cubicBezTo>
                  <a:pt x="5637" y="3590"/>
                  <a:pt x="3355" y="2675"/>
                  <a:pt x="0" y="2293"/>
                </a:cubicBezTo>
                <a:lnTo>
                  <a:pt x="0" y="0"/>
                </a:lnTo>
                <a:lnTo>
                  <a:pt x="41405" y="0"/>
                </a:lnTo>
                <a:lnTo>
                  <a:pt x="41405" y="2293"/>
                </a:lnTo>
                <a:lnTo>
                  <a:pt x="40004" y="2293"/>
                </a:lnTo>
                <a:cubicBezTo>
                  <a:pt x="36267" y="2293"/>
                  <a:pt x="33719" y="2764"/>
                  <a:pt x="32360" y="3705"/>
                </a:cubicBezTo>
                <a:cubicBezTo>
                  <a:pt x="31383" y="4346"/>
                  <a:pt x="30895" y="5286"/>
                  <a:pt x="30895" y="6525"/>
                </a:cubicBezTo>
                <a:cubicBezTo>
                  <a:pt x="30895" y="7295"/>
                  <a:pt x="31065" y="8203"/>
                  <a:pt x="31404" y="9251"/>
                </a:cubicBezTo>
                <a:cubicBezTo>
                  <a:pt x="31744" y="10298"/>
                  <a:pt x="32891" y="13096"/>
                  <a:pt x="34844" y="17647"/>
                </a:cubicBezTo>
                <a:lnTo>
                  <a:pt x="53254" y="60599"/>
                </a:lnTo>
                <a:lnTo>
                  <a:pt x="70325" y="22343"/>
                </a:lnTo>
                <a:cubicBezTo>
                  <a:pt x="72364" y="17717"/>
                  <a:pt x="73617" y="14615"/>
                  <a:pt x="74084" y="13039"/>
                </a:cubicBezTo>
                <a:cubicBezTo>
                  <a:pt x="74551" y="11461"/>
                  <a:pt x="74784" y="10117"/>
                  <a:pt x="74784" y="9008"/>
                </a:cubicBezTo>
                <a:cubicBezTo>
                  <a:pt x="74784" y="7730"/>
                  <a:pt x="74445" y="6600"/>
                  <a:pt x="73765" y="5620"/>
                </a:cubicBezTo>
                <a:cubicBezTo>
                  <a:pt x="73086" y="4639"/>
                  <a:pt x="72088" y="3892"/>
                  <a:pt x="70771" y="3380"/>
                </a:cubicBezTo>
                <a:cubicBezTo>
                  <a:pt x="68945" y="2656"/>
                  <a:pt x="66525" y="2293"/>
                  <a:pt x="63509" y="2293"/>
                </a:cubicBezTo>
                <a:lnTo>
                  <a:pt x="63509" y="0"/>
                </a:lnTo>
                <a:lnTo>
                  <a:pt x="91856" y="0"/>
                </a:lnTo>
                <a:close/>
                <a:moveTo>
                  <a:pt x="118483" y="77587"/>
                </a:moveTo>
                <a:cubicBezTo>
                  <a:pt x="111221" y="84042"/>
                  <a:pt x="104702" y="87270"/>
                  <a:pt x="98927" y="87270"/>
                </a:cubicBezTo>
                <a:cubicBezTo>
                  <a:pt x="95529" y="87270"/>
                  <a:pt x="92705" y="86152"/>
                  <a:pt x="90454" y="83915"/>
                </a:cubicBezTo>
                <a:cubicBezTo>
                  <a:pt x="88204" y="81678"/>
                  <a:pt x="87078" y="78876"/>
                  <a:pt x="87078" y="75511"/>
                </a:cubicBezTo>
                <a:cubicBezTo>
                  <a:pt x="87078" y="70951"/>
                  <a:pt x="89032" y="66850"/>
                  <a:pt x="92939" y="63207"/>
                </a:cubicBezTo>
                <a:cubicBezTo>
                  <a:pt x="96846" y="59564"/>
                  <a:pt x="105360" y="54717"/>
                  <a:pt x="118483" y="48667"/>
                </a:cubicBezTo>
                <a:lnTo>
                  <a:pt x="118483" y="42679"/>
                </a:lnTo>
                <a:cubicBezTo>
                  <a:pt x="118483" y="38178"/>
                  <a:pt x="118239" y="35343"/>
                  <a:pt x="117750" y="34175"/>
                </a:cubicBezTo>
                <a:cubicBezTo>
                  <a:pt x="117262" y="33007"/>
                  <a:pt x="116338" y="31988"/>
                  <a:pt x="114979" y="31118"/>
                </a:cubicBezTo>
                <a:cubicBezTo>
                  <a:pt x="113620" y="30247"/>
                  <a:pt x="112091" y="29812"/>
                  <a:pt x="110393" y="29812"/>
                </a:cubicBezTo>
                <a:cubicBezTo>
                  <a:pt x="107632" y="29812"/>
                  <a:pt x="105360" y="30428"/>
                  <a:pt x="103577" y="31659"/>
                </a:cubicBezTo>
                <a:cubicBezTo>
                  <a:pt x="102473" y="32424"/>
                  <a:pt x="101921" y="33315"/>
                  <a:pt x="101921" y="34335"/>
                </a:cubicBezTo>
                <a:cubicBezTo>
                  <a:pt x="101921" y="35226"/>
                  <a:pt x="102515" y="36331"/>
                  <a:pt x="103704" y="37647"/>
                </a:cubicBezTo>
                <a:cubicBezTo>
                  <a:pt x="105318" y="39473"/>
                  <a:pt x="106125" y="41235"/>
                  <a:pt x="106125" y="42934"/>
                </a:cubicBezTo>
                <a:cubicBezTo>
                  <a:pt x="106125" y="45015"/>
                  <a:pt x="105350" y="46788"/>
                  <a:pt x="103800" y="48253"/>
                </a:cubicBezTo>
                <a:cubicBezTo>
                  <a:pt x="102250" y="49718"/>
                  <a:pt x="100222" y="50451"/>
                  <a:pt x="97716" y="50451"/>
                </a:cubicBezTo>
                <a:cubicBezTo>
                  <a:pt x="95041" y="50451"/>
                  <a:pt x="92801" y="49644"/>
                  <a:pt x="90996" y="48030"/>
                </a:cubicBezTo>
                <a:cubicBezTo>
                  <a:pt x="89191" y="46416"/>
                  <a:pt x="88289" y="44527"/>
                  <a:pt x="88289" y="42361"/>
                </a:cubicBezTo>
                <a:cubicBezTo>
                  <a:pt x="88289" y="39303"/>
                  <a:pt x="89499" y="36384"/>
                  <a:pt x="91920" y="33602"/>
                </a:cubicBezTo>
                <a:cubicBezTo>
                  <a:pt x="94340" y="30820"/>
                  <a:pt x="97716" y="28686"/>
                  <a:pt x="102048" y="27200"/>
                </a:cubicBezTo>
                <a:cubicBezTo>
                  <a:pt x="106380" y="25714"/>
                  <a:pt x="110881" y="24971"/>
                  <a:pt x="115552" y="24971"/>
                </a:cubicBezTo>
                <a:cubicBezTo>
                  <a:pt x="121201" y="24971"/>
                  <a:pt x="125670" y="26174"/>
                  <a:pt x="128961" y="28580"/>
                </a:cubicBezTo>
                <a:cubicBezTo>
                  <a:pt x="132253" y="30984"/>
                  <a:pt x="134387" y="33591"/>
                  <a:pt x="135363" y="36401"/>
                </a:cubicBezTo>
                <a:cubicBezTo>
                  <a:pt x="135958" y="38188"/>
                  <a:pt x="136255" y="42296"/>
                  <a:pt x="136255" y="48723"/>
                </a:cubicBezTo>
                <a:lnTo>
                  <a:pt x="136255" y="71900"/>
                </a:lnTo>
                <a:cubicBezTo>
                  <a:pt x="136255" y="74624"/>
                  <a:pt x="136361" y="76338"/>
                  <a:pt x="136574" y="77042"/>
                </a:cubicBezTo>
                <a:cubicBezTo>
                  <a:pt x="136786" y="77744"/>
                  <a:pt x="137104" y="78265"/>
                  <a:pt x="137529" y="78606"/>
                </a:cubicBezTo>
                <a:cubicBezTo>
                  <a:pt x="137954" y="78946"/>
                  <a:pt x="138442" y="79116"/>
                  <a:pt x="138994" y="79116"/>
                </a:cubicBezTo>
                <a:cubicBezTo>
                  <a:pt x="140098" y="79116"/>
                  <a:pt x="141224" y="78330"/>
                  <a:pt x="142370" y="76759"/>
                </a:cubicBezTo>
                <a:lnTo>
                  <a:pt x="144281" y="78288"/>
                </a:lnTo>
                <a:cubicBezTo>
                  <a:pt x="142158" y="81430"/>
                  <a:pt x="139960" y="83713"/>
                  <a:pt x="137688" y="85136"/>
                </a:cubicBezTo>
                <a:cubicBezTo>
                  <a:pt x="135416" y="86558"/>
                  <a:pt x="132837" y="87270"/>
                  <a:pt x="129949" y="87270"/>
                </a:cubicBezTo>
                <a:cubicBezTo>
                  <a:pt x="126551" y="87270"/>
                  <a:pt x="123897" y="86468"/>
                  <a:pt x="121986" y="84865"/>
                </a:cubicBezTo>
                <a:cubicBezTo>
                  <a:pt x="120075" y="83262"/>
                  <a:pt x="118907" y="80836"/>
                  <a:pt x="118483" y="77587"/>
                </a:cubicBezTo>
                <a:moveTo>
                  <a:pt x="118483" y="72873"/>
                </a:moveTo>
                <a:lnTo>
                  <a:pt x="118483" y="52947"/>
                </a:lnTo>
                <a:cubicBezTo>
                  <a:pt x="113344" y="55977"/>
                  <a:pt x="109522" y="59220"/>
                  <a:pt x="107017" y="62677"/>
                </a:cubicBezTo>
                <a:cubicBezTo>
                  <a:pt x="105360" y="64981"/>
                  <a:pt x="104532" y="67307"/>
                  <a:pt x="104532" y="69654"/>
                </a:cubicBezTo>
                <a:cubicBezTo>
                  <a:pt x="104532" y="71617"/>
                  <a:pt x="105233" y="73346"/>
                  <a:pt x="106634" y="74840"/>
                </a:cubicBezTo>
                <a:cubicBezTo>
                  <a:pt x="107696" y="75992"/>
                  <a:pt x="109182" y="76568"/>
                  <a:pt x="111093" y="76568"/>
                </a:cubicBezTo>
                <a:cubicBezTo>
                  <a:pt x="113217" y="76568"/>
                  <a:pt x="115680" y="75336"/>
                  <a:pt x="118483" y="72873"/>
                </a:cubicBezTo>
                <a:close/>
                <a:moveTo>
                  <a:pt x="174157" y="0"/>
                </a:moveTo>
                <a:lnTo>
                  <a:pt x="174157" y="74020"/>
                </a:lnTo>
                <a:cubicBezTo>
                  <a:pt x="174157" y="78224"/>
                  <a:pt x="174645" y="80910"/>
                  <a:pt x="175622" y="82078"/>
                </a:cubicBezTo>
                <a:cubicBezTo>
                  <a:pt x="176599" y="83246"/>
                  <a:pt x="178510" y="83915"/>
                  <a:pt x="181355" y="84085"/>
                </a:cubicBezTo>
                <a:lnTo>
                  <a:pt x="181355" y="86378"/>
                </a:lnTo>
                <a:lnTo>
                  <a:pt x="149186" y="86378"/>
                </a:lnTo>
                <a:lnTo>
                  <a:pt x="149186" y="84085"/>
                </a:lnTo>
                <a:cubicBezTo>
                  <a:pt x="151819" y="84000"/>
                  <a:pt x="153773" y="83235"/>
                  <a:pt x="155047" y="81791"/>
                </a:cubicBezTo>
                <a:cubicBezTo>
                  <a:pt x="155896" y="80815"/>
                  <a:pt x="156321" y="78224"/>
                  <a:pt x="156321" y="74020"/>
                </a:cubicBezTo>
                <a:lnTo>
                  <a:pt x="156321" y="12358"/>
                </a:lnTo>
                <a:cubicBezTo>
                  <a:pt x="156321" y="8170"/>
                  <a:pt x="155832" y="5488"/>
                  <a:pt x="154856" y="4314"/>
                </a:cubicBezTo>
                <a:cubicBezTo>
                  <a:pt x="153879" y="3138"/>
                  <a:pt x="151989" y="2464"/>
                  <a:pt x="149186" y="2293"/>
                </a:cubicBezTo>
                <a:lnTo>
                  <a:pt x="149186" y="0"/>
                </a:lnTo>
                <a:lnTo>
                  <a:pt x="174157" y="0"/>
                </a:lnTo>
                <a:close/>
                <a:moveTo>
                  <a:pt x="244632" y="26754"/>
                </a:moveTo>
                <a:lnTo>
                  <a:pt x="244632" y="73383"/>
                </a:lnTo>
                <a:cubicBezTo>
                  <a:pt x="244632" y="77955"/>
                  <a:pt x="245056" y="80807"/>
                  <a:pt x="245906" y="81939"/>
                </a:cubicBezTo>
                <a:cubicBezTo>
                  <a:pt x="246755" y="83071"/>
                  <a:pt x="248475" y="83786"/>
                  <a:pt x="251066" y="84085"/>
                </a:cubicBezTo>
                <a:lnTo>
                  <a:pt x="251066" y="86378"/>
                </a:lnTo>
                <a:lnTo>
                  <a:pt x="226796" y="86378"/>
                </a:lnTo>
                <a:lnTo>
                  <a:pt x="226796" y="78415"/>
                </a:lnTo>
                <a:cubicBezTo>
                  <a:pt x="223950" y="81813"/>
                  <a:pt x="221105" y="84286"/>
                  <a:pt x="218260" y="85836"/>
                </a:cubicBezTo>
                <a:cubicBezTo>
                  <a:pt x="215414" y="87386"/>
                  <a:pt x="212229" y="88161"/>
                  <a:pt x="208705" y="88161"/>
                </a:cubicBezTo>
                <a:cubicBezTo>
                  <a:pt x="205350" y="88161"/>
                  <a:pt x="202366" y="87132"/>
                  <a:pt x="199755" y="85072"/>
                </a:cubicBezTo>
                <a:cubicBezTo>
                  <a:pt x="197143" y="83012"/>
                  <a:pt x="195391" y="80602"/>
                  <a:pt x="194499" y="77842"/>
                </a:cubicBezTo>
                <a:cubicBezTo>
                  <a:pt x="193608" y="75082"/>
                  <a:pt x="193162" y="70262"/>
                  <a:pt x="193162" y="63382"/>
                </a:cubicBezTo>
                <a:lnTo>
                  <a:pt x="193162" y="39749"/>
                </a:lnTo>
                <a:cubicBezTo>
                  <a:pt x="193162" y="35193"/>
                  <a:pt x="192748" y="32357"/>
                  <a:pt x="191920" y="31239"/>
                </a:cubicBezTo>
                <a:cubicBezTo>
                  <a:pt x="191092" y="30122"/>
                  <a:pt x="189361" y="29391"/>
                  <a:pt x="186728" y="29047"/>
                </a:cubicBezTo>
                <a:lnTo>
                  <a:pt x="186728" y="26754"/>
                </a:lnTo>
                <a:lnTo>
                  <a:pt x="210998" y="26754"/>
                </a:lnTo>
                <a:lnTo>
                  <a:pt x="210998" y="67509"/>
                </a:lnTo>
                <a:cubicBezTo>
                  <a:pt x="210998" y="71761"/>
                  <a:pt x="211200" y="74503"/>
                  <a:pt x="211603" y="75736"/>
                </a:cubicBezTo>
                <a:cubicBezTo>
                  <a:pt x="212006" y="76969"/>
                  <a:pt x="212644" y="77904"/>
                  <a:pt x="213514" y="78543"/>
                </a:cubicBezTo>
                <a:cubicBezTo>
                  <a:pt x="214385" y="79180"/>
                  <a:pt x="215393" y="79498"/>
                  <a:pt x="216540" y="79498"/>
                </a:cubicBezTo>
                <a:cubicBezTo>
                  <a:pt x="218069" y="79498"/>
                  <a:pt x="219449" y="79095"/>
                  <a:pt x="220680" y="78288"/>
                </a:cubicBezTo>
                <a:cubicBezTo>
                  <a:pt x="222379" y="77184"/>
                  <a:pt x="224417" y="74954"/>
                  <a:pt x="226796" y="71599"/>
                </a:cubicBezTo>
                <a:lnTo>
                  <a:pt x="226796" y="39749"/>
                </a:lnTo>
                <a:cubicBezTo>
                  <a:pt x="226796" y="35193"/>
                  <a:pt x="226382" y="32357"/>
                  <a:pt x="225553" y="31239"/>
                </a:cubicBezTo>
                <a:cubicBezTo>
                  <a:pt x="224725" y="30122"/>
                  <a:pt x="222995" y="29391"/>
                  <a:pt x="220362" y="29047"/>
                </a:cubicBezTo>
                <a:lnTo>
                  <a:pt x="220362" y="26754"/>
                </a:lnTo>
                <a:lnTo>
                  <a:pt x="244632" y="26754"/>
                </a:lnTo>
                <a:close/>
                <a:moveTo>
                  <a:pt x="310096" y="54400"/>
                </a:moveTo>
                <a:lnTo>
                  <a:pt x="277418" y="54400"/>
                </a:lnTo>
                <a:cubicBezTo>
                  <a:pt x="277800" y="62320"/>
                  <a:pt x="279902" y="68580"/>
                  <a:pt x="283724" y="73178"/>
                </a:cubicBezTo>
                <a:cubicBezTo>
                  <a:pt x="286654" y="76712"/>
                  <a:pt x="290179" y="78479"/>
                  <a:pt x="294298" y="78479"/>
                </a:cubicBezTo>
                <a:cubicBezTo>
                  <a:pt x="296846" y="78479"/>
                  <a:pt x="299161" y="77768"/>
                  <a:pt x="301242" y="76345"/>
                </a:cubicBezTo>
                <a:cubicBezTo>
                  <a:pt x="303323" y="74922"/>
                  <a:pt x="305552" y="72364"/>
                  <a:pt x="307930" y="68669"/>
                </a:cubicBezTo>
                <a:lnTo>
                  <a:pt x="310096" y="70071"/>
                </a:lnTo>
                <a:cubicBezTo>
                  <a:pt x="306869" y="76653"/>
                  <a:pt x="303301" y="81314"/>
                  <a:pt x="299394" y="84053"/>
                </a:cubicBezTo>
                <a:cubicBezTo>
                  <a:pt x="295487" y="86792"/>
                  <a:pt x="290965" y="88161"/>
                  <a:pt x="285826" y="88161"/>
                </a:cubicBezTo>
                <a:cubicBezTo>
                  <a:pt x="276993" y="88161"/>
                  <a:pt x="270305" y="84761"/>
                  <a:pt x="265761" y="77959"/>
                </a:cubicBezTo>
                <a:cubicBezTo>
                  <a:pt x="262108" y="72476"/>
                  <a:pt x="260282" y="65675"/>
                  <a:pt x="260282" y="57555"/>
                </a:cubicBezTo>
                <a:cubicBezTo>
                  <a:pt x="260282" y="47607"/>
                  <a:pt x="262968" y="39690"/>
                  <a:pt x="268340" y="33803"/>
                </a:cubicBezTo>
                <a:cubicBezTo>
                  <a:pt x="273712" y="27915"/>
                  <a:pt x="280008" y="24971"/>
                  <a:pt x="287228" y="24971"/>
                </a:cubicBezTo>
                <a:cubicBezTo>
                  <a:pt x="293258" y="24971"/>
                  <a:pt x="298492" y="27444"/>
                  <a:pt x="302930" y="32392"/>
                </a:cubicBezTo>
                <a:cubicBezTo>
                  <a:pt x="307368" y="37339"/>
                  <a:pt x="309756" y="44675"/>
                  <a:pt x="310096" y="54400"/>
                </a:cubicBezTo>
                <a:moveTo>
                  <a:pt x="294426" y="50196"/>
                </a:moveTo>
                <a:cubicBezTo>
                  <a:pt x="294426" y="43359"/>
                  <a:pt x="294054" y="38666"/>
                  <a:pt x="293311" y="36118"/>
                </a:cubicBezTo>
                <a:cubicBezTo>
                  <a:pt x="292568" y="33570"/>
                  <a:pt x="291411" y="31638"/>
                  <a:pt x="289839" y="30321"/>
                </a:cubicBezTo>
                <a:cubicBezTo>
                  <a:pt x="288948" y="29557"/>
                  <a:pt x="287758" y="29175"/>
                  <a:pt x="286272" y="29175"/>
                </a:cubicBezTo>
                <a:cubicBezTo>
                  <a:pt x="284064" y="29175"/>
                  <a:pt x="282259" y="30258"/>
                  <a:pt x="280858" y="32424"/>
                </a:cubicBezTo>
                <a:cubicBezTo>
                  <a:pt x="278352" y="36203"/>
                  <a:pt x="277099" y="41384"/>
                  <a:pt x="277099" y="47966"/>
                </a:cubicBezTo>
                <a:lnTo>
                  <a:pt x="277099" y="50196"/>
                </a:lnTo>
                <a:lnTo>
                  <a:pt x="294426" y="50196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Exploration">
            <a:extLst xmlns:a="http://schemas.openxmlformats.org/drawingml/2006/main">
              <a:ext uri="{FF2B5EF4-FFF2-40B4-BE49-F238E27FC236}">
                <a16:creationId xmlns:a16="http://schemas.microsoft.com/office/drawing/2014/main" id="{0C759BA6-9B04-4AED-80D4-01AB91D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674" y="3324387"/>
            <a:ext cx="660491" cy="116190"/>
          </a:xfrm>
          <a:custGeom xmlns:a="http://schemas.openxmlformats.org/drawingml/2006/main">
            <a:pathLst>
              <a:path w="660491" h="116190">
                <a:moveTo>
                  <a:pt x="32933" y="6880"/>
                </a:moveTo>
                <a:lnTo>
                  <a:pt x="32933" y="41915"/>
                </a:lnTo>
                <a:lnTo>
                  <a:pt x="34653" y="41915"/>
                </a:lnTo>
                <a:cubicBezTo>
                  <a:pt x="40131" y="41915"/>
                  <a:pt x="44102" y="40195"/>
                  <a:pt x="46565" y="36755"/>
                </a:cubicBezTo>
                <a:cubicBezTo>
                  <a:pt x="49028" y="33315"/>
                  <a:pt x="50599" y="28241"/>
                  <a:pt x="51279" y="21531"/>
                </a:cubicBezTo>
                <a:lnTo>
                  <a:pt x="53699" y="21531"/>
                </a:lnTo>
                <a:lnTo>
                  <a:pt x="53699" y="66885"/>
                </a:lnTo>
                <a:lnTo>
                  <a:pt x="51279" y="66885"/>
                </a:lnTo>
                <a:cubicBezTo>
                  <a:pt x="50769" y="61943"/>
                  <a:pt x="49697" y="57896"/>
                  <a:pt x="48062" y="54745"/>
                </a:cubicBezTo>
                <a:cubicBezTo>
                  <a:pt x="46427" y="51591"/>
                  <a:pt x="44527" y="49472"/>
                  <a:pt x="42361" y="48386"/>
                </a:cubicBezTo>
                <a:cubicBezTo>
                  <a:pt x="40195" y="47300"/>
                  <a:pt x="37052" y="46756"/>
                  <a:pt x="32933" y="46756"/>
                </a:cubicBezTo>
                <a:lnTo>
                  <a:pt x="32933" y="71090"/>
                </a:lnTo>
                <a:cubicBezTo>
                  <a:pt x="32933" y="75846"/>
                  <a:pt x="33135" y="78755"/>
                  <a:pt x="33538" y="79817"/>
                </a:cubicBezTo>
                <a:cubicBezTo>
                  <a:pt x="33942" y="80878"/>
                  <a:pt x="34696" y="81749"/>
                  <a:pt x="35800" y="82428"/>
                </a:cubicBezTo>
                <a:cubicBezTo>
                  <a:pt x="36904" y="83108"/>
                  <a:pt x="38687" y="83448"/>
                  <a:pt x="41151" y="83448"/>
                </a:cubicBezTo>
                <a:lnTo>
                  <a:pt x="46310" y="83448"/>
                </a:lnTo>
                <a:cubicBezTo>
                  <a:pt x="54379" y="83448"/>
                  <a:pt x="60845" y="81590"/>
                  <a:pt x="65707" y="77874"/>
                </a:cubicBezTo>
                <a:cubicBezTo>
                  <a:pt x="70570" y="74158"/>
                  <a:pt x="74062" y="68478"/>
                  <a:pt x="76186" y="60834"/>
                </a:cubicBezTo>
                <a:lnTo>
                  <a:pt x="78543" y="60834"/>
                </a:lnTo>
                <a:lnTo>
                  <a:pt x="74657" y="88289"/>
                </a:lnTo>
                <a:lnTo>
                  <a:pt x="0" y="88289"/>
                </a:lnTo>
                <a:lnTo>
                  <a:pt x="0" y="85996"/>
                </a:lnTo>
                <a:lnTo>
                  <a:pt x="2867" y="85996"/>
                </a:lnTo>
                <a:cubicBezTo>
                  <a:pt x="5372" y="85996"/>
                  <a:pt x="7389" y="85548"/>
                  <a:pt x="8918" y="84652"/>
                </a:cubicBezTo>
                <a:cubicBezTo>
                  <a:pt x="10022" y="84053"/>
                  <a:pt x="10872" y="83029"/>
                  <a:pt x="11466" y="81578"/>
                </a:cubicBezTo>
                <a:cubicBezTo>
                  <a:pt x="11933" y="80554"/>
                  <a:pt x="12167" y="77865"/>
                  <a:pt x="12167" y="73510"/>
                </a:cubicBezTo>
                <a:lnTo>
                  <a:pt x="12167" y="16690"/>
                </a:lnTo>
                <a:cubicBezTo>
                  <a:pt x="12167" y="12763"/>
                  <a:pt x="12061" y="10351"/>
                  <a:pt x="11848" y="9454"/>
                </a:cubicBezTo>
                <a:cubicBezTo>
                  <a:pt x="11424" y="7961"/>
                  <a:pt x="10638" y="6809"/>
                  <a:pt x="9491" y="5998"/>
                </a:cubicBezTo>
                <a:cubicBezTo>
                  <a:pt x="7878" y="4802"/>
                  <a:pt x="5669" y="4204"/>
                  <a:pt x="2867" y="4204"/>
                </a:cubicBezTo>
                <a:lnTo>
                  <a:pt x="0" y="4204"/>
                </a:lnTo>
                <a:lnTo>
                  <a:pt x="0" y="1911"/>
                </a:lnTo>
                <a:lnTo>
                  <a:pt x="72300" y="1911"/>
                </a:lnTo>
                <a:lnTo>
                  <a:pt x="72300" y="27519"/>
                </a:lnTo>
                <a:lnTo>
                  <a:pt x="69879" y="27519"/>
                </a:lnTo>
                <a:cubicBezTo>
                  <a:pt x="68648" y="21256"/>
                  <a:pt x="66917" y="16762"/>
                  <a:pt x="64688" y="14036"/>
                </a:cubicBezTo>
                <a:cubicBezTo>
                  <a:pt x="62458" y="11310"/>
                  <a:pt x="59305" y="9308"/>
                  <a:pt x="55228" y="8030"/>
                </a:cubicBezTo>
                <a:cubicBezTo>
                  <a:pt x="52850" y="7263"/>
                  <a:pt x="48391" y="6880"/>
                  <a:pt x="41851" y="6880"/>
                </a:cubicBezTo>
                <a:lnTo>
                  <a:pt x="32933" y="6880"/>
                </a:lnTo>
                <a:close/>
                <a:moveTo>
                  <a:pt x="123757" y="51753"/>
                </a:moveTo>
                <a:lnTo>
                  <a:pt x="134345" y="71412"/>
                </a:lnTo>
                <a:cubicBezTo>
                  <a:pt x="137912" y="78248"/>
                  <a:pt x="140736" y="82578"/>
                  <a:pt x="142817" y="84403"/>
                </a:cubicBezTo>
                <a:cubicBezTo>
                  <a:pt x="143964" y="85380"/>
                  <a:pt x="145535" y="85911"/>
                  <a:pt x="147531" y="85996"/>
                </a:cubicBezTo>
                <a:lnTo>
                  <a:pt x="147531" y="88289"/>
                </a:lnTo>
                <a:lnTo>
                  <a:pt x="114343" y="88289"/>
                </a:lnTo>
                <a:lnTo>
                  <a:pt x="114343" y="85996"/>
                </a:lnTo>
                <a:cubicBezTo>
                  <a:pt x="116934" y="85783"/>
                  <a:pt x="118537" y="85444"/>
                  <a:pt x="119153" y="84976"/>
                </a:cubicBezTo>
                <a:cubicBezTo>
                  <a:pt x="119768" y="84508"/>
                  <a:pt x="120076" y="83870"/>
                  <a:pt x="120076" y="83061"/>
                </a:cubicBezTo>
                <a:cubicBezTo>
                  <a:pt x="120076" y="81871"/>
                  <a:pt x="119397" y="80000"/>
                  <a:pt x="118038" y="77448"/>
                </a:cubicBezTo>
                <a:lnTo>
                  <a:pt x="112838" y="67793"/>
                </a:lnTo>
                <a:lnTo>
                  <a:pt x="108483" y="74195"/>
                </a:lnTo>
                <a:cubicBezTo>
                  <a:pt x="106487" y="77129"/>
                  <a:pt x="105361" y="78873"/>
                  <a:pt x="105107" y="79427"/>
                </a:cubicBezTo>
                <a:cubicBezTo>
                  <a:pt x="104767" y="80233"/>
                  <a:pt x="104597" y="80956"/>
                  <a:pt x="104597" y="81594"/>
                </a:cubicBezTo>
                <a:cubicBezTo>
                  <a:pt x="104597" y="82572"/>
                  <a:pt x="104799" y="83391"/>
                  <a:pt x="105202" y="84051"/>
                </a:cubicBezTo>
                <a:cubicBezTo>
                  <a:pt x="105606" y="84709"/>
                  <a:pt x="106158" y="85198"/>
                  <a:pt x="106858" y="85518"/>
                </a:cubicBezTo>
                <a:cubicBezTo>
                  <a:pt x="107559" y="85836"/>
                  <a:pt x="108844" y="85996"/>
                  <a:pt x="110712" y="85996"/>
                </a:cubicBezTo>
                <a:lnTo>
                  <a:pt x="110712" y="88289"/>
                </a:lnTo>
                <a:lnTo>
                  <a:pt x="87398" y="88289"/>
                </a:lnTo>
                <a:lnTo>
                  <a:pt x="87398" y="85996"/>
                </a:lnTo>
                <a:cubicBezTo>
                  <a:pt x="90286" y="85996"/>
                  <a:pt x="92929" y="85199"/>
                  <a:pt x="95329" y="83605"/>
                </a:cubicBezTo>
                <a:cubicBezTo>
                  <a:pt x="97728" y="82010"/>
                  <a:pt x="101221" y="77833"/>
                  <a:pt x="105807" y="71074"/>
                </a:cubicBezTo>
                <a:lnTo>
                  <a:pt x="110722" y="63862"/>
                </a:lnTo>
                <a:lnTo>
                  <a:pt x="100457" y="44799"/>
                </a:lnTo>
                <a:cubicBezTo>
                  <a:pt x="97102" y="38562"/>
                  <a:pt x="94596" y="34739"/>
                  <a:pt x="92940" y="33329"/>
                </a:cubicBezTo>
                <a:cubicBezTo>
                  <a:pt x="91284" y="31920"/>
                  <a:pt x="89436" y="31130"/>
                  <a:pt x="87398" y="30958"/>
                </a:cubicBezTo>
                <a:lnTo>
                  <a:pt x="87398" y="28665"/>
                </a:lnTo>
                <a:lnTo>
                  <a:pt x="120395" y="28665"/>
                </a:lnTo>
                <a:lnTo>
                  <a:pt x="120395" y="30958"/>
                </a:lnTo>
                <a:lnTo>
                  <a:pt x="118675" y="31022"/>
                </a:lnTo>
                <a:lnTo>
                  <a:pt x="115362" y="32181"/>
                </a:lnTo>
                <a:cubicBezTo>
                  <a:pt x="115023" y="32481"/>
                  <a:pt x="114853" y="32974"/>
                  <a:pt x="114853" y="33660"/>
                </a:cubicBezTo>
                <a:cubicBezTo>
                  <a:pt x="114853" y="34302"/>
                  <a:pt x="114959" y="34966"/>
                  <a:pt x="115171" y="35652"/>
                </a:cubicBezTo>
                <a:cubicBezTo>
                  <a:pt x="115299" y="35952"/>
                  <a:pt x="115893" y="37110"/>
                  <a:pt x="116955" y="39124"/>
                </a:cubicBezTo>
                <a:lnTo>
                  <a:pt x="121645" y="47831"/>
                </a:lnTo>
                <a:lnTo>
                  <a:pt x="124026" y="44336"/>
                </a:lnTo>
                <a:cubicBezTo>
                  <a:pt x="127423" y="39642"/>
                  <a:pt x="129122" y="36356"/>
                  <a:pt x="129122" y="34478"/>
                </a:cubicBezTo>
                <a:cubicBezTo>
                  <a:pt x="129122" y="33582"/>
                  <a:pt x="128750" y="32825"/>
                  <a:pt x="128007" y="32207"/>
                </a:cubicBezTo>
                <a:cubicBezTo>
                  <a:pt x="127264" y="31588"/>
                  <a:pt x="125937" y="31172"/>
                  <a:pt x="124026" y="30958"/>
                </a:cubicBezTo>
                <a:lnTo>
                  <a:pt x="124026" y="28665"/>
                </a:lnTo>
                <a:lnTo>
                  <a:pt x="145111" y="28665"/>
                </a:lnTo>
                <a:lnTo>
                  <a:pt x="145111" y="30958"/>
                </a:lnTo>
                <a:cubicBezTo>
                  <a:pt x="142520" y="31043"/>
                  <a:pt x="140099" y="31845"/>
                  <a:pt x="137849" y="33363"/>
                </a:cubicBezTo>
                <a:cubicBezTo>
                  <a:pt x="135598" y="34881"/>
                  <a:pt x="133071" y="37821"/>
                  <a:pt x="130268" y="42184"/>
                </a:cubicBezTo>
                <a:lnTo>
                  <a:pt x="123757" y="51753"/>
                </a:lnTo>
                <a:close/>
                <a:moveTo>
                  <a:pt x="177088" y="82237"/>
                </a:moveTo>
                <a:lnTo>
                  <a:pt x="177088" y="104341"/>
                </a:lnTo>
                <a:cubicBezTo>
                  <a:pt x="177088" y="107440"/>
                  <a:pt x="177332" y="109549"/>
                  <a:pt x="177821" y="110668"/>
                </a:cubicBezTo>
                <a:cubicBezTo>
                  <a:pt x="178309" y="111788"/>
                  <a:pt x="179063" y="112606"/>
                  <a:pt x="180082" y="113122"/>
                </a:cubicBezTo>
                <a:cubicBezTo>
                  <a:pt x="181101" y="113638"/>
                  <a:pt x="183097" y="113896"/>
                  <a:pt x="186070" y="113896"/>
                </a:cubicBezTo>
                <a:lnTo>
                  <a:pt x="186070" y="116190"/>
                </a:lnTo>
                <a:lnTo>
                  <a:pt x="152118" y="116190"/>
                </a:lnTo>
                <a:lnTo>
                  <a:pt x="152118" y="113896"/>
                </a:lnTo>
                <a:cubicBezTo>
                  <a:pt x="154751" y="113810"/>
                  <a:pt x="156704" y="113057"/>
                  <a:pt x="157978" y="111637"/>
                </a:cubicBezTo>
                <a:cubicBezTo>
                  <a:pt x="158827" y="110648"/>
                  <a:pt x="159252" y="108089"/>
                  <a:pt x="159252" y="103959"/>
                </a:cubicBezTo>
                <a:lnTo>
                  <a:pt x="159252" y="41151"/>
                </a:lnTo>
                <a:cubicBezTo>
                  <a:pt x="159252" y="36893"/>
                  <a:pt x="158764" y="34173"/>
                  <a:pt x="157787" y="32991"/>
                </a:cubicBezTo>
                <a:cubicBezTo>
                  <a:pt x="156810" y="31808"/>
                  <a:pt x="154920" y="31131"/>
                  <a:pt x="152118" y="30958"/>
                </a:cubicBezTo>
                <a:lnTo>
                  <a:pt x="152118" y="28665"/>
                </a:lnTo>
                <a:lnTo>
                  <a:pt x="177088" y="28665"/>
                </a:lnTo>
                <a:lnTo>
                  <a:pt x="177088" y="36500"/>
                </a:lnTo>
                <a:cubicBezTo>
                  <a:pt x="179169" y="33443"/>
                  <a:pt x="181292" y="31234"/>
                  <a:pt x="183458" y="29876"/>
                </a:cubicBezTo>
                <a:cubicBezTo>
                  <a:pt x="186558" y="27880"/>
                  <a:pt x="189934" y="26882"/>
                  <a:pt x="193587" y="26882"/>
                </a:cubicBezTo>
                <a:cubicBezTo>
                  <a:pt x="197961" y="26882"/>
                  <a:pt x="201942" y="28263"/>
                  <a:pt x="205530" y="31026"/>
                </a:cubicBezTo>
                <a:cubicBezTo>
                  <a:pt x="209119" y="33789"/>
                  <a:pt x="211847" y="37605"/>
                  <a:pt x="213716" y="42472"/>
                </a:cubicBezTo>
                <a:cubicBezTo>
                  <a:pt x="215585" y="47340"/>
                  <a:pt x="216519" y="52579"/>
                  <a:pt x="216519" y="58190"/>
                </a:cubicBezTo>
                <a:cubicBezTo>
                  <a:pt x="216519" y="64226"/>
                  <a:pt x="215553" y="69741"/>
                  <a:pt x="213620" y="74737"/>
                </a:cubicBezTo>
                <a:cubicBezTo>
                  <a:pt x="211688" y="79732"/>
                  <a:pt x="208885" y="83537"/>
                  <a:pt x="205212" y="86151"/>
                </a:cubicBezTo>
                <a:cubicBezTo>
                  <a:pt x="201539" y="88765"/>
                  <a:pt x="197451" y="90072"/>
                  <a:pt x="192950" y="90072"/>
                </a:cubicBezTo>
                <a:cubicBezTo>
                  <a:pt x="189680" y="90072"/>
                  <a:pt x="186622" y="89351"/>
                  <a:pt x="183777" y="87907"/>
                </a:cubicBezTo>
                <a:cubicBezTo>
                  <a:pt x="181653" y="86803"/>
                  <a:pt x="179424" y="84913"/>
                  <a:pt x="177088" y="82237"/>
                </a:cubicBezTo>
                <a:moveTo>
                  <a:pt x="177088" y="75794"/>
                </a:moveTo>
                <a:cubicBezTo>
                  <a:pt x="180740" y="80981"/>
                  <a:pt x="184647" y="83575"/>
                  <a:pt x="188809" y="83575"/>
                </a:cubicBezTo>
                <a:cubicBezTo>
                  <a:pt x="191102" y="83575"/>
                  <a:pt x="192992" y="82363"/>
                  <a:pt x="194478" y="79940"/>
                </a:cubicBezTo>
                <a:cubicBezTo>
                  <a:pt x="196687" y="76368"/>
                  <a:pt x="197791" y="69564"/>
                  <a:pt x="197791" y="59528"/>
                </a:cubicBezTo>
                <a:cubicBezTo>
                  <a:pt x="197791" y="49238"/>
                  <a:pt x="196581" y="42200"/>
                  <a:pt x="194160" y="38415"/>
                </a:cubicBezTo>
                <a:cubicBezTo>
                  <a:pt x="192546" y="35907"/>
                  <a:pt x="190380" y="34653"/>
                  <a:pt x="187662" y="34653"/>
                </a:cubicBezTo>
                <a:cubicBezTo>
                  <a:pt x="183373" y="34653"/>
                  <a:pt x="179849" y="37757"/>
                  <a:pt x="177088" y="43965"/>
                </a:cubicBezTo>
                <a:lnTo>
                  <a:pt x="177088" y="75794"/>
                </a:lnTo>
                <a:close/>
                <a:moveTo>
                  <a:pt x="249878" y="1911"/>
                </a:moveTo>
                <a:lnTo>
                  <a:pt x="249878" y="75931"/>
                </a:lnTo>
                <a:cubicBezTo>
                  <a:pt x="249878" y="80135"/>
                  <a:pt x="250366" y="82821"/>
                  <a:pt x="251343" y="83989"/>
                </a:cubicBezTo>
                <a:cubicBezTo>
                  <a:pt x="252320" y="85157"/>
                  <a:pt x="254231" y="85826"/>
                  <a:pt x="257076" y="85996"/>
                </a:cubicBezTo>
                <a:lnTo>
                  <a:pt x="257076" y="88289"/>
                </a:lnTo>
                <a:lnTo>
                  <a:pt x="224907" y="88289"/>
                </a:lnTo>
                <a:lnTo>
                  <a:pt x="224907" y="85996"/>
                </a:lnTo>
                <a:cubicBezTo>
                  <a:pt x="227540" y="85911"/>
                  <a:pt x="229494" y="85146"/>
                  <a:pt x="230768" y="83702"/>
                </a:cubicBezTo>
                <a:cubicBezTo>
                  <a:pt x="231617" y="82726"/>
                  <a:pt x="232042" y="80135"/>
                  <a:pt x="232042" y="75931"/>
                </a:cubicBezTo>
                <a:lnTo>
                  <a:pt x="232042" y="14269"/>
                </a:lnTo>
                <a:cubicBezTo>
                  <a:pt x="232042" y="10081"/>
                  <a:pt x="231554" y="7399"/>
                  <a:pt x="230577" y="6225"/>
                </a:cubicBezTo>
                <a:cubicBezTo>
                  <a:pt x="229600" y="5049"/>
                  <a:pt x="227710" y="4375"/>
                  <a:pt x="224907" y="4204"/>
                </a:cubicBezTo>
                <a:lnTo>
                  <a:pt x="224907" y="1911"/>
                </a:lnTo>
                <a:lnTo>
                  <a:pt x="249878" y="1911"/>
                </a:lnTo>
                <a:close/>
                <a:moveTo>
                  <a:pt x="290923" y="26882"/>
                </a:moveTo>
                <a:cubicBezTo>
                  <a:pt x="296104" y="26882"/>
                  <a:pt x="300924" y="28221"/>
                  <a:pt x="305383" y="30899"/>
                </a:cubicBezTo>
                <a:cubicBezTo>
                  <a:pt x="309842" y="33577"/>
                  <a:pt x="313229" y="37382"/>
                  <a:pt x="315543" y="42313"/>
                </a:cubicBezTo>
                <a:cubicBezTo>
                  <a:pt x="317858" y="47245"/>
                  <a:pt x="319015" y="52643"/>
                  <a:pt x="319015" y="58509"/>
                </a:cubicBezTo>
                <a:cubicBezTo>
                  <a:pt x="319015" y="66968"/>
                  <a:pt x="316870" y="74046"/>
                  <a:pt x="312581" y="79743"/>
                </a:cubicBezTo>
                <a:cubicBezTo>
                  <a:pt x="307400" y="86629"/>
                  <a:pt x="300245" y="90072"/>
                  <a:pt x="291114" y="90072"/>
                </a:cubicBezTo>
                <a:cubicBezTo>
                  <a:pt x="282154" y="90072"/>
                  <a:pt x="275253" y="86927"/>
                  <a:pt x="270411" y="80635"/>
                </a:cubicBezTo>
                <a:cubicBezTo>
                  <a:pt x="265570" y="74343"/>
                  <a:pt x="263150" y="67053"/>
                  <a:pt x="263150" y="58764"/>
                </a:cubicBezTo>
                <a:cubicBezTo>
                  <a:pt x="263150" y="50220"/>
                  <a:pt x="265623" y="42770"/>
                  <a:pt x="270571" y="36415"/>
                </a:cubicBezTo>
                <a:cubicBezTo>
                  <a:pt x="275518" y="30059"/>
                  <a:pt x="282302" y="26882"/>
                  <a:pt x="290923" y="26882"/>
                </a:cubicBezTo>
                <a:moveTo>
                  <a:pt x="291178" y="31341"/>
                </a:moveTo>
                <a:cubicBezTo>
                  <a:pt x="289012" y="31341"/>
                  <a:pt x="287154" y="32159"/>
                  <a:pt x="285604" y="33797"/>
                </a:cubicBezTo>
                <a:cubicBezTo>
                  <a:pt x="284054" y="35433"/>
                  <a:pt x="283035" y="38664"/>
                  <a:pt x="282546" y="43490"/>
                </a:cubicBezTo>
                <a:cubicBezTo>
                  <a:pt x="282058" y="48315"/>
                  <a:pt x="281814" y="55022"/>
                  <a:pt x="281814" y="63611"/>
                </a:cubicBezTo>
                <a:cubicBezTo>
                  <a:pt x="281814" y="68160"/>
                  <a:pt x="282111" y="72412"/>
                  <a:pt x="282706" y="76367"/>
                </a:cubicBezTo>
                <a:cubicBezTo>
                  <a:pt x="283173" y="79385"/>
                  <a:pt x="284171" y="81681"/>
                  <a:pt x="285700" y="83255"/>
                </a:cubicBezTo>
                <a:cubicBezTo>
                  <a:pt x="287228" y="84827"/>
                  <a:pt x="288970" y="85613"/>
                  <a:pt x="290923" y="85613"/>
                </a:cubicBezTo>
                <a:cubicBezTo>
                  <a:pt x="292834" y="85613"/>
                  <a:pt x="294427" y="85082"/>
                  <a:pt x="295701" y="84019"/>
                </a:cubicBezTo>
                <a:cubicBezTo>
                  <a:pt x="297357" y="82574"/>
                  <a:pt x="298461" y="80554"/>
                  <a:pt x="299013" y="77959"/>
                </a:cubicBezTo>
                <a:cubicBezTo>
                  <a:pt x="299862" y="73921"/>
                  <a:pt x="300287" y="65758"/>
                  <a:pt x="300287" y="53471"/>
                </a:cubicBezTo>
                <a:cubicBezTo>
                  <a:pt x="300287" y="46243"/>
                  <a:pt x="299884" y="41280"/>
                  <a:pt x="299077" y="38581"/>
                </a:cubicBezTo>
                <a:cubicBezTo>
                  <a:pt x="298270" y="35880"/>
                  <a:pt x="297081" y="33913"/>
                  <a:pt x="295509" y="32680"/>
                </a:cubicBezTo>
                <a:cubicBezTo>
                  <a:pt x="294405" y="31787"/>
                  <a:pt x="292961" y="31341"/>
                  <a:pt x="291178" y="31341"/>
                </a:cubicBezTo>
                <a:close/>
                <a:moveTo>
                  <a:pt x="352776" y="28665"/>
                </a:moveTo>
                <a:lnTo>
                  <a:pt x="352776" y="42170"/>
                </a:lnTo>
                <a:cubicBezTo>
                  <a:pt x="356726" y="36012"/>
                  <a:pt x="360187" y="31925"/>
                  <a:pt x="363159" y="29907"/>
                </a:cubicBezTo>
                <a:cubicBezTo>
                  <a:pt x="366132" y="27890"/>
                  <a:pt x="368999" y="26882"/>
                  <a:pt x="371759" y="26882"/>
                </a:cubicBezTo>
                <a:cubicBezTo>
                  <a:pt x="374137" y="26882"/>
                  <a:pt x="376037" y="27617"/>
                  <a:pt x="377460" y="29087"/>
                </a:cubicBezTo>
                <a:cubicBezTo>
                  <a:pt x="378883" y="30558"/>
                  <a:pt x="379594" y="32635"/>
                  <a:pt x="379594" y="35320"/>
                </a:cubicBezTo>
                <a:cubicBezTo>
                  <a:pt x="379594" y="38176"/>
                  <a:pt x="378904" y="40393"/>
                  <a:pt x="377524" y="41971"/>
                </a:cubicBezTo>
                <a:cubicBezTo>
                  <a:pt x="376144" y="43547"/>
                  <a:pt x="374477" y="44336"/>
                  <a:pt x="372523" y="44336"/>
                </a:cubicBezTo>
                <a:cubicBezTo>
                  <a:pt x="370273" y="44336"/>
                  <a:pt x="368319" y="43614"/>
                  <a:pt x="366663" y="42170"/>
                </a:cubicBezTo>
                <a:cubicBezTo>
                  <a:pt x="365007" y="40726"/>
                  <a:pt x="364030" y="39919"/>
                  <a:pt x="363733" y="39749"/>
                </a:cubicBezTo>
                <a:cubicBezTo>
                  <a:pt x="363308" y="39494"/>
                  <a:pt x="362820" y="39367"/>
                  <a:pt x="362268" y="39367"/>
                </a:cubicBezTo>
                <a:cubicBezTo>
                  <a:pt x="361036" y="39367"/>
                  <a:pt x="359868" y="39834"/>
                  <a:pt x="358764" y="40768"/>
                </a:cubicBezTo>
                <a:cubicBezTo>
                  <a:pt x="357023" y="42212"/>
                  <a:pt x="355706" y="44272"/>
                  <a:pt x="354815" y="46947"/>
                </a:cubicBezTo>
                <a:cubicBezTo>
                  <a:pt x="353456" y="51067"/>
                  <a:pt x="352776" y="55611"/>
                  <a:pt x="352776" y="60579"/>
                </a:cubicBezTo>
                <a:lnTo>
                  <a:pt x="352776" y="74275"/>
                </a:lnTo>
                <a:lnTo>
                  <a:pt x="352840" y="77842"/>
                </a:lnTo>
                <a:cubicBezTo>
                  <a:pt x="352840" y="80263"/>
                  <a:pt x="352988" y="81813"/>
                  <a:pt x="353286" y="82492"/>
                </a:cubicBezTo>
                <a:cubicBezTo>
                  <a:pt x="353795" y="83639"/>
                  <a:pt x="354549" y="84477"/>
                  <a:pt x="355547" y="85008"/>
                </a:cubicBezTo>
                <a:cubicBezTo>
                  <a:pt x="356545" y="85539"/>
                  <a:pt x="358233" y="85868"/>
                  <a:pt x="360611" y="85996"/>
                </a:cubicBezTo>
                <a:lnTo>
                  <a:pt x="360611" y="88289"/>
                </a:lnTo>
                <a:lnTo>
                  <a:pt x="328443" y="88289"/>
                </a:lnTo>
                <a:lnTo>
                  <a:pt x="328443" y="85996"/>
                </a:lnTo>
                <a:cubicBezTo>
                  <a:pt x="331033" y="85783"/>
                  <a:pt x="332785" y="85072"/>
                  <a:pt x="333698" y="83862"/>
                </a:cubicBezTo>
                <a:cubicBezTo>
                  <a:pt x="334611" y="82651"/>
                  <a:pt x="335067" y="79456"/>
                  <a:pt x="335067" y="74275"/>
                </a:cubicBezTo>
                <a:lnTo>
                  <a:pt x="335067" y="41278"/>
                </a:lnTo>
                <a:cubicBezTo>
                  <a:pt x="335067" y="37859"/>
                  <a:pt x="334898" y="35680"/>
                  <a:pt x="334558" y="34741"/>
                </a:cubicBezTo>
                <a:cubicBezTo>
                  <a:pt x="334133" y="33544"/>
                  <a:pt x="333517" y="32668"/>
                  <a:pt x="332710" y="32113"/>
                </a:cubicBezTo>
                <a:cubicBezTo>
                  <a:pt x="331904" y="31557"/>
                  <a:pt x="330481" y="31172"/>
                  <a:pt x="328443" y="30958"/>
                </a:cubicBezTo>
                <a:lnTo>
                  <a:pt x="328443" y="28665"/>
                </a:lnTo>
                <a:lnTo>
                  <a:pt x="352776" y="28665"/>
                </a:lnTo>
                <a:close/>
                <a:moveTo>
                  <a:pt x="418853" y="79498"/>
                </a:moveTo>
                <a:cubicBezTo>
                  <a:pt x="411592" y="85953"/>
                  <a:pt x="405073" y="89181"/>
                  <a:pt x="399297" y="89181"/>
                </a:cubicBezTo>
                <a:cubicBezTo>
                  <a:pt x="395900" y="89181"/>
                  <a:pt x="393076" y="88063"/>
                  <a:pt x="390825" y="85826"/>
                </a:cubicBezTo>
                <a:cubicBezTo>
                  <a:pt x="388574" y="83589"/>
                  <a:pt x="387449" y="80787"/>
                  <a:pt x="387449" y="77422"/>
                </a:cubicBezTo>
                <a:cubicBezTo>
                  <a:pt x="387449" y="72862"/>
                  <a:pt x="389403" y="68761"/>
                  <a:pt x="393309" y="65118"/>
                </a:cubicBezTo>
                <a:cubicBezTo>
                  <a:pt x="397216" y="61475"/>
                  <a:pt x="405731" y="56628"/>
                  <a:pt x="418853" y="50578"/>
                </a:cubicBezTo>
                <a:lnTo>
                  <a:pt x="418853" y="44590"/>
                </a:lnTo>
                <a:cubicBezTo>
                  <a:pt x="418853" y="40089"/>
                  <a:pt x="418609" y="37254"/>
                  <a:pt x="418121" y="36086"/>
                </a:cubicBezTo>
                <a:cubicBezTo>
                  <a:pt x="417632" y="34918"/>
                  <a:pt x="416709" y="33899"/>
                  <a:pt x="415350" y="33029"/>
                </a:cubicBezTo>
                <a:cubicBezTo>
                  <a:pt x="413991" y="32158"/>
                  <a:pt x="412462" y="31723"/>
                  <a:pt x="410763" y="31723"/>
                </a:cubicBezTo>
                <a:cubicBezTo>
                  <a:pt x="408003" y="31723"/>
                  <a:pt x="405731" y="32339"/>
                  <a:pt x="403947" y="33570"/>
                </a:cubicBezTo>
                <a:cubicBezTo>
                  <a:pt x="402843" y="34335"/>
                  <a:pt x="402291" y="35226"/>
                  <a:pt x="402291" y="36246"/>
                </a:cubicBezTo>
                <a:cubicBezTo>
                  <a:pt x="402291" y="37137"/>
                  <a:pt x="402886" y="38242"/>
                  <a:pt x="404075" y="39558"/>
                </a:cubicBezTo>
                <a:cubicBezTo>
                  <a:pt x="405689" y="41384"/>
                  <a:pt x="406495" y="43146"/>
                  <a:pt x="406495" y="44845"/>
                </a:cubicBezTo>
                <a:cubicBezTo>
                  <a:pt x="406495" y="46926"/>
                  <a:pt x="405720" y="48699"/>
                  <a:pt x="404170" y="50164"/>
                </a:cubicBezTo>
                <a:cubicBezTo>
                  <a:pt x="402620" y="51629"/>
                  <a:pt x="400593" y="52362"/>
                  <a:pt x="398087" y="52362"/>
                </a:cubicBezTo>
                <a:cubicBezTo>
                  <a:pt x="395412" y="52362"/>
                  <a:pt x="393171" y="51555"/>
                  <a:pt x="391367" y="49941"/>
                </a:cubicBezTo>
                <a:cubicBezTo>
                  <a:pt x="389562" y="48327"/>
                  <a:pt x="388659" y="46438"/>
                  <a:pt x="388659" y="44272"/>
                </a:cubicBezTo>
                <a:cubicBezTo>
                  <a:pt x="388659" y="41214"/>
                  <a:pt x="389870" y="38295"/>
                  <a:pt x="392290" y="35513"/>
                </a:cubicBezTo>
                <a:cubicBezTo>
                  <a:pt x="394711" y="32731"/>
                  <a:pt x="398087" y="30597"/>
                  <a:pt x="402419" y="29111"/>
                </a:cubicBezTo>
                <a:cubicBezTo>
                  <a:pt x="406750" y="27625"/>
                  <a:pt x="411252" y="26882"/>
                  <a:pt x="415923" y="26882"/>
                </a:cubicBezTo>
                <a:cubicBezTo>
                  <a:pt x="421571" y="26882"/>
                  <a:pt x="426041" y="28085"/>
                  <a:pt x="429332" y="30491"/>
                </a:cubicBezTo>
                <a:cubicBezTo>
                  <a:pt x="432623" y="32895"/>
                  <a:pt x="434757" y="35502"/>
                  <a:pt x="435734" y="38312"/>
                </a:cubicBezTo>
                <a:cubicBezTo>
                  <a:pt x="436329" y="40099"/>
                  <a:pt x="436626" y="44207"/>
                  <a:pt x="436626" y="50634"/>
                </a:cubicBezTo>
                <a:lnTo>
                  <a:pt x="436626" y="73811"/>
                </a:lnTo>
                <a:cubicBezTo>
                  <a:pt x="436626" y="76535"/>
                  <a:pt x="436732" y="78249"/>
                  <a:pt x="436944" y="78953"/>
                </a:cubicBezTo>
                <a:cubicBezTo>
                  <a:pt x="437157" y="79655"/>
                  <a:pt x="437475" y="80176"/>
                  <a:pt x="437900" y="80517"/>
                </a:cubicBezTo>
                <a:cubicBezTo>
                  <a:pt x="438324" y="80857"/>
                  <a:pt x="438813" y="81027"/>
                  <a:pt x="439365" y="81027"/>
                </a:cubicBezTo>
                <a:cubicBezTo>
                  <a:pt x="440469" y="81027"/>
                  <a:pt x="441594" y="80241"/>
                  <a:pt x="442741" y="78670"/>
                </a:cubicBezTo>
                <a:lnTo>
                  <a:pt x="444652" y="80199"/>
                </a:lnTo>
                <a:cubicBezTo>
                  <a:pt x="442529" y="83341"/>
                  <a:pt x="440331" y="85624"/>
                  <a:pt x="438059" y="87047"/>
                </a:cubicBezTo>
                <a:cubicBezTo>
                  <a:pt x="435787" y="88469"/>
                  <a:pt x="433207" y="89181"/>
                  <a:pt x="430319" y="89181"/>
                </a:cubicBezTo>
                <a:cubicBezTo>
                  <a:pt x="426922" y="89181"/>
                  <a:pt x="424268" y="88379"/>
                  <a:pt x="422357" y="86776"/>
                </a:cubicBezTo>
                <a:cubicBezTo>
                  <a:pt x="420446" y="85173"/>
                  <a:pt x="419278" y="82747"/>
                  <a:pt x="418853" y="79498"/>
                </a:cubicBezTo>
                <a:moveTo>
                  <a:pt x="418853" y="74784"/>
                </a:moveTo>
                <a:lnTo>
                  <a:pt x="418853" y="54858"/>
                </a:lnTo>
                <a:cubicBezTo>
                  <a:pt x="413715" y="57888"/>
                  <a:pt x="409893" y="61131"/>
                  <a:pt x="407387" y="64588"/>
                </a:cubicBezTo>
                <a:cubicBezTo>
                  <a:pt x="405731" y="66892"/>
                  <a:pt x="404903" y="69218"/>
                  <a:pt x="404903" y="71565"/>
                </a:cubicBezTo>
                <a:cubicBezTo>
                  <a:pt x="404903" y="73528"/>
                  <a:pt x="405604" y="75257"/>
                  <a:pt x="407005" y="76751"/>
                </a:cubicBezTo>
                <a:cubicBezTo>
                  <a:pt x="408067" y="77903"/>
                  <a:pt x="409553" y="78479"/>
                  <a:pt x="411464" y="78479"/>
                </a:cubicBezTo>
                <a:cubicBezTo>
                  <a:pt x="413587" y="78479"/>
                  <a:pt x="416051" y="77247"/>
                  <a:pt x="418853" y="74784"/>
                </a:cubicBezTo>
                <a:close/>
                <a:moveTo>
                  <a:pt x="474846" y="6752"/>
                </a:moveTo>
                <a:lnTo>
                  <a:pt x="474846" y="28665"/>
                </a:lnTo>
                <a:lnTo>
                  <a:pt x="488988" y="28665"/>
                </a:lnTo>
                <a:lnTo>
                  <a:pt x="488988" y="34908"/>
                </a:lnTo>
                <a:lnTo>
                  <a:pt x="474846" y="34908"/>
                </a:lnTo>
                <a:lnTo>
                  <a:pt x="474846" y="71763"/>
                </a:lnTo>
                <a:cubicBezTo>
                  <a:pt x="474846" y="75212"/>
                  <a:pt x="475005" y="77437"/>
                  <a:pt x="475324" y="78437"/>
                </a:cubicBezTo>
                <a:cubicBezTo>
                  <a:pt x="475642" y="79438"/>
                  <a:pt x="476205" y="80247"/>
                  <a:pt x="477012" y="80866"/>
                </a:cubicBezTo>
                <a:cubicBezTo>
                  <a:pt x="477819" y="81483"/>
                  <a:pt x="478562" y="81791"/>
                  <a:pt x="479241" y="81791"/>
                </a:cubicBezTo>
                <a:cubicBezTo>
                  <a:pt x="482002" y="81791"/>
                  <a:pt x="484613" y="79668"/>
                  <a:pt x="487077" y="75421"/>
                </a:cubicBezTo>
                <a:lnTo>
                  <a:pt x="488988" y="76837"/>
                </a:lnTo>
                <a:cubicBezTo>
                  <a:pt x="485548" y="85066"/>
                  <a:pt x="479963" y="89181"/>
                  <a:pt x="472234" y="89181"/>
                </a:cubicBezTo>
                <a:cubicBezTo>
                  <a:pt x="468455" y="89181"/>
                  <a:pt x="465259" y="88126"/>
                  <a:pt x="462647" y="86018"/>
                </a:cubicBezTo>
                <a:cubicBezTo>
                  <a:pt x="460036" y="83907"/>
                  <a:pt x="458369" y="81553"/>
                  <a:pt x="457647" y="78953"/>
                </a:cubicBezTo>
                <a:cubicBezTo>
                  <a:pt x="457222" y="77504"/>
                  <a:pt x="457010" y="73583"/>
                  <a:pt x="457010" y="67190"/>
                </a:cubicBezTo>
                <a:lnTo>
                  <a:pt x="457010" y="34908"/>
                </a:lnTo>
                <a:lnTo>
                  <a:pt x="449238" y="34908"/>
                </a:lnTo>
                <a:lnTo>
                  <a:pt x="449238" y="32672"/>
                </a:lnTo>
                <a:cubicBezTo>
                  <a:pt x="454589" y="28885"/>
                  <a:pt x="459144" y="24906"/>
                  <a:pt x="462902" y="20734"/>
                </a:cubicBezTo>
                <a:cubicBezTo>
                  <a:pt x="466661" y="16563"/>
                  <a:pt x="469941" y="11903"/>
                  <a:pt x="472744" y="6752"/>
                </a:cubicBezTo>
                <a:lnTo>
                  <a:pt x="474846" y="6752"/>
                </a:lnTo>
                <a:close/>
                <a:moveTo>
                  <a:pt x="508989" y="0"/>
                </a:moveTo>
                <a:cubicBezTo>
                  <a:pt x="511749" y="0"/>
                  <a:pt x="514085" y="969"/>
                  <a:pt x="515996" y="2908"/>
                </a:cubicBezTo>
                <a:cubicBezTo>
                  <a:pt x="517907" y="4846"/>
                  <a:pt x="518862" y="7178"/>
                  <a:pt x="518862" y="9905"/>
                </a:cubicBezTo>
                <a:cubicBezTo>
                  <a:pt x="518862" y="12633"/>
                  <a:pt x="517896" y="14955"/>
                  <a:pt x="515964" y="16873"/>
                </a:cubicBezTo>
                <a:cubicBezTo>
                  <a:pt x="514032" y="18789"/>
                  <a:pt x="511707" y="19747"/>
                  <a:pt x="508989" y="19747"/>
                </a:cubicBezTo>
                <a:cubicBezTo>
                  <a:pt x="506271" y="19747"/>
                  <a:pt x="503956" y="18789"/>
                  <a:pt x="502045" y="16873"/>
                </a:cubicBezTo>
                <a:cubicBezTo>
                  <a:pt x="500134" y="14955"/>
                  <a:pt x="499179" y="12633"/>
                  <a:pt x="499179" y="9905"/>
                </a:cubicBezTo>
                <a:cubicBezTo>
                  <a:pt x="499179" y="7178"/>
                  <a:pt x="500134" y="4846"/>
                  <a:pt x="502045" y="2908"/>
                </a:cubicBezTo>
                <a:cubicBezTo>
                  <a:pt x="503956" y="969"/>
                  <a:pt x="506271" y="0"/>
                  <a:pt x="508989" y="0"/>
                </a:cubicBezTo>
                <a:moveTo>
                  <a:pt x="517907" y="28665"/>
                </a:moveTo>
                <a:lnTo>
                  <a:pt x="517907" y="75931"/>
                </a:lnTo>
                <a:cubicBezTo>
                  <a:pt x="517907" y="80135"/>
                  <a:pt x="518395" y="82821"/>
                  <a:pt x="519372" y="83989"/>
                </a:cubicBezTo>
                <a:cubicBezTo>
                  <a:pt x="520349" y="85157"/>
                  <a:pt x="522260" y="85826"/>
                  <a:pt x="525105" y="85996"/>
                </a:cubicBezTo>
                <a:lnTo>
                  <a:pt x="525105" y="88289"/>
                </a:lnTo>
                <a:lnTo>
                  <a:pt x="492936" y="88289"/>
                </a:lnTo>
                <a:lnTo>
                  <a:pt x="492936" y="85996"/>
                </a:lnTo>
                <a:cubicBezTo>
                  <a:pt x="495569" y="85911"/>
                  <a:pt x="497523" y="85146"/>
                  <a:pt x="498797" y="83702"/>
                </a:cubicBezTo>
                <a:cubicBezTo>
                  <a:pt x="499646" y="82726"/>
                  <a:pt x="500071" y="80135"/>
                  <a:pt x="500071" y="75931"/>
                </a:cubicBezTo>
                <a:lnTo>
                  <a:pt x="500071" y="41151"/>
                </a:lnTo>
                <a:cubicBezTo>
                  <a:pt x="500071" y="36893"/>
                  <a:pt x="499582" y="34173"/>
                  <a:pt x="498606" y="32991"/>
                </a:cubicBezTo>
                <a:cubicBezTo>
                  <a:pt x="497629" y="31808"/>
                  <a:pt x="495739" y="31131"/>
                  <a:pt x="492936" y="30958"/>
                </a:cubicBezTo>
                <a:lnTo>
                  <a:pt x="492936" y="28665"/>
                </a:lnTo>
                <a:lnTo>
                  <a:pt x="517907" y="28665"/>
                </a:lnTo>
                <a:close/>
                <a:moveTo>
                  <a:pt x="559016" y="26882"/>
                </a:moveTo>
                <a:cubicBezTo>
                  <a:pt x="564197" y="26882"/>
                  <a:pt x="569017" y="28221"/>
                  <a:pt x="573476" y="30899"/>
                </a:cubicBezTo>
                <a:cubicBezTo>
                  <a:pt x="577935" y="33577"/>
                  <a:pt x="581321" y="37382"/>
                  <a:pt x="583636" y="42313"/>
                </a:cubicBezTo>
                <a:cubicBezTo>
                  <a:pt x="585950" y="47245"/>
                  <a:pt x="587108" y="52643"/>
                  <a:pt x="587108" y="58509"/>
                </a:cubicBezTo>
                <a:cubicBezTo>
                  <a:pt x="587108" y="66968"/>
                  <a:pt x="584963" y="74046"/>
                  <a:pt x="580674" y="79743"/>
                </a:cubicBezTo>
                <a:cubicBezTo>
                  <a:pt x="575493" y="86629"/>
                  <a:pt x="568337" y="90072"/>
                  <a:pt x="559207" y="90072"/>
                </a:cubicBezTo>
                <a:cubicBezTo>
                  <a:pt x="550246" y="90072"/>
                  <a:pt x="543345" y="86927"/>
                  <a:pt x="538504" y="80635"/>
                </a:cubicBezTo>
                <a:cubicBezTo>
                  <a:pt x="533663" y="74343"/>
                  <a:pt x="531242" y="67053"/>
                  <a:pt x="531242" y="58764"/>
                </a:cubicBezTo>
                <a:cubicBezTo>
                  <a:pt x="531242" y="50220"/>
                  <a:pt x="533716" y="42770"/>
                  <a:pt x="538663" y="36415"/>
                </a:cubicBezTo>
                <a:cubicBezTo>
                  <a:pt x="543611" y="30059"/>
                  <a:pt x="550395" y="26882"/>
                  <a:pt x="559016" y="26882"/>
                </a:cubicBezTo>
                <a:moveTo>
                  <a:pt x="559270" y="31341"/>
                </a:moveTo>
                <a:cubicBezTo>
                  <a:pt x="557105" y="31341"/>
                  <a:pt x="555247" y="32159"/>
                  <a:pt x="553697" y="33797"/>
                </a:cubicBezTo>
                <a:cubicBezTo>
                  <a:pt x="552147" y="35433"/>
                  <a:pt x="551127" y="38664"/>
                  <a:pt x="550639" y="43490"/>
                </a:cubicBezTo>
                <a:cubicBezTo>
                  <a:pt x="550151" y="48315"/>
                  <a:pt x="549906" y="55022"/>
                  <a:pt x="549906" y="63611"/>
                </a:cubicBezTo>
                <a:cubicBezTo>
                  <a:pt x="549906" y="68160"/>
                  <a:pt x="550204" y="72412"/>
                  <a:pt x="550798" y="76367"/>
                </a:cubicBezTo>
                <a:cubicBezTo>
                  <a:pt x="551265" y="79385"/>
                  <a:pt x="552263" y="81681"/>
                  <a:pt x="553792" y="83255"/>
                </a:cubicBezTo>
                <a:cubicBezTo>
                  <a:pt x="555321" y="84827"/>
                  <a:pt x="557062" y="85613"/>
                  <a:pt x="559016" y="85613"/>
                </a:cubicBezTo>
                <a:cubicBezTo>
                  <a:pt x="560927" y="85613"/>
                  <a:pt x="562519" y="85082"/>
                  <a:pt x="563793" y="84019"/>
                </a:cubicBezTo>
                <a:cubicBezTo>
                  <a:pt x="565449" y="82574"/>
                  <a:pt x="566554" y="80554"/>
                  <a:pt x="567106" y="77959"/>
                </a:cubicBezTo>
                <a:cubicBezTo>
                  <a:pt x="567955" y="73921"/>
                  <a:pt x="568380" y="65758"/>
                  <a:pt x="568380" y="53471"/>
                </a:cubicBezTo>
                <a:cubicBezTo>
                  <a:pt x="568380" y="46243"/>
                  <a:pt x="567976" y="41280"/>
                  <a:pt x="567169" y="38581"/>
                </a:cubicBezTo>
                <a:cubicBezTo>
                  <a:pt x="566362" y="35880"/>
                  <a:pt x="565173" y="33913"/>
                  <a:pt x="563602" y="32680"/>
                </a:cubicBezTo>
                <a:cubicBezTo>
                  <a:pt x="562498" y="31787"/>
                  <a:pt x="561054" y="31341"/>
                  <a:pt x="559270" y="31341"/>
                </a:cubicBezTo>
                <a:close/>
                <a:moveTo>
                  <a:pt x="620487" y="28665"/>
                </a:moveTo>
                <a:lnTo>
                  <a:pt x="620487" y="36437"/>
                </a:lnTo>
                <a:cubicBezTo>
                  <a:pt x="623544" y="33102"/>
                  <a:pt x="626474" y="30676"/>
                  <a:pt x="629277" y="29159"/>
                </a:cubicBezTo>
                <a:cubicBezTo>
                  <a:pt x="632080" y="27641"/>
                  <a:pt x="635095" y="26882"/>
                  <a:pt x="638323" y="26882"/>
                </a:cubicBezTo>
                <a:cubicBezTo>
                  <a:pt x="642187" y="26882"/>
                  <a:pt x="645394" y="27955"/>
                  <a:pt x="647942" y="30102"/>
                </a:cubicBezTo>
                <a:cubicBezTo>
                  <a:pt x="650490" y="32250"/>
                  <a:pt x="652188" y="34918"/>
                  <a:pt x="653038" y="38107"/>
                </a:cubicBezTo>
                <a:cubicBezTo>
                  <a:pt x="653717" y="40531"/>
                  <a:pt x="654057" y="45188"/>
                  <a:pt x="654057" y="52077"/>
                </a:cubicBezTo>
                <a:lnTo>
                  <a:pt x="654057" y="75294"/>
                </a:lnTo>
                <a:cubicBezTo>
                  <a:pt x="654057" y="79880"/>
                  <a:pt x="654471" y="82736"/>
                  <a:pt x="655299" y="83862"/>
                </a:cubicBezTo>
                <a:cubicBezTo>
                  <a:pt x="656127" y="84987"/>
                  <a:pt x="657858" y="85698"/>
                  <a:pt x="660491" y="85996"/>
                </a:cubicBezTo>
                <a:lnTo>
                  <a:pt x="660491" y="88289"/>
                </a:lnTo>
                <a:lnTo>
                  <a:pt x="630360" y="88289"/>
                </a:lnTo>
                <a:lnTo>
                  <a:pt x="630360" y="85996"/>
                </a:lnTo>
                <a:cubicBezTo>
                  <a:pt x="632611" y="85698"/>
                  <a:pt x="634225" y="84764"/>
                  <a:pt x="635201" y="83193"/>
                </a:cubicBezTo>
                <a:cubicBezTo>
                  <a:pt x="635881" y="82131"/>
                  <a:pt x="636221" y="79498"/>
                  <a:pt x="636221" y="75294"/>
                </a:cubicBezTo>
                <a:lnTo>
                  <a:pt x="636221" y="48795"/>
                </a:lnTo>
                <a:cubicBezTo>
                  <a:pt x="636221" y="43911"/>
                  <a:pt x="636030" y="40832"/>
                  <a:pt x="635647" y="39558"/>
                </a:cubicBezTo>
                <a:cubicBezTo>
                  <a:pt x="635265" y="38284"/>
                  <a:pt x="634618" y="37297"/>
                  <a:pt x="633704" y="36596"/>
                </a:cubicBezTo>
                <a:cubicBezTo>
                  <a:pt x="632791" y="35895"/>
                  <a:pt x="631783" y="35545"/>
                  <a:pt x="630679" y="35545"/>
                </a:cubicBezTo>
                <a:cubicBezTo>
                  <a:pt x="627027" y="35545"/>
                  <a:pt x="623629" y="38178"/>
                  <a:pt x="620487" y="43444"/>
                </a:cubicBezTo>
                <a:lnTo>
                  <a:pt x="620487" y="75294"/>
                </a:lnTo>
                <a:cubicBezTo>
                  <a:pt x="620487" y="79753"/>
                  <a:pt x="620901" y="82577"/>
                  <a:pt x="621729" y="83766"/>
                </a:cubicBezTo>
                <a:cubicBezTo>
                  <a:pt x="622557" y="84955"/>
                  <a:pt x="624096" y="85698"/>
                  <a:pt x="626347" y="85996"/>
                </a:cubicBezTo>
                <a:lnTo>
                  <a:pt x="626347" y="88289"/>
                </a:lnTo>
                <a:lnTo>
                  <a:pt x="596217" y="88289"/>
                </a:lnTo>
                <a:lnTo>
                  <a:pt x="596217" y="85996"/>
                </a:lnTo>
                <a:cubicBezTo>
                  <a:pt x="598722" y="85741"/>
                  <a:pt x="600506" y="84934"/>
                  <a:pt x="601568" y="83575"/>
                </a:cubicBezTo>
                <a:cubicBezTo>
                  <a:pt x="602290" y="82641"/>
                  <a:pt x="602650" y="79880"/>
                  <a:pt x="602650" y="75294"/>
                </a:cubicBezTo>
                <a:lnTo>
                  <a:pt x="602650" y="41660"/>
                </a:lnTo>
                <a:cubicBezTo>
                  <a:pt x="602650" y="37104"/>
                  <a:pt x="602236" y="34268"/>
                  <a:pt x="601408" y="33150"/>
                </a:cubicBezTo>
                <a:cubicBezTo>
                  <a:pt x="600580" y="32033"/>
                  <a:pt x="598850" y="31302"/>
                  <a:pt x="596217" y="30958"/>
                </a:cubicBezTo>
                <a:lnTo>
                  <a:pt x="596217" y="28665"/>
                </a:lnTo>
                <a:lnTo>
                  <a:pt x="620487" y="2866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Iterative">
            <a:extLst xmlns:a="http://schemas.openxmlformats.org/drawingml/2006/main">
              <a:ext uri="{FF2B5EF4-FFF2-40B4-BE49-F238E27FC236}">
                <a16:creationId xmlns:a16="http://schemas.microsoft.com/office/drawing/2014/main" id="{9D5FD0CE-3615-46FD-9B8F-92BBDF62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296" y="3170614"/>
            <a:ext cx="436100" cy="83144"/>
          </a:xfrm>
          <a:custGeom xmlns:a="http://schemas.openxmlformats.org/drawingml/2006/main">
            <a:pathLst>
              <a:path w="436100" h="83144">
                <a:moveTo>
                  <a:pt x="41690" y="79381"/>
                </a:moveTo>
                <a:lnTo>
                  <a:pt x="41690" y="81497"/>
                </a:lnTo>
                <a:lnTo>
                  <a:pt x="0" y="81497"/>
                </a:lnTo>
                <a:lnTo>
                  <a:pt x="0" y="79381"/>
                </a:lnTo>
                <a:lnTo>
                  <a:pt x="2646" y="79381"/>
                </a:lnTo>
                <a:cubicBezTo>
                  <a:pt x="4959" y="79381"/>
                  <a:pt x="6821" y="78967"/>
                  <a:pt x="8232" y="78140"/>
                </a:cubicBezTo>
                <a:cubicBezTo>
                  <a:pt x="9251" y="77588"/>
                  <a:pt x="10035" y="76642"/>
                  <a:pt x="10584" y="75303"/>
                </a:cubicBezTo>
                <a:cubicBezTo>
                  <a:pt x="11015" y="74357"/>
                  <a:pt x="11231" y="71875"/>
                  <a:pt x="11231" y="67856"/>
                </a:cubicBezTo>
                <a:lnTo>
                  <a:pt x="11231" y="15406"/>
                </a:lnTo>
                <a:cubicBezTo>
                  <a:pt x="11231" y="11308"/>
                  <a:pt x="11015" y="8747"/>
                  <a:pt x="10584" y="7723"/>
                </a:cubicBezTo>
                <a:cubicBezTo>
                  <a:pt x="10153" y="6698"/>
                  <a:pt x="9281" y="5801"/>
                  <a:pt x="7967" y="5033"/>
                </a:cubicBezTo>
                <a:cubicBezTo>
                  <a:pt x="6654" y="4265"/>
                  <a:pt x="4880" y="3881"/>
                  <a:pt x="2646" y="3881"/>
                </a:cubicBezTo>
                <a:lnTo>
                  <a:pt x="0" y="3881"/>
                </a:lnTo>
                <a:lnTo>
                  <a:pt x="0" y="1764"/>
                </a:lnTo>
                <a:lnTo>
                  <a:pt x="41690" y="1764"/>
                </a:lnTo>
                <a:lnTo>
                  <a:pt x="41690" y="3881"/>
                </a:lnTo>
                <a:lnTo>
                  <a:pt x="39043" y="3881"/>
                </a:lnTo>
                <a:cubicBezTo>
                  <a:pt x="36731" y="3881"/>
                  <a:pt x="34869" y="4294"/>
                  <a:pt x="33457" y="5121"/>
                </a:cubicBezTo>
                <a:cubicBezTo>
                  <a:pt x="32438" y="5674"/>
                  <a:pt x="31635" y="6619"/>
                  <a:pt x="31047" y="7958"/>
                </a:cubicBezTo>
                <a:cubicBezTo>
                  <a:pt x="30615" y="8904"/>
                  <a:pt x="30400" y="11386"/>
                  <a:pt x="30400" y="15406"/>
                </a:cubicBezTo>
                <a:lnTo>
                  <a:pt x="30400" y="67856"/>
                </a:lnTo>
                <a:cubicBezTo>
                  <a:pt x="30400" y="71953"/>
                  <a:pt x="30625" y="74515"/>
                  <a:pt x="31076" y="75540"/>
                </a:cubicBezTo>
                <a:cubicBezTo>
                  <a:pt x="31527" y="76564"/>
                  <a:pt x="32409" y="77460"/>
                  <a:pt x="33722" y="78228"/>
                </a:cubicBezTo>
                <a:cubicBezTo>
                  <a:pt x="35035" y="78997"/>
                  <a:pt x="36809" y="79381"/>
                  <a:pt x="39043" y="79381"/>
                </a:cubicBezTo>
                <a:lnTo>
                  <a:pt x="41690" y="79381"/>
                </a:lnTo>
                <a:close/>
                <a:moveTo>
                  <a:pt x="70306" y="6233"/>
                </a:moveTo>
                <a:lnTo>
                  <a:pt x="70306" y="26460"/>
                </a:lnTo>
                <a:lnTo>
                  <a:pt x="83359" y="26460"/>
                </a:lnTo>
                <a:lnTo>
                  <a:pt x="83359" y="32223"/>
                </a:lnTo>
                <a:lnTo>
                  <a:pt x="70306" y="32223"/>
                </a:lnTo>
                <a:lnTo>
                  <a:pt x="70306" y="66242"/>
                </a:lnTo>
                <a:cubicBezTo>
                  <a:pt x="70306" y="69426"/>
                  <a:pt x="70453" y="71480"/>
                  <a:pt x="70747" y="72404"/>
                </a:cubicBezTo>
                <a:cubicBezTo>
                  <a:pt x="71041" y="73327"/>
                  <a:pt x="71560" y="74074"/>
                  <a:pt x="72305" y="74645"/>
                </a:cubicBezTo>
                <a:cubicBezTo>
                  <a:pt x="73050" y="75215"/>
                  <a:pt x="73736" y="75500"/>
                  <a:pt x="74363" y="75500"/>
                </a:cubicBezTo>
                <a:cubicBezTo>
                  <a:pt x="76911" y="75500"/>
                  <a:pt x="79322" y="73540"/>
                  <a:pt x="81595" y="69620"/>
                </a:cubicBezTo>
                <a:lnTo>
                  <a:pt x="83359" y="70926"/>
                </a:lnTo>
                <a:cubicBezTo>
                  <a:pt x="80184" y="78522"/>
                  <a:pt x="75029" y="82321"/>
                  <a:pt x="67895" y="82321"/>
                </a:cubicBezTo>
                <a:cubicBezTo>
                  <a:pt x="64406" y="82321"/>
                  <a:pt x="61456" y="81347"/>
                  <a:pt x="59045" y="79401"/>
                </a:cubicBezTo>
                <a:cubicBezTo>
                  <a:pt x="56634" y="77453"/>
                  <a:pt x="55096" y="75279"/>
                  <a:pt x="54429" y="72879"/>
                </a:cubicBezTo>
                <a:cubicBezTo>
                  <a:pt x="54037" y="71542"/>
                  <a:pt x="53841" y="67922"/>
                  <a:pt x="53841" y="62022"/>
                </a:cubicBezTo>
                <a:lnTo>
                  <a:pt x="53841" y="32223"/>
                </a:lnTo>
                <a:lnTo>
                  <a:pt x="46668" y="32223"/>
                </a:lnTo>
                <a:lnTo>
                  <a:pt x="46668" y="30159"/>
                </a:lnTo>
                <a:cubicBezTo>
                  <a:pt x="51607" y="26663"/>
                  <a:pt x="55811" y="22990"/>
                  <a:pt x="59280" y="19140"/>
                </a:cubicBezTo>
                <a:cubicBezTo>
                  <a:pt x="62750" y="15289"/>
                  <a:pt x="65778" y="10987"/>
                  <a:pt x="68365" y="6233"/>
                </a:cubicBezTo>
                <a:lnTo>
                  <a:pt x="70306" y="6233"/>
                </a:lnTo>
                <a:close/>
                <a:moveTo>
                  <a:pt x="135162" y="51980"/>
                </a:moveTo>
                <a:lnTo>
                  <a:pt x="104997" y="51980"/>
                </a:lnTo>
                <a:cubicBezTo>
                  <a:pt x="105350" y="59290"/>
                  <a:pt x="107291" y="65068"/>
                  <a:pt x="110819" y="69313"/>
                </a:cubicBezTo>
                <a:cubicBezTo>
                  <a:pt x="113524" y="72575"/>
                  <a:pt x="116777" y="74206"/>
                  <a:pt x="120580" y="74206"/>
                </a:cubicBezTo>
                <a:cubicBezTo>
                  <a:pt x="122932" y="74206"/>
                  <a:pt x="125068" y="73550"/>
                  <a:pt x="126989" y="72236"/>
                </a:cubicBezTo>
                <a:cubicBezTo>
                  <a:pt x="128910" y="70923"/>
                  <a:pt x="130968" y="68561"/>
                  <a:pt x="133163" y="65151"/>
                </a:cubicBezTo>
                <a:lnTo>
                  <a:pt x="135162" y="66444"/>
                </a:lnTo>
                <a:cubicBezTo>
                  <a:pt x="132183" y="72521"/>
                  <a:pt x="128890" y="76823"/>
                  <a:pt x="125284" y="79351"/>
                </a:cubicBezTo>
                <a:cubicBezTo>
                  <a:pt x="121677" y="81880"/>
                  <a:pt x="117502" y="83144"/>
                  <a:pt x="112759" y="83144"/>
                </a:cubicBezTo>
                <a:cubicBezTo>
                  <a:pt x="104605" y="83144"/>
                  <a:pt x="98431" y="80005"/>
                  <a:pt x="94237" y="73727"/>
                </a:cubicBezTo>
                <a:cubicBezTo>
                  <a:pt x="90866" y="68665"/>
                  <a:pt x="89180" y="62387"/>
                  <a:pt x="89180" y="54892"/>
                </a:cubicBezTo>
                <a:cubicBezTo>
                  <a:pt x="89180" y="45709"/>
                  <a:pt x="91660" y="38401"/>
                  <a:pt x="96618" y="32967"/>
                </a:cubicBezTo>
                <a:cubicBezTo>
                  <a:pt x="101577" y="27531"/>
                  <a:pt x="107389" y="24814"/>
                  <a:pt x="114053" y="24814"/>
                </a:cubicBezTo>
                <a:cubicBezTo>
                  <a:pt x="119619" y="24814"/>
                  <a:pt x="124451" y="27097"/>
                  <a:pt x="128547" y="31664"/>
                </a:cubicBezTo>
                <a:cubicBezTo>
                  <a:pt x="132643" y="36231"/>
                  <a:pt x="134848" y="43003"/>
                  <a:pt x="135162" y="51980"/>
                </a:cubicBezTo>
                <a:moveTo>
                  <a:pt x="120697" y="48099"/>
                </a:moveTo>
                <a:cubicBezTo>
                  <a:pt x="120697" y="41788"/>
                  <a:pt x="120354" y="37456"/>
                  <a:pt x="119668" y="35104"/>
                </a:cubicBezTo>
                <a:cubicBezTo>
                  <a:pt x="118982" y="32752"/>
                  <a:pt x="117914" y="30968"/>
                  <a:pt x="116464" y="29753"/>
                </a:cubicBezTo>
                <a:cubicBezTo>
                  <a:pt x="115640" y="29047"/>
                  <a:pt x="114543" y="28695"/>
                  <a:pt x="113171" y="28695"/>
                </a:cubicBezTo>
                <a:cubicBezTo>
                  <a:pt x="111132" y="28695"/>
                  <a:pt x="109466" y="29694"/>
                  <a:pt x="108173" y="31693"/>
                </a:cubicBezTo>
                <a:cubicBezTo>
                  <a:pt x="105860" y="35182"/>
                  <a:pt x="104703" y="39965"/>
                  <a:pt x="104703" y="46041"/>
                </a:cubicBezTo>
                <a:lnTo>
                  <a:pt x="104703" y="48099"/>
                </a:lnTo>
                <a:lnTo>
                  <a:pt x="120697" y="48099"/>
                </a:lnTo>
                <a:close/>
                <a:moveTo>
                  <a:pt x="164874" y="26460"/>
                </a:moveTo>
                <a:lnTo>
                  <a:pt x="164874" y="38926"/>
                </a:lnTo>
                <a:cubicBezTo>
                  <a:pt x="168520" y="33242"/>
                  <a:pt x="171715" y="29469"/>
                  <a:pt x="174459" y="27607"/>
                </a:cubicBezTo>
                <a:cubicBezTo>
                  <a:pt x="177203" y="25745"/>
                  <a:pt x="179849" y="24814"/>
                  <a:pt x="182397" y="24814"/>
                </a:cubicBezTo>
                <a:cubicBezTo>
                  <a:pt x="184592" y="24814"/>
                  <a:pt x="186346" y="25492"/>
                  <a:pt x="187659" y="26850"/>
                </a:cubicBezTo>
                <a:cubicBezTo>
                  <a:pt x="188973" y="28207"/>
                  <a:pt x="189629" y="30125"/>
                  <a:pt x="189629" y="32603"/>
                </a:cubicBezTo>
                <a:cubicBezTo>
                  <a:pt x="189629" y="35239"/>
                  <a:pt x="188992" y="37286"/>
                  <a:pt x="187718" y="38742"/>
                </a:cubicBezTo>
                <a:cubicBezTo>
                  <a:pt x="186444" y="40197"/>
                  <a:pt x="184906" y="40925"/>
                  <a:pt x="183102" y="40925"/>
                </a:cubicBezTo>
                <a:cubicBezTo>
                  <a:pt x="181025" y="40925"/>
                  <a:pt x="179222" y="40259"/>
                  <a:pt x="177693" y="38926"/>
                </a:cubicBezTo>
                <a:cubicBezTo>
                  <a:pt x="176164" y="37593"/>
                  <a:pt x="175262" y="36848"/>
                  <a:pt x="174988" y="36691"/>
                </a:cubicBezTo>
                <a:cubicBezTo>
                  <a:pt x="174596" y="36456"/>
                  <a:pt x="174145" y="36339"/>
                  <a:pt x="173636" y="36339"/>
                </a:cubicBezTo>
                <a:cubicBezTo>
                  <a:pt x="172499" y="36339"/>
                  <a:pt x="171421" y="36770"/>
                  <a:pt x="170401" y="37632"/>
                </a:cubicBezTo>
                <a:cubicBezTo>
                  <a:pt x="168794" y="38965"/>
                  <a:pt x="167579" y="40866"/>
                  <a:pt x="166756" y="43336"/>
                </a:cubicBezTo>
                <a:cubicBezTo>
                  <a:pt x="165501" y="47138"/>
                  <a:pt x="164874" y="51333"/>
                  <a:pt x="164874" y="55919"/>
                </a:cubicBezTo>
                <a:lnTo>
                  <a:pt x="164874" y="68561"/>
                </a:lnTo>
                <a:lnTo>
                  <a:pt x="164933" y="71854"/>
                </a:lnTo>
                <a:cubicBezTo>
                  <a:pt x="164933" y="74089"/>
                  <a:pt x="165070" y="75519"/>
                  <a:pt x="165345" y="76147"/>
                </a:cubicBezTo>
                <a:cubicBezTo>
                  <a:pt x="165815" y="77205"/>
                  <a:pt x="166511" y="77979"/>
                  <a:pt x="167432" y="78469"/>
                </a:cubicBezTo>
                <a:cubicBezTo>
                  <a:pt x="168353" y="78959"/>
                  <a:pt x="169911" y="79263"/>
                  <a:pt x="172107" y="79381"/>
                </a:cubicBezTo>
                <a:lnTo>
                  <a:pt x="172107" y="81497"/>
                </a:lnTo>
                <a:lnTo>
                  <a:pt x="142412" y="81497"/>
                </a:lnTo>
                <a:lnTo>
                  <a:pt x="142412" y="79381"/>
                </a:lnTo>
                <a:cubicBezTo>
                  <a:pt x="144804" y="79185"/>
                  <a:pt x="146421" y="78528"/>
                  <a:pt x="147264" y="77411"/>
                </a:cubicBezTo>
                <a:cubicBezTo>
                  <a:pt x="148106" y="76294"/>
                  <a:pt x="148528" y="73344"/>
                  <a:pt x="148528" y="68561"/>
                </a:cubicBezTo>
                <a:lnTo>
                  <a:pt x="148528" y="38103"/>
                </a:lnTo>
                <a:cubicBezTo>
                  <a:pt x="148528" y="34947"/>
                  <a:pt x="148371" y="32936"/>
                  <a:pt x="148057" y="32068"/>
                </a:cubicBezTo>
                <a:cubicBezTo>
                  <a:pt x="147665" y="30963"/>
                  <a:pt x="147097" y="30155"/>
                  <a:pt x="146352" y="29643"/>
                </a:cubicBezTo>
                <a:cubicBezTo>
                  <a:pt x="145607" y="29129"/>
                  <a:pt x="144294" y="28774"/>
                  <a:pt x="142412" y="28577"/>
                </a:cubicBezTo>
                <a:lnTo>
                  <a:pt x="142412" y="26460"/>
                </a:lnTo>
                <a:lnTo>
                  <a:pt x="164874" y="26460"/>
                </a:lnTo>
                <a:close/>
                <a:moveTo>
                  <a:pt x="225869" y="73383"/>
                </a:moveTo>
                <a:cubicBezTo>
                  <a:pt x="219166" y="79341"/>
                  <a:pt x="213148" y="82321"/>
                  <a:pt x="207817" y="82321"/>
                </a:cubicBezTo>
                <a:cubicBezTo>
                  <a:pt x="204681" y="82321"/>
                  <a:pt x="202074" y="81289"/>
                  <a:pt x="199997" y="79224"/>
                </a:cubicBezTo>
                <a:cubicBezTo>
                  <a:pt x="197919" y="77159"/>
                  <a:pt x="196880" y="74573"/>
                  <a:pt x="196880" y="71466"/>
                </a:cubicBezTo>
                <a:cubicBezTo>
                  <a:pt x="196880" y="67257"/>
                  <a:pt x="198683" y="63471"/>
                  <a:pt x="202290" y="60109"/>
                </a:cubicBezTo>
                <a:cubicBezTo>
                  <a:pt x="205896" y="56746"/>
                  <a:pt x="213756" y="52272"/>
                  <a:pt x="225869" y="46688"/>
                </a:cubicBezTo>
                <a:lnTo>
                  <a:pt x="225869" y="41160"/>
                </a:lnTo>
                <a:cubicBezTo>
                  <a:pt x="225869" y="37005"/>
                  <a:pt x="225643" y="34388"/>
                  <a:pt x="225193" y="33310"/>
                </a:cubicBezTo>
                <a:cubicBezTo>
                  <a:pt x="224742" y="32232"/>
                  <a:pt x="223889" y="31292"/>
                  <a:pt x="222635" y="30488"/>
                </a:cubicBezTo>
                <a:cubicBezTo>
                  <a:pt x="221380" y="29684"/>
                  <a:pt x="219969" y="29283"/>
                  <a:pt x="218401" y="29283"/>
                </a:cubicBezTo>
                <a:cubicBezTo>
                  <a:pt x="215853" y="29283"/>
                  <a:pt x="213756" y="29851"/>
                  <a:pt x="212110" y="30988"/>
                </a:cubicBezTo>
                <a:cubicBezTo>
                  <a:pt x="211090" y="31693"/>
                  <a:pt x="210581" y="32517"/>
                  <a:pt x="210581" y="33457"/>
                </a:cubicBezTo>
                <a:cubicBezTo>
                  <a:pt x="210581" y="34281"/>
                  <a:pt x="211130" y="35300"/>
                  <a:pt x="212227" y="36515"/>
                </a:cubicBezTo>
                <a:cubicBezTo>
                  <a:pt x="213717" y="38201"/>
                  <a:pt x="214462" y="39827"/>
                  <a:pt x="214462" y="41396"/>
                </a:cubicBezTo>
                <a:cubicBezTo>
                  <a:pt x="214462" y="43316"/>
                  <a:pt x="213746" y="44953"/>
                  <a:pt x="212315" y="46305"/>
                </a:cubicBezTo>
                <a:cubicBezTo>
                  <a:pt x="210884" y="47658"/>
                  <a:pt x="209013" y="48334"/>
                  <a:pt x="206700" y="48334"/>
                </a:cubicBezTo>
                <a:cubicBezTo>
                  <a:pt x="204230" y="48334"/>
                  <a:pt x="202162" y="47589"/>
                  <a:pt x="200496" y="46100"/>
                </a:cubicBezTo>
                <a:cubicBezTo>
                  <a:pt x="198830" y="44610"/>
                  <a:pt x="197997" y="42866"/>
                  <a:pt x="197997" y="40866"/>
                </a:cubicBezTo>
                <a:cubicBezTo>
                  <a:pt x="197997" y="38044"/>
                  <a:pt x="199115" y="35349"/>
                  <a:pt x="201349" y="32781"/>
                </a:cubicBezTo>
                <a:cubicBezTo>
                  <a:pt x="203583" y="30214"/>
                  <a:pt x="206700" y="28244"/>
                  <a:pt x="210698" y="26872"/>
                </a:cubicBezTo>
                <a:cubicBezTo>
                  <a:pt x="214697" y="25500"/>
                  <a:pt x="218852" y="24814"/>
                  <a:pt x="223164" y="24814"/>
                </a:cubicBezTo>
                <a:cubicBezTo>
                  <a:pt x="228378" y="24814"/>
                  <a:pt x="232503" y="25924"/>
                  <a:pt x="235541" y="28145"/>
                </a:cubicBezTo>
                <a:cubicBezTo>
                  <a:pt x="238580" y="30365"/>
                  <a:pt x="240549" y="32771"/>
                  <a:pt x="241451" y="35365"/>
                </a:cubicBezTo>
                <a:cubicBezTo>
                  <a:pt x="242000" y="37015"/>
                  <a:pt x="242274" y="40806"/>
                  <a:pt x="242274" y="46739"/>
                </a:cubicBezTo>
                <a:lnTo>
                  <a:pt x="242274" y="68133"/>
                </a:lnTo>
                <a:cubicBezTo>
                  <a:pt x="242274" y="70648"/>
                  <a:pt x="242372" y="72230"/>
                  <a:pt x="242568" y="72879"/>
                </a:cubicBezTo>
                <a:cubicBezTo>
                  <a:pt x="242764" y="73527"/>
                  <a:pt x="243058" y="74009"/>
                  <a:pt x="243450" y="74324"/>
                </a:cubicBezTo>
                <a:cubicBezTo>
                  <a:pt x="243842" y="74637"/>
                  <a:pt x="244293" y="74794"/>
                  <a:pt x="244803" y="74794"/>
                </a:cubicBezTo>
                <a:cubicBezTo>
                  <a:pt x="245822" y="74794"/>
                  <a:pt x="246861" y="74069"/>
                  <a:pt x="247919" y="72619"/>
                </a:cubicBezTo>
                <a:lnTo>
                  <a:pt x="249683" y="74030"/>
                </a:lnTo>
                <a:cubicBezTo>
                  <a:pt x="247723" y="76931"/>
                  <a:pt x="245694" y="79038"/>
                  <a:pt x="243597" y="80351"/>
                </a:cubicBezTo>
                <a:cubicBezTo>
                  <a:pt x="241500" y="81664"/>
                  <a:pt x="239119" y="82321"/>
                  <a:pt x="236453" y="82321"/>
                </a:cubicBezTo>
                <a:cubicBezTo>
                  <a:pt x="233317" y="82321"/>
                  <a:pt x="230867" y="81581"/>
                  <a:pt x="229103" y="80101"/>
                </a:cubicBezTo>
                <a:cubicBezTo>
                  <a:pt x="227339" y="78621"/>
                  <a:pt x="226261" y="76382"/>
                  <a:pt x="225869" y="73383"/>
                </a:cubicBezTo>
                <a:moveTo>
                  <a:pt x="225869" y="69032"/>
                </a:moveTo>
                <a:lnTo>
                  <a:pt x="225869" y="50638"/>
                </a:lnTo>
                <a:cubicBezTo>
                  <a:pt x="221126" y="53435"/>
                  <a:pt x="217598" y="56429"/>
                  <a:pt x="215285" y="59620"/>
                </a:cubicBezTo>
                <a:cubicBezTo>
                  <a:pt x="213756" y="61747"/>
                  <a:pt x="212992" y="63893"/>
                  <a:pt x="212992" y="66060"/>
                </a:cubicBezTo>
                <a:cubicBezTo>
                  <a:pt x="212992" y="67872"/>
                  <a:pt x="213638" y="69468"/>
                  <a:pt x="214932" y="70847"/>
                </a:cubicBezTo>
                <a:cubicBezTo>
                  <a:pt x="215912" y="71910"/>
                  <a:pt x="217284" y="72442"/>
                  <a:pt x="219048" y="72442"/>
                </a:cubicBezTo>
                <a:cubicBezTo>
                  <a:pt x="221008" y="72442"/>
                  <a:pt x="223282" y="71305"/>
                  <a:pt x="225869" y="69032"/>
                </a:cubicBezTo>
                <a:close/>
                <a:moveTo>
                  <a:pt x="277555" y="6233"/>
                </a:moveTo>
                <a:lnTo>
                  <a:pt x="277555" y="26460"/>
                </a:lnTo>
                <a:lnTo>
                  <a:pt x="290608" y="26460"/>
                </a:lnTo>
                <a:lnTo>
                  <a:pt x="290608" y="32223"/>
                </a:lnTo>
                <a:lnTo>
                  <a:pt x="277555" y="32223"/>
                </a:lnTo>
                <a:lnTo>
                  <a:pt x="277555" y="66242"/>
                </a:lnTo>
                <a:cubicBezTo>
                  <a:pt x="277555" y="69426"/>
                  <a:pt x="277702" y="71480"/>
                  <a:pt x="277996" y="72404"/>
                </a:cubicBezTo>
                <a:cubicBezTo>
                  <a:pt x="278290" y="73327"/>
                  <a:pt x="278809" y="74074"/>
                  <a:pt x="279554" y="74645"/>
                </a:cubicBezTo>
                <a:cubicBezTo>
                  <a:pt x="280299" y="75215"/>
                  <a:pt x="280985" y="75500"/>
                  <a:pt x="281612" y="75500"/>
                </a:cubicBezTo>
                <a:cubicBezTo>
                  <a:pt x="284160" y="75500"/>
                  <a:pt x="286571" y="73540"/>
                  <a:pt x="288844" y="69620"/>
                </a:cubicBezTo>
                <a:lnTo>
                  <a:pt x="290608" y="70926"/>
                </a:lnTo>
                <a:cubicBezTo>
                  <a:pt x="287433" y="78522"/>
                  <a:pt x="282278" y="82321"/>
                  <a:pt x="275144" y="82321"/>
                </a:cubicBezTo>
                <a:cubicBezTo>
                  <a:pt x="271655" y="82321"/>
                  <a:pt x="268705" y="81347"/>
                  <a:pt x="266294" y="79401"/>
                </a:cubicBezTo>
                <a:cubicBezTo>
                  <a:pt x="263883" y="77453"/>
                  <a:pt x="262345" y="75279"/>
                  <a:pt x="261678" y="72879"/>
                </a:cubicBezTo>
                <a:cubicBezTo>
                  <a:pt x="261286" y="71542"/>
                  <a:pt x="261090" y="67922"/>
                  <a:pt x="261090" y="62022"/>
                </a:cubicBezTo>
                <a:lnTo>
                  <a:pt x="261090" y="32223"/>
                </a:lnTo>
                <a:lnTo>
                  <a:pt x="253917" y="32223"/>
                </a:lnTo>
                <a:lnTo>
                  <a:pt x="253917" y="30159"/>
                </a:lnTo>
                <a:cubicBezTo>
                  <a:pt x="258856" y="26663"/>
                  <a:pt x="263060" y="22990"/>
                  <a:pt x="266529" y="19140"/>
                </a:cubicBezTo>
                <a:cubicBezTo>
                  <a:pt x="269999" y="15289"/>
                  <a:pt x="273027" y="10987"/>
                  <a:pt x="275614" y="6233"/>
                </a:cubicBezTo>
                <a:lnTo>
                  <a:pt x="277555" y="6233"/>
                </a:lnTo>
                <a:close/>
                <a:moveTo>
                  <a:pt x="309070" y="0"/>
                </a:moveTo>
                <a:cubicBezTo>
                  <a:pt x="311618" y="0"/>
                  <a:pt x="313774" y="895"/>
                  <a:pt x="315538" y="2685"/>
                </a:cubicBezTo>
                <a:cubicBezTo>
                  <a:pt x="317302" y="4473"/>
                  <a:pt x="318184" y="6626"/>
                  <a:pt x="318184" y="9143"/>
                </a:cubicBezTo>
                <a:cubicBezTo>
                  <a:pt x="318184" y="11661"/>
                  <a:pt x="317293" y="13805"/>
                  <a:pt x="315509" y="15575"/>
                </a:cubicBezTo>
                <a:cubicBezTo>
                  <a:pt x="313725" y="17344"/>
                  <a:pt x="311579" y="18228"/>
                  <a:pt x="309070" y="18228"/>
                </a:cubicBezTo>
                <a:cubicBezTo>
                  <a:pt x="306562" y="18228"/>
                  <a:pt x="304425" y="17344"/>
                  <a:pt x="302661" y="15575"/>
                </a:cubicBezTo>
                <a:cubicBezTo>
                  <a:pt x="300897" y="13805"/>
                  <a:pt x="300015" y="11661"/>
                  <a:pt x="300015" y="9143"/>
                </a:cubicBezTo>
                <a:cubicBezTo>
                  <a:pt x="300015" y="6626"/>
                  <a:pt x="300897" y="4473"/>
                  <a:pt x="302661" y="2685"/>
                </a:cubicBezTo>
                <a:cubicBezTo>
                  <a:pt x="304425" y="895"/>
                  <a:pt x="306562" y="0"/>
                  <a:pt x="309070" y="0"/>
                </a:cubicBezTo>
                <a:moveTo>
                  <a:pt x="317302" y="26460"/>
                </a:moveTo>
                <a:lnTo>
                  <a:pt x="317302" y="70090"/>
                </a:lnTo>
                <a:cubicBezTo>
                  <a:pt x="317302" y="73971"/>
                  <a:pt x="317753" y="76450"/>
                  <a:pt x="318655" y="77528"/>
                </a:cubicBezTo>
                <a:cubicBezTo>
                  <a:pt x="319556" y="78606"/>
                  <a:pt x="321321" y="79224"/>
                  <a:pt x="323947" y="79381"/>
                </a:cubicBezTo>
                <a:lnTo>
                  <a:pt x="323947" y="81497"/>
                </a:lnTo>
                <a:lnTo>
                  <a:pt x="294253" y="81497"/>
                </a:lnTo>
                <a:lnTo>
                  <a:pt x="294253" y="79381"/>
                </a:lnTo>
                <a:cubicBezTo>
                  <a:pt x="296683" y="79302"/>
                  <a:pt x="298486" y="78597"/>
                  <a:pt x="299662" y="77264"/>
                </a:cubicBezTo>
                <a:cubicBezTo>
                  <a:pt x="300446" y="76362"/>
                  <a:pt x="300838" y="73971"/>
                  <a:pt x="300838" y="70090"/>
                </a:cubicBezTo>
                <a:lnTo>
                  <a:pt x="300838" y="37985"/>
                </a:lnTo>
                <a:cubicBezTo>
                  <a:pt x="300838" y="34055"/>
                  <a:pt x="300388" y="31545"/>
                  <a:pt x="299486" y="30453"/>
                </a:cubicBezTo>
                <a:cubicBezTo>
                  <a:pt x="298584" y="29362"/>
                  <a:pt x="296840" y="28736"/>
                  <a:pt x="294253" y="28577"/>
                </a:cubicBezTo>
                <a:lnTo>
                  <a:pt x="294253" y="26460"/>
                </a:lnTo>
                <a:lnTo>
                  <a:pt x="317302" y="26460"/>
                </a:lnTo>
                <a:close/>
                <a:moveTo>
                  <a:pt x="354132" y="83144"/>
                </a:moveTo>
                <a:lnTo>
                  <a:pt x="335610" y="40488"/>
                </a:lnTo>
                <a:cubicBezTo>
                  <a:pt x="333375" y="35312"/>
                  <a:pt x="331631" y="32033"/>
                  <a:pt x="330376" y="30652"/>
                </a:cubicBezTo>
                <a:cubicBezTo>
                  <a:pt x="329475" y="29624"/>
                  <a:pt x="328142" y="28932"/>
                  <a:pt x="326378" y="28577"/>
                </a:cubicBezTo>
                <a:lnTo>
                  <a:pt x="326378" y="26460"/>
                </a:lnTo>
                <a:lnTo>
                  <a:pt x="355602" y="26460"/>
                </a:lnTo>
                <a:lnTo>
                  <a:pt x="355602" y="28577"/>
                </a:lnTo>
                <a:cubicBezTo>
                  <a:pt x="353759" y="28577"/>
                  <a:pt x="352505" y="28912"/>
                  <a:pt x="351839" y="29582"/>
                </a:cubicBezTo>
                <a:cubicBezTo>
                  <a:pt x="350898" y="30451"/>
                  <a:pt x="350427" y="31476"/>
                  <a:pt x="350427" y="32658"/>
                </a:cubicBezTo>
                <a:cubicBezTo>
                  <a:pt x="350427" y="34117"/>
                  <a:pt x="351290" y="36858"/>
                  <a:pt x="353015" y="40881"/>
                </a:cubicBezTo>
                <a:lnTo>
                  <a:pt x="362070" y="61542"/>
                </a:lnTo>
                <a:lnTo>
                  <a:pt x="369302" y="43707"/>
                </a:lnTo>
                <a:cubicBezTo>
                  <a:pt x="371380" y="38585"/>
                  <a:pt x="372419" y="34961"/>
                  <a:pt x="372419" y="32833"/>
                </a:cubicBezTo>
                <a:cubicBezTo>
                  <a:pt x="372419" y="31611"/>
                  <a:pt x="371978" y="30617"/>
                  <a:pt x="371096" y="29849"/>
                </a:cubicBezTo>
                <a:cubicBezTo>
                  <a:pt x="370214" y="29079"/>
                  <a:pt x="368655" y="28655"/>
                  <a:pt x="366421" y="28577"/>
                </a:cubicBezTo>
                <a:lnTo>
                  <a:pt x="366421" y="26460"/>
                </a:lnTo>
                <a:lnTo>
                  <a:pt x="384414" y="26460"/>
                </a:lnTo>
                <a:lnTo>
                  <a:pt x="384414" y="28577"/>
                </a:lnTo>
                <a:cubicBezTo>
                  <a:pt x="382689" y="28813"/>
                  <a:pt x="381278" y="29463"/>
                  <a:pt x="380180" y="30527"/>
                </a:cubicBezTo>
                <a:cubicBezTo>
                  <a:pt x="379083" y="31590"/>
                  <a:pt x="377436" y="34720"/>
                  <a:pt x="375241" y="39918"/>
                </a:cubicBezTo>
                <a:lnTo>
                  <a:pt x="356895" y="83144"/>
                </a:lnTo>
                <a:lnTo>
                  <a:pt x="354132" y="83144"/>
                </a:lnTo>
                <a:close/>
                <a:moveTo>
                  <a:pt x="436100" y="51980"/>
                </a:moveTo>
                <a:lnTo>
                  <a:pt x="405935" y="51980"/>
                </a:lnTo>
                <a:cubicBezTo>
                  <a:pt x="406288" y="59290"/>
                  <a:pt x="408228" y="65068"/>
                  <a:pt x="411756" y="69313"/>
                </a:cubicBezTo>
                <a:cubicBezTo>
                  <a:pt x="414461" y="72575"/>
                  <a:pt x="417715" y="74206"/>
                  <a:pt x="421517" y="74206"/>
                </a:cubicBezTo>
                <a:cubicBezTo>
                  <a:pt x="423869" y="74206"/>
                  <a:pt x="426006" y="73550"/>
                  <a:pt x="427926" y="72236"/>
                </a:cubicBezTo>
                <a:cubicBezTo>
                  <a:pt x="429847" y="70923"/>
                  <a:pt x="431905" y="68561"/>
                  <a:pt x="434100" y="65151"/>
                </a:cubicBezTo>
                <a:lnTo>
                  <a:pt x="436100" y="66444"/>
                </a:lnTo>
                <a:cubicBezTo>
                  <a:pt x="433120" y="72521"/>
                  <a:pt x="429828" y="76823"/>
                  <a:pt x="426221" y="79351"/>
                </a:cubicBezTo>
                <a:cubicBezTo>
                  <a:pt x="422615" y="81880"/>
                  <a:pt x="418440" y="83144"/>
                  <a:pt x="413697" y="83144"/>
                </a:cubicBezTo>
                <a:cubicBezTo>
                  <a:pt x="405543" y="83144"/>
                  <a:pt x="399369" y="80005"/>
                  <a:pt x="395175" y="73727"/>
                </a:cubicBezTo>
                <a:cubicBezTo>
                  <a:pt x="391803" y="68665"/>
                  <a:pt x="390118" y="62387"/>
                  <a:pt x="390118" y="54892"/>
                </a:cubicBezTo>
                <a:cubicBezTo>
                  <a:pt x="390118" y="45709"/>
                  <a:pt x="392597" y="38401"/>
                  <a:pt x="397556" y="32967"/>
                </a:cubicBezTo>
                <a:cubicBezTo>
                  <a:pt x="402515" y="27531"/>
                  <a:pt x="408326" y="24814"/>
                  <a:pt x="414990" y="24814"/>
                </a:cubicBezTo>
                <a:cubicBezTo>
                  <a:pt x="420557" y="24814"/>
                  <a:pt x="425388" y="27097"/>
                  <a:pt x="429485" y="31664"/>
                </a:cubicBezTo>
                <a:cubicBezTo>
                  <a:pt x="433581" y="36231"/>
                  <a:pt x="435786" y="43003"/>
                  <a:pt x="436100" y="51980"/>
                </a:cubicBezTo>
                <a:moveTo>
                  <a:pt x="421635" y="48099"/>
                </a:moveTo>
                <a:cubicBezTo>
                  <a:pt x="421635" y="41788"/>
                  <a:pt x="421292" y="37456"/>
                  <a:pt x="420606" y="35104"/>
                </a:cubicBezTo>
                <a:cubicBezTo>
                  <a:pt x="419920" y="32752"/>
                  <a:pt x="418852" y="30968"/>
                  <a:pt x="417401" y="29753"/>
                </a:cubicBezTo>
                <a:cubicBezTo>
                  <a:pt x="416578" y="29047"/>
                  <a:pt x="415480" y="28695"/>
                  <a:pt x="414108" y="28695"/>
                </a:cubicBezTo>
                <a:cubicBezTo>
                  <a:pt x="412070" y="28695"/>
                  <a:pt x="410404" y="29694"/>
                  <a:pt x="409110" y="31693"/>
                </a:cubicBezTo>
                <a:cubicBezTo>
                  <a:pt x="406797" y="35182"/>
                  <a:pt x="405641" y="39965"/>
                  <a:pt x="405641" y="46041"/>
                </a:cubicBezTo>
                <a:lnTo>
                  <a:pt x="405641" y="48099"/>
                </a:lnTo>
                <a:lnTo>
                  <a:pt x="421635" y="48099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Self">
            <a:extLst xmlns:a="http://schemas.openxmlformats.org/drawingml/2006/main">
              <a:ext uri="{FF2B5EF4-FFF2-40B4-BE49-F238E27FC236}">
                <a16:creationId xmlns:a16="http://schemas.microsoft.com/office/drawing/2014/main" id="{D05B0517-8918-42F7-BC29-927E6BE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54" y="3321144"/>
            <a:ext cx="196708" cy="83261"/>
          </a:xfrm>
          <a:custGeom xmlns:a="http://schemas.openxmlformats.org/drawingml/2006/main">
            <a:pathLst>
              <a:path w="196708" h="83261">
                <a:moveTo>
                  <a:pt x="50333" y="0"/>
                </a:moveTo>
                <a:lnTo>
                  <a:pt x="50980" y="26578"/>
                </a:lnTo>
                <a:lnTo>
                  <a:pt x="48569" y="26578"/>
                </a:lnTo>
                <a:cubicBezTo>
                  <a:pt x="47432" y="19931"/>
                  <a:pt x="44639" y="14584"/>
                  <a:pt x="40190" y="10538"/>
                </a:cubicBezTo>
                <a:cubicBezTo>
                  <a:pt x="35741" y="6492"/>
                  <a:pt x="30929" y="4469"/>
                  <a:pt x="25755" y="4469"/>
                </a:cubicBezTo>
                <a:cubicBezTo>
                  <a:pt x="21756" y="4469"/>
                  <a:pt x="18591" y="5534"/>
                  <a:pt x="16258" y="7664"/>
                </a:cubicBezTo>
                <a:cubicBezTo>
                  <a:pt x="13926" y="9793"/>
                  <a:pt x="12760" y="12245"/>
                  <a:pt x="12760" y="15020"/>
                </a:cubicBezTo>
                <a:cubicBezTo>
                  <a:pt x="12760" y="16778"/>
                  <a:pt x="13171" y="18341"/>
                  <a:pt x="13995" y="19709"/>
                </a:cubicBezTo>
                <a:cubicBezTo>
                  <a:pt x="15131" y="21545"/>
                  <a:pt x="16954" y="23362"/>
                  <a:pt x="19463" y="25159"/>
                </a:cubicBezTo>
                <a:cubicBezTo>
                  <a:pt x="21305" y="26449"/>
                  <a:pt x="25559" y="28736"/>
                  <a:pt x="32223" y="32019"/>
                </a:cubicBezTo>
                <a:cubicBezTo>
                  <a:pt x="41552" y="36590"/>
                  <a:pt x="47844" y="40909"/>
                  <a:pt x="51098" y="44975"/>
                </a:cubicBezTo>
                <a:cubicBezTo>
                  <a:pt x="54312" y="49040"/>
                  <a:pt x="55919" y="53691"/>
                  <a:pt x="55919" y="58929"/>
                </a:cubicBezTo>
                <a:cubicBezTo>
                  <a:pt x="55919" y="65574"/>
                  <a:pt x="53322" y="71290"/>
                  <a:pt x="48128" y="76079"/>
                </a:cubicBezTo>
                <a:cubicBezTo>
                  <a:pt x="42934" y="80867"/>
                  <a:pt x="36339" y="83261"/>
                  <a:pt x="28342" y="83261"/>
                </a:cubicBezTo>
                <a:cubicBezTo>
                  <a:pt x="25833" y="83261"/>
                  <a:pt x="23461" y="83007"/>
                  <a:pt x="21227" y="82497"/>
                </a:cubicBezTo>
                <a:cubicBezTo>
                  <a:pt x="18993" y="81987"/>
                  <a:pt x="16190" y="81027"/>
                  <a:pt x="12818" y="79616"/>
                </a:cubicBezTo>
                <a:cubicBezTo>
                  <a:pt x="10937" y="78832"/>
                  <a:pt x="9388" y="78440"/>
                  <a:pt x="8173" y="78440"/>
                </a:cubicBezTo>
                <a:cubicBezTo>
                  <a:pt x="7154" y="78440"/>
                  <a:pt x="6076" y="78837"/>
                  <a:pt x="4939" y="79630"/>
                </a:cubicBezTo>
                <a:cubicBezTo>
                  <a:pt x="3802" y="80424"/>
                  <a:pt x="2881" y="81635"/>
                  <a:pt x="2176" y="83261"/>
                </a:cubicBezTo>
                <a:lnTo>
                  <a:pt x="0" y="83261"/>
                </a:lnTo>
                <a:lnTo>
                  <a:pt x="0" y="53156"/>
                </a:lnTo>
                <a:lnTo>
                  <a:pt x="2176" y="53156"/>
                </a:lnTo>
                <a:cubicBezTo>
                  <a:pt x="3900" y="61603"/>
                  <a:pt x="7223" y="68047"/>
                  <a:pt x="12142" y="72486"/>
                </a:cubicBezTo>
                <a:cubicBezTo>
                  <a:pt x="17062" y="76926"/>
                  <a:pt x="22364" y="79145"/>
                  <a:pt x="28048" y="79145"/>
                </a:cubicBezTo>
                <a:cubicBezTo>
                  <a:pt x="32438" y="79145"/>
                  <a:pt x="35937" y="77953"/>
                  <a:pt x="38544" y="75570"/>
                </a:cubicBezTo>
                <a:cubicBezTo>
                  <a:pt x="41150" y="73186"/>
                  <a:pt x="42454" y="70411"/>
                  <a:pt x="42454" y="67246"/>
                </a:cubicBezTo>
                <a:cubicBezTo>
                  <a:pt x="42454" y="65370"/>
                  <a:pt x="41954" y="63553"/>
                  <a:pt x="40954" y="61796"/>
                </a:cubicBezTo>
                <a:cubicBezTo>
                  <a:pt x="39955" y="60036"/>
                  <a:pt x="38436" y="58366"/>
                  <a:pt x="36397" y="56783"/>
                </a:cubicBezTo>
                <a:cubicBezTo>
                  <a:pt x="34359" y="55200"/>
                  <a:pt x="30753" y="53139"/>
                  <a:pt x="25578" y="50600"/>
                </a:cubicBezTo>
                <a:cubicBezTo>
                  <a:pt x="18326" y="47043"/>
                  <a:pt x="13112" y="44013"/>
                  <a:pt x="9937" y="41508"/>
                </a:cubicBezTo>
                <a:cubicBezTo>
                  <a:pt x="6762" y="39002"/>
                  <a:pt x="4322" y="36204"/>
                  <a:pt x="2617" y="33112"/>
                </a:cubicBezTo>
                <a:cubicBezTo>
                  <a:pt x="911" y="30020"/>
                  <a:pt x="59" y="26615"/>
                  <a:pt x="59" y="22897"/>
                </a:cubicBezTo>
                <a:cubicBezTo>
                  <a:pt x="59" y="16557"/>
                  <a:pt x="2391" y="11156"/>
                  <a:pt x="7056" y="6694"/>
                </a:cubicBezTo>
                <a:cubicBezTo>
                  <a:pt x="11721" y="2231"/>
                  <a:pt x="17601" y="0"/>
                  <a:pt x="24696" y="0"/>
                </a:cubicBezTo>
                <a:cubicBezTo>
                  <a:pt x="27283" y="0"/>
                  <a:pt x="29792" y="317"/>
                  <a:pt x="32223" y="952"/>
                </a:cubicBezTo>
                <a:cubicBezTo>
                  <a:pt x="34065" y="1427"/>
                  <a:pt x="36309" y="2309"/>
                  <a:pt x="38955" y="3596"/>
                </a:cubicBezTo>
                <a:cubicBezTo>
                  <a:pt x="41601" y="4884"/>
                  <a:pt x="43454" y="5527"/>
                  <a:pt x="44512" y="5527"/>
                </a:cubicBezTo>
                <a:cubicBezTo>
                  <a:pt x="45531" y="5527"/>
                  <a:pt x="46335" y="5211"/>
                  <a:pt x="46923" y="4577"/>
                </a:cubicBezTo>
                <a:cubicBezTo>
                  <a:pt x="47511" y="3943"/>
                  <a:pt x="48060" y="2417"/>
                  <a:pt x="48569" y="0"/>
                </a:cubicBezTo>
                <a:lnTo>
                  <a:pt x="50333" y="0"/>
                </a:lnTo>
                <a:close/>
                <a:moveTo>
                  <a:pt x="111350" y="51980"/>
                </a:moveTo>
                <a:lnTo>
                  <a:pt x="81185" y="51980"/>
                </a:lnTo>
                <a:cubicBezTo>
                  <a:pt x="81538" y="59290"/>
                  <a:pt x="83479" y="65068"/>
                  <a:pt x="87007" y="69313"/>
                </a:cubicBezTo>
                <a:cubicBezTo>
                  <a:pt x="89712" y="72575"/>
                  <a:pt x="92965" y="74206"/>
                  <a:pt x="96768" y="74206"/>
                </a:cubicBezTo>
                <a:cubicBezTo>
                  <a:pt x="99120" y="74206"/>
                  <a:pt x="101256" y="73550"/>
                  <a:pt x="103177" y="72236"/>
                </a:cubicBezTo>
                <a:cubicBezTo>
                  <a:pt x="105098" y="70923"/>
                  <a:pt x="107156" y="68561"/>
                  <a:pt x="109351" y="65151"/>
                </a:cubicBezTo>
                <a:lnTo>
                  <a:pt x="111350" y="66444"/>
                </a:lnTo>
                <a:cubicBezTo>
                  <a:pt x="108371" y="72521"/>
                  <a:pt x="105078" y="76823"/>
                  <a:pt x="101472" y="79351"/>
                </a:cubicBezTo>
                <a:cubicBezTo>
                  <a:pt x="97865" y="81880"/>
                  <a:pt x="93690" y="83144"/>
                  <a:pt x="88947" y="83144"/>
                </a:cubicBezTo>
                <a:cubicBezTo>
                  <a:pt x="80793" y="83144"/>
                  <a:pt x="74619" y="80005"/>
                  <a:pt x="70425" y="73727"/>
                </a:cubicBezTo>
                <a:cubicBezTo>
                  <a:pt x="67054" y="68665"/>
                  <a:pt x="65368" y="62387"/>
                  <a:pt x="65368" y="54892"/>
                </a:cubicBezTo>
                <a:cubicBezTo>
                  <a:pt x="65368" y="45709"/>
                  <a:pt x="67848" y="38401"/>
                  <a:pt x="72806" y="32967"/>
                </a:cubicBezTo>
                <a:cubicBezTo>
                  <a:pt x="77765" y="27531"/>
                  <a:pt x="83577" y="24814"/>
                  <a:pt x="90241" y="24814"/>
                </a:cubicBezTo>
                <a:cubicBezTo>
                  <a:pt x="95807" y="24814"/>
                  <a:pt x="100639" y="27097"/>
                  <a:pt x="104735" y="31664"/>
                </a:cubicBezTo>
                <a:cubicBezTo>
                  <a:pt x="108831" y="36231"/>
                  <a:pt x="111036" y="43003"/>
                  <a:pt x="111350" y="51980"/>
                </a:cubicBezTo>
                <a:moveTo>
                  <a:pt x="96885" y="48099"/>
                </a:moveTo>
                <a:cubicBezTo>
                  <a:pt x="96885" y="41788"/>
                  <a:pt x="96542" y="37456"/>
                  <a:pt x="95856" y="35104"/>
                </a:cubicBezTo>
                <a:cubicBezTo>
                  <a:pt x="95170" y="32752"/>
                  <a:pt x="94102" y="30968"/>
                  <a:pt x="92652" y="29753"/>
                </a:cubicBezTo>
                <a:cubicBezTo>
                  <a:pt x="91828" y="29047"/>
                  <a:pt x="90731" y="28695"/>
                  <a:pt x="89359" y="28695"/>
                </a:cubicBezTo>
                <a:cubicBezTo>
                  <a:pt x="87320" y="28695"/>
                  <a:pt x="85654" y="29694"/>
                  <a:pt x="84361" y="31693"/>
                </a:cubicBezTo>
                <a:cubicBezTo>
                  <a:pt x="82048" y="35182"/>
                  <a:pt x="80891" y="39965"/>
                  <a:pt x="80891" y="46041"/>
                </a:cubicBezTo>
                <a:lnTo>
                  <a:pt x="80891" y="48099"/>
                </a:lnTo>
                <a:lnTo>
                  <a:pt x="96885" y="48099"/>
                </a:lnTo>
                <a:close/>
                <a:moveTo>
                  <a:pt x="139769" y="1764"/>
                </a:moveTo>
                <a:lnTo>
                  <a:pt x="139769" y="70090"/>
                </a:lnTo>
                <a:cubicBezTo>
                  <a:pt x="139769" y="73971"/>
                  <a:pt x="140220" y="76450"/>
                  <a:pt x="141121" y="77528"/>
                </a:cubicBezTo>
                <a:cubicBezTo>
                  <a:pt x="142023" y="78606"/>
                  <a:pt x="143787" y="79224"/>
                  <a:pt x="146413" y="79381"/>
                </a:cubicBezTo>
                <a:lnTo>
                  <a:pt x="146413" y="81497"/>
                </a:lnTo>
                <a:lnTo>
                  <a:pt x="116719" y="81497"/>
                </a:lnTo>
                <a:lnTo>
                  <a:pt x="116719" y="79381"/>
                </a:lnTo>
                <a:cubicBezTo>
                  <a:pt x="119150" y="79302"/>
                  <a:pt x="120953" y="78597"/>
                  <a:pt x="122129" y="77264"/>
                </a:cubicBezTo>
                <a:cubicBezTo>
                  <a:pt x="122913" y="76362"/>
                  <a:pt x="123305" y="73971"/>
                  <a:pt x="123305" y="70090"/>
                </a:cubicBezTo>
                <a:lnTo>
                  <a:pt x="123305" y="13171"/>
                </a:lnTo>
                <a:cubicBezTo>
                  <a:pt x="123305" y="9305"/>
                  <a:pt x="122854" y="6830"/>
                  <a:pt x="121952" y="5746"/>
                </a:cubicBezTo>
                <a:cubicBezTo>
                  <a:pt x="121051" y="4661"/>
                  <a:pt x="119306" y="4039"/>
                  <a:pt x="116719" y="3881"/>
                </a:cubicBezTo>
                <a:lnTo>
                  <a:pt x="116719" y="1764"/>
                </a:lnTo>
                <a:lnTo>
                  <a:pt x="139769" y="1764"/>
                </a:lnTo>
                <a:close/>
                <a:moveTo>
                  <a:pt x="175834" y="32223"/>
                </a:moveTo>
                <a:lnTo>
                  <a:pt x="175834" y="70443"/>
                </a:lnTo>
                <a:cubicBezTo>
                  <a:pt x="175834" y="74128"/>
                  <a:pt x="176226" y="76441"/>
                  <a:pt x="177010" y="77381"/>
                </a:cubicBezTo>
                <a:cubicBezTo>
                  <a:pt x="178264" y="78832"/>
                  <a:pt x="180577" y="79498"/>
                  <a:pt x="183948" y="79381"/>
                </a:cubicBezTo>
                <a:lnTo>
                  <a:pt x="183948" y="81497"/>
                </a:lnTo>
                <a:lnTo>
                  <a:pt x="151549" y="81497"/>
                </a:lnTo>
                <a:lnTo>
                  <a:pt x="151549" y="79381"/>
                </a:lnTo>
                <a:cubicBezTo>
                  <a:pt x="154019" y="79341"/>
                  <a:pt x="155773" y="79057"/>
                  <a:pt x="156812" y="78528"/>
                </a:cubicBezTo>
                <a:cubicBezTo>
                  <a:pt x="157851" y="77999"/>
                  <a:pt x="158566" y="77264"/>
                  <a:pt x="158958" y="76323"/>
                </a:cubicBezTo>
                <a:cubicBezTo>
                  <a:pt x="159350" y="75382"/>
                  <a:pt x="159546" y="73422"/>
                  <a:pt x="159546" y="70443"/>
                </a:cubicBezTo>
                <a:lnTo>
                  <a:pt x="159546" y="32223"/>
                </a:lnTo>
                <a:lnTo>
                  <a:pt x="151549" y="32223"/>
                </a:lnTo>
                <a:lnTo>
                  <a:pt x="151549" y="26460"/>
                </a:lnTo>
                <a:lnTo>
                  <a:pt x="159546" y="26460"/>
                </a:lnTo>
                <a:lnTo>
                  <a:pt x="159546" y="22421"/>
                </a:lnTo>
                <a:lnTo>
                  <a:pt x="159487" y="19669"/>
                </a:lnTo>
                <a:cubicBezTo>
                  <a:pt x="159487" y="14050"/>
                  <a:pt x="161555" y="9367"/>
                  <a:pt x="165691" y="5621"/>
                </a:cubicBezTo>
                <a:cubicBezTo>
                  <a:pt x="169826" y="1874"/>
                  <a:pt x="175422" y="0"/>
                  <a:pt x="182478" y="0"/>
                </a:cubicBezTo>
                <a:cubicBezTo>
                  <a:pt x="187300" y="0"/>
                  <a:pt x="190877" y="905"/>
                  <a:pt x="193209" y="2716"/>
                </a:cubicBezTo>
                <a:cubicBezTo>
                  <a:pt x="195542" y="4525"/>
                  <a:pt x="196708" y="6532"/>
                  <a:pt x="196708" y="8736"/>
                </a:cubicBezTo>
                <a:cubicBezTo>
                  <a:pt x="196708" y="10507"/>
                  <a:pt x="195983" y="12042"/>
                  <a:pt x="194532" y="13340"/>
                </a:cubicBezTo>
                <a:cubicBezTo>
                  <a:pt x="193082" y="14639"/>
                  <a:pt x="191161" y="15288"/>
                  <a:pt x="188770" y="15288"/>
                </a:cubicBezTo>
                <a:cubicBezTo>
                  <a:pt x="186731" y="15288"/>
                  <a:pt x="185114" y="14759"/>
                  <a:pt x="183919" y="13700"/>
                </a:cubicBezTo>
                <a:cubicBezTo>
                  <a:pt x="182723" y="12642"/>
                  <a:pt x="182125" y="11466"/>
                  <a:pt x="182125" y="10172"/>
                </a:cubicBezTo>
                <a:cubicBezTo>
                  <a:pt x="182125" y="9820"/>
                  <a:pt x="182243" y="9094"/>
                  <a:pt x="182478" y="7997"/>
                </a:cubicBezTo>
                <a:cubicBezTo>
                  <a:pt x="182635" y="7330"/>
                  <a:pt x="182713" y="6703"/>
                  <a:pt x="182713" y="6115"/>
                </a:cubicBezTo>
                <a:cubicBezTo>
                  <a:pt x="182713" y="5292"/>
                  <a:pt x="182478" y="4684"/>
                  <a:pt x="182008" y="4292"/>
                </a:cubicBezTo>
                <a:cubicBezTo>
                  <a:pt x="181381" y="3704"/>
                  <a:pt x="180616" y="3410"/>
                  <a:pt x="179715" y="3410"/>
                </a:cubicBezTo>
                <a:cubicBezTo>
                  <a:pt x="178578" y="3410"/>
                  <a:pt x="177627" y="3877"/>
                  <a:pt x="176863" y="4811"/>
                </a:cubicBezTo>
                <a:cubicBezTo>
                  <a:pt x="176098" y="5744"/>
                  <a:pt x="175716" y="7242"/>
                  <a:pt x="175716" y="9303"/>
                </a:cubicBezTo>
                <a:lnTo>
                  <a:pt x="175834" y="19516"/>
                </a:lnTo>
                <a:lnTo>
                  <a:pt x="175834" y="26460"/>
                </a:lnTo>
                <a:lnTo>
                  <a:pt x="183948" y="26460"/>
                </a:lnTo>
                <a:lnTo>
                  <a:pt x="183948" y="32223"/>
                </a:lnTo>
                <a:lnTo>
                  <a:pt x="175834" y="32223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-Ref">
            <a:extLst xmlns:a="http://schemas.openxmlformats.org/drawingml/2006/main">
              <a:ext uri="{FF2B5EF4-FFF2-40B4-BE49-F238E27FC236}">
                <a16:creationId xmlns:a16="http://schemas.microsoft.com/office/drawing/2014/main" id="{E31123FE-40FE-49D0-B956-CFAB884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864" y="3321144"/>
            <a:ext cx="226614" cy="83144"/>
          </a:xfrm>
          <a:custGeom xmlns:a="http://schemas.openxmlformats.org/drawingml/2006/main">
            <a:pathLst>
              <a:path w="226614" h="83144">
                <a:moveTo>
                  <a:pt x="34281" y="59859"/>
                </a:moveTo>
                <a:lnTo>
                  <a:pt x="0" y="59859"/>
                </a:lnTo>
                <a:lnTo>
                  <a:pt x="0" y="47628"/>
                </a:lnTo>
                <a:lnTo>
                  <a:pt x="34281" y="47628"/>
                </a:lnTo>
                <a:lnTo>
                  <a:pt x="34281" y="59859"/>
                </a:lnTo>
                <a:close/>
                <a:moveTo>
                  <a:pt x="69148" y="45159"/>
                </a:moveTo>
                <a:lnTo>
                  <a:pt x="69148" y="67620"/>
                </a:lnTo>
                <a:cubicBezTo>
                  <a:pt x="69148" y="71910"/>
                  <a:pt x="69413" y="74612"/>
                  <a:pt x="69942" y="75724"/>
                </a:cubicBezTo>
                <a:cubicBezTo>
                  <a:pt x="70471" y="76835"/>
                  <a:pt x="71402" y="77723"/>
                  <a:pt x="72735" y="78386"/>
                </a:cubicBezTo>
                <a:cubicBezTo>
                  <a:pt x="74068" y="79049"/>
                  <a:pt x="76557" y="79381"/>
                  <a:pt x="80203" y="79381"/>
                </a:cubicBezTo>
                <a:lnTo>
                  <a:pt x="80203" y="81497"/>
                </a:lnTo>
                <a:lnTo>
                  <a:pt x="39395" y="81497"/>
                </a:lnTo>
                <a:lnTo>
                  <a:pt x="39395" y="79381"/>
                </a:lnTo>
                <a:cubicBezTo>
                  <a:pt x="43080" y="79381"/>
                  <a:pt x="45579" y="79039"/>
                  <a:pt x="46892" y="78357"/>
                </a:cubicBezTo>
                <a:cubicBezTo>
                  <a:pt x="48206" y="77675"/>
                  <a:pt x="49127" y="76787"/>
                  <a:pt x="49656" y="75695"/>
                </a:cubicBezTo>
                <a:cubicBezTo>
                  <a:pt x="50185" y="74602"/>
                  <a:pt x="50450" y="71910"/>
                  <a:pt x="50450" y="67620"/>
                </a:cubicBezTo>
                <a:lnTo>
                  <a:pt x="50450" y="15641"/>
                </a:lnTo>
                <a:cubicBezTo>
                  <a:pt x="50450" y="11351"/>
                  <a:pt x="50185" y="8650"/>
                  <a:pt x="49656" y="7539"/>
                </a:cubicBezTo>
                <a:cubicBezTo>
                  <a:pt x="49127" y="6427"/>
                  <a:pt x="48196" y="5539"/>
                  <a:pt x="46863" y="4877"/>
                </a:cubicBezTo>
                <a:cubicBezTo>
                  <a:pt x="45530" y="4213"/>
                  <a:pt x="43041" y="3881"/>
                  <a:pt x="39395" y="3881"/>
                </a:cubicBezTo>
                <a:lnTo>
                  <a:pt x="39395" y="1764"/>
                </a:lnTo>
                <a:lnTo>
                  <a:pt x="76440" y="1764"/>
                </a:lnTo>
                <a:cubicBezTo>
                  <a:pt x="86083" y="1764"/>
                  <a:pt x="93139" y="2430"/>
                  <a:pt x="97608" y="3761"/>
                </a:cubicBezTo>
                <a:cubicBezTo>
                  <a:pt x="102077" y="5093"/>
                  <a:pt x="105722" y="7550"/>
                  <a:pt x="108545" y="11133"/>
                </a:cubicBezTo>
                <a:cubicBezTo>
                  <a:pt x="111367" y="14717"/>
                  <a:pt x="112778" y="18917"/>
                  <a:pt x="112778" y="23733"/>
                </a:cubicBezTo>
                <a:cubicBezTo>
                  <a:pt x="112778" y="29608"/>
                  <a:pt x="110662" y="34465"/>
                  <a:pt x="106428" y="38303"/>
                </a:cubicBezTo>
                <a:cubicBezTo>
                  <a:pt x="103723" y="40731"/>
                  <a:pt x="99940" y="42552"/>
                  <a:pt x="95079" y="43766"/>
                </a:cubicBezTo>
                <a:lnTo>
                  <a:pt x="114248" y="70821"/>
                </a:lnTo>
                <a:cubicBezTo>
                  <a:pt x="116757" y="74276"/>
                  <a:pt x="118541" y="76430"/>
                  <a:pt x="119599" y="77284"/>
                </a:cubicBezTo>
                <a:cubicBezTo>
                  <a:pt x="121206" y="78487"/>
                  <a:pt x="123068" y="79147"/>
                  <a:pt x="125185" y="79263"/>
                </a:cubicBezTo>
                <a:lnTo>
                  <a:pt x="125185" y="81497"/>
                </a:lnTo>
                <a:lnTo>
                  <a:pt x="100077" y="81497"/>
                </a:lnTo>
                <a:lnTo>
                  <a:pt x="74382" y="45159"/>
                </a:lnTo>
                <a:lnTo>
                  <a:pt x="69148" y="45159"/>
                </a:lnTo>
                <a:moveTo>
                  <a:pt x="69148" y="6233"/>
                </a:moveTo>
                <a:lnTo>
                  <a:pt x="69148" y="40925"/>
                </a:lnTo>
                <a:lnTo>
                  <a:pt x="72500" y="40925"/>
                </a:lnTo>
                <a:cubicBezTo>
                  <a:pt x="77949" y="40925"/>
                  <a:pt x="82026" y="40429"/>
                  <a:pt x="84731" y="39437"/>
                </a:cubicBezTo>
                <a:cubicBezTo>
                  <a:pt x="87435" y="38443"/>
                  <a:pt x="89562" y="36652"/>
                  <a:pt x="91110" y="34064"/>
                </a:cubicBezTo>
                <a:cubicBezTo>
                  <a:pt x="92659" y="31474"/>
                  <a:pt x="93433" y="28096"/>
                  <a:pt x="93433" y="23930"/>
                </a:cubicBezTo>
                <a:cubicBezTo>
                  <a:pt x="93433" y="17894"/>
                  <a:pt x="92012" y="13436"/>
                  <a:pt x="89170" y="10555"/>
                </a:cubicBezTo>
                <a:cubicBezTo>
                  <a:pt x="86328" y="7673"/>
                  <a:pt x="81751" y="6233"/>
                  <a:pt x="75440" y="6233"/>
                </a:cubicBezTo>
                <a:lnTo>
                  <a:pt x="69148" y="6233"/>
                </a:lnTo>
                <a:close/>
                <a:moveTo>
                  <a:pt x="174734" y="51980"/>
                </a:moveTo>
                <a:lnTo>
                  <a:pt x="144570" y="51980"/>
                </a:lnTo>
                <a:cubicBezTo>
                  <a:pt x="144922" y="59290"/>
                  <a:pt x="146863" y="65068"/>
                  <a:pt x="150391" y="69313"/>
                </a:cubicBezTo>
                <a:cubicBezTo>
                  <a:pt x="153096" y="72575"/>
                  <a:pt x="156349" y="74206"/>
                  <a:pt x="160152" y="74206"/>
                </a:cubicBezTo>
                <a:cubicBezTo>
                  <a:pt x="162504" y="74206"/>
                  <a:pt x="164640" y="73550"/>
                  <a:pt x="166561" y="72236"/>
                </a:cubicBezTo>
                <a:cubicBezTo>
                  <a:pt x="168482" y="70923"/>
                  <a:pt x="170540" y="68561"/>
                  <a:pt x="172735" y="65151"/>
                </a:cubicBezTo>
                <a:lnTo>
                  <a:pt x="174734" y="66444"/>
                </a:lnTo>
                <a:cubicBezTo>
                  <a:pt x="171755" y="72521"/>
                  <a:pt x="168462" y="76823"/>
                  <a:pt x="164856" y="79351"/>
                </a:cubicBezTo>
                <a:cubicBezTo>
                  <a:pt x="161249" y="81880"/>
                  <a:pt x="157074" y="83144"/>
                  <a:pt x="152331" y="83144"/>
                </a:cubicBezTo>
                <a:cubicBezTo>
                  <a:pt x="144178" y="83144"/>
                  <a:pt x="138004" y="80005"/>
                  <a:pt x="133809" y="73727"/>
                </a:cubicBezTo>
                <a:cubicBezTo>
                  <a:pt x="130438" y="68665"/>
                  <a:pt x="128752" y="62387"/>
                  <a:pt x="128752" y="54892"/>
                </a:cubicBezTo>
                <a:cubicBezTo>
                  <a:pt x="128752" y="45709"/>
                  <a:pt x="131232" y="38401"/>
                  <a:pt x="136190" y="32967"/>
                </a:cubicBezTo>
                <a:cubicBezTo>
                  <a:pt x="141149" y="27531"/>
                  <a:pt x="146961" y="24814"/>
                  <a:pt x="153625" y="24814"/>
                </a:cubicBezTo>
                <a:cubicBezTo>
                  <a:pt x="159191" y="24814"/>
                  <a:pt x="164023" y="27097"/>
                  <a:pt x="168119" y="31664"/>
                </a:cubicBezTo>
                <a:cubicBezTo>
                  <a:pt x="172216" y="36231"/>
                  <a:pt x="174421" y="43003"/>
                  <a:pt x="174734" y="51980"/>
                </a:cubicBezTo>
                <a:moveTo>
                  <a:pt x="160269" y="48099"/>
                </a:moveTo>
                <a:cubicBezTo>
                  <a:pt x="160269" y="41788"/>
                  <a:pt x="159926" y="37456"/>
                  <a:pt x="159240" y="35104"/>
                </a:cubicBezTo>
                <a:cubicBezTo>
                  <a:pt x="158554" y="32752"/>
                  <a:pt x="157486" y="30968"/>
                  <a:pt x="156036" y="29753"/>
                </a:cubicBezTo>
                <a:cubicBezTo>
                  <a:pt x="155212" y="29047"/>
                  <a:pt x="154115" y="28695"/>
                  <a:pt x="152743" y="28695"/>
                </a:cubicBezTo>
                <a:cubicBezTo>
                  <a:pt x="150704" y="28695"/>
                  <a:pt x="149038" y="29694"/>
                  <a:pt x="147745" y="31693"/>
                </a:cubicBezTo>
                <a:cubicBezTo>
                  <a:pt x="145432" y="35182"/>
                  <a:pt x="144276" y="39965"/>
                  <a:pt x="144276" y="46041"/>
                </a:cubicBezTo>
                <a:lnTo>
                  <a:pt x="144276" y="48099"/>
                </a:lnTo>
                <a:lnTo>
                  <a:pt x="160269" y="48099"/>
                </a:lnTo>
                <a:close/>
                <a:moveTo>
                  <a:pt x="205740" y="32223"/>
                </a:moveTo>
                <a:lnTo>
                  <a:pt x="205740" y="70443"/>
                </a:lnTo>
                <a:cubicBezTo>
                  <a:pt x="205740" y="74128"/>
                  <a:pt x="206132" y="76441"/>
                  <a:pt x="206916" y="77381"/>
                </a:cubicBezTo>
                <a:cubicBezTo>
                  <a:pt x="208170" y="78832"/>
                  <a:pt x="210483" y="79498"/>
                  <a:pt x="213854" y="79381"/>
                </a:cubicBezTo>
                <a:lnTo>
                  <a:pt x="213854" y="81497"/>
                </a:lnTo>
                <a:lnTo>
                  <a:pt x="181455" y="81497"/>
                </a:lnTo>
                <a:lnTo>
                  <a:pt x="181455" y="79381"/>
                </a:lnTo>
                <a:cubicBezTo>
                  <a:pt x="183925" y="79341"/>
                  <a:pt x="185679" y="79057"/>
                  <a:pt x="186718" y="78528"/>
                </a:cubicBezTo>
                <a:cubicBezTo>
                  <a:pt x="187757" y="77999"/>
                  <a:pt x="188472" y="77264"/>
                  <a:pt x="188864" y="76323"/>
                </a:cubicBezTo>
                <a:cubicBezTo>
                  <a:pt x="189256" y="75382"/>
                  <a:pt x="189452" y="73422"/>
                  <a:pt x="189452" y="70443"/>
                </a:cubicBezTo>
                <a:lnTo>
                  <a:pt x="189452" y="32223"/>
                </a:lnTo>
                <a:lnTo>
                  <a:pt x="181455" y="32223"/>
                </a:lnTo>
                <a:lnTo>
                  <a:pt x="181455" y="26460"/>
                </a:lnTo>
                <a:lnTo>
                  <a:pt x="189452" y="26460"/>
                </a:lnTo>
                <a:lnTo>
                  <a:pt x="189452" y="22421"/>
                </a:lnTo>
                <a:lnTo>
                  <a:pt x="189393" y="19669"/>
                </a:lnTo>
                <a:cubicBezTo>
                  <a:pt x="189393" y="14050"/>
                  <a:pt x="191461" y="9367"/>
                  <a:pt x="195597" y="5621"/>
                </a:cubicBezTo>
                <a:cubicBezTo>
                  <a:pt x="199732" y="1874"/>
                  <a:pt x="205328" y="0"/>
                  <a:pt x="212384" y="0"/>
                </a:cubicBezTo>
                <a:cubicBezTo>
                  <a:pt x="217206" y="0"/>
                  <a:pt x="220783" y="905"/>
                  <a:pt x="223115" y="2716"/>
                </a:cubicBezTo>
                <a:cubicBezTo>
                  <a:pt x="225448" y="4525"/>
                  <a:pt x="226614" y="6532"/>
                  <a:pt x="226614" y="8736"/>
                </a:cubicBezTo>
                <a:cubicBezTo>
                  <a:pt x="226614" y="10507"/>
                  <a:pt x="225889" y="12042"/>
                  <a:pt x="224438" y="13340"/>
                </a:cubicBezTo>
                <a:cubicBezTo>
                  <a:pt x="222988" y="14639"/>
                  <a:pt x="221067" y="15288"/>
                  <a:pt x="218676" y="15288"/>
                </a:cubicBezTo>
                <a:cubicBezTo>
                  <a:pt x="216637" y="15288"/>
                  <a:pt x="215020" y="14759"/>
                  <a:pt x="213825" y="13700"/>
                </a:cubicBezTo>
                <a:cubicBezTo>
                  <a:pt x="212629" y="12642"/>
                  <a:pt x="212031" y="11466"/>
                  <a:pt x="212031" y="10172"/>
                </a:cubicBezTo>
                <a:cubicBezTo>
                  <a:pt x="212031" y="9820"/>
                  <a:pt x="212149" y="9094"/>
                  <a:pt x="212384" y="7997"/>
                </a:cubicBezTo>
                <a:cubicBezTo>
                  <a:pt x="212541" y="7330"/>
                  <a:pt x="212619" y="6703"/>
                  <a:pt x="212619" y="6115"/>
                </a:cubicBezTo>
                <a:cubicBezTo>
                  <a:pt x="212619" y="5292"/>
                  <a:pt x="212384" y="4684"/>
                  <a:pt x="211914" y="4292"/>
                </a:cubicBezTo>
                <a:cubicBezTo>
                  <a:pt x="211286" y="3704"/>
                  <a:pt x="210522" y="3410"/>
                  <a:pt x="209620" y="3410"/>
                </a:cubicBezTo>
                <a:cubicBezTo>
                  <a:pt x="208484" y="3410"/>
                  <a:pt x="207533" y="3877"/>
                  <a:pt x="206769" y="4811"/>
                </a:cubicBezTo>
                <a:cubicBezTo>
                  <a:pt x="206004" y="5744"/>
                  <a:pt x="205622" y="7242"/>
                  <a:pt x="205622" y="9303"/>
                </a:cubicBezTo>
                <a:lnTo>
                  <a:pt x="205740" y="19516"/>
                </a:lnTo>
                <a:lnTo>
                  <a:pt x="205740" y="26460"/>
                </a:lnTo>
                <a:lnTo>
                  <a:pt x="213854" y="26460"/>
                </a:lnTo>
                <a:lnTo>
                  <a:pt x="213854" y="32223"/>
                </a:lnTo>
                <a:lnTo>
                  <a:pt x="205740" y="32223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inement">
            <a:extLst xmlns:a="http://schemas.openxmlformats.org/drawingml/2006/main">
              <a:ext uri="{FF2B5EF4-FFF2-40B4-BE49-F238E27FC236}">
                <a16:creationId xmlns:a16="http://schemas.microsoft.com/office/drawing/2014/main" id="{83D30097-28E2-4D1F-BB6E-E96EB1A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009" y="3321144"/>
            <a:ext cx="411093" cy="83144"/>
          </a:xfrm>
          <a:custGeom xmlns:a="http://schemas.openxmlformats.org/drawingml/2006/main">
            <a:pathLst>
              <a:path w="411093" h="83144">
                <a:moveTo>
                  <a:pt x="14818" y="0"/>
                </a:moveTo>
                <a:cubicBezTo>
                  <a:pt x="17366" y="0"/>
                  <a:pt x="19522" y="895"/>
                  <a:pt x="21286" y="2685"/>
                </a:cubicBezTo>
                <a:cubicBezTo>
                  <a:pt x="23050" y="4473"/>
                  <a:pt x="23932" y="6626"/>
                  <a:pt x="23932" y="9143"/>
                </a:cubicBezTo>
                <a:cubicBezTo>
                  <a:pt x="23932" y="11661"/>
                  <a:pt x="23040" y="13805"/>
                  <a:pt x="21256" y="15575"/>
                </a:cubicBezTo>
                <a:cubicBezTo>
                  <a:pt x="19473" y="17344"/>
                  <a:pt x="17327" y="18228"/>
                  <a:pt x="14818" y="18228"/>
                </a:cubicBezTo>
                <a:cubicBezTo>
                  <a:pt x="12309" y="18228"/>
                  <a:pt x="10172" y="17344"/>
                  <a:pt x="8408" y="15575"/>
                </a:cubicBezTo>
                <a:cubicBezTo>
                  <a:pt x="6644" y="13805"/>
                  <a:pt x="5762" y="11661"/>
                  <a:pt x="5762" y="9143"/>
                </a:cubicBezTo>
                <a:cubicBezTo>
                  <a:pt x="5762" y="6626"/>
                  <a:pt x="6644" y="4473"/>
                  <a:pt x="8408" y="2685"/>
                </a:cubicBezTo>
                <a:cubicBezTo>
                  <a:pt x="10172" y="895"/>
                  <a:pt x="12309" y="0"/>
                  <a:pt x="14818" y="0"/>
                </a:cubicBezTo>
                <a:moveTo>
                  <a:pt x="23050" y="26460"/>
                </a:moveTo>
                <a:lnTo>
                  <a:pt x="23050" y="70090"/>
                </a:lnTo>
                <a:cubicBezTo>
                  <a:pt x="23050" y="73971"/>
                  <a:pt x="23501" y="76450"/>
                  <a:pt x="24402" y="77528"/>
                </a:cubicBezTo>
                <a:cubicBezTo>
                  <a:pt x="25304" y="78606"/>
                  <a:pt x="27068" y="79224"/>
                  <a:pt x="29694" y="79381"/>
                </a:cubicBezTo>
                <a:lnTo>
                  <a:pt x="29694" y="81497"/>
                </a:lnTo>
                <a:lnTo>
                  <a:pt x="0" y="81497"/>
                </a:lnTo>
                <a:lnTo>
                  <a:pt x="0" y="79381"/>
                </a:lnTo>
                <a:cubicBezTo>
                  <a:pt x="2430" y="79302"/>
                  <a:pt x="4234" y="78597"/>
                  <a:pt x="5410" y="77264"/>
                </a:cubicBezTo>
                <a:cubicBezTo>
                  <a:pt x="6194" y="76362"/>
                  <a:pt x="6586" y="73971"/>
                  <a:pt x="6586" y="70090"/>
                </a:cubicBezTo>
                <a:lnTo>
                  <a:pt x="6586" y="37985"/>
                </a:lnTo>
                <a:cubicBezTo>
                  <a:pt x="6586" y="34055"/>
                  <a:pt x="6135" y="31545"/>
                  <a:pt x="5233" y="30453"/>
                </a:cubicBezTo>
                <a:cubicBezTo>
                  <a:pt x="4332" y="29362"/>
                  <a:pt x="2587" y="28736"/>
                  <a:pt x="0" y="28577"/>
                </a:cubicBezTo>
                <a:lnTo>
                  <a:pt x="0" y="26460"/>
                </a:lnTo>
                <a:lnTo>
                  <a:pt x="23050" y="26460"/>
                </a:lnTo>
                <a:close/>
                <a:moveTo>
                  <a:pt x="57527" y="26460"/>
                </a:moveTo>
                <a:lnTo>
                  <a:pt x="57527" y="33634"/>
                </a:lnTo>
                <a:cubicBezTo>
                  <a:pt x="60349" y="30555"/>
                  <a:pt x="63054" y="28316"/>
                  <a:pt x="65641" y="26916"/>
                </a:cubicBezTo>
                <a:cubicBezTo>
                  <a:pt x="68229" y="25514"/>
                  <a:pt x="71012" y="24814"/>
                  <a:pt x="73991" y="24814"/>
                </a:cubicBezTo>
                <a:cubicBezTo>
                  <a:pt x="77558" y="24814"/>
                  <a:pt x="80518" y="25805"/>
                  <a:pt x="82870" y="27787"/>
                </a:cubicBezTo>
                <a:cubicBezTo>
                  <a:pt x="85222" y="29769"/>
                  <a:pt x="86790" y="32232"/>
                  <a:pt x="87574" y="35176"/>
                </a:cubicBezTo>
                <a:cubicBezTo>
                  <a:pt x="88201" y="37414"/>
                  <a:pt x="88515" y="41712"/>
                  <a:pt x="88515" y="48071"/>
                </a:cubicBezTo>
                <a:lnTo>
                  <a:pt x="88515" y="69502"/>
                </a:lnTo>
                <a:cubicBezTo>
                  <a:pt x="88515" y="73736"/>
                  <a:pt x="88897" y="76372"/>
                  <a:pt x="89661" y="77411"/>
                </a:cubicBezTo>
                <a:cubicBezTo>
                  <a:pt x="90426" y="78450"/>
                  <a:pt x="92023" y="79106"/>
                  <a:pt x="94454" y="79381"/>
                </a:cubicBezTo>
                <a:lnTo>
                  <a:pt x="94454" y="81497"/>
                </a:lnTo>
                <a:lnTo>
                  <a:pt x="66641" y="81497"/>
                </a:lnTo>
                <a:lnTo>
                  <a:pt x="66641" y="79381"/>
                </a:lnTo>
                <a:cubicBezTo>
                  <a:pt x="68719" y="79106"/>
                  <a:pt x="70208" y="78244"/>
                  <a:pt x="71110" y="76793"/>
                </a:cubicBezTo>
                <a:cubicBezTo>
                  <a:pt x="71737" y="75813"/>
                  <a:pt x="72051" y="73383"/>
                  <a:pt x="72051" y="69502"/>
                </a:cubicBezTo>
                <a:lnTo>
                  <a:pt x="72051" y="45041"/>
                </a:lnTo>
                <a:cubicBezTo>
                  <a:pt x="72051" y="40533"/>
                  <a:pt x="71874" y="37691"/>
                  <a:pt x="71521" y="36515"/>
                </a:cubicBezTo>
                <a:cubicBezTo>
                  <a:pt x="71169" y="35339"/>
                  <a:pt x="70571" y="34428"/>
                  <a:pt x="69728" y="33781"/>
                </a:cubicBezTo>
                <a:cubicBezTo>
                  <a:pt x="68885" y="33134"/>
                  <a:pt x="67954" y="32811"/>
                  <a:pt x="66935" y="32811"/>
                </a:cubicBezTo>
                <a:cubicBezTo>
                  <a:pt x="63564" y="32811"/>
                  <a:pt x="60428" y="35241"/>
                  <a:pt x="57527" y="40102"/>
                </a:cubicBezTo>
                <a:lnTo>
                  <a:pt x="57527" y="69502"/>
                </a:lnTo>
                <a:cubicBezTo>
                  <a:pt x="57527" y="73618"/>
                  <a:pt x="57909" y="76225"/>
                  <a:pt x="58674" y="77323"/>
                </a:cubicBezTo>
                <a:cubicBezTo>
                  <a:pt x="59438" y="78420"/>
                  <a:pt x="60859" y="79106"/>
                  <a:pt x="62937" y="79381"/>
                </a:cubicBezTo>
                <a:lnTo>
                  <a:pt x="62937" y="81497"/>
                </a:lnTo>
                <a:lnTo>
                  <a:pt x="35124" y="81497"/>
                </a:lnTo>
                <a:lnTo>
                  <a:pt x="35124" y="79381"/>
                </a:lnTo>
                <a:cubicBezTo>
                  <a:pt x="37437" y="79145"/>
                  <a:pt x="39083" y="78401"/>
                  <a:pt x="40063" y="77146"/>
                </a:cubicBezTo>
                <a:cubicBezTo>
                  <a:pt x="40730" y="76284"/>
                  <a:pt x="41063" y="73736"/>
                  <a:pt x="41063" y="69502"/>
                </a:cubicBezTo>
                <a:lnTo>
                  <a:pt x="41063" y="38455"/>
                </a:lnTo>
                <a:cubicBezTo>
                  <a:pt x="41063" y="34250"/>
                  <a:pt x="40681" y="31632"/>
                  <a:pt x="39916" y="30600"/>
                </a:cubicBezTo>
                <a:cubicBezTo>
                  <a:pt x="39152" y="29569"/>
                  <a:pt x="37554" y="28894"/>
                  <a:pt x="35124" y="28577"/>
                </a:cubicBezTo>
                <a:lnTo>
                  <a:pt x="35124" y="26460"/>
                </a:lnTo>
                <a:lnTo>
                  <a:pt x="57527" y="26460"/>
                </a:lnTo>
                <a:close/>
                <a:moveTo>
                  <a:pt x="148590" y="51980"/>
                </a:moveTo>
                <a:lnTo>
                  <a:pt x="118426" y="51980"/>
                </a:lnTo>
                <a:cubicBezTo>
                  <a:pt x="118779" y="59290"/>
                  <a:pt x="120719" y="65068"/>
                  <a:pt x="124247" y="69313"/>
                </a:cubicBezTo>
                <a:cubicBezTo>
                  <a:pt x="126952" y="72575"/>
                  <a:pt x="130205" y="74206"/>
                  <a:pt x="134008" y="74206"/>
                </a:cubicBezTo>
                <a:cubicBezTo>
                  <a:pt x="136360" y="74206"/>
                  <a:pt x="138496" y="73550"/>
                  <a:pt x="140417" y="72236"/>
                </a:cubicBezTo>
                <a:cubicBezTo>
                  <a:pt x="142338" y="70923"/>
                  <a:pt x="144396" y="68561"/>
                  <a:pt x="146591" y="65151"/>
                </a:cubicBezTo>
                <a:lnTo>
                  <a:pt x="148590" y="66444"/>
                </a:lnTo>
                <a:cubicBezTo>
                  <a:pt x="145611" y="72521"/>
                  <a:pt x="142318" y="76823"/>
                  <a:pt x="138712" y="79351"/>
                </a:cubicBezTo>
                <a:cubicBezTo>
                  <a:pt x="135105" y="81880"/>
                  <a:pt x="130931" y="83144"/>
                  <a:pt x="126187" y="83144"/>
                </a:cubicBezTo>
                <a:cubicBezTo>
                  <a:pt x="118034" y="83144"/>
                  <a:pt x="111860" y="80005"/>
                  <a:pt x="107665" y="73727"/>
                </a:cubicBezTo>
                <a:cubicBezTo>
                  <a:pt x="104294" y="68665"/>
                  <a:pt x="102608" y="62387"/>
                  <a:pt x="102608" y="54892"/>
                </a:cubicBezTo>
                <a:cubicBezTo>
                  <a:pt x="102608" y="45709"/>
                  <a:pt x="105088" y="38401"/>
                  <a:pt x="110047" y="32967"/>
                </a:cubicBezTo>
                <a:cubicBezTo>
                  <a:pt x="115006" y="27531"/>
                  <a:pt x="120817" y="24814"/>
                  <a:pt x="127481" y="24814"/>
                </a:cubicBezTo>
                <a:cubicBezTo>
                  <a:pt x="133047" y="24814"/>
                  <a:pt x="137879" y="27097"/>
                  <a:pt x="141975" y="31664"/>
                </a:cubicBezTo>
                <a:cubicBezTo>
                  <a:pt x="146072" y="36231"/>
                  <a:pt x="148277" y="43003"/>
                  <a:pt x="148590" y="51980"/>
                </a:cubicBezTo>
                <a:moveTo>
                  <a:pt x="134125" y="48099"/>
                </a:moveTo>
                <a:cubicBezTo>
                  <a:pt x="134125" y="41788"/>
                  <a:pt x="133782" y="37456"/>
                  <a:pt x="133096" y="35104"/>
                </a:cubicBezTo>
                <a:cubicBezTo>
                  <a:pt x="132410" y="32752"/>
                  <a:pt x="131342" y="30968"/>
                  <a:pt x="129892" y="29753"/>
                </a:cubicBezTo>
                <a:cubicBezTo>
                  <a:pt x="129069" y="29047"/>
                  <a:pt x="127971" y="28695"/>
                  <a:pt x="126599" y="28695"/>
                </a:cubicBezTo>
                <a:cubicBezTo>
                  <a:pt x="124561" y="28695"/>
                  <a:pt x="122895" y="29694"/>
                  <a:pt x="121601" y="31693"/>
                </a:cubicBezTo>
                <a:cubicBezTo>
                  <a:pt x="119288" y="35182"/>
                  <a:pt x="118132" y="39965"/>
                  <a:pt x="118132" y="46041"/>
                </a:cubicBezTo>
                <a:lnTo>
                  <a:pt x="118132" y="48099"/>
                </a:lnTo>
                <a:lnTo>
                  <a:pt x="134125" y="48099"/>
                </a:lnTo>
                <a:close/>
                <a:moveTo>
                  <a:pt x="178303" y="26460"/>
                </a:moveTo>
                <a:lnTo>
                  <a:pt x="178303" y="33751"/>
                </a:lnTo>
                <a:cubicBezTo>
                  <a:pt x="181321" y="30437"/>
                  <a:pt x="184114" y="28118"/>
                  <a:pt x="186682" y="26796"/>
                </a:cubicBezTo>
                <a:cubicBezTo>
                  <a:pt x="189249" y="25475"/>
                  <a:pt x="192062" y="24814"/>
                  <a:pt x="195119" y="24814"/>
                </a:cubicBezTo>
                <a:cubicBezTo>
                  <a:pt x="198648" y="24814"/>
                  <a:pt x="201607" y="25642"/>
                  <a:pt x="203998" y="27298"/>
                </a:cubicBezTo>
                <a:cubicBezTo>
                  <a:pt x="206390" y="28954"/>
                  <a:pt x="208232" y="31478"/>
                  <a:pt x="209526" y="34869"/>
                </a:cubicBezTo>
                <a:cubicBezTo>
                  <a:pt x="212662" y="31320"/>
                  <a:pt x="215670" y="28757"/>
                  <a:pt x="218551" y="27180"/>
                </a:cubicBezTo>
                <a:cubicBezTo>
                  <a:pt x="221433" y="25603"/>
                  <a:pt x="224441" y="24814"/>
                  <a:pt x="227577" y="24814"/>
                </a:cubicBezTo>
                <a:cubicBezTo>
                  <a:pt x="231380" y="24814"/>
                  <a:pt x="234408" y="25687"/>
                  <a:pt x="236662" y="27434"/>
                </a:cubicBezTo>
                <a:cubicBezTo>
                  <a:pt x="238916" y="29181"/>
                  <a:pt x="240484" y="31399"/>
                  <a:pt x="241366" y="34088"/>
                </a:cubicBezTo>
                <a:cubicBezTo>
                  <a:pt x="242248" y="36777"/>
                  <a:pt x="242689" y="41065"/>
                  <a:pt x="242689" y="46952"/>
                </a:cubicBezTo>
                <a:lnTo>
                  <a:pt x="242689" y="69502"/>
                </a:lnTo>
                <a:cubicBezTo>
                  <a:pt x="242689" y="73736"/>
                  <a:pt x="243071" y="76362"/>
                  <a:pt x="243836" y="77381"/>
                </a:cubicBezTo>
                <a:cubicBezTo>
                  <a:pt x="244600" y="78401"/>
                  <a:pt x="246197" y="79067"/>
                  <a:pt x="248628" y="79381"/>
                </a:cubicBezTo>
                <a:lnTo>
                  <a:pt x="248628" y="81497"/>
                </a:lnTo>
                <a:lnTo>
                  <a:pt x="220227" y="81497"/>
                </a:lnTo>
                <a:lnTo>
                  <a:pt x="220227" y="79381"/>
                </a:lnTo>
                <a:cubicBezTo>
                  <a:pt x="222462" y="79185"/>
                  <a:pt x="224108" y="78322"/>
                  <a:pt x="225166" y="76793"/>
                </a:cubicBezTo>
                <a:cubicBezTo>
                  <a:pt x="225872" y="75735"/>
                  <a:pt x="226225" y="73305"/>
                  <a:pt x="226225" y="69502"/>
                </a:cubicBezTo>
                <a:lnTo>
                  <a:pt x="226225" y="45864"/>
                </a:lnTo>
                <a:cubicBezTo>
                  <a:pt x="226225" y="40964"/>
                  <a:pt x="226029" y="37848"/>
                  <a:pt x="225637" y="36515"/>
                </a:cubicBezTo>
                <a:cubicBezTo>
                  <a:pt x="225245" y="35182"/>
                  <a:pt x="224627" y="34192"/>
                  <a:pt x="223785" y="33546"/>
                </a:cubicBezTo>
                <a:cubicBezTo>
                  <a:pt x="222942" y="32899"/>
                  <a:pt x="221952" y="32575"/>
                  <a:pt x="220815" y="32575"/>
                </a:cubicBezTo>
                <a:cubicBezTo>
                  <a:pt x="219130" y="32575"/>
                  <a:pt x="217424" y="33193"/>
                  <a:pt x="215700" y="34428"/>
                </a:cubicBezTo>
                <a:cubicBezTo>
                  <a:pt x="213975" y="35662"/>
                  <a:pt x="212230" y="37515"/>
                  <a:pt x="210466" y="39984"/>
                </a:cubicBezTo>
                <a:lnTo>
                  <a:pt x="210466" y="69502"/>
                </a:lnTo>
                <a:cubicBezTo>
                  <a:pt x="210466" y="73461"/>
                  <a:pt x="210800" y="75951"/>
                  <a:pt x="211466" y="76970"/>
                </a:cubicBezTo>
                <a:cubicBezTo>
                  <a:pt x="212368" y="78420"/>
                  <a:pt x="214092" y="79224"/>
                  <a:pt x="216640" y="79381"/>
                </a:cubicBezTo>
                <a:lnTo>
                  <a:pt x="216640" y="81497"/>
                </a:lnTo>
                <a:lnTo>
                  <a:pt x="188181" y="81497"/>
                </a:lnTo>
                <a:lnTo>
                  <a:pt x="188181" y="79381"/>
                </a:lnTo>
                <a:cubicBezTo>
                  <a:pt x="189710" y="79302"/>
                  <a:pt x="190915" y="78920"/>
                  <a:pt x="191797" y="78234"/>
                </a:cubicBezTo>
                <a:cubicBezTo>
                  <a:pt x="192679" y="77548"/>
                  <a:pt x="193267" y="76725"/>
                  <a:pt x="193561" y="75764"/>
                </a:cubicBezTo>
                <a:cubicBezTo>
                  <a:pt x="193855" y="74804"/>
                  <a:pt x="194002" y="72717"/>
                  <a:pt x="194002" y="69502"/>
                </a:cubicBezTo>
                <a:lnTo>
                  <a:pt x="194002" y="45828"/>
                </a:lnTo>
                <a:cubicBezTo>
                  <a:pt x="194002" y="40841"/>
                  <a:pt x="193806" y="37719"/>
                  <a:pt x="193414" y="36464"/>
                </a:cubicBezTo>
                <a:cubicBezTo>
                  <a:pt x="193022" y="35207"/>
                  <a:pt x="192366" y="34225"/>
                  <a:pt x="191444" y="33518"/>
                </a:cubicBezTo>
                <a:cubicBezTo>
                  <a:pt x="190523" y="32811"/>
                  <a:pt x="189533" y="32458"/>
                  <a:pt x="188475" y="32458"/>
                </a:cubicBezTo>
                <a:cubicBezTo>
                  <a:pt x="186907" y="32458"/>
                  <a:pt x="185476" y="32872"/>
                  <a:pt x="184183" y="33702"/>
                </a:cubicBezTo>
                <a:cubicBezTo>
                  <a:pt x="182340" y="34927"/>
                  <a:pt x="180380" y="37021"/>
                  <a:pt x="178303" y="39984"/>
                </a:cubicBezTo>
                <a:lnTo>
                  <a:pt x="178303" y="69502"/>
                </a:lnTo>
                <a:cubicBezTo>
                  <a:pt x="178303" y="73383"/>
                  <a:pt x="178685" y="75941"/>
                  <a:pt x="179449" y="77176"/>
                </a:cubicBezTo>
                <a:cubicBezTo>
                  <a:pt x="180214" y="78410"/>
                  <a:pt x="181811" y="79145"/>
                  <a:pt x="184241" y="79381"/>
                </a:cubicBezTo>
                <a:lnTo>
                  <a:pt x="184241" y="81497"/>
                </a:lnTo>
                <a:lnTo>
                  <a:pt x="155900" y="81497"/>
                </a:lnTo>
                <a:lnTo>
                  <a:pt x="155900" y="79381"/>
                </a:lnTo>
                <a:cubicBezTo>
                  <a:pt x="158212" y="79145"/>
                  <a:pt x="159859" y="78401"/>
                  <a:pt x="160839" y="77146"/>
                </a:cubicBezTo>
                <a:cubicBezTo>
                  <a:pt x="161505" y="76284"/>
                  <a:pt x="161838" y="73736"/>
                  <a:pt x="161838" y="69502"/>
                </a:cubicBezTo>
                <a:lnTo>
                  <a:pt x="161838" y="38455"/>
                </a:lnTo>
                <a:cubicBezTo>
                  <a:pt x="161838" y="34250"/>
                  <a:pt x="161456" y="31632"/>
                  <a:pt x="160692" y="30600"/>
                </a:cubicBezTo>
                <a:cubicBezTo>
                  <a:pt x="159927" y="29569"/>
                  <a:pt x="158330" y="28894"/>
                  <a:pt x="155900" y="28577"/>
                </a:cubicBezTo>
                <a:lnTo>
                  <a:pt x="155900" y="26460"/>
                </a:lnTo>
                <a:lnTo>
                  <a:pt x="178303" y="26460"/>
                </a:lnTo>
                <a:close/>
                <a:moveTo>
                  <a:pt x="302371" y="51980"/>
                </a:moveTo>
                <a:lnTo>
                  <a:pt x="272206" y="51980"/>
                </a:lnTo>
                <a:cubicBezTo>
                  <a:pt x="272559" y="59290"/>
                  <a:pt x="274500" y="65068"/>
                  <a:pt x="278028" y="69313"/>
                </a:cubicBezTo>
                <a:cubicBezTo>
                  <a:pt x="280732" y="72575"/>
                  <a:pt x="283986" y="74206"/>
                  <a:pt x="287789" y="74206"/>
                </a:cubicBezTo>
                <a:cubicBezTo>
                  <a:pt x="290141" y="74206"/>
                  <a:pt x="292277" y="73550"/>
                  <a:pt x="294198" y="72236"/>
                </a:cubicBezTo>
                <a:cubicBezTo>
                  <a:pt x="296119" y="70923"/>
                  <a:pt x="298177" y="68561"/>
                  <a:pt x="300372" y="65151"/>
                </a:cubicBezTo>
                <a:lnTo>
                  <a:pt x="302371" y="66444"/>
                </a:lnTo>
                <a:cubicBezTo>
                  <a:pt x="299392" y="72521"/>
                  <a:pt x="296099" y="76823"/>
                  <a:pt x="292493" y="79351"/>
                </a:cubicBezTo>
                <a:cubicBezTo>
                  <a:pt x="288886" y="81880"/>
                  <a:pt x="284711" y="83144"/>
                  <a:pt x="279968" y="83144"/>
                </a:cubicBezTo>
                <a:cubicBezTo>
                  <a:pt x="271814" y="83144"/>
                  <a:pt x="265640" y="80005"/>
                  <a:pt x="261446" y="73727"/>
                </a:cubicBezTo>
                <a:cubicBezTo>
                  <a:pt x="258075" y="68665"/>
                  <a:pt x="256389" y="62387"/>
                  <a:pt x="256389" y="54892"/>
                </a:cubicBezTo>
                <a:cubicBezTo>
                  <a:pt x="256389" y="45709"/>
                  <a:pt x="258869" y="38401"/>
                  <a:pt x="263827" y="32967"/>
                </a:cubicBezTo>
                <a:cubicBezTo>
                  <a:pt x="268786" y="27531"/>
                  <a:pt x="274598" y="24814"/>
                  <a:pt x="281262" y="24814"/>
                </a:cubicBezTo>
                <a:cubicBezTo>
                  <a:pt x="286828" y="24814"/>
                  <a:pt x="291660" y="27097"/>
                  <a:pt x="295756" y="31664"/>
                </a:cubicBezTo>
                <a:cubicBezTo>
                  <a:pt x="299852" y="36231"/>
                  <a:pt x="302057" y="43003"/>
                  <a:pt x="302371" y="51980"/>
                </a:cubicBezTo>
                <a:moveTo>
                  <a:pt x="287906" y="48099"/>
                </a:moveTo>
                <a:cubicBezTo>
                  <a:pt x="287906" y="41788"/>
                  <a:pt x="287563" y="37456"/>
                  <a:pt x="286877" y="35104"/>
                </a:cubicBezTo>
                <a:cubicBezTo>
                  <a:pt x="286191" y="32752"/>
                  <a:pt x="285123" y="30968"/>
                  <a:pt x="283673" y="29753"/>
                </a:cubicBezTo>
                <a:cubicBezTo>
                  <a:pt x="282849" y="29047"/>
                  <a:pt x="281752" y="28695"/>
                  <a:pt x="280380" y="28695"/>
                </a:cubicBezTo>
                <a:cubicBezTo>
                  <a:pt x="278341" y="28695"/>
                  <a:pt x="276675" y="29694"/>
                  <a:pt x="275382" y="31693"/>
                </a:cubicBezTo>
                <a:cubicBezTo>
                  <a:pt x="273069" y="35182"/>
                  <a:pt x="271912" y="39965"/>
                  <a:pt x="271912" y="46041"/>
                </a:cubicBezTo>
                <a:lnTo>
                  <a:pt x="271912" y="48099"/>
                </a:lnTo>
                <a:lnTo>
                  <a:pt x="287906" y="48099"/>
                </a:lnTo>
                <a:close/>
                <a:moveTo>
                  <a:pt x="331730" y="26460"/>
                </a:moveTo>
                <a:lnTo>
                  <a:pt x="331730" y="33634"/>
                </a:lnTo>
                <a:cubicBezTo>
                  <a:pt x="334553" y="30555"/>
                  <a:pt x="337258" y="28316"/>
                  <a:pt x="339845" y="26916"/>
                </a:cubicBezTo>
                <a:cubicBezTo>
                  <a:pt x="342432" y="25514"/>
                  <a:pt x="345215" y="24814"/>
                  <a:pt x="348195" y="24814"/>
                </a:cubicBezTo>
                <a:cubicBezTo>
                  <a:pt x="351762" y="24814"/>
                  <a:pt x="354721" y="25805"/>
                  <a:pt x="357073" y="27787"/>
                </a:cubicBezTo>
                <a:cubicBezTo>
                  <a:pt x="359425" y="29769"/>
                  <a:pt x="360993" y="32232"/>
                  <a:pt x="361777" y="35176"/>
                </a:cubicBezTo>
                <a:cubicBezTo>
                  <a:pt x="362405" y="37414"/>
                  <a:pt x="362718" y="41712"/>
                  <a:pt x="362718" y="48071"/>
                </a:cubicBezTo>
                <a:lnTo>
                  <a:pt x="362718" y="69502"/>
                </a:lnTo>
                <a:cubicBezTo>
                  <a:pt x="362718" y="73736"/>
                  <a:pt x="363100" y="76372"/>
                  <a:pt x="363865" y="77411"/>
                </a:cubicBezTo>
                <a:cubicBezTo>
                  <a:pt x="364629" y="78450"/>
                  <a:pt x="366227" y="79106"/>
                  <a:pt x="368657" y="79381"/>
                </a:cubicBezTo>
                <a:lnTo>
                  <a:pt x="368657" y="81497"/>
                </a:lnTo>
                <a:lnTo>
                  <a:pt x="340844" y="81497"/>
                </a:lnTo>
                <a:lnTo>
                  <a:pt x="340844" y="79381"/>
                </a:lnTo>
                <a:cubicBezTo>
                  <a:pt x="342922" y="79106"/>
                  <a:pt x="344412" y="78244"/>
                  <a:pt x="345313" y="76793"/>
                </a:cubicBezTo>
                <a:cubicBezTo>
                  <a:pt x="345941" y="75813"/>
                  <a:pt x="346254" y="73383"/>
                  <a:pt x="346254" y="69502"/>
                </a:cubicBezTo>
                <a:lnTo>
                  <a:pt x="346254" y="45041"/>
                </a:lnTo>
                <a:cubicBezTo>
                  <a:pt x="346254" y="40533"/>
                  <a:pt x="346078" y="37691"/>
                  <a:pt x="345725" y="36515"/>
                </a:cubicBezTo>
                <a:cubicBezTo>
                  <a:pt x="345372" y="35339"/>
                  <a:pt x="344774" y="34428"/>
                  <a:pt x="343931" y="33781"/>
                </a:cubicBezTo>
                <a:cubicBezTo>
                  <a:pt x="343089" y="33134"/>
                  <a:pt x="342158" y="32811"/>
                  <a:pt x="341138" y="32811"/>
                </a:cubicBezTo>
                <a:cubicBezTo>
                  <a:pt x="337767" y="32811"/>
                  <a:pt x="334631" y="35241"/>
                  <a:pt x="331730" y="40102"/>
                </a:cubicBezTo>
                <a:lnTo>
                  <a:pt x="331730" y="69502"/>
                </a:lnTo>
                <a:cubicBezTo>
                  <a:pt x="331730" y="73618"/>
                  <a:pt x="332113" y="76225"/>
                  <a:pt x="332877" y="77323"/>
                </a:cubicBezTo>
                <a:cubicBezTo>
                  <a:pt x="333641" y="78420"/>
                  <a:pt x="335062" y="79106"/>
                  <a:pt x="337140" y="79381"/>
                </a:cubicBezTo>
                <a:lnTo>
                  <a:pt x="337140" y="81497"/>
                </a:lnTo>
                <a:lnTo>
                  <a:pt x="309327" y="81497"/>
                </a:lnTo>
                <a:lnTo>
                  <a:pt x="309327" y="79381"/>
                </a:lnTo>
                <a:cubicBezTo>
                  <a:pt x="311640" y="79145"/>
                  <a:pt x="313287" y="78401"/>
                  <a:pt x="314267" y="77146"/>
                </a:cubicBezTo>
                <a:cubicBezTo>
                  <a:pt x="314933" y="76284"/>
                  <a:pt x="315266" y="73736"/>
                  <a:pt x="315266" y="69502"/>
                </a:cubicBezTo>
                <a:lnTo>
                  <a:pt x="315266" y="38455"/>
                </a:lnTo>
                <a:cubicBezTo>
                  <a:pt x="315266" y="34250"/>
                  <a:pt x="314884" y="31632"/>
                  <a:pt x="314120" y="30600"/>
                </a:cubicBezTo>
                <a:cubicBezTo>
                  <a:pt x="313355" y="29569"/>
                  <a:pt x="311758" y="28894"/>
                  <a:pt x="309327" y="28577"/>
                </a:cubicBezTo>
                <a:lnTo>
                  <a:pt x="309327" y="26460"/>
                </a:lnTo>
                <a:lnTo>
                  <a:pt x="331730" y="26460"/>
                </a:lnTo>
                <a:close/>
                <a:moveTo>
                  <a:pt x="398039" y="6233"/>
                </a:moveTo>
                <a:lnTo>
                  <a:pt x="398039" y="26460"/>
                </a:lnTo>
                <a:lnTo>
                  <a:pt x="411093" y="26460"/>
                </a:lnTo>
                <a:lnTo>
                  <a:pt x="411093" y="32223"/>
                </a:lnTo>
                <a:lnTo>
                  <a:pt x="398039" y="32223"/>
                </a:lnTo>
                <a:lnTo>
                  <a:pt x="398039" y="66242"/>
                </a:lnTo>
                <a:cubicBezTo>
                  <a:pt x="398039" y="69426"/>
                  <a:pt x="398186" y="71480"/>
                  <a:pt x="398480" y="72404"/>
                </a:cubicBezTo>
                <a:cubicBezTo>
                  <a:pt x="398774" y="73327"/>
                  <a:pt x="399293" y="74074"/>
                  <a:pt x="400038" y="74645"/>
                </a:cubicBezTo>
                <a:cubicBezTo>
                  <a:pt x="400783" y="75215"/>
                  <a:pt x="401469" y="75500"/>
                  <a:pt x="402096" y="75500"/>
                </a:cubicBezTo>
                <a:cubicBezTo>
                  <a:pt x="404644" y="75500"/>
                  <a:pt x="407055" y="73540"/>
                  <a:pt x="409329" y="69620"/>
                </a:cubicBezTo>
                <a:lnTo>
                  <a:pt x="411093" y="70926"/>
                </a:lnTo>
                <a:cubicBezTo>
                  <a:pt x="407917" y="78522"/>
                  <a:pt x="402762" y="82321"/>
                  <a:pt x="395628" y="82321"/>
                </a:cubicBezTo>
                <a:cubicBezTo>
                  <a:pt x="392139" y="82321"/>
                  <a:pt x="389189" y="81347"/>
                  <a:pt x="386779" y="79401"/>
                </a:cubicBezTo>
                <a:cubicBezTo>
                  <a:pt x="384368" y="77453"/>
                  <a:pt x="382829" y="75279"/>
                  <a:pt x="382163" y="72879"/>
                </a:cubicBezTo>
                <a:cubicBezTo>
                  <a:pt x="381771" y="71542"/>
                  <a:pt x="381575" y="67922"/>
                  <a:pt x="381575" y="62022"/>
                </a:cubicBezTo>
                <a:lnTo>
                  <a:pt x="381575" y="32223"/>
                </a:lnTo>
                <a:lnTo>
                  <a:pt x="374401" y="32223"/>
                </a:lnTo>
                <a:lnTo>
                  <a:pt x="374401" y="30159"/>
                </a:lnTo>
                <a:cubicBezTo>
                  <a:pt x="379340" y="26663"/>
                  <a:pt x="383545" y="22990"/>
                  <a:pt x="387014" y="19140"/>
                </a:cubicBezTo>
                <a:cubicBezTo>
                  <a:pt x="390483" y="15289"/>
                  <a:pt x="393511" y="10987"/>
                  <a:pt x="396098" y="6233"/>
                </a:cubicBezTo>
                <a:lnTo>
                  <a:pt x="398039" y="6233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311AC-8094-4CBC-AB11-81246955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246" y="3853571"/>
            <a:ext cx="45982" cy="42052"/>
          </a:xfrm>
          <a:custGeom xmlns:a="http://schemas.openxmlformats.org/drawingml/2006/main">
            <a:pathLst>
              <a:path w="45982" h="42052">
                <a:moveTo>
                  <a:pt x="7559" y="4622"/>
                </a:moveTo>
                <a:cubicBezTo>
                  <a:pt x="9158" y="4136"/>
                  <a:pt x="10392" y="3212"/>
                  <a:pt x="11257" y="1849"/>
                </a:cubicBezTo>
                <a:cubicBezTo>
                  <a:pt x="11565" y="1849"/>
                  <a:pt x="11874" y="1849"/>
                  <a:pt x="12181" y="1849"/>
                </a:cubicBezTo>
                <a:cubicBezTo>
                  <a:pt x="12798" y="1849"/>
                  <a:pt x="13414" y="1849"/>
                  <a:pt x="14030" y="1849"/>
                </a:cubicBezTo>
                <a:cubicBezTo>
                  <a:pt x="16242" y="2637"/>
                  <a:pt x="17475" y="4178"/>
                  <a:pt x="17728" y="6471"/>
                </a:cubicBezTo>
                <a:cubicBezTo>
                  <a:pt x="19969" y="6756"/>
                  <a:pt x="22126" y="6447"/>
                  <a:pt x="24199" y="5547"/>
                </a:cubicBezTo>
                <a:cubicBezTo>
                  <a:pt x="24433" y="3601"/>
                  <a:pt x="24742" y="1752"/>
                  <a:pt x="25124" y="0"/>
                </a:cubicBezTo>
                <a:cubicBezTo>
                  <a:pt x="26048" y="0"/>
                  <a:pt x="26972" y="0"/>
                  <a:pt x="27897" y="0"/>
                </a:cubicBezTo>
                <a:cubicBezTo>
                  <a:pt x="28834" y="1085"/>
                  <a:pt x="30067" y="1701"/>
                  <a:pt x="31595" y="1849"/>
                </a:cubicBezTo>
                <a:cubicBezTo>
                  <a:pt x="32512" y="1690"/>
                  <a:pt x="33127" y="1999"/>
                  <a:pt x="33443" y="2773"/>
                </a:cubicBezTo>
                <a:cubicBezTo>
                  <a:pt x="34985" y="4930"/>
                  <a:pt x="36833" y="6779"/>
                  <a:pt x="38990" y="8320"/>
                </a:cubicBezTo>
                <a:cubicBezTo>
                  <a:pt x="45982" y="23435"/>
                  <a:pt x="41975" y="34373"/>
                  <a:pt x="26972" y="41138"/>
                </a:cubicBezTo>
                <a:cubicBezTo>
                  <a:pt x="8473" y="42052"/>
                  <a:pt x="0" y="33270"/>
                  <a:pt x="1550" y="14791"/>
                </a:cubicBezTo>
                <a:cubicBezTo>
                  <a:pt x="3098" y="11071"/>
                  <a:pt x="5101" y="7681"/>
                  <a:pt x="7559" y="4622"/>
                </a:cubicBezTo>
                <a:close/>
                <a:moveTo>
                  <a:pt x="16804" y="32355"/>
                </a:moveTo>
                <a:cubicBezTo>
                  <a:pt x="20689" y="33862"/>
                  <a:pt x="24387" y="33554"/>
                  <a:pt x="27897" y="31431"/>
                </a:cubicBezTo>
                <a:cubicBezTo>
                  <a:pt x="29773" y="29251"/>
                  <a:pt x="31621" y="27094"/>
                  <a:pt x="33443" y="24960"/>
                </a:cubicBezTo>
                <a:cubicBezTo>
                  <a:pt x="33443" y="21879"/>
                  <a:pt x="33443" y="18797"/>
                  <a:pt x="33443" y="15715"/>
                </a:cubicBezTo>
                <a:cubicBezTo>
                  <a:pt x="32012" y="15419"/>
                  <a:pt x="31396" y="14494"/>
                  <a:pt x="31595" y="12942"/>
                </a:cubicBezTo>
                <a:cubicBezTo>
                  <a:pt x="29516" y="12406"/>
                  <a:pt x="27975" y="11174"/>
                  <a:pt x="26972" y="9244"/>
                </a:cubicBezTo>
                <a:cubicBezTo>
                  <a:pt x="23645" y="8464"/>
                  <a:pt x="20255" y="8156"/>
                  <a:pt x="16804" y="8320"/>
                </a:cubicBezTo>
                <a:cubicBezTo>
                  <a:pt x="14910" y="10830"/>
                  <a:pt x="12753" y="12987"/>
                  <a:pt x="10332" y="14791"/>
                </a:cubicBezTo>
                <a:cubicBezTo>
                  <a:pt x="10179" y="18502"/>
                  <a:pt x="10333" y="22200"/>
                  <a:pt x="10795" y="25884"/>
                </a:cubicBezTo>
                <a:cubicBezTo>
                  <a:pt x="12516" y="28350"/>
                  <a:pt x="14518" y="30507"/>
                  <a:pt x="16804" y="32355"/>
                </a:cubicBezTo>
                <a:close/>
              </a:path>
            </a:pathLst>
          </a:custGeom>
          <a:solidFill xmlns:a="http://schemas.openxmlformats.org/drawingml/2006/main">
            <a:srgbClr val="2D4158">
              <a:alpha val="99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D5216-1C62-433F-89A2-45A84B7A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435" y="3858193"/>
            <a:ext cx="48821" cy="39625"/>
          </a:xfrm>
          <a:custGeom xmlns:a="http://schemas.openxmlformats.org/drawingml/2006/main">
            <a:pathLst>
              <a:path w="48821" h="39625">
                <a:moveTo>
                  <a:pt x="9370" y="0"/>
                </a:moveTo>
                <a:cubicBezTo>
                  <a:pt x="6912" y="3059"/>
                  <a:pt x="4909" y="6449"/>
                  <a:pt x="3361" y="10169"/>
                </a:cubicBezTo>
                <a:cubicBezTo>
                  <a:pt x="1811" y="28648"/>
                  <a:pt x="10284" y="37430"/>
                  <a:pt x="28783" y="36515"/>
                </a:cubicBezTo>
                <a:cubicBezTo>
                  <a:pt x="43786" y="29751"/>
                  <a:pt x="47793" y="18812"/>
                  <a:pt x="40801" y="3698"/>
                </a:cubicBezTo>
                <a:cubicBezTo>
                  <a:pt x="42256" y="4102"/>
                  <a:pt x="43335" y="5026"/>
                  <a:pt x="44037" y="6471"/>
                </a:cubicBezTo>
                <a:cubicBezTo>
                  <a:pt x="48821" y="20747"/>
                  <a:pt x="44352" y="31070"/>
                  <a:pt x="30632" y="37440"/>
                </a:cubicBezTo>
                <a:cubicBezTo>
                  <a:pt x="9707" y="39625"/>
                  <a:pt x="0" y="30226"/>
                  <a:pt x="1512" y="9244"/>
                </a:cubicBezTo>
                <a:cubicBezTo>
                  <a:pt x="2578" y="6499"/>
                  <a:pt x="4119" y="4033"/>
                  <a:pt x="6135" y="1849"/>
                </a:cubicBezTo>
                <a:cubicBezTo>
                  <a:pt x="6889" y="626"/>
                  <a:pt x="7968" y="10"/>
                  <a:pt x="9370" y="0"/>
                </a:cubicBezTo>
                <a:close/>
                <a:moveTo>
                  <a:pt x="18615" y="27733"/>
                </a:moveTo>
                <a:cubicBezTo>
                  <a:pt x="16329" y="25884"/>
                  <a:pt x="14327" y="23728"/>
                  <a:pt x="12606" y="21262"/>
                </a:cubicBezTo>
                <a:cubicBezTo>
                  <a:pt x="12144" y="17577"/>
                  <a:pt x="11990" y="13880"/>
                  <a:pt x="12143" y="10169"/>
                </a:cubicBezTo>
                <a:cubicBezTo>
                  <a:pt x="14564" y="8364"/>
                  <a:pt x="16721" y="6208"/>
                  <a:pt x="18615" y="3698"/>
                </a:cubicBezTo>
                <a:cubicBezTo>
                  <a:pt x="22066" y="3534"/>
                  <a:pt x="25456" y="3842"/>
                  <a:pt x="28783" y="4622"/>
                </a:cubicBezTo>
                <a:cubicBezTo>
                  <a:pt x="29786" y="6552"/>
                  <a:pt x="31327" y="7784"/>
                  <a:pt x="33406" y="8320"/>
                </a:cubicBezTo>
                <a:cubicBezTo>
                  <a:pt x="33207" y="9872"/>
                  <a:pt x="33823" y="10797"/>
                  <a:pt x="35254" y="11093"/>
                </a:cubicBezTo>
                <a:cubicBezTo>
                  <a:pt x="35254" y="14174"/>
                  <a:pt x="35254" y="17257"/>
                  <a:pt x="35254" y="20338"/>
                </a:cubicBezTo>
                <a:cubicBezTo>
                  <a:pt x="33432" y="22471"/>
                  <a:pt x="31584" y="24629"/>
                  <a:pt x="29708" y="26809"/>
                </a:cubicBezTo>
                <a:cubicBezTo>
                  <a:pt x="26198" y="28932"/>
                  <a:pt x="22500" y="29240"/>
                  <a:pt x="18615" y="27733"/>
                </a:cubicBezTo>
                <a:close/>
              </a:path>
            </a:pathLst>
          </a:custGeom>
          <a:solidFill xmlns:a="http://schemas.openxmlformats.org/drawingml/2006/main">
            <a:srgbClr val="EDEEEF">
              <a:alpha val="14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0A3DF-0B96-4976-913E-0C655A1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43" y="3878531"/>
            <a:ext cx="5547" cy="6471"/>
          </a:xfrm>
          <a:custGeom xmlns:a="http://schemas.openxmlformats.org/drawingml/2006/main">
            <a:pathLst>
              <a:path w="5547" h="6471">
                <a:moveTo>
                  <a:pt x="0" y="6471"/>
                </a:moveTo>
                <a:cubicBezTo>
                  <a:pt x="1876" y="4291"/>
                  <a:pt x="3725" y="2134"/>
                  <a:pt x="5547" y="0"/>
                </a:cubicBezTo>
                <a:cubicBezTo>
                  <a:pt x="4999" y="3318"/>
                  <a:pt x="3150" y="5475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EEEFF1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46875-C0EB-4F26-81CB-D6EA0BE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748" y="3868362"/>
            <a:ext cx="10301" cy="17564"/>
          </a:xfrm>
          <a:custGeom xmlns:a="http://schemas.openxmlformats.org/drawingml/2006/main">
            <a:pathLst>
              <a:path w="10301" h="17564">
                <a:moveTo>
                  <a:pt x="10301" y="17564"/>
                </a:moveTo>
                <a:cubicBezTo>
                  <a:pt x="2158" y="13912"/>
                  <a:pt x="0" y="8057"/>
                  <a:pt x="3830" y="0"/>
                </a:cubicBezTo>
                <a:cubicBezTo>
                  <a:pt x="3677" y="3711"/>
                  <a:pt x="3831" y="7408"/>
                  <a:pt x="4292" y="11093"/>
                </a:cubicBezTo>
                <a:cubicBezTo>
                  <a:pt x="6013" y="13559"/>
                  <a:pt x="8016" y="15715"/>
                  <a:pt x="10301" y="17564"/>
                </a:cubicBezTo>
                <a:close/>
              </a:path>
            </a:pathLst>
          </a:custGeom>
          <a:solidFill xmlns:a="http://schemas.openxmlformats.org/drawingml/2006/main">
            <a:srgbClr val="E9EAEB">
              <a:alpha val="8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30EAC-977B-4714-86F8-144D2461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642" y="3866513"/>
            <a:ext cx="2115" cy="2773"/>
          </a:xfrm>
          <a:custGeom xmlns:a="http://schemas.openxmlformats.org/drawingml/2006/main">
            <a:pathLst>
              <a:path w="2115" h="2773">
                <a:moveTo>
                  <a:pt x="2048" y="2773"/>
                </a:moveTo>
                <a:cubicBezTo>
                  <a:pt x="617" y="2477"/>
                  <a:pt x="0" y="1552"/>
                  <a:pt x="199" y="0"/>
                </a:cubicBezTo>
                <a:cubicBezTo>
                  <a:pt x="1499" y="437"/>
                  <a:pt x="2115" y="1362"/>
                  <a:pt x="2048" y="2773"/>
                </a:cubicBezTo>
                <a:close/>
              </a:path>
            </a:pathLst>
          </a:custGeom>
          <a:solidFill xmlns:a="http://schemas.openxmlformats.org/drawingml/2006/main">
            <a:srgbClr val="E7E9EB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1D925-E0F4-49DD-87B1-2C0E4ED4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578" y="3861891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4578" y="2510"/>
                  <a:pt x="2420" y="4667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DFE3E6">
              <a:alpha val="3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57D2E-07B3-4F77-AF19-5AD0852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44" y="3838780"/>
            <a:ext cx="48931" cy="38346"/>
          </a:xfrm>
          <a:custGeom xmlns:a="http://schemas.openxmlformats.org/drawingml/2006/main">
            <a:pathLst>
              <a:path w="48931" h="38346">
                <a:moveTo>
                  <a:pt x="9180" y="0"/>
                </a:moveTo>
                <a:cubicBezTo>
                  <a:pt x="0" y="15688"/>
                  <a:pt x="3698" y="27243"/>
                  <a:pt x="20273" y="34667"/>
                </a:cubicBezTo>
                <a:cubicBezTo>
                  <a:pt x="31518" y="36516"/>
                  <a:pt x="39684" y="32356"/>
                  <a:pt x="44771" y="22187"/>
                </a:cubicBezTo>
                <a:cubicBezTo>
                  <a:pt x="47256" y="14229"/>
                  <a:pt x="46179" y="6833"/>
                  <a:pt x="41535" y="0"/>
                </a:cubicBezTo>
                <a:cubicBezTo>
                  <a:pt x="43658" y="1757"/>
                  <a:pt x="45352" y="3914"/>
                  <a:pt x="46620" y="6471"/>
                </a:cubicBezTo>
                <a:cubicBezTo>
                  <a:pt x="46756" y="9327"/>
                  <a:pt x="47526" y="11946"/>
                  <a:pt x="48931" y="14329"/>
                </a:cubicBezTo>
                <a:cubicBezTo>
                  <a:pt x="45233" y="31258"/>
                  <a:pt x="34756" y="38346"/>
                  <a:pt x="17500" y="35591"/>
                </a:cubicBezTo>
                <a:cubicBezTo>
                  <a:pt x="4643" y="29464"/>
                  <a:pt x="175" y="19449"/>
                  <a:pt x="4095" y="5547"/>
                </a:cubicBezTo>
                <a:cubicBezTo>
                  <a:pt x="5115" y="3002"/>
                  <a:pt x="6809" y="1153"/>
                  <a:pt x="9180" y="0"/>
                </a:cubicBezTo>
                <a:close/>
                <a:moveTo>
                  <a:pt x="22122" y="26809"/>
                </a:moveTo>
                <a:cubicBezTo>
                  <a:pt x="21184" y="25723"/>
                  <a:pt x="19952" y="25108"/>
                  <a:pt x="18424" y="24960"/>
                </a:cubicBezTo>
                <a:cubicBezTo>
                  <a:pt x="18108" y="24185"/>
                  <a:pt x="17492" y="23876"/>
                  <a:pt x="16575" y="24035"/>
                </a:cubicBezTo>
                <a:cubicBezTo>
                  <a:pt x="16643" y="22624"/>
                  <a:pt x="16026" y="21699"/>
                  <a:pt x="14726" y="21262"/>
                </a:cubicBezTo>
                <a:cubicBezTo>
                  <a:pt x="13494" y="16332"/>
                  <a:pt x="13494" y="11401"/>
                  <a:pt x="14726" y="6471"/>
                </a:cubicBezTo>
                <a:cubicBezTo>
                  <a:pt x="15343" y="6471"/>
                  <a:pt x="15651" y="6163"/>
                  <a:pt x="15651" y="5547"/>
                </a:cubicBezTo>
                <a:cubicBezTo>
                  <a:pt x="17411" y="5327"/>
                  <a:pt x="18644" y="4402"/>
                  <a:pt x="19349" y="2773"/>
                </a:cubicBezTo>
                <a:cubicBezTo>
                  <a:pt x="29255" y="513"/>
                  <a:pt x="35110" y="4364"/>
                  <a:pt x="36913" y="14329"/>
                </a:cubicBezTo>
                <a:cubicBezTo>
                  <a:pt x="36584" y="17998"/>
                  <a:pt x="35351" y="21233"/>
                  <a:pt x="33215" y="24035"/>
                </a:cubicBezTo>
                <a:cubicBezTo>
                  <a:pt x="32291" y="24652"/>
                  <a:pt x="31366" y="25268"/>
                  <a:pt x="30442" y="25884"/>
                </a:cubicBezTo>
                <a:cubicBezTo>
                  <a:pt x="27733" y="26623"/>
                  <a:pt x="24960" y="26931"/>
                  <a:pt x="22122" y="26809"/>
                </a:cubicBezTo>
                <a:close/>
              </a:path>
            </a:pathLst>
          </a:custGeom>
          <a:solidFill xmlns:a="http://schemas.openxmlformats.org/drawingml/2006/main">
            <a:srgbClr val="EEF0F0">
              <a:alpha val="8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0A659-8CF4-4438-84B7-FFCF697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218" y="3862815"/>
            <a:ext cx="4622" cy="3698"/>
          </a:xfrm>
          <a:custGeom xmlns:a="http://schemas.openxmlformats.org/drawingml/2006/main">
            <a:pathLst>
              <a:path w="4622" h="3698">
                <a:moveTo>
                  <a:pt x="4622" y="3698"/>
                </a:moveTo>
                <a:cubicBezTo>
                  <a:pt x="2543" y="3162"/>
                  <a:pt x="1003" y="1929"/>
                  <a:pt x="0" y="0"/>
                </a:cubicBezTo>
                <a:cubicBezTo>
                  <a:pt x="2079" y="536"/>
                  <a:pt x="3619" y="1768"/>
                  <a:pt x="4622" y="3698"/>
                </a:cubicBezTo>
                <a:close/>
              </a:path>
            </a:pathLst>
          </a:custGeom>
          <a:solidFill xmlns:a="http://schemas.openxmlformats.org/drawingml/2006/main">
            <a:srgbClr val="F9F9F9">
              <a:alpha val="4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10B78-5DFE-4228-AE65-6C4206B7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44" y="3832061"/>
            <a:ext cx="47256" cy="43235"/>
          </a:xfrm>
          <a:custGeom xmlns:a="http://schemas.openxmlformats.org/drawingml/2006/main">
            <a:pathLst>
              <a:path w="47256" h="43235">
                <a:moveTo>
                  <a:pt x="9180" y="6719"/>
                </a:moveTo>
                <a:cubicBezTo>
                  <a:pt x="11859" y="4618"/>
                  <a:pt x="14632" y="2769"/>
                  <a:pt x="17500" y="1172"/>
                </a:cubicBezTo>
                <a:cubicBezTo>
                  <a:pt x="18487" y="309"/>
                  <a:pt x="19719" y="0"/>
                  <a:pt x="21197" y="248"/>
                </a:cubicBezTo>
                <a:cubicBezTo>
                  <a:pt x="20651" y="850"/>
                  <a:pt x="20035" y="1466"/>
                  <a:pt x="19349" y="2097"/>
                </a:cubicBezTo>
                <a:cubicBezTo>
                  <a:pt x="20403" y="2952"/>
                  <a:pt x="20403" y="3723"/>
                  <a:pt x="19349" y="4408"/>
                </a:cubicBezTo>
                <a:cubicBezTo>
                  <a:pt x="20898" y="4007"/>
                  <a:pt x="22439" y="3236"/>
                  <a:pt x="23971" y="2097"/>
                </a:cubicBezTo>
                <a:cubicBezTo>
                  <a:pt x="25258" y="3118"/>
                  <a:pt x="26336" y="4351"/>
                  <a:pt x="27206" y="5794"/>
                </a:cubicBezTo>
                <a:cubicBezTo>
                  <a:pt x="29845" y="6044"/>
                  <a:pt x="32464" y="5582"/>
                  <a:pt x="35064" y="4408"/>
                </a:cubicBezTo>
                <a:cubicBezTo>
                  <a:pt x="35587" y="3488"/>
                  <a:pt x="36204" y="2718"/>
                  <a:pt x="36913" y="2097"/>
                </a:cubicBezTo>
                <a:cubicBezTo>
                  <a:pt x="36792" y="2780"/>
                  <a:pt x="36946" y="3396"/>
                  <a:pt x="37375" y="3946"/>
                </a:cubicBezTo>
                <a:cubicBezTo>
                  <a:pt x="38669" y="5099"/>
                  <a:pt x="40056" y="6024"/>
                  <a:pt x="41535" y="6719"/>
                </a:cubicBezTo>
                <a:cubicBezTo>
                  <a:pt x="46179" y="13552"/>
                  <a:pt x="47256" y="20948"/>
                  <a:pt x="44771" y="28905"/>
                </a:cubicBezTo>
                <a:cubicBezTo>
                  <a:pt x="39684" y="39075"/>
                  <a:pt x="31518" y="43235"/>
                  <a:pt x="20273" y="41385"/>
                </a:cubicBezTo>
                <a:cubicBezTo>
                  <a:pt x="3698" y="33962"/>
                  <a:pt x="0" y="22407"/>
                  <a:pt x="9180" y="6719"/>
                </a:cubicBezTo>
                <a:close/>
                <a:moveTo>
                  <a:pt x="22122" y="33528"/>
                </a:moveTo>
                <a:cubicBezTo>
                  <a:pt x="24960" y="33650"/>
                  <a:pt x="27733" y="33342"/>
                  <a:pt x="30442" y="32603"/>
                </a:cubicBezTo>
                <a:cubicBezTo>
                  <a:pt x="31366" y="31987"/>
                  <a:pt x="32291" y="31371"/>
                  <a:pt x="33215" y="30754"/>
                </a:cubicBezTo>
                <a:cubicBezTo>
                  <a:pt x="35351" y="27952"/>
                  <a:pt x="36584" y="24717"/>
                  <a:pt x="36913" y="21048"/>
                </a:cubicBezTo>
                <a:cubicBezTo>
                  <a:pt x="35110" y="11083"/>
                  <a:pt x="29255" y="7232"/>
                  <a:pt x="19349" y="9492"/>
                </a:cubicBezTo>
                <a:cubicBezTo>
                  <a:pt x="18644" y="11121"/>
                  <a:pt x="17411" y="12045"/>
                  <a:pt x="15651" y="12265"/>
                </a:cubicBezTo>
                <a:cubicBezTo>
                  <a:pt x="15651" y="12882"/>
                  <a:pt x="15343" y="13190"/>
                  <a:pt x="14726" y="13190"/>
                </a:cubicBezTo>
                <a:cubicBezTo>
                  <a:pt x="13494" y="18120"/>
                  <a:pt x="13494" y="23051"/>
                  <a:pt x="14726" y="27981"/>
                </a:cubicBezTo>
                <a:cubicBezTo>
                  <a:pt x="16026" y="28418"/>
                  <a:pt x="16643" y="29343"/>
                  <a:pt x="16575" y="30754"/>
                </a:cubicBezTo>
                <a:cubicBezTo>
                  <a:pt x="17492" y="30595"/>
                  <a:pt x="18108" y="30904"/>
                  <a:pt x="18424" y="31679"/>
                </a:cubicBezTo>
                <a:cubicBezTo>
                  <a:pt x="19952" y="31827"/>
                  <a:pt x="21184" y="32442"/>
                  <a:pt x="22122" y="33528"/>
                </a:cubicBezTo>
                <a:close/>
              </a:path>
            </a:pathLst>
          </a:custGeom>
          <a:solidFill xmlns:a="http://schemas.openxmlformats.org/drawingml/2006/main">
            <a:srgbClr val="283D53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1E4A2-D3A6-477E-B0D7-8DC70A26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65" y="3864664"/>
            <a:ext cx="8320" cy="2127"/>
          </a:xfrm>
          <a:custGeom xmlns:a="http://schemas.openxmlformats.org/drawingml/2006/main">
            <a:pathLst>
              <a:path w="8320" h="2127">
                <a:moveTo>
                  <a:pt x="0" y="924"/>
                </a:moveTo>
                <a:cubicBezTo>
                  <a:pt x="2838" y="1046"/>
                  <a:pt x="5611" y="739"/>
                  <a:pt x="8320" y="0"/>
                </a:cubicBezTo>
                <a:cubicBezTo>
                  <a:pt x="8217" y="570"/>
                  <a:pt x="7910" y="1033"/>
                  <a:pt x="7396" y="1387"/>
                </a:cubicBezTo>
                <a:cubicBezTo>
                  <a:pt x="4745" y="2127"/>
                  <a:pt x="2280" y="1973"/>
                  <a:pt x="0" y="924"/>
                </a:cubicBezTo>
                <a:close/>
              </a:path>
            </a:pathLst>
          </a:custGeom>
          <a:solidFill xmlns:a="http://schemas.openxmlformats.org/drawingml/2006/main">
            <a:srgbClr val="AEB7C1">
              <a:alpha val="2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BCD49-F416-4769-9A30-74AD96AB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268" y="3863740"/>
            <a:ext cx="3698" cy="2099"/>
          </a:xfrm>
          <a:custGeom xmlns:a="http://schemas.openxmlformats.org/drawingml/2006/main">
            <a:pathLst>
              <a:path w="3698" h="2099">
                <a:moveTo>
                  <a:pt x="3698" y="1849"/>
                </a:moveTo>
                <a:cubicBezTo>
                  <a:pt x="1960" y="2099"/>
                  <a:pt x="728" y="1483"/>
                  <a:pt x="0" y="0"/>
                </a:cubicBezTo>
                <a:cubicBezTo>
                  <a:pt x="1528" y="148"/>
                  <a:pt x="2760" y="764"/>
                  <a:pt x="3698" y="1849"/>
                </a:cubicBezTo>
                <a:close/>
              </a:path>
            </a:pathLst>
          </a:custGeom>
          <a:solidFill xmlns:a="http://schemas.openxmlformats.org/drawingml/2006/main">
            <a:srgbClr val="E3E6E7">
              <a:alpha val="1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77C6A-19C8-48FD-A4C7-EFFAAE8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02" y="3860042"/>
            <a:ext cx="1984" cy="2773"/>
          </a:xfrm>
          <a:custGeom xmlns:a="http://schemas.openxmlformats.org/drawingml/2006/main">
            <a:pathLst>
              <a:path w="1984" h="2773">
                <a:moveTo>
                  <a:pt x="1916" y="2773"/>
                </a:moveTo>
                <a:cubicBezTo>
                  <a:pt x="617" y="2336"/>
                  <a:pt x="0" y="1412"/>
                  <a:pt x="67" y="0"/>
                </a:cubicBezTo>
                <a:cubicBezTo>
                  <a:pt x="1367" y="437"/>
                  <a:pt x="1984" y="1362"/>
                  <a:pt x="1916" y="2773"/>
                </a:cubicBezTo>
                <a:close/>
              </a:path>
            </a:pathLst>
          </a:custGeom>
          <a:solidFill xmlns:a="http://schemas.openxmlformats.org/drawingml/2006/main">
            <a:srgbClr val="DFE3E5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D059B-4785-4334-BCC4-7B9C53D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689" y="3856344"/>
            <a:ext cx="5547" cy="5547"/>
          </a:xfrm>
          <a:custGeom xmlns:a="http://schemas.openxmlformats.org/drawingml/2006/main">
            <a:pathLst>
              <a:path w="5547" h="5547">
                <a:moveTo>
                  <a:pt x="5547" y="5547"/>
                </a:moveTo>
                <a:cubicBezTo>
                  <a:pt x="3390" y="4006"/>
                  <a:pt x="1541" y="2157"/>
                  <a:pt x="0" y="0"/>
                </a:cubicBezTo>
                <a:cubicBezTo>
                  <a:pt x="2773" y="924"/>
                  <a:pt x="4622" y="2773"/>
                  <a:pt x="5547" y="5547"/>
                </a:cubicBezTo>
                <a:close/>
              </a:path>
            </a:pathLst>
          </a:custGeom>
          <a:solidFill xmlns:a="http://schemas.openxmlformats.org/drawingml/2006/main">
            <a:srgbClr val="E7EAE8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6E747-9954-40EE-849C-9C8C3AC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381" y="3831384"/>
            <a:ext cx="49093" cy="47608"/>
          </a:xfrm>
          <a:custGeom xmlns:a="http://schemas.openxmlformats.org/drawingml/2006/main">
            <a:pathLst>
              <a:path w="49093" h="47608">
                <a:moveTo>
                  <a:pt x="10357" y="0"/>
                </a:moveTo>
                <a:cubicBezTo>
                  <a:pt x="11190" y="730"/>
                  <a:pt x="11807" y="1655"/>
                  <a:pt x="12206" y="2773"/>
                </a:cubicBezTo>
                <a:cubicBezTo>
                  <a:pt x="11085" y="5292"/>
                  <a:pt x="9390" y="7450"/>
                  <a:pt x="7122" y="9244"/>
                </a:cubicBezTo>
                <a:cubicBezTo>
                  <a:pt x="5512" y="11841"/>
                  <a:pt x="4434" y="14614"/>
                  <a:pt x="3886" y="17564"/>
                </a:cubicBezTo>
                <a:cubicBezTo>
                  <a:pt x="1732" y="30340"/>
                  <a:pt x="6971" y="38506"/>
                  <a:pt x="19602" y="42062"/>
                </a:cubicBezTo>
                <a:cubicBezTo>
                  <a:pt x="27571" y="43671"/>
                  <a:pt x="34042" y="41359"/>
                  <a:pt x="39015" y="35129"/>
                </a:cubicBezTo>
                <a:cubicBezTo>
                  <a:pt x="42999" y="31619"/>
                  <a:pt x="44848" y="27150"/>
                  <a:pt x="44562" y="21724"/>
                </a:cubicBezTo>
                <a:cubicBezTo>
                  <a:pt x="44523" y="16887"/>
                  <a:pt x="43291" y="12419"/>
                  <a:pt x="40864" y="8320"/>
                </a:cubicBezTo>
                <a:cubicBezTo>
                  <a:pt x="42863" y="8687"/>
                  <a:pt x="44095" y="9920"/>
                  <a:pt x="44562" y="12018"/>
                </a:cubicBezTo>
                <a:cubicBezTo>
                  <a:pt x="49093" y="24079"/>
                  <a:pt x="46012" y="33786"/>
                  <a:pt x="35317" y="41138"/>
                </a:cubicBezTo>
                <a:cubicBezTo>
                  <a:pt x="18631" y="47608"/>
                  <a:pt x="7384" y="42523"/>
                  <a:pt x="1575" y="25884"/>
                </a:cubicBezTo>
                <a:cubicBezTo>
                  <a:pt x="0" y="17076"/>
                  <a:pt x="2773" y="9989"/>
                  <a:pt x="9895" y="4622"/>
                </a:cubicBezTo>
                <a:cubicBezTo>
                  <a:pt x="10352" y="3112"/>
                  <a:pt x="10505" y="1571"/>
                  <a:pt x="10357" y="0"/>
                </a:cubicBezTo>
                <a:close/>
                <a:moveTo>
                  <a:pt x="21451" y="34204"/>
                </a:moveTo>
                <a:cubicBezTo>
                  <a:pt x="20267" y="32881"/>
                  <a:pt x="18726" y="32265"/>
                  <a:pt x="16829" y="32355"/>
                </a:cubicBezTo>
                <a:cubicBezTo>
                  <a:pt x="12354" y="27254"/>
                  <a:pt x="11121" y="21400"/>
                  <a:pt x="13131" y="14791"/>
                </a:cubicBezTo>
                <a:cubicBezTo>
                  <a:pt x="14980" y="13559"/>
                  <a:pt x="16521" y="12018"/>
                  <a:pt x="17753" y="10169"/>
                </a:cubicBezTo>
                <a:cubicBezTo>
                  <a:pt x="18061" y="10169"/>
                  <a:pt x="18370" y="10169"/>
                  <a:pt x="18677" y="10169"/>
                </a:cubicBezTo>
                <a:cubicBezTo>
                  <a:pt x="28537" y="8465"/>
                  <a:pt x="34392" y="12471"/>
                  <a:pt x="36242" y="22187"/>
                </a:cubicBezTo>
                <a:cubicBezTo>
                  <a:pt x="34773" y="26396"/>
                  <a:pt x="32616" y="30093"/>
                  <a:pt x="29771" y="33280"/>
                </a:cubicBezTo>
                <a:cubicBezTo>
                  <a:pt x="27039" y="33889"/>
                  <a:pt x="24266" y="34197"/>
                  <a:pt x="21451" y="34204"/>
                </a:cubicBezTo>
                <a:close/>
              </a:path>
            </a:pathLst>
          </a:custGeom>
          <a:solidFill xmlns:a="http://schemas.openxmlformats.org/drawingml/2006/main">
            <a:srgbClr val="F2F3F2">
              <a:alpha val="2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8FFF1-6A4D-4943-8C89-B7955B77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805" y="3855420"/>
            <a:ext cx="3698" cy="2773"/>
          </a:xfrm>
          <a:custGeom xmlns:a="http://schemas.openxmlformats.org/drawingml/2006/main">
            <a:pathLst>
              <a:path w="3698" h="2773">
                <a:moveTo>
                  <a:pt x="0" y="2773"/>
                </a:moveTo>
                <a:cubicBezTo>
                  <a:pt x="495" y="974"/>
                  <a:pt x="1727" y="50"/>
                  <a:pt x="3698" y="0"/>
                </a:cubicBezTo>
                <a:cubicBezTo>
                  <a:pt x="2832" y="1363"/>
                  <a:pt x="1599" y="2287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ECEDEE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29F96-61AC-4EF0-A518-83F1DB3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845251"/>
            <a:ext cx="3077" cy="14791"/>
          </a:xfrm>
          <a:custGeom xmlns:a="http://schemas.openxmlformats.org/drawingml/2006/main">
            <a:pathLst>
              <a:path w="3077" h="14791">
                <a:moveTo>
                  <a:pt x="3077" y="14791"/>
                </a:moveTo>
                <a:cubicBezTo>
                  <a:pt x="924" y="13251"/>
                  <a:pt x="0" y="11094"/>
                  <a:pt x="303" y="8320"/>
                </a:cubicBezTo>
                <a:cubicBezTo>
                  <a:pt x="332" y="5153"/>
                  <a:pt x="1256" y="2380"/>
                  <a:pt x="3077" y="0"/>
                </a:cubicBezTo>
                <a:cubicBezTo>
                  <a:pt x="1844" y="4930"/>
                  <a:pt x="1844" y="9861"/>
                  <a:pt x="3077" y="14791"/>
                </a:cubicBezTo>
                <a:close/>
              </a:path>
            </a:pathLst>
          </a:custGeom>
          <a:solidFill xmlns:a="http://schemas.openxmlformats.org/drawingml/2006/main">
            <a:srgbClr val="EBEDED">
              <a:alpha val="1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64126-F0A4-4F7E-90B5-8BBCCC64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113" y="3848949"/>
            <a:ext cx="37283" cy="26106"/>
          </a:xfrm>
          <a:custGeom xmlns:a="http://schemas.openxmlformats.org/drawingml/2006/main">
            <a:pathLst>
              <a:path w="37283" h="26106">
                <a:moveTo>
                  <a:pt x="2154" y="0"/>
                </a:moveTo>
                <a:cubicBezTo>
                  <a:pt x="2884" y="1025"/>
                  <a:pt x="3346" y="2257"/>
                  <a:pt x="3541" y="3698"/>
                </a:cubicBezTo>
                <a:cubicBezTo>
                  <a:pt x="4609" y="2318"/>
                  <a:pt x="5380" y="2472"/>
                  <a:pt x="5852" y="4160"/>
                </a:cubicBezTo>
                <a:cubicBezTo>
                  <a:pt x="4572" y="5969"/>
                  <a:pt x="5189" y="6894"/>
                  <a:pt x="7701" y="6933"/>
                </a:cubicBezTo>
                <a:cubicBezTo>
                  <a:pt x="6927" y="7868"/>
                  <a:pt x="6619" y="8947"/>
                  <a:pt x="6776" y="10169"/>
                </a:cubicBezTo>
                <a:cubicBezTo>
                  <a:pt x="7970" y="10388"/>
                  <a:pt x="8894" y="10080"/>
                  <a:pt x="9549" y="9244"/>
                </a:cubicBezTo>
                <a:cubicBezTo>
                  <a:pt x="10755" y="10619"/>
                  <a:pt x="11833" y="12160"/>
                  <a:pt x="12785" y="13867"/>
                </a:cubicBezTo>
                <a:cubicBezTo>
                  <a:pt x="13405" y="14562"/>
                  <a:pt x="14175" y="14871"/>
                  <a:pt x="15096" y="14791"/>
                </a:cubicBezTo>
                <a:cubicBezTo>
                  <a:pt x="16279" y="16114"/>
                  <a:pt x="17820" y="16731"/>
                  <a:pt x="19718" y="16640"/>
                </a:cubicBezTo>
                <a:cubicBezTo>
                  <a:pt x="22533" y="16633"/>
                  <a:pt x="25307" y="16325"/>
                  <a:pt x="28038" y="15715"/>
                </a:cubicBezTo>
                <a:cubicBezTo>
                  <a:pt x="30787" y="14504"/>
                  <a:pt x="32944" y="12656"/>
                  <a:pt x="34509" y="10169"/>
                </a:cubicBezTo>
                <a:cubicBezTo>
                  <a:pt x="34806" y="11600"/>
                  <a:pt x="35731" y="12216"/>
                  <a:pt x="37283" y="12018"/>
                </a:cubicBezTo>
                <a:cubicBezTo>
                  <a:pt x="37283" y="13867"/>
                  <a:pt x="37283" y="15715"/>
                  <a:pt x="37283" y="17564"/>
                </a:cubicBezTo>
                <a:cubicBezTo>
                  <a:pt x="32309" y="23795"/>
                  <a:pt x="25838" y="26106"/>
                  <a:pt x="17869" y="24498"/>
                </a:cubicBezTo>
                <a:cubicBezTo>
                  <a:pt x="5239" y="20941"/>
                  <a:pt x="0" y="12776"/>
                  <a:pt x="2154" y="0"/>
                </a:cubicBezTo>
                <a:close/>
              </a:path>
            </a:pathLst>
          </a:custGeom>
          <a:solidFill xmlns:a="http://schemas.openxmlformats.org/drawingml/2006/main">
            <a:srgbClr val="2B3E54">
              <a:alpha val="9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13BF6-9250-4143-A6D9-E9CFE1BA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09" y="3863649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E7EAEB">
              <a:alpha val="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D81B5-00BB-43BC-80F2-8FF4021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43" y="3853321"/>
            <a:ext cx="3698" cy="2099"/>
          </a:xfrm>
          <a:custGeom xmlns:a="http://schemas.openxmlformats.org/drawingml/2006/main">
            <a:pathLst>
              <a:path w="3698" h="2099">
                <a:moveTo>
                  <a:pt x="3698" y="2099"/>
                </a:moveTo>
                <a:cubicBezTo>
                  <a:pt x="2170" y="1951"/>
                  <a:pt x="937" y="1336"/>
                  <a:pt x="0" y="251"/>
                </a:cubicBezTo>
                <a:cubicBezTo>
                  <a:pt x="1738" y="0"/>
                  <a:pt x="2970" y="617"/>
                  <a:pt x="3698" y="2099"/>
                </a:cubicBezTo>
                <a:close/>
              </a:path>
            </a:pathLst>
          </a:custGeom>
          <a:solidFill xmlns:a="http://schemas.openxmlformats.org/drawingml/2006/main">
            <a:srgbClr val="EEF0F3">
              <a:alpha val="1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A8F40-5A3F-4629-AFBF-28203F6F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058" y="3838096"/>
            <a:ext cx="18636" cy="26568"/>
          </a:xfrm>
          <a:custGeom xmlns:a="http://schemas.openxmlformats.org/drawingml/2006/main">
            <a:pathLst>
              <a:path w="18636" h="26568">
                <a:moveTo>
                  <a:pt x="11093" y="26568"/>
                </a:moveTo>
                <a:cubicBezTo>
                  <a:pt x="13939" y="23382"/>
                  <a:pt x="16095" y="19684"/>
                  <a:pt x="17564" y="15475"/>
                </a:cubicBezTo>
                <a:cubicBezTo>
                  <a:pt x="15715" y="5759"/>
                  <a:pt x="9859" y="1754"/>
                  <a:pt x="0" y="3457"/>
                </a:cubicBezTo>
                <a:cubicBezTo>
                  <a:pt x="8657" y="0"/>
                  <a:pt x="14666" y="2773"/>
                  <a:pt x="18027" y="11777"/>
                </a:cubicBezTo>
                <a:cubicBezTo>
                  <a:pt x="18636" y="14909"/>
                  <a:pt x="18481" y="17991"/>
                  <a:pt x="17564" y="21022"/>
                </a:cubicBezTo>
                <a:cubicBezTo>
                  <a:pt x="15999" y="23509"/>
                  <a:pt x="13842" y="25357"/>
                  <a:pt x="11093" y="26568"/>
                </a:cubicBezTo>
                <a:close/>
              </a:path>
            </a:pathLst>
          </a:custGeom>
          <a:solidFill xmlns:a="http://schemas.openxmlformats.org/drawingml/2006/main">
            <a:srgbClr val="E6E9EB">
              <a:alpha val="3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48BE2-F13A-406F-A013-818F7BC9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187" y="3846176"/>
            <a:ext cx="7022" cy="17644"/>
          </a:xfrm>
          <a:custGeom xmlns:a="http://schemas.openxmlformats.org/drawingml/2006/main">
            <a:pathLst>
              <a:path w="7022" h="17644">
                <a:moveTo>
                  <a:pt x="7022" y="17564"/>
                </a:moveTo>
                <a:cubicBezTo>
                  <a:pt x="6101" y="17644"/>
                  <a:pt x="5331" y="17335"/>
                  <a:pt x="4711" y="16640"/>
                </a:cubicBezTo>
                <a:cubicBezTo>
                  <a:pt x="3759" y="14933"/>
                  <a:pt x="2681" y="13392"/>
                  <a:pt x="1475" y="12018"/>
                </a:cubicBezTo>
                <a:cubicBezTo>
                  <a:pt x="0" y="7621"/>
                  <a:pt x="617" y="3615"/>
                  <a:pt x="3324" y="0"/>
                </a:cubicBezTo>
                <a:cubicBezTo>
                  <a:pt x="1315" y="6609"/>
                  <a:pt x="2548" y="12463"/>
                  <a:pt x="7022" y="17564"/>
                </a:cubicBezTo>
                <a:close/>
              </a:path>
            </a:pathLst>
          </a:custGeom>
          <a:solidFill xmlns:a="http://schemas.openxmlformats.org/drawingml/2006/main">
            <a:srgbClr val="D8DBDE">
              <a:alpha val="6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35524-9F01-4C5C-BDE4-1D22E0BB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192" y="3837997"/>
            <a:ext cx="19876" cy="24818"/>
          </a:xfrm>
          <a:custGeom xmlns:a="http://schemas.openxmlformats.org/drawingml/2006/main">
            <a:pathLst>
              <a:path w="19876" h="24818">
                <a:moveTo>
                  <a:pt x="13867" y="24818"/>
                </a:moveTo>
                <a:cubicBezTo>
                  <a:pt x="16002" y="22016"/>
                  <a:pt x="17235" y="18781"/>
                  <a:pt x="17564" y="15112"/>
                </a:cubicBezTo>
                <a:cubicBezTo>
                  <a:pt x="15762" y="5147"/>
                  <a:pt x="9906" y="1296"/>
                  <a:pt x="0" y="3556"/>
                </a:cubicBezTo>
                <a:cubicBezTo>
                  <a:pt x="13868" y="0"/>
                  <a:pt x="19876" y="5547"/>
                  <a:pt x="18027" y="20196"/>
                </a:cubicBezTo>
                <a:cubicBezTo>
                  <a:pt x="17106" y="22193"/>
                  <a:pt x="15719" y="23734"/>
                  <a:pt x="13867" y="24818"/>
                </a:cubicBezTo>
                <a:close/>
              </a:path>
            </a:pathLst>
          </a:custGeom>
          <a:solidFill xmlns:a="http://schemas.openxmlformats.org/drawingml/2006/main">
            <a:srgbClr val="E7EAEB">
              <a:alpha val="4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16969-CBE4-4B36-9BAD-39174974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494" y="3841553"/>
            <a:ext cx="3698" cy="2773"/>
          </a:xfrm>
          <a:custGeom xmlns:a="http://schemas.openxmlformats.org/drawingml/2006/main">
            <a:pathLst>
              <a:path w="3698" h="2773">
                <a:moveTo>
                  <a:pt x="0" y="2773"/>
                </a:moveTo>
                <a:cubicBezTo>
                  <a:pt x="704" y="1144"/>
                  <a:pt x="1938" y="220"/>
                  <a:pt x="3698" y="0"/>
                </a:cubicBezTo>
                <a:cubicBezTo>
                  <a:pt x="2993" y="1629"/>
                  <a:pt x="1760" y="2553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E1E5E8">
              <a:alpha val="18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E16E0-B1FD-4577-B89C-7CEC048E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276" y="3756917"/>
            <a:ext cx="11093" cy="103410"/>
          </a:xfrm>
          <a:custGeom xmlns:a="http://schemas.openxmlformats.org/drawingml/2006/main">
            <a:pathLst>
              <a:path w="11093" h="103410">
                <a:moveTo>
                  <a:pt x="0" y="98503"/>
                </a:moveTo>
                <a:cubicBezTo>
                  <a:pt x="1232" y="97886"/>
                  <a:pt x="2465" y="97271"/>
                  <a:pt x="3698" y="96654"/>
                </a:cubicBezTo>
                <a:cubicBezTo>
                  <a:pt x="4620" y="65072"/>
                  <a:pt x="4929" y="33333"/>
                  <a:pt x="4622" y="1437"/>
                </a:cubicBezTo>
                <a:cubicBezTo>
                  <a:pt x="5912" y="0"/>
                  <a:pt x="6527" y="308"/>
                  <a:pt x="6471" y="2361"/>
                </a:cubicBezTo>
                <a:cubicBezTo>
                  <a:pt x="5298" y="12440"/>
                  <a:pt x="5298" y="22609"/>
                  <a:pt x="6471" y="32868"/>
                </a:cubicBezTo>
                <a:cubicBezTo>
                  <a:pt x="7693" y="33025"/>
                  <a:pt x="8772" y="32717"/>
                  <a:pt x="9707" y="31943"/>
                </a:cubicBezTo>
                <a:cubicBezTo>
                  <a:pt x="9738" y="28423"/>
                  <a:pt x="9585" y="24879"/>
                  <a:pt x="9244" y="21312"/>
                </a:cubicBezTo>
                <a:cubicBezTo>
                  <a:pt x="9555" y="20360"/>
                  <a:pt x="10172" y="19898"/>
                  <a:pt x="11093" y="19925"/>
                </a:cubicBezTo>
                <a:cubicBezTo>
                  <a:pt x="11093" y="45502"/>
                  <a:pt x="11093" y="71078"/>
                  <a:pt x="11093" y="96654"/>
                </a:cubicBezTo>
                <a:cubicBezTo>
                  <a:pt x="10711" y="98406"/>
                  <a:pt x="10403" y="100255"/>
                  <a:pt x="10169" y="102201"/>
                </a:cubicBezTo>
                <a:cubicBezTo>
                  <a:pt x="8095" y="103101"/>
                  <a:pt x="5939" y="103410"/>
                  <a:pt x="3698" y="103125"/>
                </a:cubicBezTo>
                <a:cubicBezTo>
                  <a:pt x="3444" y="100832"/>
                  <a:pt x="2212" y="99291"/>
                  <a:pt x="0" y="98503"/>
                </a:cubicBezTo>
                <a:close/>
              </a:path>
            </a:pathLst>
          </a:custGeom>
          <a:solidFill xmlns:a="http://schemas.openxmlformats.org/drawingml/2006/main">
            <a:srgbClr val="2135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174F5-5F4C-4032-B94F-572F150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267" y="3818442"/>
            <a:ext cx="40962" cy="48071"/>
          </a:xfrm>
          <a:custGeom xmlns:a="http://schemas.openxmlformats.org/drawingml/2006/main">
            <a:pathLst>
              <a:path w="40962" h="48071">
                <a:moveTo>
                  <a:pt x="35129" y="48071"/>
                </a:moveTo>
                <a:cubicBezTo>
                  <a:pt x="35129" y="46222"/>
                  <a:pt x="35129" y="44373"/>
                  <a:pt x="35129" y="42524"/>
                </a:cubicBezTo>
                <a:cubicBezTo>
                  <a:pt x="33577" y="42723"/>
                  <a:pt x="32652" y="42106"/>
                  <a:pt x="32355" y="40675"/>
                </a:cubicBezTo>
                <a:cubicBezTo>
                  <a:pt x="33272" y="37644"/>
                  <a:pt x="33427" y="34563"/>
                  <a:pt x="32818" y="31431"/>
                </a:cubicBezTo>
                <a:cubicBezTo>
                  <a:pt x="29457" y="22427"/>
                  <a:pt x="23448" y="19654"/>
                  <a:pt x="14791" y="23111"/>
                </a:cubicBezTo>
                <a:cubicBezTo>
                  <a:pt x="14483" y="23111"/>
                  <a:pt x="14174" y="23111"/>
                  <a:pt x="13867" y="23111"/>
                </a:cubicBezTo>
                <a:cubicBezTo>
                  <a:pt x="11401" y="23728"/>
                  <a:pt x="9861" y="25268"/>
                  <a:pt x="9244" y="27733"/>
                </a:cubicBezTo>
                <a:cubicBezTo>
                  <a:pt x="6537" y="31349"/>
                  <a:pt x="5920" y="35354"/>
                  <a:pt x="7396" y="39751"/>
                </a:cubicBezTo>
                <a:cubicBezTo>
                  <a:pt x="6740" y="40587"/>
                  <a:pt x="5816" y="40895"/>
                  <a:pt x="4622" y="40675"/>
                </a:cubicBezTo>
                <a:cubicBezTo>
                  <a:pt x="4465" y="39453"/>
                  <a:pt x="4773" y="38374"/>
                  <a:pt x="5547" y="37440"/>
                </a:cubicBezTo>
                <a:cubicBezTo>
                  <a:pt x="3035" y="37400"/>
                  <a:pt x="2418" y="36476"/>
                  <a:pt x="3698" y="34667"/>
                </a:cubicBezTo>
                <a:cubicBezTo>
                  <a:pt x="3226" y="32979"/>
                  <a:pt x="2455" y="32824"/>
                  <a:pt x="1387" y="34204"/>
                </a:cubicBezTo>
                <a:cubicBezTo>
                  <a:pt x="1193" y="32764"/>
                  <a:pt x="730" y="31532"/>
                  <a:pt x="0" y="30507"/>
                </a:cubicBezTo>
                <a:cubicBezTo>
                  <a:pt x="547" y="27557"/>
                  <a:pt x="1626" y="24783"/>
                  <a:pt x="3236" y="22187"/>
                </a:cubicBezTo>
                <a:cubicBezTo>
                  <a:pt x="5504" y="20392"/>
                  <a:pt x="7199" y="18235"/>
                  <a:pt x="8320" y="15715"/>
                </a:cubicBezTo>
                <a:cubicBezTo>
                  <a:pt x="9029" y="16337"/>
                  <a:pt x="9646" y="17107"/>
                  <a:pt x="10169" y="18027"/>
                </a:cubicBezTo>
                <a:cubicBezTo>
                  <a:pt x="10785" y="18643"/>
                  <a:pt x="11401" y="18643"/>
                  <a:pt x="12018" y="18027"/>
                </a:cubicBezTo>
                <a:cubicBezTo>
                  <a:pt x="8065" y="12466"/>
                  <a:pt x="5908" y="6457"/>
                  <a:pt x="5547" y="0"/>
                </a:cubicBezTo>
                <a:cubicBezTo>
                  <a:pt x="6999" y="1770"/>
                  <a:pt x="8848" y="2695"/>
                  <a:pt x="11093" y="2773"/>
                </a:cubicBezTo>
                <a:cubicBezTo>
                  <a:pt x="11676" y="4853"/>
                  <a:pt x="12600" y="6702"/>
                  <a:pt x="13867" y="8320"/>
                </a:cubicBezTo>
                <a:cubicBezTo>
                  <a:pt x="13841" y="10245"/>
                  <a:pt x="14457" y="11940"/>
                  <a:pt x="15715" y="13404"/>
                </a:cubicBezTo>
                <a:cubicBezTo>
                  <a:pt x="20771" y="13630"/>
                  <a:pt x="25701" y="14401"/>
                  <a:pt x="30507" y="15715"/>
                </a:cubicBezTo>
                <a:cubicBezTo>
                  <a:pt x="30944" y="17015"/>
                  <a:pt x="31868" y="17632"/>
                  <a:pt x="33280" y="17564"/>
                </a:cubicBezTo>
                <a:cubicBezTo>
                  <a:pt x="34204" y="19105"/>
                  <a:pt x="35437" y="20338"/>
                  <a:pt x="36978" y="21262"/>
                </a:cubicBezTo>
                <a:cubicBezTo>
                  <a:pt x="39404" y="25361"/>
                  <a:pt x="40637" y="29829"/>
                  <a:pt x="40675" y="34667"/>
                </a:cubicBezTo>
                <a:cubicBezTo>
                  <a:pt x="40962" y="40092"/>
                  <a:pt x="39113" y="44561"/>
                  <a:pt x="35129" y="48071"/>
                </a:cubicBezTo>
                <a:close/>
              </a:path>
            </a:pathLst>
          </a:custGeom>
          <a:solidFill xmlns:a="http://schemas.openxmlformats.org/drawingml/2006/main">
            <a:srgbClr val="253B52">
              <a:alpha val="9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B6975-4C07-4F69-9B0A-22EFF2CE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511" y="3841553"/>
            <a:ext cx="4622" cy="4622"/>
          </a:xfrm>
          <a:custGeom xmlns:a="http://schemas.openxmlformats.org/drawingml/2006/main">
            <a:pathLst>
              <a:path w="4622" h="4622">
                <a:moveTo>
                  <a:pt x="0" y="4622"/>
                </a:moveTo>
                <a:cubicBezTo>
                  <a:pt x="617" y="2157"/>
                  <a:pt x="2157" y="617"/>
                  <a:pt x="4622" y="0"/>
                </a:cubicBezTo>
                <a:cubicBezTo>
                  <a:pt x="3390" y="1849"/>
                  <a:pt x="1849" y="3390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D7DCE0">
              <a:alpha val="2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6EE91-68A7-4B0A-A329-DB9D3009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547" y="3836007"/>
            <a:ext cx="3698" cy="3698"/>
          </a:xfrm>
          <a:custGeom xmlns:a="http://schemas.openxmlformats.org/drawingml/2006/main">
            <a:pathLst>
              <a:path w="3698" h="3698">
                <a:moveTo>
                  <a:pt x="3698" y="3698"/>
                </a:moveTo>
                <a:cubicBezTo>
                  <a:pt x="2157" y="2773"/>
                  <a:pt x="924" y="1541"/>
                  <a:pt x="0" y="0"/>
                </a:cubicBezTo>
                <a:cubicBezTo>
                  <a:pt x="2157" y="308"/>
                  <a:pt x="3390" y="1541"/>
                  <a:pt x="3698" y="3698"/>
                </a:cubicBezTo>
                <a:close/>
              </a:path>
            </a:pathLst>
          </a:custGeom>
          <a:solidFill xmlns:a="http://schemas.openxmlformats.org/drawingml/2006/main">
            <a:srgbClr val="EBECEA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82797-1811-4F9D-B9D8-C8BC62AB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73" y="3834090"/>
            <a:ext cx="2773" cy="1984"/>
          </a:xfrm>
          <a:custGeom xmlns:a="http://schemas.openxmlformats.org/drawingml/2006/main">
            <a:pathLst>
              <a:path w="2773" h="1984">
                <a:moveTo>
                  <a:pt x="2773" y="1916"/>
                </a:moveTo>
                <a:cubicBezTo>
                  <a:pt x="1362" y="1984"/>
                  <a:pt x="437" y="1367"/>
                  <a:pt x="0" y="67"/>
                </a:cubicBezTo>
                <a:cubicBezTo>
                  <a:pt x="1412" y="0"/>
                  <a:pt x="2336" y="617"/>
                  <a:pt x="2773" y="1916"/>
                </a:cubicBezTo>
                <a:close/>
              </a:path>
            </a:pathLst>
          </a:custGeom>
          <a:solidFill xmlns:a="http://schemas.openxmlformats.org/drawingml/2006/main">
            <a:srgbClr val="CFD6D4">
              <a:alpha val="13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3CCAF-3D69-43DD-B65D-3A921E11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023" y="3833027"/>
            <a:ext cx="8320" cy="5753"/>
          </a:xfrm>
          <a:custGeom xmlns:a="http://schemas.openxmlformats.org/drawingml/2006/main">
            <a:pathLst>
              <a:path w="8320" h="5753">
                <a:moveTo>
                  <a:pt x="0" y="5753"/>
                </a:moveTo>
                <a:cubicBezTo>
                  <a:pt x="1323" y="1849"/>
                  <a:pt x="4096" y="0"/>
                  <a:pt x="8320" y="206"/>
                </a:cubicBezTo>
                <a:cubicBezTo>
                  <a:pt x="5452" y="1803"/>
                  <a:pt x="2679" y="3652"/>
                  <a:pt x="0" y="5753"/>
                </a:cubicBezTo>
                <a:close/>
              </a:path>
            </a:pathLst>
          </a:custGeom>
          <a:solidFill xmlns:a="http://schemas.openxmlformats.org/drawingml/2006/main">
            <a:srgbClr val="ECEDEC">
              <a:alpha val="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1D9B5-CDCB-471A-A30E-F4C1AC6B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08" y="3826762"/>
            <a:ext cx="16666" cy="7396"/>
          </a:xfrm>
          <a:custGeom xmlns:a="http://schemas.openxmlformats.org/drawingml/2006/main">
            <a:pathLst>
              <a:path w="16666" h="7396">
                <a:moveTo>
                  <a:pt x="16666" y="7396"/>
                </a:moveTo>
                <a:cubicBezTo>
                  <a:pt x="11861" y="6081"/>
                  <a:pt x="6931" y="5310"/>
                  <a:pt x="1875" y="5084"/>
                </a:cubicBezTo>
                <a:cubicBezTo>
                  <a:pt x="617" y="3620"/>
                  <a:pt x="0" y="1925"/>
                  <a:pt x="26" y="0"/>
                </a:cubicBezTo>
                <a:cubicBezTo>
                  <a:pt x="1312" y="1915"/>
                  <a:pt x="3006" y="3456"/>
                  <a:pt x="5110" y="4622"/>
                </a:cubicBezTo>
                <a:cubicBezTo>
                  <a:pt x="5493" y="4200"/>
                  <a:pt x="5955" y="3891"/>
                  <a:pt x="6497" y="3698"/>
                </a:cubicBezTo>
                <a:cubicBezTo>
                  <a:pt x="10229" y="4246"/>
                  <a:pt x="13619" y="5478"/>
                  <a:pt x="16666" y="7396"/>
                </a:cubicBezTo>
                <a:close/>
              </a:path>
            </a:pathLst>
          </a:custGeom>
          <a:solidFill xmlns:a="http://schemas.openxmlformats.org/drawingml/2006/main">
            <a:srgbClr val="C8CDD4">
              <a:alpha val="1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CB8FB-AD00-4081-AA51-F4EA902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635" y="3811047"/>
            <a:ext cx="10438" cy="27733"/>
          </a:xfrm>
          <a:custGeom xmlns:a="http://schemas.openxmlformats.org/drawingml/2006/main">
            <a:pathLst>
              <a:path w="10438" h="27733">
                <a:moveTo>
                  <a:pt x="4743" y="27733"/>
                </a:moveTo>
                <a:cubicBezTo>
                  <a:pt x="3264" y="27038"/>
                  <a:pt x="1878" y="26114"/>
                  <a:pt x="583" y="24960"/>
                </a:cubicBezTo>
                <a:cubicBezTo>
                  <a:pt x="154" y="24411"/>
                  <a:pt x="0" y="23794"/>
                  <a:pt x="121" y="23111"/>
                </a:cubicBezTo>
                <a:cubicBezTo>
                  <a:pt x="3346" y="15264"/>
                  <a:pt x="6736" y="7560"/>
                  <a:pt x="10290" y="0"/>
                </a:cubicBezTo>
                <a:cubicBezTo>
                  <a:pt x="10438" y="1571"/>
                  <a:pt x="10284" y="3112"/>
                  <a:pt x="9828" y="4622"/>
                </a:cubicBezTo>
                <a:cubicBezTo>
                  <a:pt x="7117" y="10752"/>
                  <a:pt x="4497" y="16915"/>
                  <a:pt x="1970" y="23111"/>
                </a:cubicBezTo>
                <a:cubicBezTo>
                  <a:pt x="2919" y="24668"/>
                  <a:pt x="3844" y="26209"/>
                  <a:pt x="4743" y="27733"/>
                </a:cubicBezTo>
                <a:close/>
              </a:path>
            </a:pathLst>
          </a:custGeom>
          <a:solidFill xmlns:a="http://schemas.openxmlformats.org/drawingml/2006/main">
            <a:srgbClr val="EEEEF0">
              <a:alpha val="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751CC-F937-4DFC-A84D-DC0F205A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569" y="3808273"/>
            <a:ext cx="10169" cy="23111"/>
          </a:xfrm>
          <a:custGeom xmlns:a="http://schemas.openxmlformats.org/drawingml/2006/main">
            <a:pathLst>
              <a:path w="10169" h="23111">
                <a:moveTo>
                  <a:pt x="10169" y="23111"/>
                </a:moveTo>
                <a:cubicBezTo>
                  <a:pt x="8858" y="21551"/>
                  <a:pt x="7626" y="19857"/>
                  <a:pt x="6471" y="18027"/>
                </a:cubicBezTo>
                <a:cubicBezTo>
                  <a:pt x="6779" y="17719"/>
                  <a:pt x="7088" y="17410"/>
                  <a:pt x="7396" y="17102"/>
                </a:cubicBezTo>
                <a:cubicBezTo>
                  <a:pt x="4930" y="11863"/>
                  <a:pt x="2465" y="6625"/>
                  <a:pt x="0" y="1387"/>
                </a:cubicBezTo>
                <a:cubicBezTo>
                  <a:pt x="514" y="1033"/>
                  <a:pt x="822" y="570"/>
                  <a:pt x="924" y="0"/>
                </a:cubicBezTo>
                <a:cubicBezTo>
                  <a:pt x="4714" y="7350"/>
                  <a:pt x="7795" y="15054"/>
                  <a:pt x="10169" y="23111"/>
                </a:cubicBezTo>
                <a:close/>
              </a:path>
            </a:pathLst>
          </a:custGeom>
          <a:solidFill xmlns:a="http://schemas.openxmlformats.org/drawingml/2006/main">
            <a:srgbClr val="EDEFF0">
              <a:alpha val="5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1A985-B150-4E93-A742-5ABB6C2B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12" y="3723104"/>
            <a:ext cx="44373" cy="113982"/>
          </a:xfrm>
          <a:custGeom xmlns:a="http://schemas.openxmlformats.org/drawingml/2006/main">
            <a:pathLst>
              <a:path w="44373" h="113982">
                <a:moveTo>
                  <a:pt x="40675" y="111054"/>
                </a:moveTo>
                <a:cubicBezTo>
                  <a:pt x="40276" y="109935"/>
                  <a:pt x="39659" y="109011"/>
                  <a:pt x="38827" y="108281"/>
                </a:cubicBezTo>
                <a:cubicBezTo>
                  <a:pt x="36453" y="100223"/>
                  <a:pt x="33371" y="92520"/>
                  <a:pt x="29582" y="85170"/>
                </a:cubicBezTo>
                <a:cubicBezTo>
                  <a:pt x="27949" y="79637"/>
                  <a:pt x="25792" y="74398"/>
                  <a:pt x="23111" y="69454"/>
                </a:cubicBezTo>
                <a:cubicBezTo>
                  <a:pt x="23111" y="69146"/>
                  <a:pt x="23111" y="68838"/>
                  <a:pt x="23111" y="68530"/>
                </a:cubicBezTo>
                <a:cubicBezTo>
                  <a:pt x="21172" y="63123"/>
                  <a:pt x="19015" y="57885"/>
                  <a:pt x="16640" y="52814"/>
                </a:cubicBezTo>
                <a:cubicBezTo>
                  <a:pt x="15006" y="47281"/>
                  <a:pt x="12850" y="42043"/>
                  <a:pt x="10169" y="37099"/>
                </a:cubicBezTo>
                <a:cubicBezTo>
                  <a:pt x="10169" y="36791"/>
                  <a:pt x="10169" y="36482"/>
                  <a:pt x="10169" y="36174"/>
                </a:cubicBezTo>
                <a:cubicBezTo>
                  <a:pt x="8485" y="30964"/>
                  <a:pt x="6328" y="26034"/>
                  <a:pt x="3698" y="21383"/>
                </a:cubicBezTo>
                <a:cubicBezTo>
                  <a:pt x="3698" y="21075"/>
                  <a:pt x="3698" y="20767"/>
                  <a:pt x="3698" y="20459"/>
                </a:cubicBezTo>
                <a:cubicBezTo>
                  <a:pt x="3550" y="18931"/>
                  <a:pt x="2934" y="17698"/>
                  <a:pt x="1849" y="16761"/>
                </a:cubicBezTo>
                <a:cubicBezTo>
                  <a:pt x="1730" y="15175"/>
                  <a:pt x="1422" y="13634"/>
                  <a:pt x="924" y="12139"/>
                </a:cubicBezTo>
                <a:cubicBezTo>
                  <a:pt x="1785" y="10155"/>
                  <a:pt x="1476" y="8153"/>
                  <a:pt x="0" y="6130"/>
                </a:cubicBezTo>
                <a:cubicBezTo>
                  <a:pt x="2725" y="5196"/>
                  <a:pt x="3341" y="3502"/>
                  <a:pt x="1849" y="1046"/>
                </a:cubicBezTo>
                <a:cubicBezTo>
                  <a:pt x="2271" y="308"/>
                  <a:pt x="2888" y="0"/>
                  <a:pt x="3698" y="121"/>
                </a:cubicBezTo>
                <a:cubicBezTo>
                  <a:pt x="16947" y="32780"/>
                  <a:pt x="30197" y="65444"/>
                  <a:pt x="43449" y="98112"/>
                </a:cubicBezTo>
                <a:cubicBezTo>
                  <a:pt x="41203" y="98033"/>
                  <a:pt x="39354" y="97109"/>
                  <a:pt x="37902" y="95339"/>
                </a:cubicBezTo>
                <a:cubicBezTo>
                  <a:pt x="38264" y="101796"/>
                  <a:pt x="40420" y="107805"/>
                  <a:pt x="44373" y="113365"/>
                </a:cubicBezTo>
                <a:cubicBezTo>
                  <a:pt x="43757" y="113982"/>
                  <a:pt x="43141" y="113982"/>
                  <a:pt x="42524" y="113365"/>
                </a:cubicBezTo>
                <a:cubicBezTo>
                  <a:pt x="42001" y="112445"/>
                  <a:pt x="41384" y="111675"/>
                  <a:pt x="40675" y="111054"/>
                </a:cubicBezTo>
                <a:close/>
              </a:path>
            </a:pathLst>
          </a:custGeom>
          <a:solidFill xmlns:a="http://schemas.openxmlformats.org/drawingml/2006/main">
            <a:srgbClr val="273C52">
              <a:alpha val="9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E68E3-C283-4E3E-83C9-7B3210C0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486" y="3786087"/>
            <a:ext cx="35129" cy="28383"/>
          </a:xfrm>
          <a:custGeom xmlns:a="http://schemas.openxmlformats.org/drawingml/2006/main">
            <a:pathLst>
              <a:path w="35129" h="28383">
                <a:moveTo>
                  <a:pt x="1849" y="0"/>
                </a:moveTo>
                <a:cubicBezTo>
                  <a:pt x="698" y="12348"/>
                  <a:pt x="5937" y="20513"/>
                  <a:pt x="17564" y="24498"/>
                </a:cubicBezTo>
                <a:cubicBezTo>
                  <a:pt x="23718" y="25580"/>
                  <a:pt x="29574" y="24809"/>
                  <a:pt x="35129" y="22187"/>
                </a:cubicBezTo>
                <a:cubicBezTo>
                  <a:pt x="33465" y="24720"/>
                  <a:pt x="31000" y="26107"/>
                  <a:pt x="27733" y="26347"/>
                </a:cubicBezTo>
                <a:cubicBezTo>
                  <a:pt x="16554" y="28383"/>
                  <a:pt x="8081" y="24531"/>
                  <a:pt x="2311" y="14791"/>
                </a:cubicBezTo>
                <a:cubicBezTo>
                  <a:pt x="1268" y="11448"/>
                  <a:pt x="497" y="8058"/>
                  <a:pt x="0" y="4622"/>
                </a:cubicBezTo>
                <a:cubicBezTo>
                  <a:pt x="52" y="2644"/>
                  <a:pt x="668" y="1104"/>
                  <a:pt x="1849" y="0"/>
                </a:cubicBezTo>
                <a:close/>
              </a:path>
            </a:pathLst>
          </a:custGeom>
          <a:solidFill xmlns:a="http://schemas.openxmlformats.org/drawingml/2006/main">
            <a:srgbClr val="E4E6E8">
              <a:alpha val="13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55E8F-514F-4074-8858-9BE42DE6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427" y="3673305"/>
            <a:ext cx="5547" cy="182115"/>
          </a:xfrm>
          <a:custGeom xmlns:a="http://schemas.openxmlformats.org/drawingml/2006/main">
            <a:pathLst>
              <a:path w="5547" h="182115">
                <a:moveTo>
                  <a:pt x="1849" y="182115"/>
                </a:moveTo>
                <a:cubicBezTo>
                  <a:pt x="1232" y="182115"/>
                  <a:pt x="617" y="182115"/>
                  <a:pt x="0" y="182115"/>
                </a:cubicBezTo>
                <a:cubicBezTo>
                  <a:pt x="1689" y="180791"/>
                  <a:pt x="3230" y="179250"/>
                  <a:pt x="4622" y="177493"/>
                </a:cubicBezTo>
                <a:cubicBezTo>
                  <a:pt x="4581" y="119213"/>
                  <a:pt x="4426" y="60666"/>
                  <a:pt x="4160" y="1849"/>
                </a:cubicBezTo>
                <a:cubicBezTo>
                  <a:pt x="3497" y="1346"/>
                  <a:pt x="3035" y="729"/>
                  <a:pt x="2773" y="0"/>
                </a:cubicBezTo>
                <a:cubicBezTo>
                  <a:pt x="3698" y="0"/>
                  <a:pt x="4622" y="0"/>
                  <a:pt x="5547" y="0"/>
                </a:cubicBezTo>
                <a:cubicBezTo>
                  <a:pt x="5547" y="60089"/>
                  <a:pt x="5547" y="120177"/>
                  <a:pt x="5547" y="180266"/>
                </a:cubicBezTo>
                <a:cubicBezTo>
                  <a:pt x="4314" y="180883"/>
                  <a:pt x="3081" y="181498"/>
                  <a:pt x="1849" y="182115"/>
                </a:cubicBezTo>
                <a:close/>
              </a:path>
            </a:pathLst>
          </a:custGeom>
          <a:solidFill xmlns:a="http://schemas.openxmlformats.org/drawingml/2006/main">
            <a:srgbClr val="EDEFF0">
              <a:alpha val="8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35CFB-FD8D-4A6D-A5C3-78E0E6F2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333" y="3799029"/>
            <a:ext cx="6471" cy="8320"/>
          </a:xfrm>
          <a:custGeom xmlns:a="http://schemas.openxmlformats.org/drawingml/2006/main">
            <a:pathLst>
              <a:path w="6471" h="8320">
                <a:moveTo>
                  <a:pt x="6471" y="8320"/>
                </a:moveTo>
                <a:cubicBezTo>
                  <a:pt x="2630" y="6935"/>
                  <a:pt x="472" y="4162"/>
                  <a:pt x="0" y="0"/>
                </a:cubicBezTo>
                <a:cubicBezTo>
                  <a:pt x="1923" y="2905"/>
                  <a:pt x="4080" y="5678"/>
                  <a:pt x="6471" y="8320"/>
                </a:cubicBezTo>
                <a:close/>
              </a:path>
            </a:pathLst>
          </a:custGeom>
          <a:solidFill xmlns:a="http://schemas.openxmlformats.org/drawingml/2006/main">
            <a:srgbClr val="F4F5F5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9B2E6-F09B-4057-97AE-659F9F9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098" y="3792498"/>
            <a:ext cx="7396" cy="15776"/>
          </a:xfrm>
          <a:custGeom xmlns:a="http://schemas.openxmlformats.org/drawingml/2006/main">
            <a:pathLst>
              <a:path w="7396" h="15776">
                <a:moveTo>
                  <a:pt x="7396" y="15776"/>
                </a:moveTo>
                <a:cubicBezTo>
                  <a:pt x="6073" y="14479"/>
                  <a:pt x="4994" y="12938"/>
                  <a:pt x="4160" y="11153"/>
                </a:cubicBezTo>
                <a:cubicBezTo>
                  <a:pt x="2781" y="7636"/>
                  <a:pt x="1394" y="4092"/>
                  <a:pt x="0" y="522"/>
                </a:cubicBezTo>
                <a:cubicBezTo>
                  <a:pt x="211" y="153"/>
                  <a:pt x="520" y="0"/>
                  <a:pt x="924" y="60"/>
                </a:cubicBezTo>
                <a:cubicBezTo>
                  <a:pt x="3605" y="5004"/>
                  <a:pt x="5762" y="10243"/>
                  <a:pt x="7396" y="15776"/>
                </a:cubicBezTo>
                <a:close/>
              </a:path>
            </a:pathLst>
          </a:custGeom>
          <a:solidFill xmlns:a="http://schemas.openxmlformats.org/drawingml/2006/main">
            <a:srgbClr val="F5F5F5">
              <a:alpha val="5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8265C-5B7B-419A-8035-2F3E7AA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04" y="3770371"/>
            <a:ext cx="38028" cy="45056"/>
          </a:xfrm>
          <a:custGeom xmlns:a="http://schemas.openxmlformats.org/drawingml/2006/main">
            <a:pathLst>
              <a:path w="38028" h="45056">
                <a:moveTo>
                  <a:pt x="0" y="36978"/>
                </a:moveTo>
                <a:cubicBezTo>
                  <a:pt x="15252" y="45056"/>
                  <a:pt x="26500" y="41359"/>
                  <a:pt x="33742" y="25884"/>
                </a:cubicBezTo>
                <a:cubicBezTo>
                  <a:pt x="35340" y="13977"/>
                  <a:pt x="30872" y="5349"/>
                  <a:pt x="20338" y="0"/>
                </a:cubicBezTo>
                <a:cubicBezTo>
                  <a:pt x="26905" y="1784"/>
                  <a:pt x="31681" y="5790"/>
                  <a:pt x="34667" y="12018"/>
                </a:cubicBezTo>
                <a:cubicBezTo>
                  <a:pt x="38028" y="22432"/>
                  <a:pt x="35409" y="31215"/>
                  <a:pt x="26809" y="38364"/>
                </a:cubicBezTo>
                <a:cubicBezTo>
                  <a:pt x="19893" y="42665"/>
                  <a:pt x="12498" y="43589"/>
                  <a:pt x="4622" y="41138"/>
                </a:cubicBezTo>
                <a:cubicBezTo>
                  <a:pt x="2625" y="40217"/>
                  <a:pt x="1084" y="38830"/>
                  <a:pt x="0" y="36978"/>
                </a:cubicBezTo>
                <a:close/>
              </a:path>
            </a:pathLst>
          </a:custGeom>
          <a:solidFill xmlns:a="http://schemas.openxmlformats.org/drawingml/2006/main">
            <a:srgbClr val="EEEFEF">
              <a:alpha val="10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50652-F152-46D0-92AC-A71C44B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192" y="3724149"/>
            <a:ext cx="60226" cy="113956"/>
          </a:xfrm>
          <a:custGeom xmlns:a="http://schemas.openxmlformats.org/drawingml/2006/main">
            <a:pathLst>
              <a:path w="60226" h="113956">
                <a:moveTo>
                  <a:pt x="1849" y="108160"/>
                </a:moveTo>
                <a:cubicBezTo>
                  <a:pt x="2157" y="108160"/>
                  <a:pt x="2465" y="108160"/>
                  <a:pt x="2773" y="108160"/>
                </a:cubicBezTo>
                <a:cubicBezTo>
                  <a:pt x="5547" y="108160"/>
                  <a:pt x="8320" y="108160"/>
                  <a:pt x="11093" y="108160"/>
                </a:cubicBezTo>
                <a:cubicBezTo>
                  <a:pt x="24750" y="72216"/>
                  <a:pt x="38925" y="36472"/>
                  <a:pt x="53618" y="924"/>
                </a:cubicBezTo>
                <a:cubicBezTo>
                  <a:pt x="54538" y="1004"/>
                  <a:pt x="55308" y="695"/>
                  <a:pt x="55929" y="0"/>
                </a:cubicBezTo>
                <a:cubicBezTo>
                  <a:pt x="56732" y="3016"/>
                  <a:pt x="57965" y="3324"/>
                  <a:pt x="59626" y="924"/>
                </a:cubicBezTo>
                <a:cubicBezTo>
                  <a:pt x="60073" y="1801"/>
                  <a:pt x="60226" y="2725"/>
                  <a:pt x="60089" y="3698"/>
                </a:cubicBezTo>
                <a:cubicBezTo>
                  <a:pt x="60089" y="4622"/>
                  <a:pt x="60089" y="5547"/>
                  <a:pt x="60089" y="6471"/>
                </a:cubicBezTo>
                <a:cubicBezTo>
                  <a:pt x="59130" y="7793"/>
                  <a:pt x="58513" y="9334"/>
                  <a:pt x="58240" y="11093"/>
                </a:cubicBezTo>
                <a:cubicBezTo>
                  <a:pt x="54199" y="19810"/>
                  <a:pt x="50501" y="28745"/>
                  <a:pt x="47146" y="37902"/>
                </a:cubicBezTo>
                <a:cubicBezTo>
                  <a:pt x="43846" y="44712"/>
                  <a:pt x="41073" y="51799"/>
                  <a:pt x="38827" y="59164"/>
                </a:cubicBezTo>
                <a:cubicBezTo>
                  <a:pt x="34602" y="68129"/>
                  <a:pt x="30904" y="77373"/>
                  <a:pt x="27733" y="86897"/>
                </a:cubicBezTo>
                <a:cubicBezTo>
                  <a:pt x="24180" y="94458"/>
                  <a:pt x="20790" y="102162"/>
                  <a:pt x="17564" y="110008"/>
                </a:cubicBezTo>
                <a:cubicBezTo>
                  <a:pt x="16855" y="110630"/>
                  <a:pt x="16239" y="111400"/>
                  <a:pt x="15715" y="112320"/>
                </a:cubicBezTo>
                <a:cubicBezTo>
                  <a:pt x="13115" y="113494"/>
                  <a:pt x="10496" y="113956"/>
                  <a:pt x="7858" y="113706"/>
                </a:cubicBezTo>
                <a:cubicBezTo>
                  <a:pt x="6988" y="112263"/>
                  <a:pt x="5909" y="111030"/>
                  <a:pt x="4622" y="110008"/>
                </a:cubicBezTo>
                <a:cubicBezTo>
                  <a:pt x="3090" y="111147"/>
                  <a:pt x="1549" y="111918"/>
                  <a:pt x="0" y="112320"/>
                </a:cubicBezTo>
                <a:cubicBezTo>
                  <a:pt x="1055" y="111635"/>
                  <a:pt x="1055" y="110864"/>
                  <a:pt x="0" y="110008"/>
                </a:cubicBezTo>
                <a:cubicBezTo>
                  <a:pt x="687" y="109378"/>
                  <a:pt x="1303" y="108761"/>
                  <a:pt x="1849" y="108160"/>
                </a:cubicBezTo>
                <a:close/>
              </a:path>
            </a:pathLst>
          </a:custGeom>
          <a:solidFill xmlns:a="http://schemas.openxmlformats.org/drawingml/2006/main">
            <a:srgbClr val="25394F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37C99-CD1D-4898-9821-32CD39A9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685" y="3718603"/>
            <a:ext cx="44373" cy="108160"/>
          </a:xfrm>
          <a:custGeom xmlns:a="http://schemas.openxmlformats.org/drawingml/2006/main">
            <a:pathLst>
              <a:path w="44373" h="108160">
                <a:moveTo>
                  <a:pt x="43449" y="108160"/>
                </a:moveTo>
                <a:cubicBezTo>
                  <a:pt x="42182" y="106542"/>
                  <a:pt x="41258" y="104693"/>
                  <a:pt x="40675" y="102613"/>
                </a:cubicBezTo>
                <a:cubicBezTo>
                  <a:pt x="27424" y="69945"/>
                  <a:pt x="14174" y="37281"/>
                  <a:pt x="924" y="4622"/>
                </a:cubicBezTo>
                <a:cubicBezTo>
                  <a:pt x="427" y="3127"/>
                  <a:pt x="119" y="1586"/>
                  <a:pt x="0" y="0"/>
                </a:cubicBezTo>
                <a:cubicBezTo>
                  <a:pt x="4302" y="6012"/>
                  <a:pt x="7230" y="12791"/>
                  <a:pt x="8782" y="20338"/>
                </a:cubicBezTo>
                <a:cubicBezTo>
                  <a:pt x="20152" y="48991"/>
                  <a:pt x="32015" y="77494"/>
                  <a:pt x="44373" y="105849"/>
                </a:cubicBezTo>
                <a:cubicBezTo>
                  <a:pt x="43678" y="106469"/>
                  <a:pt x="43369" y="107239"/>
                  <a:pt x="43449" y="108160"/>
                </a:cubicBezTo>
                <a:close/>
              </a:path>
            </a:pathLst>
          </a:custGeom>
          <a:solidFill xmlns:a="http://schemas.openxmlformats.org/drawingml/2006/main">
            <a:srgbClr val="EAECEC">
              <a:alpha val="6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36A09-6D81-4DF4-BA1E-FF2D57CD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925" y="3783314"/>
            <a:ext cx="11093" cy="27733"/>
          </a:xfrm>
          <a:custGeom xmlns:a="http://schemas.openxmlformats.org/drawingml/2006/main">
            <a:pathLst>
              <a:path w="11093" h="27733">
                <a:moveTo>
                  <a:pt x="0" y="27733"/>
                </a:moveTo>
                <a:cubicBezTo>
                  <a:pt x="3171" y="18209"/>
                  <a:pt x="6869" y="8964"/>
                  <a:pt x="11093" y="0"/>
                </a:cubicBezTo>
                <a:cubicBezTo>
                  <a:pt x="11010" y="2030"/>
                  <a:pt x="10702" y="4033"/>
                  <a:pt x="10169" y="6009"/>
                </a:cubicBezTo>
                <a:cubicBezTo>
                  <a:pt x="7355" y="11872"/>
                  <a:pt x="4889" y="17881"/>
                  <a:pt x="2773" y="24035"/>
                </a:cubicBezTo>
                <a:cubicBezTo>
                  <a:pt x="2172" y="25592"/>
                  <a:pt x="1248" y="26825"/>
                  <a:pt x="0" y="27733"/>
                </a:cubicBezTo>
                <a:close/>
              </a:path>
            </a:pathLst>
          </a:custGeom>
          <a:solidFill xmlns:a="http://schemas.openxmlformats.org/drawingml/2006/main">
            <a:srgbClr val="F0F0F0">
              <a:alpha val="6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514F6-62E5-45DC-80BA-39776D83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635" y="3783314"/>
            <a:ext cx="3698" cy="15715"/>
          </a:xfrm>
          <a:custGeom xmlns:a="http://schemas.openxmlformats.org/drawingml/2006/main">
            <a:pathLst>
              <a:path w="3698" h="15715">
                <a:moveTo>
                  <a:pt x="3698" y="15715"/>
                </a:moveTo>
                <a:cubicBezTo>
                  <a:pt x="2123" y="13087"/>
                  <a:pt x="889" y="10160"/>
                  <a:pt x="0" y="6933"/>
                </a:cubicBezTo>
                <a:cubicBezTo>
                  <a:pt x="806" y="4330"/>
                  <a:pt x="2039" y="2019"/>
                  <a:pt x="3698" y="0"/>
                </a:cubicBezTo>
                <a:cubicBezTo>
                  <a:pt x="2514" y="5226"/>
                  <a:pt x="2514" y="10465"/>
                  <a:pt x="3698" y="15715"/>
                </a:cubicBezTo>
                <a:close/>
              </a:path>
            </a:pathLst>
          </a:custGeom>
          <a:solidFill xmlns:a="http://schemas.openxmlformats.org/drawingml/2006/main">
            <a:srgbClr val="F8F8F8">
              <a:alpha val="3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B3595-1FB4-4D4C-BD05-2A8B6DD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658" y="3728688"/>
            <a:ext cx="82486" cy="86739"/>
          </a:xfrm>
          <a:custGeom xmlns:a="http://schemas.openxmlformats.org/drawingml/2006/main">
            <a:pathLst>
              <a:path w="82486" h="86739">
                <a:moveTo>
                  <a:pt x="47146" y="78661"/>
                </a:moveTo>
                <a:cubicBezTo>
                  <a:pt x="44756" y="76019"/>
                  <a:pt x="42598" y="73245"/>
                  <a:pt x="40675" y="70341"/>
                </a:cubicBezTo>
                <a:cubicBezTo>
                  <a:pt x="39492" y="65090"/>
                  <a:pt x="39492" y="59851"/>
                  <a:pt x="40675" y="54625"/>
                </a:cubicBezTo>
                <a:cubicBezTo>
                  <a:pt x="41419" y="53064"/>
                  <a:pt x="42343" y="51524"/>
                  <a:pt x="43449" y="50003"/>
                </a:cubicBezTo>
                <a:cubicBezTo>
                  <a:pt x="42813" y="48750"/>
                  <a:pt x="41888" y="47826"/>
                  <a:pt x="40675" y="47230"/>
                </a:cubicBezTo>
                <a:cubicBezTo>
                  <a:pt x="28658" y="34904"/>
                  <a:pt x="16640" y="22578"/>
                  <a:pt x="4622" y="10252"/>
                </a:cubicBezTo>
                <a:cubicBezTo>
                  <a:pt x="5124" y="10197"/>
                  <a:pt x="5432" y="9889"/>
                  <a:pt x="5547" y="9328"/>
                </a:cubicBezTo>
                <a:cubicBezTo>
                  <a:pt x="3868" y="7186"/>
                  <a:pt x="2019" y="5182"/>
                  <a:pt x="0" y="3319"/>
                </a:cubicBezTo>
                <a:cubicBezTo>
                  <a:pt x="1055" y="2634"/>
                  <a:pt x="1055" y="1863"/>
                  <a:pt x="0" y="1008"/>
                </a:cubicBezTo>
                <a:cubicBezTo>
                  <a:pt x="824" y="0"/>
                  <a:pt x="1748" y="0"/>
                  <a:pt x="2773" y="1008"/>
                </a:cubicBezTo>
                <a:cubicBezTo>
                  <a:pt x="4766" y="2976"/>
                  <a:pt x="6307" y="5132"/>
                  <a:pt x="7396" y="7479"/>
                </a:cubicBezTo>
                <a:cubicBezTo>
                  <a:pt x="11583" y="8887"/>
                  <a:pt x="14664" y="11660"/>
                  <a:pt x="16640" y="15799"/>
                </a:cubicBezTo>
                <a:cubicBezTo>
                  <a:pt x="14495" y="17948"/>
                  <a:pt x="14957" y="19797"/>
                  <a:pt x="18027" y="21345"/>
                </a:cubicBezTo>
                <a:cubicBezTo>
                  <a:pt x="19026" y="19250"/>
                  <a:pt x="20413" y="19095"/>
                  <a:pt x="22187" y="20883"/>
                </a:cubicBezTo>
                <a:cubicBezTo>
                  <a:pt x="27611" y="25406"/>
                  <a:pt x="32387" y="29874"/>
                  <a:pt x="36515" y="34288"/>
                </a:cubicBezTo>
                <a:cubicBezTo>
                  <a:pt x="37814" y="35851"/>
                  <a:pt x="38893" y="37545"/>
                  <a:pt x="39751" y="39372"/>
                </a:cubicBezTo>
                <a:cubicBezTo>
                  <a:pt x="40747" y="39806"/>
                  <a:pt x="41671" y="39652"/>
                  <a:pt x="42524" y="38910"/>
                </a:cubicBezTo>
                <a:cubicBezTo>
                  <a:pt x="43757" y="39834"/>
                  <a:pt x="44990" y="40759"/>
                  <a:pt x="46222" y="41683"/>
                </a:cubicBezTo>
                <a:cubicBezTo>
                  <a:pt x="46818" y="42896"/>
                  <a:pt x="47743" y="43820"/>
                  <a:pt x="48995" y="44456"/>
                </a:cubicBezTo>
                <a:cubicBezTo>
                  <a:pt x="54880" y="41964"/>
                  <a:pt x="61043" y="41040"/>
                  <a:pt x="67484" y="41683"/>
                </a:cubicBezTo>
                <a:cubicBezTo>
                  <a:pt x="78018" y="47032"/>
                  <a:pt x="82486" y="55660"/>
                  <a:pt x="80889" y="67567"/>
                </a:cubicBezTo>
                <a:cubicBezTo>
                  <a:pt x="73647" y="83042"/>
                  <a:pt x="62399" y="86739"/>
                  <a:pt x="47146" y="78661"/>
                </a:cubicBezTo>
                <a:close/>
                <a:moveTo>
                  <a:pt x="62862" y="74963"/>
                </a:moveTo>
                <a:cubicBezTo>
                  <a:pt x="63799" y="73878"/>
                  <a:pt x="65032" y="73262"/>
                  <a:pt x="66560" y="73114"/>
                </a:cubicBezTo>
                <a:cubicBezTo>
                  <a:pt x="67290" y="72281"/>
                  <a:pt x="68214" y="71665"/>
                  <a:pt x="69333" y="71265"/>
                </a:cubicBezTo>
                <a:cubicBezTo>
                  <a:pt x="72056" y="66320"/>
                  <a:pt x="72672" y="61082"/>
                  <a:pt x="71182" y="55550"/>
                </a:cubicBezTo>
                <a:cubicBezTo>
                  <a:pt x="62517" y="47467"/>
                  <a:pt x="54967" y="48392"/>
                  <a:pt x="48533" y="58323"/>
                </a:cubicBezTo>
                <a:cubicBezTo>
                  <a:pt x="48191" y="63407"/>
                  <a:pt x="49578" y="68030"/>
                  <a:pt x="52693" y="72190"/>
                </a:cubicBezTo>
                <a:cubicBezTo>
                  <a:pt x="55951" y="73544"/>
                  <a:pt x="59341" y="74468"/>
                  <a:pt x="62862" y="74963"/>
                </a:cubicBezTo>
                <a:close/>
              </a:path>
            </a:pathLst>
          </a:custGeom>
          <a:solidFill xmlns:a="http://schemas.openxmlformats.org/drawingml/2006/main">
            <a:srgbClr val="293D53">
              <a:alpha val="9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2A4DC-C838-4C82-ADD5-DD7D35F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991" y="3784238"/>
            <a:ext cx="3852" cy="15715"/>
          </a:xfrm>
          <a:custGeom xmlns:a="http://schemas.openxmlformats.org/drawingml/2006/main">
            <a:pathLst>
              <a:path w="3852" h="15715">
                <a:moveTo>
                  <a:pt x="0" y="15715"/>
                </a:moveTo>
                <a:cubicBezTo>
                  <a:pt x="2722" y="10771"/>
                  <a:pt x="3339" y="5532"/>
                  <a:pt x="1849" y="0"/>
                </a:cubicBezTo>
                <a:cubicBezTo>
                  <a:pt x="2516" y="386"/>
                  <a:pt x="2979" y="1002"/>
                  <a:pt x="3236" y="1849"/>
                </a:cubicBezTo>
                <a:cubicBezTo>
                  <a:pt x="3852" y="5239"/>
                  <a:pt x="3852" y="8628"/>
                  <a:pt x="3236" y="12018"/>
                </a:cubicBezTo>
                <a:cubicBezTo>
                  <a:pt x="2625" y="13704"/>
                  <a:pt x="1547" y="14936"/>
                  <a:pt x="0" y="15715"/>
                </a:cubicBezTo>
                <a:close/>
              </a:path>
            </a:pathLst>
          </a:custGeom>
          <a:solidFill xmlns:a="http://schemas.openxmlformats.org/drawingml/2006/main">
            <a:srgbClr val="F3F4F4">
              <a:alpha val="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22572-D386-41D8-A70B-F919220F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520" y="3801802"/>
            <a:ext cx="3698" cy="2099"/>
          </a:xfrm>
          <a:custGeom xmlns:a="http://schemas.openxmlformats.org/drawingml/2006/main">
            <a:pathLst>
              <a:path w="3698" h="2099">
                <a:moveTo>
                  <a:pt x="0" y="1849"/>
                </a:moveTo>
                <a:cubicBezTo>
                  <a:pt x="937" y="764"/>
                  <a:pt x="2170" y="148"/>
                  <a:pt x="3698" y="0"/>
                </a:cubicBezTo>
                <a:cubicBezTo>
                  <a:pt x="2970" y="1483"/>
                  <a:pt x="1738" y="2099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D0D9DC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0765E-6C8B-49E9-BB51-CE0CA04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1" y="3775918"/>
            <a:ext cx="6471" cy="15715"/>
          </a:xfrm>
          <a:custGeom xmlns:a="http://schemas.openxmlformats.org/drawingml/2006/main">
            <a:pathLst>
              <a:path w="6471" h="15715">
                <a:moveTo>
                  <a:pt x="6471" y="15715"/>
                </a:moveTo>
                <a:cubicBezTo>
                  <a:pt x="4998" y="14932"/>
                  <a:pt x="3920" y="13699"/>
                  <a:pt x="3236" y="12018"/>
                </a:cubicBezTo>
                <a:cubicBezTo>
                  <a:pt x="1444" y="8242"/>
                  <a:pt x="365" y="4237"/>
                  <a:pt x="0" y="0"/>
                </a:cubicBezTo>
                <a:cubicBezTo>
                  <a:pt x="2375" y="5071"/>
                  <a:pt x="4533" y="10308"/>
                  <a:pt x="6471" y="15715"/>
                </a:cubicBezTo>
                <a:close/>
              </a:path>
            </a:pathLst>
          </a:custGeom>
          <a:solidFill xmlns:a="http://schemas.openxmlformats.org/drawingml/2006/main">
            <a:srgbClr val="F1F2F3">
              <a:alpha val="7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5937B-05AF-4BFF-9E86-2181C46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963" y="3776842"/>
            <a:ext cx="4994" cy="9244"/>
          </a:xfrm>
          <a:custGeom xmlns:a="http://schemas.openxmlformats.org/drawingml/2006/main">
            <a:pathLst>
              <a:path w="4994" h="9244">
                <a:moveTo>
                  <a:pt x="372" y="9244"/>
                </a:moveTo>
                <a:cubicBezTo>
                  <a:pt x="0" y="5075"/>
                  <a:pt x="1541" y="1993"/>
                  <a:pt x="4994" y="0"/>
                </a:cubicBezTo>
                <a:cubicBezTo>
                  <a:pt x="3445" y="3122"/>
                  <a:pt x="1904" y="6204"/>
                  <a:pt x="372" y="9244"/>
                </a:cubicBezTo>
                <a:close/>
              </a:path>
            </a:pathLst>
          </a:custGeom>
          <a:solidFill xmlns:a="http://schemas.openxmlformats.org/drawingml/2006/main">
            <a:srgbClr val="EFEFEE">
              <a:alpha val="1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02786-51F0-4CB3-AC71-8784DF8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615" y="3728772"/>
            <a:ext cx="54542" cy="79502"/>
          </a:xfrm>
          <a:custGeom xmlns:a="http://schemas.openxmlformats.org/drawingml/2006/main">
            <a:pathLst>
              <a:path w="54542" h="79502">
                <a:moveTo>
                  <a:pt x="0" y="79502"/>
                </a:moveTo>
                <a:cubicBezTo>
                  <a:pt x="7334" y="73451"/>
                  <a:pt x="9953" y="65747"/>
                  <a:pt x="7858" y="56391"/>
                </a:cubicBezTo>
                <a:cubicBezTo>
                  <a:pt x="6371" y="53755"/>
                  <a:pt x="5756" y="50982"/>
                  <a:pt x="6009" y="48071"/>
                </a:cubicBezTo>
                <a:cubicBezTo>
                  <a:pt x="9433" y="44802"/>
                  <a:pt x="12669" y="41413"/>
                  <a:pt x="15715" y="37902"/>
                </a:cubicBezTo>
                <a:cubicBezTo>
                  <a:pt x="28658" y="25268"/>
                  <a:pt x="41600" y="12634"/>
                  <a:pt x="54542" y="0"/>
                </a:cubicBezTo>
                <a:cubicBezTo>
                  <a:pt x="51852" y="3932"/>
                  <a:pt x="48770" y="7629"/>
                  <a:pt x="45298" y="11093"/>
                </a:cubicBezTo>
                <a:cubicBezTo>
                  <a:pt x="32018" y="23448"/>
                  <a:pt x="19385" y="36390"/>
                  <a:pt x="7396" y="49920"/>
                </a:cubicBezTo>
                <a:cubicBezTo>
                  <a:pt x="11975" y="59878"/>
                  <a:pt x="10897" y="69122"/>
                  <a:pt x="4160" y="77653"/>
                </a:cubicBezTo>
                <a:cubicBezTo>
                  <a:pt x="2930" y="78653"/>
                  <a:pt x="1544" y="79270"/>
                  <a:pt x="0" y="79502"/>
                </a:cubicBezTo>
                <a:close/>
              </a:path>
            </a:pathLst>
          </a:custGeom>
          <a:solidFill xmlns:a="http://schemas.openxmlformats.org/drawingml/2006/main">
            <a:srgbClr val="E4E6E8">
              <a:alpha val="3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87D8A-19FB-4901-9FD9-E0118C6C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333" y="3775918"/>
            <a:ext cx="2773" cy="7396"/>
          </a:xfrm>
          <a:custGeom xmlns:a="http://schemas.openxmlformats.org/drawingml/2006/main">
            <a:pathLst>
              <a:path w="2773" h="7396">
                <a:moveTo>
                  <a:pt x="0" y="7396"/>
                </a:moveTo>
                <a:cubicBezTo>
                  <a:pt x="0" y="4930"/>
                  <a:pt x="0" y="2465"/>
                  <a:pt x="0" y="0"/>
                </a:cubicBezTo>
                <a:cubicBezTo>
                  <a:pt x="1213" y="596"/>
                  <a:pt x="2137" y="1521"/>
                  <a:pt x="2773" y="2773"/>
                </a:cubicBezTo>
                <a:cubicBezTo>
                  <a:pt x="1668" y="4294"/>
                  <a:pt x="743" y="5834"/>
                  <a:pt x="0" y="7396"/>
                </a:cubicBezTo>
                <a:close/>
              </a:path>
            </a:pathLst>
          </a:custGeom>
          <a:solidFill xmlns:a="http://schemas.openxmlformats.org/drawingml/2006/main">
            <a:srgbClr val="D8DBDD">
              <a:alpha val="6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96EA9-FB49-4ADF-A99A-265D5BAE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184" y="3766674"/>
            <a:ext cx="50146" cy="44993"/>
          </a:xfrm>
          <a:custGeom xmlns:a="http://schemas.openxmlformats.org/drawingml/2006/main">
            <a:pathLst>
              <a:path w="50146" h="44993">
                <a:moveTo>
                  <a:pt x="1151" y="19413"/>
                </a:moveTo>
                <a:cubicBezTo>
                  <a:pt x="2684" y="16373"/>
                  <a:pt x="4225" y="13291"/>
                  <a:pt x="5773" y="10169"/>
                </a:cubicBezTo>
                <a:cubicBezTo>
                  <a:pt x="6698" y="9861"/>
                  <a:pt x="7314" y="9244"/>
                  <a:pt x="7622" y="8320"/>
                </a:cubicBezTo>
                <a:cubicBezTo>
                  <a:pt x="10308" y="6517"/>
                  <a:pt x="13082" y="4976"/>
                  <a:pt x="15942" y="3698"/>
                </a:cubicBezTo>
                <a:cubicBezTo>
                  <a:pt x="21208" y="3649"/>
                  <a:pt x="26445" y="3957"/>
                  <a:pt x="31657" y="4622"/>
                </a:cubicBezTo>
                <a:cubicBezTo>
                  <a:pt x="33467" y="6988"/>
                  <a:pt x="35007" y="6680"/>
                  <a:pt x="36280" y="3698"/>
                </a:cubicBezTo>
                <a:cubicBezTo>
                  <a:pt x="37204" y="3081"/>
                  <a:pt x="38129" y="2465"/>
                  <a:pt x="39053" y="1849"/>
                </a:cubicBezTo>
                <a:cubicBezTo>
                  <a:pt x="40139" y="1646"/>
                  <a:pt x="41064" y="1954"/>
                  <a:pt x="41826" y="2773"/>
                </a:cubicBezTo>
                <a:cubicBezTo>
                  <a:pt x="40772" y="4232"/>
                  <a:pt x="40310" y="5772"/>
                  <a:pt x="40440" y="7396"/>
                </a:cubicBezTo>
                <a:cubicBezTo>
                  <a:pt x="43149" y="4129"/>
                  <a:pt x="46385" y="1663"/>
                  <a:pt x="50146" y="0"/>
                </a:cubicBezTo>
                <a:cubicBezTo>
                  <a:pt x="47099" y="3511"/>
                  <a:pt x="43864" y="6900"/>
                  <a:pt x="40440" y="10169"/>
                </a:cubicBezTo>
                <a:cubicBezTo>
                  <a:pt x="40186" y="13080"/>
                  <a:pt x="40802" y="15853"/>
                  <a:pt x="42289" y="18489"/>
                </a:cubicBezTo>
                <a:cubicBezTo>
                  <a:pt x="44383" y="27845"/>
                  <a:pt x="41764" y="35548"/>
                  <a:pt x="34431" y="41600"/>
                </a:cubicBezTo>
                <a:cubicBezTo>
                  <a:pt x="28876" y="44222"/>
                  <a:pt x="23020" y="44993"/>
                  <a:pt x="16866" y="43911"/>
                </a:cubicBezTo>
                <a:cubicBezTo>
                  <a:pt x="5239" y="39927"/>
                  <a:pt x="0" y="31761"/>
                  <a:pt x="1151" y="19413"/>
                </a:cubicBezTo>
                <a:close/>
                <a:moveTo>
                  <a:pt x="18715" y="36053"/>
                </a:moveTo>
                <a:cubicBezTo>
                  <a:pt x="22637" y="36442"/>
                  <a:pt x="26335" y="35826"/>
                  <a:pt x="29809" y="34204"/>
                </a:cubicBezTo>
                <a:cubicBezTo>
                  <a:pt x="33791" y="29674"/>
                  <a:pt x="35023" y="24435"/>
                  <a:pt x="33506" y="18489"/>
                </a:cubicBezTo>
                <a:cubicBezTo>
                  <a:pt x="33506" y="18181"/>
                  <a:pt x="33506" y="17872"/>
                  <a:pt x="33506" y="17564"/>
                </a:cubicBezTo>
                <a:cubicBezTo>
                  <a:pt x="30355" y="14756"/>
                  <a:pt x="26657" y="12907"/>
                  <a:pt x="22413" y="12018"/>
                </a:cubicBezTo>
                <a:cubicBezTo>
                  <a:pt x="19200" y="12576"/>
                  <a:pt x="16119" y="13501"/>
                  <a:pt x="13169" y="14791"/>
                </a:cubicBezTo>
                <a:cubicBezTo>
                  <a:pt x="12819" y="17122"/>
                  <a:pt x="12049" y="19279"/>
                  <a:pt x="10858" y="21262"/>
                </a:cubicBezTo>
                <a:cubicBezTo>
                  <a:pt x="10316" y="27883"/>
                  <a:pt x="12935" y="32813"/>
                  <a:pt x="18715" y="36053"/>
                </a:cubicBezTo>
                <a:close/>
              </a:path>
            </a:pathLst>
          </a:custGeom>
          <a:solidFill xmlns:a="http://schemas.openxmlformats.org/drawingml/2006/main">
            <a:srgbClr val="2A3F55">
              <a:alpha val="99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FC97F-9CB3-4861-8F5D-3B5F7FFC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353" y="3776181"/>
            <a:ext cx="20338" cy="8057"/>
          </a:xfrm>
          <a:custGeom xmlns:a="http://schemas.openxmlformats.org/drawingml/2006/main">
            <a:pathLst>
              <a:path w="20338" h="8057">
                <a:moveTo>
                  <a:pt x="20338" y="8057"/>
                </a:moveTo>
                <a:cubicBezTo>
                  <a:pt x="17186" y="5249"/>
                  <a:pt x="13489" y="3400"/>
                  <a:pt x="9244" y="2511"/>
                </a:cubicBezTo>
                <a:cubicBezTo>
                  <a:pt x="6031" y="3069"/>
                  <a:pt x="2950" y="3994"/>
                  <a:pt x="0" y="5284"/>
                </a:cubicBezTo>
                <a:cubicBezTo>
                  <a:pt x="1155" y="3772"/>
                  <a:pt x="2696" y="2693"/>
                  <a:pt x="4622" y="2049"/>
                </a:cubicBezTo>
                <a:cubicBezTo>
                  <a:pt x="11585" y="0"/>
                  <a:pt x="16823" y="2002"/>
                  <a:pt x="20338" y="8057"/>
                </a:cubicBezTo>
                <a:close/>
              </a:path>
            </a:pathLst>
          </a:custGeom>
          <a:solidFill xmlns:a="http://schemas.openxmlformats.org/drawingml/2006/main">
            <a:srgbClr val="E2E7E7">
              <a:alpha val="2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74D60-F611-4B3D-8490-E63C0E79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500" y="3781465"/>
            <a:ext cx="9399" cy="21262"/>
          </a:xfrm>
          <a:custGeom xmlns:a="http://schemas.openxmlformats.org/drawingml/2006/main">
            <a:pathLst>
              <a:path w="9399" h="21262">
                <a:moveTo>
                  <a:pt x="9399" y="21262"/>
                </a:moveTo>
                <a:cubicBezTo>
                  <a:pt x="5320" y="20735"/>
                  <a:pt x="2393" y="18578"/>
                  <a:pt x="617" y="14791"/>
                </a:cubicBezTo>
                <a:cubicBezTo>
                  <a:pt x="0" y="11401"/>
                  <a:pt x="0" y="8012"/>
                  <a:pt x="617" y="4622"/>
                </a:cubicBezTo>
                <a:cubicBezTo>
                  <a:pt x="1261" y="2696"/>
                  <a:pt x="2340" y="1155"/>
                  <a:pt x="3852" y="0"/>
                </a:cubicBezTo>
                <a:cubicBezTo>
                  <a:pt x="3503" y="2331"/>
                  <a:pt x="2733" y="4488"/>
                  <a:pt x="1541" y="6471"/>
                </a:cubicBezTo>
                <a:cubicBezTo>
                  <a:pt x="999" y="13092"/>
                  <a:pt x="3618" y="18022"/>
                  <a:pt x="9399" y="21262"/>
                </a:cubicBezTo>
                <a:close/>
              </a:path>
            </a:pathLst>
          </a:custGeom>
          <a:solidFill xmlns:a="http://schemas.openxmlformats.org/drawingml/2006/main">
            <a:srgbClr val="F0F2F1">
              <a:alpha val="4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FC7E7-001C-42C4-88D3-D776377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992" y="3785162"/>
            <a:ext cx="6402" cy="15795"/>
          </a:xfrm>
          <a:custGeom xmlns:a="http://schemas.openxmlformats.org/drawingml/2006/main">
            <a:pathLst>
              <a:path w="6402" h="15795">
                <a:moveTo>
                  <a:pt x="0" y="15715"/>
                </a:moveTo>
                <a:cubicBezTo>
                  <a:pt x="3982" y="11185"/>
                  <a:pt x="5215" y="5946"/>
                  <a:pt x="3698" y="0"/>
                </a:cubicBezTo>
                <a:cubicBezTo>
                  <a:pt x="6402" y="5108"/>
                  <a:pt x="5940" y="10039"/>
                  <a:pt x="2311" y="14791"/>
                </a:cubicBezTo>
                <a:cubicBezTo>
                  <a:pt x="1691" y="15486"/>
                  <a:pt x="921" y="15795"/>
                  <a:pt x="0" y="15715"/>
                </a:cubicBezTo>
                <a:close/>
              </a:path>
            </a:pathLst>
          </a:custGeom>
          <a:solidFill xmlns:a="http://schemas.openxmlformats.org/drawingml/2006/main">
            <a:srgbClr val="E4E6E5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B53BA-87E9-4980-BC7D-29940D7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629" y="3775971"/>
            <a:ext cx="25210" cy="24907"/>
          </a:xfrm>
          <a:custGeom xmlns:a="http://schemas.openxmlformats.org/drawingml/2006/main">
            <a:pathLst>
              <a:path w="25210" h="24907">
                <a:moveTo>
                  <a:pt x="6722" y="24907"/>
                </a:moveTo>
                <a:cubicBezTo>
                  <a:pt x="1695" y="21289"/>
                  <a:pt x="0" y="16359"/>
                  <a:pt x="1637" y="10116"/>
                </a:cubicBezTo>
                <a:cubicBezTo>
                  <a:pt x="5394" y="2619"/>
                  <a:pt x="11403" y="0"/>
                  <a:pt x="19664" y="2258"/>
                </a:cubicBezTo>
                <a:cubicBezTo>
                  <a:pt x="22353" y="3558"/>
                  <a:pt x="24202" y="5561"/>
                  <a:pt x="25210" y="8267"/>
                </a:cubicBezTo>
                <a:cubicBezTo>
                  <a:pt x="16546" y="185"/>
                  <a:pt x="8996" y="1109"/>
                  <a:pt x="2562" y="11041"/>
                </a:cubicBezTo>
                <a:cubicBezTo>
                  <a:pt x="2220" y="16125"/>
                  <a:pt x="3606" y="20747"/>
                  <a:pt x="6722" y="24907"/>
                </a:cubicBezTo>
                <a:close/>
              </a:path>
            </a:pathLst>
          </a:custGeom>
          <a:solidFill xmlns:a="http://schemas.openxmlformats.org/drawingml/2006/main">
            <a:srgbClr val="DCE1E2">
              <a:alpha val="6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D499E-1EF6-48BE-BF75-AC4CD8E6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957" y="3774994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0" y="617"/>
                  <a:pt x="617" y="0"/>
                  <a:pt x="1849" y="0"/>
                </a:cubicBezTo>
                <a:cubicBezTo>
                  <a:pt x="1541" y="924"/>
                  <a:pt x="924" y="1541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FFFEF8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E926E-0944-4646-9FE5-B4C7E77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019" y="3762051"/>
            <a:ext cx="8320" cy="21262"/>
          </a:xfrm>
          <a:custGeom xmlns:a="http://schemas.openxmlformats.org/drawingml/2006/main">
            <a:pathLst>
              <a:path w="8320" h="21262">
                <a:moveTo>
                  <a:pt x="0" y="21262"/>
                </a:moveTo>
                <a:cubicBezTo>
                  <a:pt x="2246" y="13897"/>
                  <a:pt x="5020" y="6809"/>
                  <a:pt x="8320" y="0"/>
                </a:cubicBezTo>
                <a:cubicBezTo>
                  <a:pt x="7254" y="7965"/>
                  <a:pt x="4481" y="15052"/>
                  <a:pt x="0" y="21262"/>
                </a:cubicBezTo>
                <a:close/>
              </a:path>
            </a:pathLst>
          </a:custGeom>
          <a:solidFill xmlns:a="http://schemas.openxmlformats.org/drawingml/2006/main">
            <a:srgbClr val="EDEDED">
              <a:alpha val="36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0EF4F-0D27-430A-AC1D-1367CFC0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080" y="3760203"/>
            <a:ext cx="6471" cy="15715"/>
          </a:xfrm>
          <a:custGeom xmlns:a="http://schemas.openxmlformats.org/drawingml/2006/main">
            <a:pathLst>
              <a:path w="6471" h="15715">
                <a:moveTo>
                  <a:pt x="6471" y="15715"/>
                </a:moveTo>
                <a:cubicBezTo>
                  <a:pt x="4998" y="14932"/>
                  <a:pt x="3920" y="13699"/>
                  <a:pt x="3236" y="12018"/>
                </a:cubicBezTo>
                <a:cubicBezTo>
                  <a:pt x="1609" y="8151"/>
                  <a:pt x="530" y="4145"/>
                  <a:pt x="0" y="0"/>
                </a:cubicBezTo>
                <a:cubicBezTo>
                  <a:pt x="2681" y="4944"/>
                  <a:pt x="4838" y="10183"/>
                  <a:pt x="6471" y="15715"/>
                </a:cubicBezTo>
                <a:close/>
              </a:path>
            </a:pathLst>
          </a:custGeom>
          <a:solidFill xmlns:a="http://schemas.openxmlformats.org/drawingml/2006/main">
            <a:srgbClr val="EFF0F1">
              <a:alpha val="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3733C-95F2-4179-B8B5-8C8AA859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65" y="3714905"/>
            <a:ext cx="54542" cy="117404"/>
          </a:xfrm>
          <a:custGeom xmlns:a="http://schemas.openxmlformats.org/drawingml/2006/main">
            <a:pathLst>
              <a:path w="54542" h="117404">
                <a:moveTo>
                  <a:pt x="0" y="117404"/>
                </a:moveTo>
                <a:cubicBezTo>
                  <a:pt x="2019" y="116696"/>
                  <a:pt x="4177" y="116079"/>
                  <a:pt x="6471" y="115555"/>
                </a:cubicBezTo>
                <a:cubicBezTo>
                  <a:pt x="21539" y="78474"/>
                  <a:pt x="36485" y="41188"/>
                  <a:pt x="51306" y="3698"/>
                </a:cubicBezTo>
                <a:cubicBezTo>
                  <a:pt x="51991" y="2016"/>
                  <a:pt x="53069" y="784"/>
                  <a:pt x="54542" y="0"/>
                </a:cubicBezTo>
                <a:cubicBezTo>
                  <a:pt x="53564" y="3493"/>
                  <a:pt x="52332" y="6883"/>
                  <a:pt x="50844" y="10169"/>
                </a:cubicBezTo>
                <a:cubicBezTo>
                  <a:pt x="36151" y="45716"/>
                  <a:pt x="21977" y="81461"/>
                  <a:pt x="8320" y="117404"/>
                </a:cubicBezTo>
                <a:cubicBezTo>
                  <a:pt x="5547" y="117404"/>
                  <a:pt x="2773" y="117404"/>
                  <a:pt x="0" y="117404"/>
                </a:cubicBezTo>
                <a:close/>
              </a:path>
            </a:pathLst>
          </a:custGeom>
          <a:solidFill xmlns:a="http://schemas.openxmlformats.org/drawingml/2006/main">
            <a:srgbClr val="E8E9EA">
              <a:alpha val="6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D55E2-0350-49E4-B83A-59942E58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41" y="3770371"/>
            <a:ext cx="4622" cy="3290"/>
          </a:xfrm>
          <a:custGeom xmlns:a="http://schemas.openxmlformats.org/drawingml/2006/main">
            <a:pathLst>
              <a:path w="4622" h="3290">
                <a:moveTo>
                  <a:pt x="0" y="924"/>
                </a:moveTo>
                <a:cubicBezTo>
                  <a:pt x="1586" y="805"/>
                  <a:pt x="3127" y="497"/>
                  <a:pt x="4622" y="0"/>
                </a:cubicBezTo>
                <a:cubicBezTo>
                  <a:pt x="3349" y="2982"/>
                  <a:pt x="1809" y="3290"/>
                  <a:pt x="0" y="924"/>
                </a:cubicBezTo>
                <a:close/>
              </a:path>
            </a:pathLst>
          </a:custGeom>
          <a:solidFill xmlns:a="http://schemas.openxmlformats.org/drawingml/2006/main">
            <a:srgbClr val="E3E6E5">
              <a:alpha val="27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902C0-EAE7-4EE3-8559-E3FA4E5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806" y="3770266"/>
            <a:ext cx="8320" cy="4728"/>
          </a:xfrm>
          <a:custGeom xmlns:a="http://schemas.openxmlformats.org/drawingml/2006/main">
            <a:pathLst>
              <a:path w="8320" h="4728">
                <a:moveTo>
                  <a:pt x="0" y="4728"/>
                </a:moveTo>
                <a:cubicBezTo>
                  <a:pt x="1743" y="1540"/>
                  <a:pt x="4517" y="0"/>
                  <a:pt x="8320" y="105"/>
                </a:cubicBezTo>
                <a:cubicBezTo>
                  <a:pt x="5460" y="1384"/>
                  <a:pt x="2686" y="2925"/>
                  <a:pt x="0" y="4728"/>
                </a:cubicBezTo>
                <a:close/>
              </a:path>
            </a:pathLst>
          </a:custGeom>
          <a:solidFill xmlns:a="http://schemas.openxmlformats.org/drawingml/2006/main">
            <a:srgbClr val="F0F0F1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5CE3B-9264-422D-921D-5E46367B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880" y="3768019"/>
            <a:ext cx="21262" cy="5126"/>
          </a:xfrm>
          <a:custGeom xmlns:a="http://schemas.openxmlformats.org/drawingml/2006/main">
            <a:pathLst>
              <a:path w="21262" h="5126">
                <a:moveTo>
                  <a:pt x="0" y="2353"/>
                </a:moveTo>
                <a:cubicBezTo>
                  <a:pt x="1001" y="2389"/>
                  <a:pt x="1926" y="2698"/>
                  <a:pt x="2773" y="3277"/>
                </a:cubicBezTo>
                <a:cubicBezTo>
                  <a:pt x="8972" y="308"/>
                  <a:pt x="15134" y="0"/>
                  <a:pt x="21262" y="2353"/>
                </a:cubicBezTo>
                <a:cubicBezTo>
                  <a:pt x="14821" y="1709"/>
                  <a:pt x="8658" y="2634"/>
                  <a:pt x="2773" y="5126"/>
                </a:cubicBezTo>
                <a:cubicBezTo>
                  <a:pt x="1521" y="4490"/>
                  <a:pt x="596" y="3566"/>
                  <a:pt x="0" y="2353"/>
                </a:cubicBezTo>
                <a:close/>
              </a:path>
            </a:pathLst>
          </a:custGeom>
          <a:solidFill xmlns:a="http://schemas.openxmlformats.org/drawingml/2006/main">
            <a:srgbClr val="BFC5C8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1F260-0288-462D-ACE0-7F600380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126" y="3768522"/>
            <a:ext cx="15715" cy="2773"/>
          </a:xfrm>
          <a:custGeom xmlns:a="http://schemas.openxmlformats.org/drawingml/2006/main">
            <a:pathLst>
              <a:path w="15715" h="2773">
                <a:moveTo>
                  <a:pt x="15715" y="2773"/>
                </a:moveTo>
                <a:cubicBezTo>
                  <a:pt x="10503" y="2108"/>
                  <a:pt x="5266" y="1800"/>
                  <a:pt x="0" y="1849"/>
                </a:cubicBezTo>
                <a:cubicBezTo>
                  <a:pt x="2986" y="869"/>
                  <a:pt x="5914" y="252"/>
                  <a:pt x="8782" y="0"/>
                </a:cubicBezTo>
                <a:cubicBezTo>
                  <a:pt x="11155" y="1005"/>
                  <a:pt x="13466" y="1929"/>
                  <a:pt x="15715" y="2773"/>
                </a:cubicBezTo>
                <a:close/>
              </a:path>
            </a:pathLst>
          </a:custGeom>
          <a:solidFill xmlns:a="http://schemas.openxmlformats.org/drawingml/2006/main">
            <a:srgbClr val="A7B1B8">
              <a:alpha val="63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B5A23-1FFF-4FE5-B68D-FC4C7E12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258" y="3764825"/>
            <a:ext cx="4622" cy="5547"/>
          </a:xfrm>
          <a:custGeom xmlns:a="http://schemas.openxmlformats.org/drawingml/2006/main">
            <a:pathLst>
              <a:path w="4622" h="5547">
                <a:moveTo>
                  <a:pt x="4622" y="5547"/>
                </a:moveTo>
                <a:cubicBezTo>
                  <a:pt x="3390" y="4622"/>
                  <a:pt x="2157" y="3698"/>
                  <a:pt x="924" y="2773"/>
                </a:cubicBezTo>
                <a:cubicBezTo>
                  <a:pt x="872" y="1748"/>
                  <a:pt x="564" y="824"/>
                  <a:pt x="0" y="0"/>
                </a:cubicBezTo>
                <a:cubicBezTo>
                  <a:pt x="2831" y="710"/>
                  <a:pt x="4371" y="2559"/>
                  <a:pt x="4622" y="5547"/>
                </a:cubicBezTo>
                <a:close/>
              </a:path>
            </a:pathLst>
          </a:custGeom>
          <a:solidFill xmlns:a="http://schemas.openxmlformats.org/drawingml/2006/main">
            <a:srgbClr val="E1E4E5">
              <a:alpha val="2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D8FFC-3C03-4BF3-BB0E-4B26FE13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409" y="3762976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924" y="1541"/>
                  <a:pt x="308" y="924"/>
                  <a:pt x="0" y="0"/>
                </a:cubicBezTo>
                <a:cubicBezTo>
                  <a:pt x="1232" y="0"/>
                  <a:pt x="1849" y="617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FBFBF9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00202-6DDB-4751-89B1-D13A6D0C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938" y="3756505"/>
            <a:ext cx="6471" cy="6471"/>
          </a:xfrm>
          <a:custGeom xmlns:a="http://schemas.openxmlformats.org/drawingml/2006/main">
            <a:pathLst>
              <a:path w="6471" h="6471">
                <a:moveTo>
                  <a:pt x="6471" y="6471"/>
                </a:moveTo>
                <a:cubicBezTo>
                  <a:pt x="4006" y="4622"/>
                  <a:pt x="1849" y="2465"/>
                  <a:pt x="0" y="0"/>
                </a:cubicBezTo>
                <a:cubicBezTo>
                  <a:pt x="3081" y="1232"/>
                  <a:pt x="5239" y="3390"/>
                  <a:pt x="6471" y="6471"/>
                </a:cubicBezTo>
                <a:close/>
              </a:path>
            </a:pathLst>
          </a:custGeom>
          <a:solidFill xmlns:a="http://schemas.openxmlformats.org/drawingml/2006/main">
            <a:srgbClr val="F8F8F8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BE4A5-FFCF-4387-B5CD-C6158235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237" y="3694567"/>
            <a:ext cx="74880" cy="79502"/>
          </a:xfrm>
          <a:custGeom xmlns:a="http://schemas.openxmlformats.org/drawingml/2006/main">
            <a:pathLst>
              <a:path w="74880" h="79502">
                <a:moveTo>
                  <a:pt x="0" y="73955"/>
                </a:moveTo>
                <a:cubicBezTo>
                  <a:pt x="4680" y="69280"/>
                  <a:pt x="8993" y="64350"/>
                  <a:pt x="12942" y="59164"/>
                </a:cubicBezTo>
                <a:cubicBezTo>
                  <a:pt x="12942" y="58548"/>
                  <a:pt x="13250" y="58240"/>
                  <a:pt x="13867" y="58240"/>
                </a:cubicBezTo>
                <a:cubicBezTo>
                  <a:pt x="15715" y="57008"/>
                  <a:pt x="17257" y="55466"/>
                  <a:pt x="18489" y="53618"/>
                </a:cubicBezTo>
                <a:cubicBezTo>
                  <a:pt x="19413" y="53310"/>
                  <a:pt x="20030" y="52693"/>
                  <a:pt x="20338" y="51769"/>
                </a:cubicBezTo>
                <a:cubicBezTo>
                  <a:pt x="20338" y="51152"/>
                  <a:pt x="20646" y="50844"/>
                  <a:pt x="21262" y="50844"/>
                </a:cubicBezTo>
                <a:cubicBezTo>
                  <a:pt x="22803" y="49920"/>
                  <a:pt x="24035" y="48688"/>
                  <a:pt x="24960" y="47146"/>
                </a:cubicBezTo>
                <a:cubicBezTo>
                  <a:pt x="25884" y="46839"/>
                  <a:pt x="26501" y="46222"/>
                  <a:pt x="26809" y="45298"/>
                </a:cubicBezTo>
                <a:cubicBezTo>
                  <a:pt x="26809" y="44681"/>
                  <a:pt x="27117" y="44373"/>
                  <a:pt x="27733" y="44373"/>
                </a:cubicBezTo>
                <a:cubicBezTo>
                  <a:pt x="29890" y="42832"/>
                  <a:pt x="31739" y="40983"/>
                  <a:pt x="33280" y="38827"/>
                </a:cubicBezTo>
                <a:cubicBezTo>
                  <a:pt x="34512" y="38210"/>
                  <a:pt x="35437" y="37285"/>
                  <a:pt x="36053" y="36053"/>
                </a:cubicBezTo>
                <a:cubicBezTo>
                  <a:pt x="38519" y="34204"/>
                  <a:pt x="40675" y="32048"/>
                  <a:pt x="42524" y="29582"/>
                </a:cubicBezTo>
                <a:cubicBezTo>
                  <a:pt x="43449" y="29274"/>
                  <a:pt x="44065" y="28658"/>
                  <a:pt x="44373" y="27733"/>
                </a:cubicBezTo>
                <a:cubicBezTo>
                  <a:pt x="46839" y="25884"/>
                  <a:pt x="48995" y="23728"/>
                  <a:pt x="50844" y="21262"/>
                </a:cubicBezTo>
                <a:cubicBezTo>
                  <a:pt x="53310" y="19413"/>
                  <a:pt x="55466" y="17257"/>
                  <a:pt x="57315" y="14791"/>
                </a:cubicBezTo>
                <a:cubicBezTo>
                  <a:pt x="59781" y="12942"/>
                  <a:pt x="61938" y="10785"/>
                  <a:pt x="63786" y="8320"/>
                </a:cubicBezTo>
                <a:cubicBezTo>
                  <a:pt x="65019" y="7703"/>
                  <a:pt x="65943" y="6779"/>
                  <a:pt x="66560" y="5547"/>
                </a:cubicBezTo>
                <a:cubicBezTo>
                  <a:pt x="68716" y="3698"/>
                  <a:pt x="70874" y="1849"/>
                  <a:pt x="73031" y="0"/>
                </a:cubicBezTo>
                <a:cubicBezTo>
                  <a:pt x="74032" y="2043"/>
                  <a:pt x="74032" y="4046"/>
                  <a:pt x="73031" y="6009"/>
                </a:cubicBezTo>
                <a:cubicBezTo>
                  <a:pt x="73201" y="7281"/>
                  <a:pt x="73818" y="8051"/>
                  <a:pt x="74880" y="8320"/>
                </a:cubicBezTo>
                <a:cubicBezTo>
                  <a:pt x="73647" y="9861"/>
                  <a:pt x="72414" y="11401"/>
                  <a:pt x="71182" y="12942"/>
                </a:cubicBezTo>
                <a:cubicBezTo>
                  <a:pt x="70258" y="13250"/>
                  <a:pt x="69641" y="13867"/>
                  <a:pt x="69333" y="14791"/>
                </a:cubicBezTo>
                <a:cubicBezTo>
                  <a:pt x="67484" y="16023"/>
                  <a:pt x="65943" y="17564"/>
                  <a:pt x="64711" y="19413"/>
                </a:cubicBezTo>
                <a:cubicBezTo>
                  <a:pt x="63786" y="19721"/>
                  <a:pt x="63170" y="20338"/>
                  <a:pt x="62862" y="21262"/>
                </a:cubicBezTo>
                <a:cubicBezTo>
                  <a:pt x="60396" y="23111"/>
                  <a:pt x="58240" y="25268"/>
                  <a:pt x="56391" y="27733"/>
                </a:cubicBezTo>
                <a:cubicBezTo>
                  <a:pt x="53925" y="29582"/>
                  <a:pt x="51769" y="31739"/>
                  <a:pt x="49920" y="34204"/>
                </a:cubicBezTo>
                <a:cubicBezTo>
                  <a:pt x="36978" y="46839"/>
                  <a:pt x="24035" y="59472"/>
                  <a:pt x="11093" y="72106"/>
                </a:cubicBezTo>
                <a:cubicBezTo>
                  <a:pt x="7332" y="73769"/>
                  <a:pt x="4096" y="76235"/>
                  <a:pt x="1387" y="79502"/>
                </a:cubicBezTo>
                <a:cubicBezTo>
                  <a:pt x="1257" y="77879"/>
                  <a:pt x="1719" y="76338"/>
                  <a:pt x="2773" y="74880"/>
                </a:cubicBezTo>
                <a:cubicBezTo>
                  <a:pt x="2011" y="74061"/>
                  <a:pt x="1086" y="73753"/>
                  <a:pt x="0" y="73955"/>
                </a:cubicBezTo>
                <a:close/>
              </a:path>
            </a:pathLst>
          </a:custGeom>
          <a:solidFill xmlns:a="http://schemas.openxmlformats.org/drawingml/2006/main">
            <a:srgbClr val="283E55">
              <a:alpha val="9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ABD7F-C17B-43FB-85FF-D4321B76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464" y="3753731"/>
            <a:ext cx="15715" cy="16640"/>
          </a:xfrm>
          <a:custGeom xmlns:a="http://schemas.openxmlformats.org/drawingml/2006/main">
            <a:pathLst>
              <a:path w="15715" h="16640">
                <a:moveTo>
                  <a:pt x="0" y="16640"/>
                </a:moveTo>
                <a:cubicBezTo>
                  <a:pt x="188" y="15213"/>
                  <a:pt x="804" y="13979"/>
                  <a:pt x="1849" y="12942"/>
                </a:cubicBezTo>
                <a:cubicBezTo>
                  <a:pt x="6211" y="8269"/>
                  <a:pt x="10834" y="3955"/>
                  <a:pt x="15715" y="0"/>
                </a:cubicBezTo>
                <a:cubicBezTo>
                  <a:pt x="11766" y="5186"/>
                  <a:pt x="7453" y="10116"/>
                  <a:pt x="2773" y="14791"/>
                </a:cubicBezTo>
                <a:cubicBezTo>
                  <a:pt x="1849" y="15408"/>
                  <a:pt x="924" y="16023"/>
                  <a:pt x="0" y="16640"/>
                </a:cubicBezTo>
                <a:close/>
              </a:path>
            </a:pathLst>
          </a:custGeom>
          <a:solidFill xmlns:a="http://schemas.openxmlformats.org/drawingml/2006/main">
            <a:srgbClr val="E2E5E6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F0EEC-03B2-4740-B58F-60874D8B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09" y="3744487"/>
            <a:ext cx="6471" cy="14791"/>
          </a:xfrm>
          <a:custGeom xmlns:a="http://schemas.openxmlformats.org/drawingml/2006/main">
            <a:pathLst>
              <a:path w="6471" h="14791">
                <a:moveTo>
                  <a:pt x="6471" y="14791"/>
                </a:moveTo>
                <a:cubicBezTo>
                  <a:pt x="4998" y="14007"/>
                  <a:pt x="3920" y="12775"/>
                  <a:pt x="3236" y="11093"/>
                </a:cubicBezTo>
                <a:cubicBezTo>
                  <a:pt x="1590" y="7598"/>
                  <a:pt x="511" y="3900"/>
                  <a:pt x="0" y="0"/>
                </a:cubicBezTo>
                <a:cubicBezTo>
                  <a:pt x="2630" y="4651"/>
                  <a:pt x="4787" y="9581"/>
                  <a:pt x="6471" y="14791"/>
                </a:cubicBezTo>
                <a:close/>
              </a:path>
            </a:pathLst>
          </a:custGeom>
          <a:solidFill xmlns:a="http://schemas.openxmlformats.org/drawingml/2006/main">
            <a:srgbClr val="F0F1F1">
              <a:alpha val="6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34746-FD2B-4219-A887-BCB38A58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164" y="3753731"/>
            <a:ext cx="2773" cy="2773"/>
          </a:xfrm>
          <a:custGeom xmlns:a="http://schemas.openxmlformats.org/drawingml/2006/main">
            <a:pathLst>
              <a:path w="2773" h="2773">
                <a:moveTo>
                  <a:pt x="2773" y="2773"/>
                </a:moveTo>
                <a:cubicBezTo>
                  <a:pt x="1541" y="2157"/>
                  <a:pt x="617" y="1232"/>
                  <a:pt x="0" y="0"/>
                </a:cubicBezTo>
                <a:cubicBezTo>
                  <a:pt x="1849" y="0"/>
                  <a:pt x="2773" y="924"/>
                  <a:pt x="2773" y="2773"/>
                </a:cubicBezTo>
                <a:close/>
              </a:path>
            </a:pathLst>
          </a:custGeom>
          <a:solidFill xmlns:a="http://schemas.openxmlformats.org/drawingml/2006/main">
            <a:srgbClr val="F7F7F6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4D761-E5C4-4FF5-AC68-CD369DE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507" y="3737091"/>
            <a:ext cx="38827" cy="38827"/>
          </a:xfrm>
          <a:custGeom xmlns:a="http://schemas.openxmlformats.org/drawingml/2006/main">
            <a:pathLst>
              <a:path w="38827" h="38827">
                <a:moveTo>
                  <a:pt x="38827" y="38827"/>
                </a:moveTo>
                <a:cubicBezTo>
                  <a:pt x="36759" y="38005"/>
                  <a:pt x="34911" y="36772"/>
                  <a:pt x="33280" y="35129"/>
                </a:cubicBezTo>
                <a:cubicBezTo>
                  <a:pt x="23753" y="25601"/>
                  <a:pt x="14199" y="16048"/>
                  <a:pt x="4622" y="6471"/>
                </a:cubicBezTo>
                <a:cubicBezTo>
                  <a:pt x="2676" y="4537"/>
                  <a:pt x="1135" y="2380"/>
                  <a:pt x="0" y="0"/>
                </a:cubicBezTo>
                <a:cubicBezTo>
                  <a:pt x="924" y="617"/>
                  <a:pt x="1849" y="1232"/>
                  <a:pt x="2773" y="1849"/>
                </a:cubicBezTo>
                <a:cubicBezTo>
                  <a:pt x="14791" y="14174"/>
                  <a:pt x="26809" y="26501"/>
                  <a:pt x="38827" y="38827"/>
                </a:cubicBezTo>
                <a:close/>
              </a:path>
            </a:pathLst>
          </a:custGeom>
          <a:solidFill xmlns:a="http://schemas.openxmlformats.org/drawingml/2006/main">
            <a:srgbClr val="E7EAEB">
              <a:alpha val="3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CF39F-F3A5-47B8-A847-562A442E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467" y="3750034"/>
            <a:ext cx="3698" cy="3698"/>
          </a:xfrm>
          <a:custGeom xmlns:a="http://schemas.openxmlformats.org/drawingml/2006/main">
            <a:pathLst>
              <a:path w="3698" h="3698">
                <a:moveTo>
                  <a:pt x="3698" y="3698"/>
                </a:moveTo>
                <a:cubicBezTo>
                  <a:pt x="2157" y="2773"/>
                  <a:pt x="924" y="1541"/>
                  <a:pt x="0" y="0"/>
                </a:cubicBezTo>
                <a:cubicBezTo>
                  <a:pt x="2157" y="308"/>
                  <a:pt x="3390" y="1541"/>
                  <a:pt x="3698" y="3698"/>
                </a:cubicBezTo>
                <a:close/>
              </a:path>
            </a:pathLst>
          </a:custGeom>
          <a:solidFill xmlns:a="http://schemas.openxmlformats.org/drawingml/2006/main">
            <a:srgbClr val="F7F7F5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0E247-3F6A-4049-A4EC-12CC54FB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744" y="3671000"/>
            <a:ext cx="6625" cy="118941"/>
          </a:xfrm>
          <a:custGeom xmlns:a="http://schemas.openxmlformats.org/drawingml/2006/main">
            <a:pathLst>
              <a:path w="6625" h="118941">
                <a:moveTo>
                  <a:pt x="154" y="87353"/>
                </a:moveTo>
                <a:cubicBezTo>
                  <a:pt x="0" y="59618"/>
                  <a:pt x="154" y="31885"/>
                  <a:pt x="617" y="4154"/>
                </a:cubicBezTo>
                <a:cubicBezTo>
                  <a:pt x="924" y="5695"/>
                  <a:pt x="1233" y="7235"/>
                  <a:pt x="1541" y="8776"/>
                </a:cubicBezTo>
                <a:cubicBezTo>
                  <a:pt x="1849" y="6310"/>
                  <a:pt x="2158" y="3846"/>
                  <a:pt x="2465" y="1380"/>
                </a:cubicBezTo>
                <a:cubicBezTo>
                  <a:pt x="3534" y="0"/>
                  <a:pt x="4305" y="154"/>
                  <a:pt x="4777" y="1842"/>
                </a:cubicBezTo>
                <a:cubicBezTo>
                  <a:pt x="2905" y="4757"/>
                  <a:pt x="2750" y="7684"/>
                  <a:pt x="4314" y="10625"/>
                </a:cubicBezTo>
                <a:cubicBezTo>
                  <a:pt x="4622" y="9392"/>
                  <a:pt x="4931" y="8159"/>
                  <a:pt x="5239" y="6927"/>
                </a:cubicBezTo>
                <a:cubicBezTo>
                  <a:pt x="5593" y="7441"/>
                  <a:pt x="6055" y="7749"/>
                  <a:pt x="6625" y="7851"/>
                </a:cubicBezTo>
                <a:cubicBezTo>
                  <a:pt x="6625" y="40515"/>
                  <a:pt x="6625" y="73179"/>
                  <a:pt x="6625" y="105842"/>
                </a:cubicBezTo>
                <a:cubicBezTo>
                  <a:pt x="5704" y="105814"/>
                  <a:pt x="5087" y="106277"/>
                  <a:pt x="4777" y="107229"/>
                </a:cubicBezTo>
                <a:cubicBezTo>
                  <a:pt x="5117" y="110796"/>
                  <a:pt x="5270" y="114339"/>
                  <a:pt x="5239" y="117860"/>
                </a:cubicBezTo>
                <a:cubicBezTo>
                  <a:pt x="4304" y="118634"/>
                  <a:pt x="3225" y="118941"/>
                  <a:pt x="2003" y="118784"/>
                </a:cubicBezTo>
                <a:cubicBezTo>
                  <a:pt x="830" y="108526"/>
                  <a:pt x="830" y="98357"/>
                  <a:pt x="2003" y="88278"/>
                </a:cubicBezTo>
                <a:cubicBezTo>
                  <a:pt x="2060" y="86224"/>
                  <a:pt x="1444" y="85917"/>
                  <a:pt x="154" y="87353"/>
                </a:cubicBezTo>
                <a:close/>
              </a:path>
            </a:pathLst>
          </a:custGeom>
          <a:solidFill xmlns:a="http://schemas.openxmlformats.org/drawingml/2006/main">
            <a:srgbClr val="233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C88D4-0E97-45DE-B625-46DF73CE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73" y="3738940"/>
            <a:ext cx="11093" cy="11093"/>
          </a:xfrm>
          <a:custGeom xmlns:a="http://schemas.openxmlformats.org/drawingml/2006/main">
            <a:pathLst>
              <a:path w="11093" h="11093">
                <a:moveTo>
                  <a:pt x="11093" y="11093"/>
                </a:moveTo>
                <a:cubicBezTo>
                  <a:pt x="7088" y="7703"/>
                  <a:pt x="3390" y="4006"/>
                  <a:pt x="0" y="0"/>
                </a:cubicBezTo>
                <a:cubicBezTo>
                  <a:pt x="4622" y="2773"/>
                  <a:pt x="8320" y="6471"/>
                  <a:pt x="11093" y="11093"/>
                </a:cubicBezTo>
                <a:close/>
              </a:path>
            </a:pathLst>
          </a:custGeom>
          <a:solidFill xmlns:a="http://schemas.openxmlformats.org/drawingml/2006/main">
            <a:srgbClr val="F5F5F4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10B1F-F54A-4B04-930E-91A000E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369" y="3673305"/>
            <a:ext cx="2773" cy="180266"/>
          </a:xfrm>
          <a:custGeom xmlns:a="http://schemas.openxmlformats.org/drawingml/2006/main">
            <a:pathLst>
              <a:path w="2773" h="180266">
                <a:moveTo>
                  <a:pt x="2773" y="180266"/>
                </a:moveTo>
                <a:cubicBezTo>
                  <a:pt x="1849" y="180266"/>
                  <a:pt x="924" y="180266"/>
                  <a:pt x="0" y="180266"/>
                </a:cubicBezTo>
                <a:cubicBezTo>
                  <a:pt x="0" y="154690"/>
                  <a:pt x="0" y="129114"/>
                  <a:pt x="0" y="103537"/>
                </a:cubicBezTo>
                <a:cubicBezTo>
                  <a:pt x="0" y="70874"/>
                  <a:pt x="0" y="38210"/>
                  <a:pt x="0" y="5547"/>
                </a:cubicBezTo>
                <a:cubicBezTo>
                  <a:pt x="0" y="3698"/>
                  <a:pt x="0" y="1849"/>
                  <a:pt x="0" y="0"/>
                </a:cubicBezTo>
                <a:cubicBezTo>
                  <a:pt x="924" y="0"/>
                  <a:pt x="1849" y="0"/>
                  <a:pt x="2773" y="0"/>
                </a:cubicBezTo>
                <a:cubicBezTo>
                  <a:pt x="1548" y="29693"/>
                  <a:pt x="931" y="59584"/>
                  <a:pt x="924" y="89671"/>
                </a:cubicBezTo>
                <a:cubicBezTo>
                  <a:pt x="937" y="120003"/>
                  <a:pt x="1554" y="150201"/>
                  <a:pt x="2773" y="180266"/>
                </a:cubicBezTo>
                <a:close/>
              </a:path>
            </a:pathLst>
          </a:custGeom>
          <a:solidFill xmlns:a="http://schemas.openxmlformats.org/drawingml/2006/main">
            <a:srgbClr val="BFC6C9">
              <a:alpha val="30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453D7-C391-4C6B-A91B-BB0B8CF8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104" y="3748185"/>
            <a:ext cx="4622" cy="4622"/>
          </a:xfrm>
          <a:custGeom xmlns:a="http://schemas.openxmlformats.org/drawingml/2006/main">
            <a:pathLst>
              <a:path w="4622" h="4622">
                <a:moveTo>
                  <a:pt x="0" y="4622"/>
                </a:moveTo>
                <a:cubicBezTo>
                  <a:pt x="617" y="2157"/>
                  <a:pt x="2157" y="617"/>
                  <a:pt x="4622" y="0"/>
                </a:cubicBezTo>
                <a:cubicBezTo>
                  <a:pt x="3390" y="1849"/>
                  <a:pt x="1849" y="3390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FCFBFA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D0E4C-80BB-4FF2-BE89-87B9E65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726" y="3746336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0" y="617"/>
                  <a:pt x="617" y="0"/>
                  <a:pt x="1849" y="0"/>
                </a:cubicBezTo>
                <a:cubicBezTo>
                  <a:pt x="1541" y="924"/>
                  <a:pt x="924" y="1541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FCFEF5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03A80-B69E-464F-A600-53456884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39" y="3735243"/>
            <a:ext cx="11093" cy="26809"/>
          </a:xfrm>
          <a:custGeom xmlns:a="http://schemas.openxmlformats.org/drawingml/2006/main">
            <a:pathLst>
              <a:path w="11093" h="26809">
                <a:moveTo>
                  <a:pt x="0" y="26809"/>
                </a:moveTo>
                <a:cubicBezTo>
                  <a:pt x="3355" y="17652"/>
                  <a:pt x="7053" y="8717"/>
                  <a:pt x="11093" y="0"/>
                </a:cubicBezTo>
                <a:cubicBezTo>
                  <a:pt x="11010" y="2030"/>
                  <a:pt x="10702" y="4033"/>
                  <a:pt x="10169" y="6009"/>
                </a:cubicBezTo>
                <a:cubicBezTo>
                  <a:pt x="7280" y="11767"/>
                  <a:pt x="4969" y="17776"/>
                  <a:pt x="3236" y="24035"/>
                </a:cubicBezTo>
                <a:cubicBezTo>
                  <a:pt x="2534" y="25480"/>
                  <a:pt x="1455" y="26405"/>
                  <a:pt x="0" y="26809"/>
                </a:cubicBezTo>
                <a:close/>
              </a:path>
            </a:pathLst>
          </a:custGeom>
          <a:solidFill xmlns:a="http://schemas.openxmlformats.org/drawingml/2006/main">
            <a:srgbClr val="F1F1F0">
              <a:alpha val="4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58410-21AE-4470-9BED-3132DADB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443" y="3739865"/>
            <a:ext cx="2166" cy="3698"/>
          </a:xfrm>
          <a:custGeom xmlns:a="http://schemas.openxmlformats.org/drawingml/2006/main">
            <a:pathLst>
              <a:path w="2166" h="3698">
                <a:moveTo>
                  <a:pt x="2166" y="3698"/>
                </a:moveTo>
                <a:cubicBezTo>
                  <a:pt x="617" y="3066"/>
                  <a:pt x="0" y="1833"/>
                  <a:pt x="317" y="0"/>
                </a:cubicBezTo>
                <a:cubicBezTo>
                  <a:pt x="1402" y="937"/>
                  <a:pt x="2018" y="2170"/>
                  <a:pt x="2166" y="3698"/>
                </a:cubicBezTo>
                <a:close/>
              </a:path>
            </a:pathLst>
          </a:custGeom>
          <a:solidFill xmlns:a="http://schemas.openxmlformats.org/drawingml/2006/main">
            <a:srgbClr val="EFF0F1">
              <a:alpha val="3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D0B14-8816-496B-AD18-F0D2B3B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499" y="3741714"/>
            <a:ext cx="3698" cy="3698"/>
          </a:xfrm>
          <a:custGeom xmlns:a="http://schemas.openxmlformats.org/drawingml/2006/main">
            <a:pathLst>
              <a:path w="3698" h="3698">
                <a:moveTo>
                  <a:pt x="0" y="3698"/>
                </a:moveTo>
                <a:cubicBezTo>
                  <a:pt x="308" y="1541"/>
                  <a:pt x="1541" y="308"/>
                  <a:pt x="3698" y="0"/>
                </a:cubicBezTo>
                <a:cubicBezTo>
                  <a:pt x="2773" y="1541"/>
                  <a:pt x="1541" y="2773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FBFBFA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9B772-CC8F-4440-A1A4-5B3D9BB1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197" y="3739865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0" y="617"/>
                  <a:pt x="617" y="0"/>
                  <a:pt x="1849" y="0"/>
                </a:cubicBezTo>
                <a:cubicBezTo>
                  <a:pt x="1541" y="924"/>
                  <a:pt x="924" y="1541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FAFAF4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AAF18-DF24-4EC6-9A72-596AABFF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02" y="3732469"/>
            <a:ext cx="6471" cy="6471"/>
          </a:xfrm>
          <a:custGeom xmlns:a="http://schemas.openxmlformats.org/drawingml/2006/main">
            <a:pathLst>
              <a:path w="6471" h="6471">
                <a:moveTo>
                  <a:pt x="6471" y="6471"/>
                </a:moveTo>
                <a:cubicBezTo>
                  <a:pt x="4006" y="4622"/>
                  <a:pt x="1849" y="2465"/>
                  <a:pt x="0" y="0"/>
                </a:cubicBezTo>
                <a:cubicBezTo>
                  <a:pt x="3081" y="1232"/>
                  <a:pt x="5239" y="3390"/>
                  <a:pt x="6471" y="6471"/>
                </a:cubicBezTo>
                <a:close/>
              </a:path>
            </a:pathLst>
          </a:custGeom>
          <a:solidFill xmlns:a="http://schemas.openxmlformats.org/drawingml/2006/main">
            <a:srgbClr val="F0F2F0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A709D-7238-4610-9F61-DA4FBF6A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36" y="3730620"/>
            <a:ext cx="6471" cy="6471"/>
          </a:xfrm>
          <a:custGeom xmlns:a="http://schemas.openxmlformats.org/drawingml/2006/main">
            <a:pathLst>
              <a:path w="6471" h="6471">
                <a:moveTo>
                  <a:pt x="6471" y="6471"/>
                </a:moveTo>
                <a:cubicBezTo>
                  <a:pt x="3390" y="5239"/>
                  <a:pt x="1232" y="3081"/>
                  <a:pt x="0" y="0"/>
                </a:cubicBezTo>
                <a:cubicBezTo>
                  <a:pt x="2465" y="1849"/>
                  <a:pt x="4622" y="4006"/>
                  <a:pt x="6471" y="6471"/>
                </a:cubicBezTo>
                <a:close/>
              </a:path>
            </a:pathLst>
          </a:custGeom>
          <a:solidFill xmlns:a="http://schemas.openxmlformats.org/drawingml/2006/main">
            <a:srgbClr val="F4F5F5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9D1B3-70D2-4A78-89C3-C788FD6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38" y="3727847"/>
            <a:ext cx="4622" cy="12018"/>
          </a:xfrm>
          <a:custGeom xmlns:a="http://schemas.openxmlformats.org/drawingml/2006/main">
            <a:pathLst>
              <a:path w="4622" h="12018">
                <a:moveTo>
                  <a:pt x="4622" y="12018"/>
                </a:moveTo>
                <a:cubicBezTo>
                  <a:pt x="1562" y="8809"/>
                  <a:pt x="21" y="4802"/>
                  <a:pt x="0" y="0"/>
                </a:cubicBezTo>
                <a:cubicBezTo>
                  <a:pt x="1232" y="2465"/>
                  <a:pt x="2465" y="4930"/>
                  <a:pt x="3698" y="7396"/>
                </a:cubicBezTo>
                <a:cubicBezTo>
                  <a:pt x="4195" y="8890"/>
                  <a:pt x="4503" y="10431"/>
                  <a:pt x="4622" y="12018"/>
                </a:cubicBezTo>
                <a:close/>
              </a:path>
            </a:pathLst>
          </a:custGeom>
          <a:solidFill xmlns:a="http://schemas.openxmlformats.org/drawingml/2006/main">
            <a:srgbClr val="EFF1F2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88AF0-C6FD-4685-84AF-3E79DB4C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432" y="3730620"/>
            <a:ext cx="2240" cy="4622"/>
          </a:xfrm>
          <a:custGeom xmlns:a="http://schemas.openxmlformats.org/drawingml/2006/main">
            <a:pathLst>
              <a:path w="2240" h="4622">
                <a:moveTo>
                  <a:pt x="0" y="4622"/>
                </a:moveTo>
                <a:cubicBezTo>
                  <a:pt x="274" y="2863"/>
                  <a:pt x="890" y="1322"/>
                  <a:pt x="1849" y="0"/>
                </a:cubicBezTo>
                <a:cubicBezTo>
                  <a:pt x="2240" y="2109"/>
                  <a:pt x="1623" y="3650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F7F5F6">
              <a:alpha val="4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F87C2-AA0C-4171-A179-F613271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970" y="3733394"/>
            <a:ext cx="5547" cy="5547"/>
          </a:xfrm>
          <a:custGeom xmlns:a="http://schemas.openxmlformats.org/drawingml/2006/main">
            <a:pathLst>
              <a:path w="5547" h="5547">
                <a:moveTo>
                  <a:pt x="0" y="5547"/>
                </a:moveTo>
                <a:cubicBezTo>
                  <a:pt x="924" y="2773"/>
                  <a:pt x="2773" y="924"/>
                  <a:pt x="5547" y="0"/>
                </a:cubicBezTo>
                <a:cubicBezTo>
                  <a:pt x="4006" y="2157"/>
                  <a:pt x="2157" y="4006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F7F8F7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12178-E6EA-4A6F-A306-859720C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714905"/>
            <a:ext cx="17564" cy="17564"/>
          </a:xfrm>
          <a:custGeom xmlns:a="http://schemas.openxmlformats.org/drawingml/2006/main">
            <a:pathLst>
              <a:path w="17564" h="17564">
                <a:moveTo>
                  <a:pt x="17564" y="17564"/>
                </a:moveTo>
                <a:cubicBezTo>
                  <a:pt x="11401" y="12018"/>
                  <a:pt x="5547" y="6163"/>
                  <a:pt x="0" y="0"/>
                </a:cubicBezTo>
                <a:cubicBezTo>
                  <a:pt x="6779" y="4930"/>
                  <a:pt x="12634" y="10785"/>
                  <a:pt x="17564" y="17564"/>
                </a:cubicBezTo>
                <a:close/>
              </a:path>
            </a:pathLst>
          </a:custGeom>
          <a:solidFill xmlns:a="http://schemas.openxmlformats.org/drawingml/2006/main">
            <a:srgbClr val="EEEFEE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7FAB0-B050-4937-8965-DCA5673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17" y="3730620"/>
            <a:ext cx="2773" cy="2773"/>
          </a:xfrm>
          <a:custGeom xmlns:a="http://schemas.openxmlformats.org/drawingml/2006/main">
            <a:pathLst>
              <a:path w="2773" h="2773">
                <a:moveTo>
                  <a:pt x="0" y="2773"/>
                </a:moveTo>
                <a:cubicBezTo>
                  <a:pt x="0" y="924"/>
                  <a:pt x="924" y="0"/>
                  <a:pt x="2773" y="0"/>
                </a:cubicBezTo>
                <a:cubicBezTo>
                  <a:pt x="2157" y="1232"/>
                  <a:pt x="1232" y="2157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F8F8F5">
              <a:alpha val="3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24D55-43DF-4CCF-8649-BEC5A0E0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716" y="3722300"/>
            <a:ext cx="8320" cy="8320"/>
          </a:xfrm>
          <a:custGeom xmlns:a="http://schemas.openxmlformats.org/drawingml/2006/main">
            <a:pathLst>
              <a:path w="8320" h="8320">
                <a:moveTo>
                  <a:pt x="8320" y="8320"/>
                </a:moveTo>
                <a:cubicBezTo>
                  <a:pt x="4622" y="6471"/>
                  <a:pt x="1849" y="3698"/>
                  <a:pt x="0" y="0"/>
                </a:cubicBezTo>
                <a:cubicBezTo>
                  <a:pt x="3081" y="2465"/>
                  <a:pt x="5854" y="5239"/>
                  <a:pt x="8320" y="8320"/>
                </a:cubicBezTo>
                <a:close/>
              </a:path>
            </a:pathLst>
          </a:custGeom>
          <a:solidFill xmlns:a="http://schemas.openxmlformats.org/drawingml/2006/main">
            <a:srgbClr val="F3F5F5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BA0AF-522F-49FB-8CC4-3971D76C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281" y="3714905"/>
            <a:ext cx="6471" cy="15715"/>
          </a:xfrm>
          <a:custGeom xmlns:a="http://schemas.openxmlformats.org/drawingml/2006/main">
            <a:pathLst>
              <a:path w="6471" h="15715">
                <a:moveTo>
                  <a:pt x="0" y="15715"/>
                </a:moveTo>
                <a:cubicBezTo>
                  <a:pt x="0" y="14791"/>
                  <a:pt x="0" y="13867"/>
                  <a:pt x="0" y="12942"/>
                </a:cubicBezTo>
                <a:cubicBezTo>
                  <a:pt x="2157" y="8628"/>
                  <a:pt x="4314" y="4314"/>
                  <a:pt x="6471" y="0"/>
                </a:cubicBezTo>
                <a:cubicBezTo>
                  <a:pt x="5179" y="3895"/>
                  <a:pt x="4100" y="7900"/>
                  <a:pt x="3236" y="12018"/>
                </a:cubicBezTo>
                <a:cubicBezTo>
                  <a:pt x="2551" y="13699"/>
                  <a:pt x="1473" y="14932"/>
                  <a:pt x="0" y="15715"/>
                </a:cubicBezTo>
                <a:close/>
              </a:path>
            </a:pathLst>
          </a:custGeom>
          <a:solidFill xmlns:a="http://schemas.openxmlformats.org/drawingml/2006/main">
            <a:srgbClr val="F1F1F1">
              <a:alpha val="13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28A77-ACC7-4B29-90B8-D1115D2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290" y="3724149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4622" y="2465"/>
                  <a:pt x="2465" y="4622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7F7F6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58452-5B0E-441A-8E09-7C33059C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57" y="3722300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849" y="4006"/>
                  <a:pt x="4006" y="1849"/>
                  <a:pt x="6471" y="0"/>
                </a:cubicBezTo>
                <a:cubicBezTo>
                  <a:pt x="5239" y="3081"/>
                  <a:pt x="3081" y="5239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3F3F3">
              <a:alpha val="17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AC8FF-556C-4B50-B493-44510D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67" y="3712132"/>
            <a:ext cx="6471" cy="15715"/>
          </a:xfrm>
          <a:custGeom xmlns:a="http://schemas.openxmlformats.org/drawingml/2006/main">
            <a:pathLst>
              <a:path w="6471" h="15715">
                <a:moveTo>
                  <a:pt x="6471" y="15715"/>
                </a:moveTo>
                <a:cubicBezTo>
                  <a:pt x="4148" y="13099"/>
                  <a:pt x="2453" y="10018"/>
                  <a:pt x="1387" y="6471"/>
                </a:cubicBezTo>
                <a:cubicBezTo>
                  <a:pt x="483" y="4400"/>
                  <a:pt x="21" y="2244"/>
                  <a:pt x="0" y="0"/>
                </a:cubicBezTo>
                <a:cubicBezTo>
                  <a:pt x="2681" y="4944"/>
                  <a:pt x="4838" y="10183"/>
                  <a:pt x="6471" y="15715"/>
                </a:cubicBezTo>
                <a:close/>
              </a:path>
            </a:pathLst>
          </a:custGeom>
          <a:solidFill xmlns:a="http://schemas.openxmlformats.org/drawingml/2006/main">
            <a:srgbClr val="EFF1F2">
              <a:alpha val="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E2F48-6288-4161-9496-0677D173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61" y="3722300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0" y="617"/>
                  <a:pt x="617" y="0"/>
                  <a:pt x="1849" y="0"/>
                </a:cubicBezTo>
                <a:cubicBezTo>
                  <a:pt x="1541" y="924"/>
                  <a:pt x="924" y="1541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F1F1EF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829A5-564A-40A2-BC7D-FA89416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942" y="3719527"/>
            <a:ext cx="2773" cy="2773"/>
          </a:xfrm>
          <a:custGeom xmlns:a="http://schemas.openxmlformats.org/drawingml/2006/main">
            <a:pathLst>
              <a:path w="2773" h="2773">
                <a:moveTo>
                  <a:pt x="2773" y="2773"/>
                </a:moveTo>
                <a:cubicBezTo>
                  <a:pt x="924" y="2773"/>
                  <a:pt x="0" y="1849"/>
                  <a:pt x="0" y="0"/>
                </a:cubicBezTo>
                <a:cubicBezTo>
                  <a:pt x="1232" y="617"/>
                  <a:pt x="2157" y="1541"/>
                  <a:pt x="2773" y="2773"/>
                </a:cubicBezTo>
                <a:close/>
              </a:path>
            </a:pathLst>
          </a:custGeom>
          <a:solidFill xmlns:a="http://schemas.openxmlformats.org/drawingml/2006/main">
            <a:srgbClr val="F4F5F5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EFE7E-8A91-4C10-AE3C-E79AA45E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471" y="3713056"/>
            <a:ext cx="6471" cy="6471"/>
          </a:xfrm>
          <a:custGeom xmlns:a="http://schemas.openxmlformats.org/drawingml/2006/main">
            <a:pathLst>
              <a:path w="6471" h="6471">
                <a:moveTo>
                  <a:pt x="6471" y="6471"/>
                </a:moveTo>
                <a:cubicBezTo>
                  <a:pt x="3390" y="5239"/>
                  <a:pt x="1232" y="3081"/>
                  <a:pt x="0" y="0"/>
                </a:cubicBezTo>
                <a:cubicBezTo>
                  <a:pt x="2465" y="1849"/>
                  <a:pt x="4622" y="4006"/>
                  <a:pt x="6471" y="6471"/>
                </a:cubicBezTo>
                <a:close/>
              </a:path>
            </a:pathLst>
          </a:custGeom>
          <a:solidFill xmlns:a="http://schemas.openxmlformats.org/drawingml/2006/main">
            <a:srgbClr val="F7F7F7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D26C2-8EE8-427F-B531-88F3DFDC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628" y="3715829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849" y="4006"/>
                  <a:pt x="4006" y="1849"/>
                  <a:pt x="6471" y="0"/>
                </a:cubicBezTo>
                <a:cubicBezTo>
                  <a:pt x="5239" y="3081"/>
                  <a:pt x="3081" y="5239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5F5F5">
              <a:alpha val="1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A38FE-024D-4CF5-A6A1-369EA22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610" y="3715829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4622" y="2465"/>
                  <a:pt x="2465" y="4622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4F5F3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F88FF-A866-4E06-B0A1-4246B56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063" y="3707509"/>
            <a:ext cx="4735" cy="11093"/>
          </a:xfrm>
          <a:custGeom xmlns:a="http://schemas.openxmlformats.org/drawingml/2006/main">
            <a:pathLst>
              <a:path w="4735" h="11093">
                <a:moveTo>
                  <a:pt x="4622" y="11093"/>
                </a:moveTo>
                <a:cubicBezTo>
                  <a:pt x="2375" y="7755"/>
                  <a:pt x="835" y="4057"/>
                  <a:pt x="0" y="0"/>
                </a:cubicBezTo>
                <a:cubicBezTo>
                  <a:pt x="3194" y="2811"/>
                  <a:pt x="4735" y="6509"/>
                  <a:pt x="4622" y="11093"/>
                </a:cubicBezTo>
                <a:close/>
              </a:path>
            </a:pathLst>
          </a:custGeom>
          <a:solidFill xmlns:a="http://schemas.openxmlformats.org/drawingml/2006/main">
            <a:srgbClr val="EEF0EF">
              <a:alpha val="7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ECDFC-F94F-4EC4-AC87-520D6972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099" y="3713980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308" y="924"/>
                  <a:pt x="924" y="308"/>
                  <a:pt x="1849" y="0"/>
                </a:cubicBezTo>
                <a:cubicBezTo>
                  <a:pt x="1849" y="1232"/>
                  <a:pt x="1232" y="1849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F5F5F5">
              <a:alpha val="1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1D51A-E382-4168-A77E-663A525D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867" y="3708434"/>
            <a:ext cx="6471" cy="6471"/>
          </a:xfrm>
          <a:custGeom xmlns:a="http://schemas.openxmlformats.org/drawingml/2006/main">
            <a:pathLst>
              <a:path w="6471" h="6471">
                <a:moveTo>
                  <a:pt x="6471" y="6471"/>
                </a:moveTo>
                <a:cubicBezTo>
                  <a:pt x="4006" y="4622"/>
                  <a:pt x="1849" y="2465"/>
                  <a:pt x="0" y="0"/>
                </a:cubicBezTo>
                <a:cubicBezTo>
                  <a:pt x="3081" y="1232"/>
                  <a:pt x="5239" y="3390"/>
                  <a:pt x="6471" y="6471"/>
                </a:cubicBezTo>
                <a:close/>
              </a:path>
            </a:pathLst>
          </a:custGeom>
          <a:solidFill xmlns:a="http://schemas.openxmlformats.org/drawingml/2006/main">
            <a:srgbClr val="EBECEB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22DC5-FA7A-428B-9744-FD0FAE3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81" y="3709358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4622" y="2465"/>
                  <a:pt x="2465" y="4622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2F2F2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AE9D2-E2BB-4BA0-9BCC-18807EA9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112" y="3677927"/>
            <a:ext cx="52734" cy="44724"/>
          </a:xfrm>
          <a:custGeom xmlns:a="http://schemas.openxmlformats.org/drawingml/2006/main">
            <a:pathLst>
              <a:path w="52734" h="44724">
                <a:moveTo>
                  <a:pt x="16681" y="0"/>
                </a:moveTo>
                <a:cubicBezTo>
                  <a:pt x="5344" y="7893"/>
                  <a:pt x="2724" y="18062"/>
                  <a:pt x="8823" y="30507"/>
                </a:cubicBezTo>
                <a:cubicBezTo>
                  <a:pt x="16889" y="40310"/>
                  <a:pt x="26595" y="42314"/>
                  <a:pt x="37943" y="36515"/>
                </a:cubicBezTo>
                <a:cubicBezTo>
                  <a:pt x="44930" y="31012"/>
                  <a:pt x="48320" y="23771"/>
                  <a:pt x="48112" y="14791"/>
                </a:cubicBezTo>
                <a:cubicBezTo>
                  <a:pt x="49568" y="13907"/>
                  <a:pt x="51109" y="13291"/>
                  <a:pt x="52734" y="12942"/>
                </a:cubicBezTo>
                <a:cubicBezTo>
                  <a:pt x="50459" y="17567"/>
                  <a:pt x="48610" y="22497"/>
                  <a:pt x="47187" y="27733"/>
                </a:cubicBezTo>
                <a:cubicBezTo>
                  <a:pt x="39298" y="41335"/>
                  <a:pt x="28205" y="44724"/>
                  <a:pt x="13907" y="37902"/>
                </a:cubicBezTo>
                <a:cubicBezTo>
                  <a:pt x="924" y="27045"/>
                  <a:pt x="0" y="15336"/>
                  <a:pt x="11134" y="2773"/>
                </a:cubicBezTo>
                <a:cubicBezTo>
                  <a:pt x="12745" y="1352"/>
                  <a:pt x="14594" y="427"/>
                  <a:pt x="16681" y="0"/>
                </a:cubicBezTo>
                <a:close/>
              </a:path>
            </a:pathLst>
          </a:custGeom>
          <a:solidFill xmlns:a="http://schemas.openxmlformats.org/drawingml/2006/main">
            <a:srgbClr val="EEEFEF">
              <a:alpha val="1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955AF-4038-4A58-BEB8-47A1448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649" y="3673024"/>
            <a:ext cx="51892" cy="45470"/>
          </a:xfrm>
          <a:custGeom xmlns:a="http://schemas.openxmlformats.org/drawingml/2006/main">
            <a:pathLst>
              <a:path w="51892" h="45470">
                <a:moveTo>
                  <a:pt x="16640" y="41881"/>
                </a:moveTo>
                <a:cubicBezTo>
                  <a:pt x="9779" y="36165"/>
                  <a:pt x="6389" y="28770"/>
                  <a:pt x="6471" y="19694"/>
                </a:cubicBezTo>
                <a:cubicBezTo>
                  <a:pt x="5623" y="19115"/>
                  <a:pt x="4699" y="18806"/>
                  <a:pt x="3698" y="18770"/>
                </a:cubicBezTo>
                <a:cubicBezTo>
                  <a:pt x="2615" y="17989"/>
                  <a:pt x="1382" y="17373"/>
                  <a:pt x="0" y="16921"/>
                </a:cubicBezTo>
                <a:cubicBezTo>
                  <a:pt x="1303" y="15038"/>
                  <a:pt x="2689" y="13189"/>
                  <a:pt x="4160" y="11374"/>
                </a:cubicBezTo>
                <a:cubicBezTo>
                  <a:pt x="5793" y="12052"/>
                  <a:pt x="7487" y="12361"/>
                  <a:pt x="9244" y="12299"/>
                </a:cubicBezTo>
                <a:cubicBezTo>
                  <a:pt x="10363" y="11899"/>
                  <a:pt x="11287" y="11283"/>
                  <a:pt x="12018" y="10450"/>
                </a:cubicBezTo>
                <a:cubicBezTo>
                  <a:pt x="23923" y="0"/>
                  <a:pt x="35170" y="617"/>
                  <a:pt x="45760" y="12299"/>
                </a:cubicBezTo>
                <a:cubicBezTo>
                  <a:pt x="51892" y="24378"/>
                  <a:pt x="49581" y="34392"/>
                  <a:pt x="38827" y="42343"/>
                </a:cubicBezTo>
                <a:cubicBezTo>
                  <a:pt x="31363" y="45470"/>
                  <a:pt x="23967" y="45316"/>
                  <a:pt x="16640" y="41881"/>
                </a:cubicBezTo>
                <a:close/>
                <a:moveTo>
                  <a:pt x="22187" y="35410"/>
                </a:moveTo>
                <a:cubicBezTo>
                  <a:pt x="26935" y="36799"/>
                  <a:pt x="31557" y="36491"/>
                  <a:pt x="36053" y="34485"/>
                </a:cubicBezTo>
                <a:cubicBezTo>
                  <a:pt x="38923" y="28949"/>
                  <a:pt x="39539" y="23093"/>
                  <a:pt x="37902" y="16921"/>
                </a:cubicBezTo>
                <a:cubicBezTo>
                  <a:pt x="33791" y="12465"/>
                  <a:pt x="29169" y="10924"/>
                  <a:pt x="24035" y="12299"/>
                </a:cubicBezTo>
                <a:cubicBezTo>
                  <a:pt x="22742" y="13584"/>
                  <a:pt x="21201" y="14508"/>
                  <a:pt x="19413" y="15072"/>
                </a:cubicBezTo>
                <a:cubicBezTo>
                  <a:pt x="19413" y="16304"/>
                  <a:pt x="18797" y="16921"/>
                  <a:pt x="17564" y="16921"/>
                </a:cubicBezTo>
                <a:cubicBezTo>
                  <a:pt x="15910" y="22786"/>
                  <a:pt x="16526" y="28332"/>
                  <a:pt x="19413" y="33561"/>
                </a:cubicBezTo>
                <a:cubicBezTo>
                  <a:pt x="20825" y="33493"/>
                  <a:pt x="21749" y="34110"/>
                  <a:pt x="22187" y="35410"/>
                </a:cubicBezTo>
                <a:close/>
              </a:path>
            </a:pathLst>
          </a:custGeom>
          <a:solidFill xmlns:a="http://schemas.openxmlformats.org/drawingml/2006/main">
            <a:srgbClr val="2B3F54">
              <a:alpha val="99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DB2EC-980C-498C-9C80-A9E7A313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925" y="3707509"/>
            <a:ext cx="5547" cy="5547"/>
          </a:xfrm>
          <a:custGeom xmlns:a="http://schemas.openxmlformats.org/drawingml/2006/main">
            <a:pathLst>
              <a:path w="5547" h="5547">
                <a:moveTo>
                  <a:pt x="5547" y="5547"/>
                </a:moveTo>
                <a:cubicBezTo>
                  <a:pt x="2773" y="4622"/>
                  <a:pt x="924" y="2773"/>
                  <a:pt x="0" y="0"/>
                </a:cubicBezTo>
                <a:cubicBezTo>
                  <a:pt x="2157" y="1541"/>
                  <a:pt x="4006" y="3390"/>
                  <a:pt x="5547" y="5547"/>
                </a:cubicBezTo>
                <a:close/>
              </a:path>
            </a:pathLst>
          </a:custGeom>
          <a:solidFill xmlns:a="http://schemas.openxmlformats.org/drawingml/2006/main">
            <a:srgbClr val="FAF9F9">
              <a:alpha val="3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07202-4FE0-47AC-8F66-21AD69A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725" y="3678852"/>
            <a:ext cx="25884" cy="56391"/>
          </a:xfrm>
          <a:custGeom xmlns:a="http://schemas.openxmlformats.org/drawingml/2006/main">
            <a:pathLst>
              <a:path w="25884" h="56391">
                <a:moveTo>
                  <a:pt x="23111" y="56391"/>
                </a:moveTo>
                <a:cubicBezTo>
                  <a:pt x="21879" y="53925"/>
                  <a:pt x="20646" y="51461"/>
                  <a:pt x="19413" y="48995"/>
                </a:cubicBezTo>
                <a:cubicBezTo>
                  <a:pt x="17780" y="43463"/>
                  <a:pt x="15623" y="38224"/>
                  <a:pt x="12942" y="33280"/>
                </a:cubicBezTo>
                <a:cubicBezTo>
                  <a:pt x="12942" y="32972"/>
                  <a:pt x="12942" y="32663"/>
                  <a:pt x="12942" y="32355"/>
                </a:cubicBezTo>
                <a:cubicBezTo>
                  <a:pt x="11128" y="27205"/>
                  <a:pt x="8972" y="22275"/>
                  <a:pt x="6471" y="17564"/>
                </a:cubicBezTo>
                <a:cubicBezTo>
                  <a:pt x="6562" y="15667"/>
                  <a:pt x="5945" y="14125"/>
                  <a:pt x="4622" y="12942"/>
                </a:cubicBezTo>
                <a:cubicBezTo>
                  <a:pt x="3561" y="8979"/>
                  <a:pt x="2020" y="5281"/>
                  <a:pt x="0" y="1849"/>
                </a:cubicBezTo>
                <a:cubicBezTo>
                  <a:pt x="0" y="1541"/>
                  <a:pt x="0" y="1232"/>
                  <a:pt x="0" y="924"/>
                </a:cubicBezTo>
                <a:cubicBezTo>
                  <a:pt x="0" y="617"/>
                  <a:pt x="0" y="308"/>
                  <a:pt x="0" y="0"/>
                </a:cubicBezTo>
                <a:cubicBezTo>
                  <a:pt x="1925" y="115"/>
                  <a:pt x="3311" y="1039"/>
                  <a:pt x="4160" y="2773"/>
                </a:cubicBezTo>
                <a:cubicBezTo>
                  <a:pt x="5563" y="2160"/>
                  <a:pt x="6642" y="1236"/>
                  <a:pt x="7396" y="0"/>
                </a:cubicBezTo>
                <a:cubicBezTo>
                  <a:pt x="9111" y="2689"/>
                  <a:pt x="10652" y="5463"/>
                  <a:pt x="12018" y="8320"/>
                </a:cubicBezTo>
                <a:cubicBezTo>
                  <a:pt x="13440" y="13928"/>
                  <a:pt x="15597" y="19166"/>
                  <a:pt x="18489" y="24035"/>
                </a:cubicBezTo>
                <a:cubicBezTo>
                  <a:pt x="18398" y="25933"/>
                  <a:pt x="19015" y="27474"/>
                  <a:pt x="20338" y="28658"/>
                </a:cubicBezTo>
                <a:cubicBezTo>
                  <a:pt x="21172" y="32715"/>
                  <a:pt x="22713" y="36413"/>
                  <a:pt x="24960" y="39751"/>
                </a:cubicBezTo>
                <a:cubicBezTo>
                  <a:pt x="25079" y="41337"/>
                  <a:pt x="25387" y="42878"/>
                  <a:pt x="25884" y="44373"/>
                </a:cubicBezTo>
                <a:cubicBezTo>
                  <a:pt x="25075" y="44252"/>
                  <a:pt x="24458" y="44560"/>
                  <a:pt x="24035" y="45298"/>
                </a:cubicBezTo>
                <a:cubicBezTo>
                  <a:pt x="25528" y="47754"/>
                  <a:pt x="24912" y="49448"/>
                  <a:pt x="22187" y="50382"/>
                </a:cubicBezTo>
                <a:cubicBezTo>
                  <a:pt x="23663" y="52405"/>
                  <a:pt x="23972" y="54407"/>
                  <a:pt x="23111" y="56391"/>
                </a:cubicBezTo>
                <a:close/>
              </a:path>
            </a:pathLst>
          </a:custGeom>
          <a:solidFill xmlns:a="http://schemas.openxmlformats.org/drawingml/2006/main">
            <a:srgbClr val="293E55">
              <a:alpha val="99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FE34D-EE0F-4586-9B81-49EEE556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116" y="3710283"/>
            <a:ext cx="2331" cy="4622"/>
          </a:xfrm>
          <a:custGeom xmlns:a="http://schemas.openxmlformats.org/drawingml/2006/main">
            <a:pathLst>
              <a:path w="2331" h="4622">
                <a:moveTo>
                  <a:pt x="391" y="4622"/>
                </a:moveTo>
                <a:cubicBezTo>
                  <a:pt x="0" y="2514"/>
                  <a:pt x="617" y="973"/>
                  <a:pt x="2240" y="0"/>
                </a:cubicBezTo>
                <a:cubicBezTo>
                  <a:pt x="2331" y="1898"/>
                  <a:pt x="1714" y="3439"/>
                  <a:pt x="391" y="4622"/>
                </a:cubicBezTo>
                <a:close/>
              </a:path>
            </a:pathLst>
          </a:custGeom>
          <a:solidFill xmlns:a="http://schemas.openxmlformats.org/drawingml/2006/main">
            <a:srgbClr val="E3E6E7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EE2E5-BFBD-4944-82F9-883E5B2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948" y="3709358"/>
            <a:ext cx="4622" cy="4622"/>
          </a:xfrm>
          <a:custGeom xmlns:a="http://schemas.openxmlformats.org/drawingml/2006/main">
            <a:pathLst>
              <a:path w="4622" h="4622">
                <a:moveTo>
                  <a:pt x="0" y="4622"/>
                </a:moveTo>
                <a:cubicBezTo>
                  <a:pt x="1232" y="2773"/>
                  <a:pt x="2773" y="1232"/>
                  <a:pt x="4622" y="0"/>
                </a:cubicBezTo>
                <a:cubicBezTo>
                  <a:pt x="4006" y="2465"/>
                  <a:pt x="2465" y="4006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F9F7F7">
              <a:alpha val="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5B6C8-59AF-439C-AF1D-23FC232F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70" y="3707509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308" y="924"/>
                  <a:pt x="924" y="308"/>
                  <a:pt x="1849" y="0"/>
                </a:cubicBezTo>
                <a:cubicBezTo>
                  <a:pt x="1849" y="1232"/>
                  <a:pt x="1232" y="1849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FCFCFC">
              <a:alpha val="3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7F9D6-529C-4668-BD26-3ED3493C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810" y="3676078"/>
            <a:ext cx="25884" cy="51769"/>
          </a:xfrm>
          <a:custGeom xmlns:a="http://schemas.openxmlformats.org/drawingml/2006/main">
            <a:pathLst>
              <a:path w="25884" h="51769">
                <a:moveTo>
                  <a:pt x="6471" y="51769"/>
                </a:moveTo>
                <a:cubicBezTo>
                  <a:pt x="6609" y="50796"/>
                  <a:pt x="6455" y="49872"/>
                  <a:pt x="6009" y="48995"/>
                </a:cubicBezTo>
                <a:cubicBezTo>
                  <a:pt x="4348" y="51395"/>
                  <a:pt x="3114" y="51087"/>
                  <a:pt x="2311" y="48071"/>
                </a:cubicBezTo>
                <a:cubicBezTo>
                  <a:pt x="1691" y="48766"/>
                  <a:pt x="921" y="49075"/>
                  <a:pt x="0" y="48995"/>
                </a:cubicBezTo>
                <a:cubicBezTo>
                  <a:pt x="1487" y="45710"/>
                  <a:pt x="2720" y="42320"/>
                  <a:pt x="3698" y="38827"/>
                </a:cubicBezTo>
                <a:cubicBezTo>
                  <a:pt x="5021" y="37643"/>
                  <a:pt x="5637" y="36102"/>
                  <a:pt x="5547" y="34204"/>
                </a:cubicBezTo>
                <a:cubicBezTo>
                  <a:pt x="7561" y="30781"/>
                  <a:pt x="9101" y="27083"/>
                  <a:pt x="10169" y="23111"/>
                </a:cubicBezTo>
                <a:cubicBezTo>
                  <a:pt x="13469" y="16302"/>
                  <a:pt x="16242" y="9214"/>
                  <a:pt x="18489" y="1849"/>
                </a:cubicBezTo>
                <a:cubicBezTo>
                  <a:pt x="19105" y="1232"/>
                  <a:pt x="19721" y="617"/>
                  <a:pt x="20338" y="0"/>
                </a:cubicBezTo>
                <a:cubicBezTo>
                  <a:pt x="21227" y="2298"/>
                  <a:pt x="21997" y="2298"/>
                  <a:pt x="22649" y="0"/>
                </a:cubicBezTo>
                <a:cubicBezTo>
                  <a:pt x="23748" y="1602"/>
                  <a:pt x="24827" y="3143"/>
                  <a:pt x="25884" y="4622"/>
                </a:cubicBezTo>
                <a:cubicBezTo>
                  <a:pt x="25884" y="5239"/>
                  <a:pt x="25884" y="5854"/>
                  <a:pt x="25884" y="6471"/>
                </a:cubicBezTo>
                <a:cubicBezTo>
                  <a:pt x="24561" y="7654"/>
                  <a:pt x="23945" y="9195"/>
                  <a:pt x="24035" y="11093"/>
                </a:cubicBezTo>
                <a:cubicBezTo>
                  <a:pt x="19811" y="20058"/>
                  <a:pt x="16113" y="29302"/>
                  <a:pt x="12942" y="38827"/>
                </a:cubicBezTo>
                <a:cubicBezTo>
                  <a:pt x="10785" y="43141"/>
                  <a:pt x="8628" y="47454"/>
                  <a:pt x="6471" y="51769"/>
                </a:cubicBezTo>
                <a:close/>
              </a:path>
            </a:pathLst>
          </a:custGeom>
          <a:solidFill xmlns:a="http://schemas.openxmlformats.org/drawingml/2006/main">
            <a:srgbClr val="263B50">
              <a:alpha val="9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43CD0-791B-469D-B385-504A516E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062" y="3706517"/>
            <a:ext cx="2773" cy="1984"/>
          </a:xfrm>
          <a:custGeom xmlns:a="http://schemas.openxmlformats.org/drawingml/2006/main">
            <a:pathLst>
              <a:path w="2773" h="1984">
                <a:moveTo>
                  <a:pt x="2773" y="1916"/>
                </a:moveTo>
                <a:cubicBezTo>
                  <a:pt x="1362" y="1984"/>
                  <a:pt x="437" y="1367"/>
                  <a:pt x="0" y="67"/>
                </a:cubicBezTo>
                <a:cubicBezTo>
                  <a:pt x="1412" y="0"/>
                  <a:pt x="2336" y="617"/>
                  <a:pt x="2773" y="1916"/>
                </a:cubicBezTo>
                <a:close/>
              </a:path>
            </a:pathLst>
          </a:custGeom>
          <a:solidFill xmlns:a="http://schemas.openxmlformats.org/drawingml/2006/main">
            <a:srgbClr val="D2D3D9">
              <a:alpha val="11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454AA-AE77-42CC-A50A-C6A5D035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547" y="3700114"/>
            <a:ext cx="8320" cy="8320"/>
          </a:xfrm>
          <a:custGeom xmlns:a="http://schemas.openxmlformats.org/drawingml/2006/main">
            <a:pathLst>
              <a:path w="8320" h="8320">
                <a:moveTo>
                  <a:pt x="8320" y="8320"/>
                </a:moveTo>
                <a:cubicBezTo>
                  <a:pt x="5239" y="5854"/>
                  <a:pt x="2465" y="3081"/>
                  <a:pt x="0" y="0"/>
                </a:cubicBezTo>
                <a:cubicBezTo>
                  <a:pt x="3698" y="1849"/>
                  <a:pt x="6471" y="4622"/>
                  <a:pt x="8320" y="8320"/>
                </a:cubicBezTo>
                <a:close/>
              </a:path>
            </a:pathLst>
          </a:custGeom>
          <a:solidFill xmlns:a="http://schemas.openxmlformats.org/drawingml/2006/main">
            <a:srgbClr val="EAECEB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141E9-A9FC-43E2-9FCA-E1D45C4C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033" y="3647421"/>
            <a:ext cx="120150" cy="121074"/>
          </a:xfrm>
          <a:custGeom xmlns:a="http://schemas.openxmlformats.org/drawingml/2006/main">
            <a:pathLst>
              <a:path w="120150" h="121074">
                <a:moveTo>
                  <a:pt x="82248" y="91520"/>
                </a:moveTo>
                <a:cubicBezTo>
                  <a:pt x="81323" y="90903"/>
                  <a:pt x="80399" y="90287"/>
                  <a:pt x="79474" y="89671"/>
                </a:cubicBezTo>
                <a:cubicBezTo>
                  <a:pt x="77625" y="87205"/>
                  <a:pt x="75469" y="85049"/>
                  <a:pt x="73003" y="83200"/>
                </a:cubicBezTo>
                <a:cubicBezTo>
                  <a:pt x="70538" y="80119"/>
                  <a:pt x="67764" y="77345"/>
                  <a:pt x="64683" y="74880"/>
                </a:cubicBezTo>
                <a:cubicBezTo>
                  <a:pt x="64067" y="73647"/>
                  <a:pt x="63142" y="72723"/>
                  <a:pt x="61910" y="72106"/>
                </a:cubicBezTo>
                <a:cubicBezTo>
                  <a:pt x="60061" y="69641"/>
                  <a:pt x="57904" y="67484"/>
                  <a:pt x="55439" y="65635"/>
                </a:cubicBezTo>
                <a:cubicBezTo>
                  <a:pt x="53898" y="63479"/>
                  <a:pt x="52049" y="61630"/>
                  <a:pt x="49892" y="60089"/>
                </a:cubicBezTo>
                <a:cubicBezTo>
                  <a:pt x="47780" y="57360"/>
                  <a:pt x="45314" y="54895"/>
                  <a:pt x="42497" y="52693"/>
                </a:cubicBezTo>
                <a:cubicBezTo>
                  <a:pt x="42189" y="51769"/>
                  <a:pt x="41572" y="51152"/>
                  <a:pt x="40648" y="50844"/>
                </a:cubicBezTo>
                <a:cubicBezTo>
                  <a:pt x="39415" y="48995"/>
                  <a:pt x="37874" y="47454"/>
                  <a:pt x="36025" y="46222"/>
                </a:cubicBezTo>
                <a:cubicBezTo>
                  <a:pt x="35718" y="45298"/>
                  <a:pt x="35101" y="44681"/>
                  <a:pt x="34177" y="44373"/>
                </a:cubicBezTo>
                <a:cubicBezTo>
                  <a:pt x="34177" y="44065"/>
                  <a:pt x="34177" y="43757"/>
                  <a:pt x="34177" y="43449"/>
                </a:cubicBezTo>
                <a:cubicBezTo>
                  <a:pt x="35743" y="42352"/>
                  <a:pt x="37284" y="42507"/>
                  <a:pt x="38799" y="43911"/>
                </a:cubicBezTo>
                <a:cubicBezTo>
                  <a:pt x="37732" y="44756"/>
                  <a:pt x="37886" y="45526"/>
                  <a:pt x="39261" y="46222"/>
                </a:cubicBezTo>
                <a:cubicBezTo>
                  <a:pt x="39569" y="45914"/>
                  <a:pt x="39878" y="45605"/>
                  <a:pt x="40185" y="45298"/>
                </a:cubicBezTo>
                <a:cubicBezTo>
                  <a:pt x="42762" y="47171"/>
                  <a:pt x="44302" y="49328"/>
                  <a:pt x="44808" y="51769"/>
                </a:cubicBezTo>
                <a:cubicBezTo>
                  <a:pt x="46797" y="50126"/>
                  <a:pt x="46643" y="48739"/>
                  <a:pt x="44345" y="47609"/>
                </a:cubicBezTo>
                <a:cubicBezTo>
                  <a:pt x="32806" y="34986"/>
                  <a:pt x="20480" y="22506"/>
                  <a:pt x="7368" y="10169"/>
                </a:cubicBezTo>
                <a:cubicBezTo>
                  <a:pt x="5226" y="7565"/>
                  <a:pt x="2915" y="5099"/>
                  <a:pt x="434" y="2773"/>
                </a:cubicBezTo>
                <a:cubicBezTo>
                  <a:pt x="0" y="1778"/>
                  <a:pt x="154" y="853"/>
                  <a:pt x="897" y="0"/>
                </a:cubicBezTo>
                <a:cubicBezTo>
                  <a:pt x="2129" y="924"/>
                  <a:pt x="3362" y="1849"/>
                  <a:pt x="4594" y="2773"/>
                </a:cubicBezTo>
                <a:cubicBezTo>
                  <a:pt x="5827" y="4622"/>
                  <a:pt x="7368" y="6163"/>
                  <a:pt x="9217" y="7396"/>
                </a:cubicBezTo>
                <a:cubicBezTo>
                  <a:pt x="11682" y="10477"/>
                  <a:pt x="14455" y="13250"/>
                  <a:pt x="17537" y="15715"/>
                </a:cubicBezTo>
                <a:cubicBezTo>
                  <a:pt x="27398" y="26192"/>
                  <a:pt x="37567" y="36361"/>
                  <a:pt x="48043" y="46222"/>
                </a:cubicBezTo>
                <a:cubicBezTo>
                  <a:pt x="49892" y="48688"/>
                  <a:pt x="52049" y="50844"/>
                  <a:pt x="54514" y="52693"/>
                </a:cubicBezTo>
                <a:cubicBezTo>
                  <a:pt x="56980" y="55774"/>
                  <a:pt x="59753" y="58548"/>
                  <a:pt x="62834" y="61013"/>
                </a:cubicBezTo>
                <a:cubicBezTo>
                  <a:pt x="64683" y="63479"/>
                  <a:pt x="66840" y="65635"/>
                  <a:pt x="69305" y="67484"/>
                </a:cubicBezTo>
                <a:cubicBezTo>
                  <a:pt x="74852" y="73647"/>
                  <a:pt x="80706" y="79502"/>
                  <a:pt x="86870" y="85049"/>
                </a:cubicBezTo>
                <a:cubicBezTo>
                  <a:pt x="88719" y="87514"/>
                  <a:pt x="90875" y="89671"/>
                  <a:pt x="93341" y="91520"/>
                </a:cubicBezTo>
                <a:cubicBezTo>
                  <a:pt x="96731" y="95525"/>
                  <a:pt x="100428" y="99223"/>
                  <a:pt x="104434" y="102613"/>
                </a:cubicBezTo>
                <a:cubicBezTo>
                  <a:pt x="105359" y="104154"/>
                  <a:pt x="106591" y="105386"/>
                  <a:pt x="108132" y="106311"/>
                </a:cubicBezTo>
                <a:cubicBezTo>
                  <a:pt x="108748" y="107543"/>
                  <a:pt x="109673" y="108467"/>
                  <a:pt x="110905" y="109084"/>
                </a:cubicBezTo>
                <a:cubicBezTo>
                  <a:pt x="112754" y="111550"/>
                  <a:pt x="114911" y="113706"/>
                  <a:pt x="117376" y="115555"/>
                </a:cubicBezTo>
                <a:cubicBezTo>
                  <a:pt x="117684" y="116480"/>
                  <a:pt x="118301" y="117096"/>
                  <a:pt x="119225" y="117404"/>
                </a:cubicBezTo>
                <a:cubicBezTo>
                  <a:pt x="119789" y="118228"/>
                  <a:pt x="120097" y="119152"/>
                  <a:pt x="120150" y="120177"/>
                </a:cubicBezTo>
                <a:cubicBezTo>
                  <a:pt x="119296" y="120920"/>
                  <a:pt x="118372" y="121074"/>
                  <a:pt x="117376" y="120640"/>
                </a:cubicBezTo>
                <a:cubicBezTo>
                  <a:pt x="116518" y="118813"/>
                  <a:pt x="115440" y="117118"/>
                  <a:pt x="114141" y="115555"/>
                </a:cubicBezTo>
                <a:cubicBezTo>
                  <a:pt x="110012" y="111142"/>
                  <a:pt x="105237" y="106674"/>
                  <a:pt x="99812" y="102151"/>
                </a:cubicBezTo>
                <a:cubicBezTo>
                  <a:pt x="98038" y="100363"/>
                  <a:pt x="96651" y="100517"/>
                  <a:pt x="95652" y="102613"/>
                </a:cubicBezTo>
                <a:cubicBezTo>
                  <a:pt x="92583" y="101065"/>
                  <a:pt x="92121" y="99216"/>
                  <a:pt x="94265" y="97066"/>
                </a:cubicBezTo>
                <a:cubicBezTo>
                  <a:pt x="92290" y="92928"/>
                  <a:pt x="89209" y="90154"/>
                  <a:pt x="85021" y="88746"/>
                </a:cubicBezTo>
                <a:cubicBezTo>
                  <a:pt x="83933" y="86400"/>
                  <a:pt x="82392" y="84243"/>
                  <a:pt x="80399" y="82275"/>
                </a:cubicBezTo>
                <a:cubicBezTo>
                  <a:pt x="79373" y="81268"/>
                  <a:pt x="78449" y="81268"/>
                  <a:pt x="77625" y="82275"/>
                </a:cubicBezTo>
                <a:cubicBezTo>
                  <a:pt x="78680" y="83130"/>
                  <a:pt x="78680" y="83901"/>
                  <a:pt x="77625" y="84586"/>
                </a:cubicBezTo>
                <a:cubicBezTo>
                  <a:pt x="79644" y="86450"/>
                  <a:pt x="81493" y="88453"/>
                  <a:pt x="83172" y="90595"/>
                </a:cubicBezTo>
                <a:cubicBezTo>
                  <a:pt x="83057" y="91156"/>
                  <a:pt x="82749" y="91464"/>
                  <a:pt x="82248" y="91520"/>
                </a:cubicBezTo>
                <a:close/>
              </a:path>
            </a:pathLst>
          </a:custGeom>
          <a:solidFill xmlns:a="http://schemas.openxmlformats.org/drawingml/2006/main">
            <a:srgbClr val="29405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B1F67-B9C3-4439-B4C5-B16993D2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529" y="3700114"/>
            <a:ext cx="7396" cy="7396"/>
          </a:xfrm>
          <a:custGeom xmlns:a="http://schemas.openxmlformats.org/drawingml/2006/main">
            <a:pathLst>
              <a:path w="7396" h="7396">
                <a:moveTo>
                  <a:pt x="7396" y="7396"/>
                </a:moveTo>
                <a:cubicBezTo>
                  <a:pt x="3986" y="5835"/>
                  <a:pt x="1521" y="3370"/>
                  <a:pt x="0" y="0"/>
                </a:cubicBezTo>
                <a:cubicBezTo>
                  <a:pt x="2818" y="2202"/>
                  <a:pt x="5283" y="4667"/>
                  <a:pt x="7396" y="7396"/>
                </a:cubicBezTo>
                <a:close/>
              </a:path>
            </a:pathLst>
          </a:custGeom>
          <a:solidFill xmlns:a="http://schemas.openxmlformats.org/drawingml/2006/main">
            <a:srgbClr val="EFF0F1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0AD76-DE63-48BA-8E65-DF40304F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19" y="3702887"/>
            <a:ext cx="4622" cy="4622"/>
          </a:xfrm>
          <a:custGeom xmlns:a="http://schemas.openxmlformats.org/drawingml/2006/main">
            <a:pathLst>
              <a:path w="4622" h="4622">
                <a:moveTo>
                  <a:pt x="0" y="4622"/>
                </a:moveTo>
                <a:cubicBezTo>
                  <a:pt x="1232" y="3081"/>
                  <a:pt x="2465" y="1541"/>
                  <a:pt x="3698" y="0"/>
                </a:cubicBezTo>
                <a:cubicBezTo>
                  <a:pt x="4006" y="0"/>
                  <a:pt x="4314" y="0"/>
                  <a:pt x="4622" y="0"/>
                </a:cubicBezTo>
                <a:cubicBezTo>
                  <a:pt x="4006" y="2465"/>
                  <a:pt x="2465" y="4006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FCFBFB">
              <a:alpha val="5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E244F-6886-47B3-94CB-ED17CC40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346" y="3691794"/>
            <a:ext cx="12942" cy="23111"/>
          </a:xfrm>
          <a:custGeom xmlns:a="http://schemas.openxmlformats.org/drawingml/2006/main">
            <a:pathLst>
              <a:path w="12942" h="23111">
                <a:moveTo>
                  <a:pt x="12942" y="23111"/>
                </a:moveTo>
                <a:cubicBezTo>
                  <a:pt x="8382" y="21480"/>
                  <a:pt x="5146" y="18398"/>
                  <a:pt x="3236" y="13867"/>
                </a:cubicBezTo>
                <a:cubicBezTo>
                  <a:pt x="3364" y="8863"/>
                  <a:pt x="2285" y="4240"/>
                  <a:pt x="0" y="0"/>
                </a:cubicBezTo>
                <a:cubicBezTo>
                  <a:pt x="1001" y="36"/>
                  <a:pt x="1926" y="345"/>
                  <a:pt x="2773" y="924"/>
                </a:cubicBezTo>
                <a:cubicBezTo>
                  <a:pt x="2691" y="10000"/>
                  <a:pt x="6081" y="17395"/>
                  <a:pt x="12942" y="23111"/>
                </a:cubicBezTo>
                <a:close/>
              </a:path>
            </a:pathLst>
          </a:custGeom>
          <a:solidFill xmlns:a="http://schemas.openxmlformats.org/drawingml/2006/main">
            <a:srgbClr val="F2F3F4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B6E46-6A15-49CE-9046-21A46B5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123" y="3702887"/>
            <a:ext cx="2331" cy="4622"/>
          </a:xfrm>
          <a:custGeom xmlns:a="http://schemas.openxmlformats.org/drawingml/2006/main">
            <a:pathLst>
              <a:path w="2331" h="4622">
                <a:moveTo>
                  <a:pt x="1939" y="4622"/>
                </a:moveTo>
                <a:cubicBezTo>
                  <a:pt x="617" y="3439"/>
                  <a:pt x="0" y="1898"/>
                  <a:pt x="91" y="0"/>
                </a:cubicBezTo>
                <a:cubicBezTo>
                  <a:pt x="1714" y="973"/>
                  <a:pt x="2331" y="2514"/>
                  <a:pt x="1939" y="4622"/>
                </a:cubicBezTo>
                <a:close/>
              </a:path>
            </a:pathLst>
          </a:custGeom>
          <a:solidFill xmlns:a="http://schemas.openxmlformats.org/drawingml/2006/main">
            <a:srgbClr val="ECEDEE">
              <a:alpha val="5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EBB30-DB45-4709-9145-4488D09A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244" y="3699189"/>
            <a:ext cx="4735" cy="11093"/>
          </a:xfrm>
          <a:custGeom xmlns:a="http://schemas.openxmlformats.org/drawingml/2006/main">
            <a:pathLst>
              <a:path w="4735" h="11093">
                <a:moveTo>
                  <a:pt x="113" y="11093"/>
                </a:moveTo>
                <a:cubicBezTo>
                  <a:pt x="0" y="6509"/>
                  <a:pt x="1541" y="2811"/>
                  <a:pt x="4735" y="0"/>
                </a:cubicBezTo>
                <a:cubicBezTo>
                  <a:pt x="3667" y="3972"/>
                  <a:pt x="2127" y="7670"/>
                  <a:pt x="113" y="11093"/>
                </a:cubicBezTo>
                <a:close/>
              </a:path>
            </a:pathLst>
          </a:custGeom>
          <a:solidFill xmlns:a="http://schemas.openxmlformats.org/drawingml/2006/main">
            <a:srgbClr val="E5E7E7">
              <a:alpha val="1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423AE-F1B6-40CD-99FE-FAF30238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552" y="3702887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4622" y="2465"/>
                  <a:pt x="2465" y="4622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4F6F3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53618-530E-4A78-B35C-F4CBDCAC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196" y="3696416"/>
            <a:ext cx="6471" cy="14791"/>
          </a:xfrm>
          <a:custGeom xmlns:a="http://schemas.openxmlformats.org/drawingml/2006/main">
            <a:pathLst>
              <a:path w="6471" h="14791">
                <a:moveTo>
                  <a:pt x="6471" y="14791"/>
                </a:moveTo>
                <a:cubicBezTo>
                  <a:pt x="4998" y="14007"/>
                  <a:pt x="3920" y="12775"/>
                  <a:pt x="3236" y="11093"/>
                </a:cubicBezTo>
                <a:cubicBezTo>
                  <a:pt x="1512" y="7615"/>
                  <a:pt x="434" y="3917"/>
                  <a:pt x="0" y="0"/>
                </a:cubicBezTo>
                <a:cubicBezTo>
                  <a:pt x="2501" y="4711"/>
                  <a:pt x="4657" y="9641"/>
                  <a:pt x="6471" y="14791"/>
                </a:cubicBezTo>
                <a:close/>
              </a:path>
            </a:pathLst>
          </a:custGeom>
          <a:solidFill xmlns:a="http://schemas.openxmlformats.org/drawingml/2006/main">
            <a:srgbClr val="F0F2F2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F82AE-430E-4429-A57E-D181B6C6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837" y="3673167"/>
            <a:ext cx="75894" cy="47073"/>
          </a:xfrm>
          <a:custGeom xmlns:a="http://schemas.openxmlformats.org/drawingml/2006/main">
            <a:pathLst>
              <a:path w="75894" h="47073">
                <a:moveTo>
                  <a:pt x="13956" y="4760"/>
                </a:moveTo>
                <a:cubicBezTo>
                  <a:pt x="17451" y="3925"/>
                  <a:pt x="20995" y="3309"/>
                  <a:pt x="24587" y="2911"/>
                </a:cubicBezTo>
                <a:cubicBezTo>
                  <a:pt x="27590" y="3318"/>
                  <a:pt x="30518" y="3934"/>
                  <a:pt x="33370" y="4760"/>
                </a:cubicBezTo>
                <a:cubicBezTo>
                  <a:pt x="34287" y="4601"/>
                  <a:pt x="34902" y="4910"/>
                  <a:pt x="35218" y="5684"/>
                </a:cubicBezTo>
                <a:cubicBezTo>
                  <a:pt x="36759" y="7841"/>
                  <a:pt x="38608" y="9690"/>
                  <a:pt x="40765" y="11231"/>
                </a:cubicBezTo>
                <a:cubicBezTo>
                  <a:pt x="40644" y="12041"/>
                  <a:pt x="40952" y="12657"/>
                  <a:pt x="41690" y="13080"/>
                </a:cubicBezTo>
                <a:cubicBezTo>
                  <a:pt x="45085" y="11998"/>
                  <a:pt x="48167" y="10457"/>
                  <a:pt x="50934" y="8458"/>
                </a:cubicBezTo>
                <a:cubicBezTo>
                  <a:pt x="52832" y="8548"/>
                  <a:pt x="54373" y="7932"/>
                  <a:pt x="55556" y="6609"/>
                </a:cubicBezTo>
                <a:cubicBezTo>
                  <a:pt x="57413" y="5162"/>
                  <a:pt x="59571" y="4238"/>
                  <a:pt x="62027" y="3836"/>
                </a:cubicBezTo>
                <a:cubicBezTo>
                  <a:pt x="65716" y="2610"/>
                  <a:pt x="69413" y="1376"/>
                  <a:pt x="73121" y="138"/>
                </a:cubicBezTo>
                <a:cubicBezTo>
                  <a:pt x="74093" y="0"/>
                  <a:pt x="75017" y="153"/>
                  <a:pt x="75894" y="600"/>
                </a:cubicBezTo>
                <a:cubicBezTo>
                  <a:pt x="74872" y="2560"/>
                  <a:pt x="74872" y="4563"/>
                  <a:pt x="75894" y="6609"/>
                </a:cubicBezTo>
                <a:cubicBezTo>
                  <a:pt x="73280" y="7677"/>
                  <a:pt x="70814" y="8910"/>
                  <a:pt x="68498" y="10307"/>
                </a:cubicBezTo>
                <a:cubicBezTo>
                  <a:pt x="68190" y="10307"/>
                  <a:pt x="67882" y="10307"/>
                  <a:pt x="67574" y="10307"/>
                </a:cubicBezTo>
                <a:cubicBezTo>
                  <a:pt x="63394" y="11937"/>
                  <a:pt x="59388" y="13786"/>
                  <a:pt x="55556" y="15853"/>
                </a:cubicBezTo>
                <a:cubicBezTo>
                  <a:pt x="53972" y="16998"/>
                  <a:pt x="52123" y="17614"/>
                  <a:pt x="50009" y="17702"/>
                </a:cubicBezTo>
                <a:cubicBezTo>
                  <a:pt x="48384" y="18051"/>
                  <a:pt x="46843" y="18667"/>
                  <a:pt x="45387" y="19551"/>
                </a:cubicBezTo>
                <a:cubicBezTo>
                  <a:pt x="45595" y="28531"/>
                  <a:pt x="42205" y="35772"/>
                  <a:pt x="35218" y="41275"/>
                </a:cubicBezTo>
                <a:cubicBezTo>
                  <a:pt x="23871" y="47073"/>
                  <a:pt x="14164" y="45070"/>
                  <a:pt x="6099" y="35267"/>
                </a:cubicBezTo>
                <a:cubicBezTo>
                  <a:pt x="0" y="22822"/>
                  <a:pt x="2620" y="12653"/>
                  <a:pt x="13956" y="4760"/>
                </a:cubicBezTo>
                <a:close/>
                <a:moveTo>
                  <a:pt x="17654" y="35267"/>
                </a:moveTo>
                <a:cubicBezTo>
                  <a:pt x="22417" y="36711"/>
                  <a:pt x="27039" y="36404"/>
                  <a:pt x="31521" y="34342"/>
                </a:cubicBezTo>
                <a:cubicBezTo>
                  <a:pt x="32697" y="31468"/>
                  <a:pt x="34084" y="28695"/>
                  <a:pt x="35681" y="26022"/>
                </a:cubicBezTo>
                <a:cubicBezTo>
                  <a:pt x="36137" y="24512"/>
                  <a:pt x="36291" y="22971"/>
                  <a:pt x="36143" y="21400"/>
                </a:cubicBezTo>
                <a:cubicBezTo>
                  <a:pt x="34584" y="18439"/>
                  <a:pt x="32428" y="15820"/>
                  <a:pt x="29672" y="13542"/>
                </a:cubicBezTo>
                <a:cubicBezTo>
                  <a:pt x="20500" y="10271"/>
                  <a:pt x="14337" y="13198"/>
                  <a:pt x="11183" y="22324"/>
                </a:cubicBezTo>
                <a:cubicBezTo>
                  <a:pt x="12253" y="24888"/>
                  <a:pt x="12869" y="27661"/>
                  <a:pt x="13032" y="30644"/>
                </a:cubicBezTo>
                <a:cubicBezTo>
                  <a:pt x="15169" y="31548"/>
                  <a:pt x="16709" y="33089"/>
                  <a:pt x="17654" y="35267"/>
                </a:cubicBezTo>
                <a:close/>
              </a:path>
            </a:pathLst>
          </a:custGeom>
          <a:solidFill xmlns:a="http://schemas.openxmlformats.org/drawingml/2006/main">
            <a:srgbClr val="2B3F55">
              <a:alpha val="99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04E7F-4B5D-4401-B3A3-7C20EBAD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868" y="3703812"/>
            <a:ext cx="4622" cy="4622"/>
          </a:xfrm>
          <a:custGeom xmlns:a="http://schemas.openxmlformats.org/drawingml/2006/main">
            <a:pathLst>
              <a:path w="4622" h="4622">
                <a:moveTo>
                  <a:pt x="4622" y="4622"/>
                </a:moveTo>
                <a:cubicBezTo>
                  <a:pt x="2157" y="4006"/>
                  <a:pt x="617" y="2465"/>
                  <a:pt x="0" y="0"/>
                </a:cubicBezTo>
                <a:cubicBezTo>
                  <a:pt x="2137" y="904"/>
                  <a:pt x="3677" y="2445"/>
                  <a:pt x="4622" y="4622"/>
                </a:cubicBezTo>
                <a:close/>
              </a:path>
            </a:pathLst>
          </a:custGeom>
          <a:solidFill xmlns:a="http://schemas.openxmlformats.org/drawingml/2006/main">
            <a:srgbClr val="E7E9EA">
              <a:alpha val="3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94C7B-6BB7-43C1-B9B5-0B188132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357" y="3694567"/>
            <a:ext cx="6292" cy="12942"/>
          </a:xfrm>
          <a:custGeom xmlns:a="http://schemas.openxmlformats.org/drawingml/2006/main">
            <a:pathLst>
              <a:path w="6292" h="12942">
                <a:moveTo>
                  <a:pt x="0" y="12942"/>
                </a:moveTo>
                <a:cubicBezTo>
                  <a:pt x="1177" y="10068"/>
                  <a:pt x="2563" y="7295"/>
                  <a:pt x="4160" y="4622"/>
                </a:cubicBezTo>
                <a:cubicBezTo>
                  <a:pt x="4617" y="3112"/>
                  <a:pt x="4770" y="1571"/>
                  <a:pt x="4622" y="0"/>
                </a:cubicBezTo>
                <a:cubicBezTo>
                  <a:pt x="6292" y="5319"/>
                  <a:pt x="4751" y="9633"/>
                  <a:pt x="0" y="12942"/>
                </a:cubicBezTo>
                <a:close/>
              </a:path>
            </a:pathLst>
          </a:custGeom>
          <a:solidFill xmlns:a="http://schemas.openxmlformats.org/drawingml/2006/main">
            <a:srgbClr val="DCDFE0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B4B97-FB1A-4526-AC00-953ABD36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952" y="3695492"/>
            <a:ext cx="1916" cy="8320"/>
          </a:xfrm>
          <a:custGeom xmlns:a="http://schemas.openxmlformats.org/drawingml/2006/main">
            <a:pathLst>
              <a:path w="1916" h="8320">
                <a:moveTo>
                  <a:pt x="1916" y="8320"/>
                </a:moveTo>
                <a:cubicBezTo>
                  <a:pt x="617" y="7883"/>
                  <a:pt x="0" y="6958"/>
                  <a:pt x="67" y="5547"/>
                </a:cubicBezTo>
                <a:cubicBezTo>
                  <a:pt x="67" y="3698"/>
                  <a:pt x="67" y="1849"/>
                  <a:pt x="67" y="0"/>
                </a:cubicBezTo>
                <a:cubicBezTo>
                  <a:pt x="1137" y="2563"/>
                  <a:pt x="1754" y="5337"/>
                  <a:pt x="1916" y="8320"/>
                </a:cubicBezTo>
                <a:close/>
              </a:path>
            </a:pathLst>
          </a:custGeom>
          <a:solidFill xmlns:a="http://schemas.openxmlformats.org/drawingml/2006/main">
            <a:srgbClr val="F3F5F4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06A1F-4BA5-4C4B-826F-C2912969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187" y="3689945"/>
            <a:ext cx="5875" cy="16640"/>
          </a:xfrm>
          <a:custGeom xmlns:a="http://schemas.openxmlformats.org/drawingml/2006/main">
            <a:pathLst>
              <a:path w="5875" h="16640">
                <a:moveTo>
                  <a:pt x="5875" y="16640"/>
                </a:moveTo>
                <a:cubicBezTo>
                  <a:pt x="616" y="11592"/>
                  <a:pt x="0" y="6046"/>
                  <a:pt x="4026" y="0"/>
                </a:cubicBezTo>
                <a:cubicBezTo>
                  <a:pt x="2371" y="5865"/>
                  <a:pt x="2988" y="11411"/>
                  <a:pt x="5875" y="16640"/>
                </a:cubicBezTo>
                <a:close/>
              </a:path>
            </a:pathLst>
          </a:custGeom>
          <a:solidFill xmlns:a="http://schemas.openxmlformats.org/drawingml/2006/main">
            <a:srgbClr val="E1E2E4">
              <a:alpha val="1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5AF4F-4914-4EF8-9A1D-C01EADEB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041" y="3699189"/>
            <a:ext cx="3698" cy="3698"/>
          </a:xfrm>
          <a:custGeom xmlns:a="http://schemas.openxmlformats.org/drawingml/2006/main">
            <a:pathLst>
              <a:path w="3698" h="3698">
                <a:moveTo>
                  <a:pt x="0" y="3698"/>
                </a:moveTo>
                <a:cubicBezTo>
                  <a:pt x="924" y="2157"/>
                  <a:pt x="2157" y="924"/>
                  <a:pt x="3698" y="0"/>
                </a:cubicBezTo>
                <a:cubicBezTo>
                  <a:pt x="3390" y="2157"/>
                  <a:pt x="2157" y="3390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F9FBFB">
              <a:alpha val="1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A8F5F-CDA1-4EE8-A3BA-6B65213E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023" y="3700114"/>
            <a:ext cx="2773" cy="2773"/>
          </a:xfrm>
          <a:custGeom xmlns:a="http://schemas.openxmlformats.org/drawingml/2006/main">
            <a:pathLst>
              <a:path w="2773" h="2773">
                <a:moveTo>
                  <a:pt x="0" y="2773"/>
                </a:moveTo>
                <a:cubicBezTo>
                  <a:pt x="0" y="924"/>
                  <a:pt x="924" y="0"/>
                  <a:pt x="2773" y="0"/>
                </a:cubicBezTo>
                <a:cubicBezTo>
                  <a:pt x="2157" y="1232"/>
                  <a:pt x="1232" y="2157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F1F2F1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D023F-B796-43EC-8EC5-524B9FF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680" y="3698265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617" y="1849"/>
                  <a:pt x="0" y="1232"/>
                  <a:pt x="0" y="0"/>
                </a:cubicBezTo>
                <a:cubicBezTo>
                  <a:pt x="924" y="308"/>
                  <a:pt x="1541" y="924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F8F8F8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85543-C92C-484A-8055-5FE899AB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52" y="3687172"/>
            <a:ext cx="11093" cy="27733"/>
          </a:xfrm>
          <a:custGeom xmlns:a="http://schemas.openxmlformats.org/drawingml/2006/main">
            <a:pathLst>
              <a:path w="11093" h="27733">
                <a:moveTo>
                  <a:pt x="0" y="27733"/>
                </a:moveTo>
                <a:cubicBezTo>
                  <a:pt x="3171" y="18209"/>
                  <a:pt x="6869" y="8964"/>
                  <a:pt x="11093" y="0"/>
                </a:cubicBezTo>
                <a:cubicBezTo>
                  <a:pt x="10369" y="6058"/>
                  <a:pt x="8367" y="11605"/>
                  <a:pt x="5084" y="16640"/>
                </a:cubicBezTo>
                <a:cubicBezTo>
                  <a:pt x="4762" y="21099"/>
                  <a:pt x="3066" y="24796"/>
                  <a:pt x="0" y="27733"/>
                </a:cubicBezTo>
                <a:close/>
              </a:path>
            </a:pathLst>
          </a:custGeom>
          <a:solidFill xmlns:a="http://schemas.openxmlformats.org/drawingml/2006/main">
            <a:srgbClr val="F1F1F1">
              <a:alpha val="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5A692-B1D5-47A5-A99C-D692F3A6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739" y="3696416"/>
            <a:ext cx="2773" cy="2773"/>
          </a:xfrm>
          <a:custGeom xmlns:a="http://schemas.openxmlformats.org/drawingml/2006/main">
            <a:pathLst>
              <a:path w="2773" h="2773">
                <a:moveTo>
                  <a:pt x="0" y="2773"/>
                </a:moveTo>
                <a:cubicBezTo>
                  <a:pt x="617" y="1541"/>
                  <a:pt x="1541" y="617"/>
                  <a:pt x="2773" y="0"/>
                </a:cubicBezTo>
                <a:cubicBezTo>
                  <a:pt x="2773" y="1849"/>
                  <a:pt x="1849" y="2773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F7F7F7">
              <a:alpha val="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7FE2C-A51F-4398-8EE3-94C97EEA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076" y="3693643"/>
            <a:ext cx="6471" cy="6471"/>
          </a:xfrm>
          <a:custGeom xmlns:a="http://schemas.openxmlformats.org/drawingml/2006/main">
            <a:pathLst>
              <a:path w="6471" h="6471">
                <a:moveTo>
                  <a:pt x="6471" y="6471"/>
                </a:moveTo>
                <a:cubicBezTo>
                  <a:pt x="4006" y="4622"/>
                  <a:pt x="1849" y="2465"/>
                  <a:pt x="0" y="0"/>
                </a:cubicBezTo>
                <a:cubicBezTo>
                  <a:pt x="3178" y="1103"/>
                  <a:pt x="5335" y="3260"/>
                  <a:pt x="6471" y="6471"/>
                </a:cubicBezTo>
                <a:close/>
              </a:path>
            </a:pathLst>
          </a:custGeom>
          <a:solidFill xmlns:a="http://schemas.openxmlformats.org/drawingml/2006/main">
            <a:srgbClr val="EEEFEE">
              <a:alpha val="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22987-C627-4D40-B630-B60A3D5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058" y="3693643"/>
            <a:ext cx="4622" cy="4622"/>
          </a:xfrm>
          <a:custGeom xmlns:a="http://schemas.openxmlformats.org/drawingml/2006/main">
            <a:pathLst>
              <a:path w="4622" h="4622">
                <a:moveTo>
                  <a:pt x="4622" y="4622"/>
                </a:moveTo>
                <a:cubicBezTo>
                  <a:pt x="2157" y="4006"/>
                  <a:pt x="617" y="2465"/>
                  <a:pt x="0" y="0"/>
                </a:cubicBezTo>
                <a:cubicBezTo>
                  <a:pt x="1849" y="1232"/>
                  <a:pt x="3390" y="2773"/>
                  <a:pt x="4622" y="4622"/>
                </a:cubicBezTo>
                <a:close/>
              </a:path>
            </a:pathLst>
          </a:custGeom>
          <a:solidFill xmlns:a="http://schemas.openxmlformats.org/drawingml/2006/main">
            <a:srgbClr val="FCFBFB">
              <a:alpha val="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A7458-2F49-4E77-930F-F52CBAA6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996" y="3691794"/>
            <a:ext cx="2291" cy="4622"/>
          </a:xfrm>
          <a:custGeom xmlns:a="http://schemas.openxmlformats.org/drawingml/2006/main">
            <a:pathLst>
              <a:path w="2291" h="4622">
                <a:moveTo>
                  <a:pt x="2200" y="4622"/>
                </a:moveTo>
                <a:cubicBezTo>
                  <a:pt x="617" y="3573"/>
                  <a:pt x="0" y="2032"/>
                  <a:pt x="351" y="0"/>
                </a:cubicBezTo>
                <a:cubicBezTo>
                  <a:pt x="1674" y="1183"/>
                  <a:pt x="2291" y="2724"/>
                  <a:pt x="2200" y="4622"/>
                </a:cubicBezTo>
                <a:close/>
              </a:path>
            </a:pathLst>
          </a:custGeom>
          <a:solidFill xmlns:a="http://schemas.openxmlformats.org/drawingml/2006/main">
            <a:srgbClr val="EDEDEE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B0A21-7F76-450F-8CCC-686B6419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97" y="3693643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6471" y="308"/>
                  <a:pt x="6471" y="617"/>
                  <a:pt x="6471" y="924"/>
                </a:cubicBezTo>
                <a:cubicBezTo>
                  <a:pt x="4314" y="2773"/>
                  <a:pt x="2157" y="4622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2F2F2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7188C-86E5-4E38-9E4F-221FA938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743" y="3687172"/>
            <a:ext cx="6471" cy="15715"/>
          </a:xfrm>
          <a:custGeom xmlns:a="http://schemas.openxmlformats.org/drawingml/2006/main">
            <a:pathLst>
              <a:path w="6471" h="15715">
                <a:moveTo>
                  <a:pt x="6471" y="15715"/>
                </a:moveTo>
                <a:cubicBezTo>
                  <a:pt x="3579" y="10846"/>
                  <a:pt x="1423" y="5608"/>
                  <a:pt x="0" y="0"/>
                </a:cubicBezTo>
                <a:cubicBezTo>
                  <a:pt x="1759" y="2575"/>
                  <a:pt x="3455" y="5348"/>
                  <a:pt x="5084" y="8320"/>
                </a:cubicBezTo>
                <a:cubicBezTo>
                  <a:pt x="5844" y="10739"/>
                  <a:pt x="6307" y="13205"/>
                  <a:pt x="6471" y="15715"/>
                </a:cubicBezTo>
                <a:close/>
              </a:path>
            </a:pathLst>
          </a:custGeom>
          <a:solidFill xmlns:a="http://schemas.openxmlformats.org/drawingml/2006/main">
            <a:srgbClr val="E8EAEB">
              <a:alpha val="4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9302D-5FEB-41DB-9B5C-B1FF6535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09" y="3691794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617" y="1849"/>
                  <a:pt x="0" y="1232"/>
                  <a:pt x="0" y="0"/>
                </a:cubicBezTo>
                <a:cubicBezTo>
                  <a:pt x="924" y="308"/>
                  <a:pt x="1541" y="924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FCFCFC">
              <a:alpha val="3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BFF23-1A15-4828-9A6D-D5066986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12" y="3689945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849" y="4006"/>
                  <a:pt x="4006" y="1849"/>
                  <a:pt x="6471" y="0"/>
                </a:cubicBezTo>
                <a:cubicBezTo>
                  <a:pt x="5239" y="3081"/>
                  <a:pt x="3081" y="5239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BFBFB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BCD12-6E0D-4244-AB82-37E486AA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268" y="3691794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0" y="617"/>
                  <a:pt x="617" y="0"/>
                  <a:pt x="1849" y="0"/>
                </a:cubicBezTo>
                <a:cubicBezTo>
                  <a:pt x="1541" y="924"/>
                  <a:pt x="924" y="1541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E8ECE8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2BE1E-DC69-4F90-AFEB-9DC28F25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66" y="3672390"/>
            <a:ext cx="39874" cy="47137"/>
          </a:xfrm>
          <a:custGeom xmlns:a="http://schemas.openxmlformats.org/drawingml/2006/main">
            <a:pathLst>
              <a:path w="39874" h="47137">
                <a:moveTo>
                  <a:pt x="4622" y="42515"/>
                </a:moveTo>
                <a:cubicBezTo>
                  <a:pt x="11949" y="45950"/>
                  <a:pt x="19345" y="46105"/>
                  <a:pt x="26809" y="42977"/>
                </a:cubicBezTo>
                <a:cubicBezTo>
                  <a:pt x="37563" y="35026"/>
                  <a:pt x="39874" y="25012"/>
                  <a:pt x="33742" y="12933"/>
                </a:cubicBezTo>
                <a:cubicBezTo>
                  <a:pt x="23153" y="1251"/>
                  <a:pt x="11905" y="634"/>
                  <a:pt x="0" y="11084"/>
                </a:cubicBezTo>
                <a:cubicBezTo>
                  <a:pt x="332" y="9354"/>
                  <a:pt x="1256" y="7968"/>
                  <a:pt x="2773" y="6924"/>
                </a:cubicBezTo>
                <a:cubicBezTo>
                  <a:pt x="14970" y="0"/>
                  <a:pt x="25755" y="1695"/>
                  <a:pt x="35129" y="12008"/>
                </a:cubicBezTo>
                <a:cubicBezTo>
                  <a:pt x="37079" y="16226"/>
                  <a:pt x="38619" y="20539"/>
                  <a:pt x="39751" y="24951"/>
                </a:cubicBezTo>
                <a:cubicBezTo>
                  <a:pt x="37666" y="38646"/>
                  <a:pt x="29655" y="46042"/>
                  <a:pt x="15715" y="47137"/>
                </a:cubicBezTo>
                <a:cubicBezTo>
                  <a:pt x="13195" y="46969"/>
                  <a:pt x="10730" y="46507"/>
                  <a:pt x="8320" y="45751"/>
                </a:cubicBezTo>
                <a:cubicBezTo>
                  <a:pt x="6634" y="45140"/>
                  <a:pt x="5402" y="44062"/>
                  <a:pt x="4622" y="42515"/>
                </a:cubicBezTo>
                <a:close/>
              </a:path>
            </a:pathLst>
          </a:custGeom>
          <a:solidFill xmlns:a="http://schemas.openxmlformats.org/drawingml/2006/main">
            <a:srgbClr val="EDEEEF">
              <a:alpha val="9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3B698-16FA-4D1B-98AB-CE7E7FC4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160" y="3682549"/>
            <a:ext cx="22187" cy="9244"/>
          </a:xfrm>
          <a:custGeom xmlns:a="http://schemas.openxmlformats.org/drawingml/2006/main">
            <a:pathLst>
              <a:path w="22187" h="9244">
                <a:moveTo>
                  <a:pt x="22187" y="9244"/>
                </a:moveTo>
                <a:cubicBezTo>
                  <a:pt x="14191" y="7407"/>
                  <a:pt x="6796" y="4325"/>
                  <a:pt x="0" y="0"/>
                </a:cubicBezTo>
                <a:cubicBezTo>
                  <a:pt x="6366" y="1950"/>
                  <a:pt x="12528" y="4415"/>
                  <a:pt x="18489" y="7396"/>
                </a:cubicBezTo>
                <a:cubicBezTo>
                  <a:pt x="19871" y="7848"/>
                  <a:pt x="21104" y="8463"/>
                  <a:pt x="22187" y="9244"/>
                </a:cubicBezTo>
                <a:close/>
              </a:path>
            </a:pathLst>
          </a:custGeom>
          <a:solidFill xmlns:a="http://schemas.openxmlformats.org/drawingml/2006/main">
            <a:srgbClr val="DEE1E2">
              <a:alpha val="4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F1834-079F-47AE-BE5C-A98BD7C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684" y="3682522"/>
            <a:ext cx="17564" cy="24988"/>
          </a:xfrm>
          <a:custGeom xmlns:a="http://schemas.openxmlformats.org/drawingml/2006/main">
            <a:pathLst>
              <a:path w="17564" h="24988">
                <a:moveTo>
                  <a:pt x="12018" y="24988"/>
                </a:moveTo>
                <a:cubicBezTo>
                  <a:pt x="14887" y="19451"/>
                  <a:pt x="15504" y="13596"/>
                  <a:pt x="13867" y="7423"/>
                </a:cubicBezTo>
                <a:cubicBezTo>
                  <a:pt x="9756" y="2967"/>
                  <a:pt x="5133" y="1426"/>
                  <a:pt x="0" y="2801"/>
                </a:cubicBezTo>
                <a:cubicBezTo>
                  <a:pt x="10350" y="0"/>
                  <a:pt x="16205" y="4160"/>
                  <a:pt x="17564" y="15281"/>
                </a:cubicBezTo>
                <a:cubicBezTo>
                  <a:pt x="17254" y="19452"/>
                  <a:pt x="15405" y="22688"/>
                  <a:pt x="12018" y="24988"/>
                </a:cubicBezTo>
                <a:close/>
              </a:path>
            </a:pathLst>
          </a:custGeom>
          <a:solidFill xmlns:a="http://schemas.openxmlformats.org/drawingml/2006/main">
            <a:srgbClr val="DDE1E3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8D5E7-F273-4D22-BDC0-F35AF62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213" y="3688096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308" y="924"/>
                  <a:pt x="924" y="308"/>
                  <a:pt x="1849" y="0"/>
                </a:cubicBezTo>
                <a:cubicBezTo>
                  <a:pt x="1849" y="1232"/>
                  <a:pt x="1232" y="1849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F0F0F0">
              <a:alpha val="6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5E738-2A5C-404C-B3D0-9FE87C86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117" y="3685323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4622" y="2465"/>
                  <a:pt x="2465" y="4622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EEEFEE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A1267-4E8F-4598-AEB0-406EDD5C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393" y="3683474"/>
            <a:ext cx="12018" cy="5547"/>
          </a:xfrm>
          <a:custGeom xmlns:a="http://schemas.openxmlformats.org/drawingml/2006/main">
            <a:pathLst>
              <a:path w="12018" h="5547">
                <a:moveTo>
                  <a:pt x="0" y="5547"/>
                </a:moveTo>
                <a:cubicBezTo>
                  <a:pt x="3832" y="3480"/>
                  <a:pt x="7837" y="1631"/>
                  <a:pt x="12018" y="0"/>
                </a:cubicBezTo>
                <a:cubicBezTo>
                  <a:pt x="8649" y="3069"/>
                  <a:pt x="4643" y="4918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E6EAEB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26F7E-4244-4564-9EEB-FE4B51E2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062" y="3685113"/>
            <a:ext cx="4622" cy="2983"/>
          </a:xfrm>
          <a:custGeom xmlns:a="http://schemas.openxmlformats.org/drawingml/2006/main">
            <a:pathLst>
              <a:path w="4622" h="2983">
                <a:moveTo>
                  <a:pt x="0" y="2983"/>
                </a:moveTo>
                <a:cubicBezTo>
                  <a:pt x="833" y="924"/>
                  <a:pt x="2373" y="0"/>
                  <a:pt x="4622" y="210"/>
                </a:cubicBezTo>
                <a:cubicBezTo>
                  <a:pt x="3329" y="1495"/>
                  <a:pt x="1788" y="2419"/>
                  <a:pt x="0" y="2983"/>
                </a:cubicBezTo>
                <a:close/>
              </a:path>
            </a:pathLst>
          </a:custGeom>
          <a:solidFill xmlns:a="http://schemas.openxmlformats.org/drawingml/2006/main">
            <a:srgbClr val="E3E5EC">
              <a:alpha val="5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79088-3F66-4A37-903A-4A18F6DA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755" y="3682549"/>
            <a:ext cx="2331" cy="4622"/>
          </a:xfrm>
          <a:custGeom xmlns:a="http://schemas.openxmlformats.org/drawingml/2006/main">
            <a:pathLst>
              <a:path w="2331" h="4622">
                <a:moveTo>
                  <a:pt x="91" y="4622"/>
                </a:moveTo>
                <a:cubicBezTo>
                  <a:pt x="0" y="2724"/>
                  <a:pt x="617" y="1183"/>
                  <a:pt x="1939" y="0"/>
                </a:cubicBezTo>
                <a:cubicBezTo>
                  <a:pt x="2331" y="2109"/>
                  <a:pt x="1714" y="3650"/>
                  <a:pt x="91" y="4622"/>
                </a:cubicBezTo>
                <a:close/>
              </a:path>
            </a:pathLst>
          </a:custGeom>
          <a:solidFill xmlns:a="http://schemas.openxmlformats.org/drawingml/2006/main">
            <a:srgbClr val="F0F1F1">
              <a:alpha val="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1E971-7219-4A11-9B55-A25465A9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725" y="3680701"/>
            <a:ext cx="4622" cy="11093"/>
          </a:xfrm>
          <a:custGeom xmlns:a="http://schemas.openxmlformats.org/drawingml/2006/main">
            <a:pathLst>
              <a:path w="4622" h="11093">
                <a:moveTo>
                  <a:pt x="4622" y="11093"/>
                </a:moveTo>
                <a:cubicBezTo>
                  <a:pt x="2135" y="7947"/>
                  <a:pt x="594" y="4250"/>
                  <a:pt x="0" y="0"/>
                </a:cubicBezTo>
                <a:cubicBezTo>
                  <a:pt x="2020" y="3432"/>
                  <a:pt x="3561" y="7130"/>
                  <a:pt x="4622" y="11093"/>
                </a:cubicBezTo>
                <a:close/>
              </a:path>
            </a:pathLst>
          </a:custGeom>
          <a:solidFill xmlns:a="http://schemas.openxmlformats.org/drawingml/2006/main">
            <a:srgbClr val="F2F3F3">
              <a:alpha val="2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28ACF-7A32-4EB2-BF9C-C369D7D8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120" y="3676078"/>
            <a:ext cx="4622" cy="11093"/>
          </a:xfrm>
          <a:custGeom xmlns:a="http://schemas.openxmlformats.org/drawingml/2006/main">
            <a:pathLst>
              <a:path w="4622" h="11093">
                <a:moveTo>
                  <a:pt x="4622" y="11093"/>
                </a:moveTo>
                <a:cubicBezTo>
                  <a:pt x="3257" y="8236"/>
                  <a:pt x="1716" y="5463"/>
                  <a:pt x="0" y="2773"/>
                </a:cubicBezTo>
                <a:cubicBezTo>
                  <a:pt x="0" y="1849"/>
                  <a:pt x="0" y="924"/>
                  <a:pt x="0" y="0"/>
                </a:cubicBezTo>
                <a:cubicBezTo>
                  <a:pt x="2945" y="2948"/>
                  <a:pt x="4486" y="6646"/>
                  <a:pt x="4622" y="11093"/>
                </a:cubicBezTo>
                <a:close/>
              </a:path>
            </a:pathLst>
          </a:custGeom>
          <a:solidFill xmlns:a="http://schemas.openxmlformats.org/drawingml/2006/main">
            <a:srgbClr val="E8EAEA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FB5AC-A484-4D09-8500-A63ECFBA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979" y="3677927"/>
            <a:ext cx="8320" cy="21262"/>
          </a:xfrm>
          <a:custGeom xmlns:a="http://schemas.openxmlformats.org/drawingml/2006/main">
            <a:pathLst>
              <a:path w="8320" h="21262">
                <a:moveTo>
                  <a:pt x="0" y="21262"/>
                </a:moveTo>
                <a:cubicBezTo>
                  <a:pt x="1167" y="13430"/>
                  <a:pt x="3940" y="6343"/>
                  <a:pt x="8320" y="0"/>
                </a:cubicBezTo>
                <a:cubicBezTo>
                  <a:pt x="6074" y="7365"/>
                  <a:pt x="3300" y="14453"/>
                  <a:pt x="0" y="21262"/>
                </a:cubicBezTo>
                <a:close/>
              </a:path>
            </a:pathLst>
          </a:custGeom>
          <a:solidFill xmlns:a="http://schemas.openxmlformats.org/drawingml/2006/main">
            <a:srgbClr val="E5E7E7">
              <a:alpha val="3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E0667-F19E-4D72-BFE5-2FF63C7F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146" y="3683438"/>
            <a:ext cx="26834" cy="17600"/>
          </a:xfrm>
          <a:custGeom xmlns:a="http://schemas.openxmlformats.org/drawingml/2006/main">
            <a:pathLst>
              <a:path w="26834" h="17600">
                <a:moveTo>
                  <a:pt x="1874" y="17600"/>
                </a:moveTo>
                <a:cubicBezTo>
                  <a:pt x="0" y="5751"/>
                  <a:pt x="5238" y="50"/>
                  <a:pt x="17589" y="498"/>
                </a:cubicBezTo>
                <a:cubicBezTo>
                  <a:pt x="22538" y="2514"/>
                  <a:pt x="25620" y="6057"/>
                  <a:pt x="26834" y="11129"/>
                </a:cubicBezTo>
                <a:cubicBezTo>
                  <a:pt x="25275" y="8168"/>
                  <a:pt x="23118" y="5549"/>
                  <a:pt x="20363" y="3272"/>
                </a:cubicBezTo>
                <a:cubicBezTo>
                  <a:pt x="11191" y="0"/>
                  <a:pt x="5028" y="2928"/>
                  <a:pt x="1874" y="12054"/>
                </a:cubicBezTo>
                <a:cubicBezTo>
                  <a:pt x="1874" y="13903"/>
                  <a:pt x="1874" y="15752"/>
                  <a:pt x="1874" y="17600"/>
                </a:cubicBezTo>
                <a:close/>
              </a:path>
            </a:pathLst>
          </a:custGeom>
          <a:solidFill xmlns:a="http://schemas.openxmlformats.org/drawingml/2006/main">
            <a:srgbClr val="E0E3E5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B40A7-316D-4574-A6B1-C4162A7A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481" y="3681625"/>
            <a:ext cx="10290" cy="4622"/>
          </a:xfrm>
          <a:custGeom xmlns:a="http://schemas.openxmlformats.org/drawingml/2006/main">
            <a:pathLst>
              <a:path w="10290" h="4622">
                <a:moveTo>
                  <a:pt x="121" y="2773"/>
                </a:moveTo>
                <a:cubicBezTo>
                  <a:pt x="3586" y="2120"/>
                  <a:pt x="6975" y="1195"/>
                  <a:pt x="10290" y="0"/>
                </a:cubicBezTo>
                <a:cubicBezTo>
                  <a:pt x="7523" y="2000"/>
                  <a:pt x="4441" y="3541"/>
                  <a:pt x="1046" y="4622"/>
                </a:cubicBezTo>
                <a:cubicBezTo>
                  <a:pt x="308" y="4200"/>
                  <a:pt x="0" y="3583"/>
                  <a:pt x="121" y="2773"/>
                </a:cubicBezTo>
                <a:close/>
              </a:path>
            </a:pathLst>
          </a:custGeom>
          <a:solidFill xmlns:a="http://schemas.openxmlformats.org/drawingml/2006/main">
            <a:srgbClr val="D1D6D5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A1351-E016-4AEB-A056-B5477459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055" y="3678852"/>
            <a:ext cx="5547" cy="5547"/>
          </a:xfrm>
          <a:custGeom xmlns:a="http://schemas.openxmlformats.org/drawingml/2006/main">
            <a:pathLst>
              <a:path w="5547" h="5547">
                <a:moveTo>
                  <a:pt x="5547" y="5547"/>
                </a:moveTo>
                <a:cubicBezTo>
                  <a:pt x="3390" y="4006"/>
                  <a:pt x="1541" y="2157"/>
                  <a:pt x="0" y="0"/>
                </a:cubicBezTo>
                <a:cubicBezTo>
                  <a:pt x="2773" y="924"/>
                  <a:pt x="4622" y="2773"/>
                  <a:pt x="5547" y="5547"/>
                </a:cubicBezTo>
                <a:close/>
              </a:path>
            </a:pathLst>
          </a:custGeom>
          <a:solidFill xmlns:a="http://schemas.openxmlformats.org/drawingml/2006/main">
            <a:srgbClr val="D8DDDE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B1A6B-A3B0-4586-91B6-9DDE7A2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573" y="3681534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ECECEC">
              <a:alpha val="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92F7C-DFDD-4F55-9501-8A47FFE0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951" y="3679686"/>
            <a:ext cx="4622" cy="2291"/>
          </a:xfrm>
          <a:custGeom xmlns:a="http://schemas.openxmlformats.org/drawingml/2006/main">
            <a:pathLst>
              <a:path w="4622" h="2291">
                <a:moveTo>
                  <a:pt x="4622" y="1939"/>
                </a:moveTo>
                <a:cubicBezTo>
                  <a:pt x="2590" y="2291"/>
                  <a:pt x="1049" y="1674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A7AEB4">
              <a:alpha val="5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BA0C6-5EBF-420C-A831-E2AF9F58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223" y="3652967"/>
            <a:ext cx="56391" cy="200604"/>
          </a:xfrm>
          <a:custGeom xmlns:a="http://schemas.openxmlformats.org/drawingml/2006/main">
            <a:pathLst>
              <a:path w="56391" h="200604">
                <a:moveTo>
                  <a:pt x="39751" y="200604"/>
                </a:moveTo>
                <a:cubicBezTo>
                  <a:pt x="39751" y="140515"/>
                  <a:pt x="39751" y="80426"/>
                  <a:pt x="39751" y="20338"/>
                </a:cubicBezTo>
                <a:cubicBezTo>
                  <a:pt x="38827" y="20338"/>
                  <a:pt x="37902" y="20338"/>
                  <a:pt x="36978" y="20338"/>
                </a:cubicBezTo>
                <a:cubicBezTo>
                  <a:pt x="33399" y="20629"/>
                  <a:pt x="30009" y="20321"/>
                  <a:pt x="26809" y="19413"/>
                </a:cubicBezTo>
                <a:cubicBezTo>
                  <a:pt x="23068" y="17786"/>
                  <a:pt x="19062" y="16862"/>
                  <a:pt x="14791" y="16640"/>
                </a:cubicBezTo>
                <a:cubicBezTo>
                  <a:pt x="12958" y="16323"/>
                  <a:pt x="11725" y="16939"/>
                  <a:pt x="11093" y="18489"/>
                </a:cubicBezTo>
                <a:cubicBezTo>
                  <a:pt x="9210" y="21340"/>
                  <a:pt x="7670" y="24421"/>
                  <a:pt x="6471" y="27733"/>
                </a:cubicBezTo>
                <a:cubicBezTo>
                  <a:pt x="5414" y="26254"/>
                  <a:pt x="4335" y="24713"/>
                  <a:pt x="3236" y="23111"/>
                </a:cubicBezTo>
                <a:cubicBezTo>
                  <a:pt x="2584" y="25409"/>
                  <a:pt x="1814" y="25409"/>
                  <a:pt x="924" y="23111"/>
                </a:cubicBezTo>
                <a:cubicBezTo>
                  <a:pt x="1044" y="21525"/>
                  <a:pt x="1352" y="19984"/>
                  <a:pt x="1849" y="18489"/>
                </a:cubicBezTo>
                <a:cubicBezTo>
                  <a:pt x="2756" y="16736"/>
                  <a:pt x="3680" y="14887"/>
                  <a:pt x="4622" y="12942"/>
                </a:cubicBezTo>
                <a:cubicBezTo>
                  <a:pt x="4155" y="11630"/>
                  <a:pt x="3231" y="11015"/>
                  <a:pt x="1849" y="11093"/>
                </a:cubicBezTo>
                <a:cubicBezTo>
                  <a:pt x="932" y="11252"/>
                  <a:pt x="316" y="10944"/>
                  <a:pt x="0" y="10169"/>
                </a:cubicBezTo>
                <a:cubicBezTo>
                  <a:pt x="1315" y="9976"/>
                  <a:pt x="2547" y="9513"/>
                  <a:pt x="3698" y="8782"/>
                </a:cubicBezTo>
                <a:cubicBezTo>
                  <a:pt x="4149" y="6771"/>
                  <a:pt x="5073" y="5076"/>
                  <a:pt x="6471" y="3698"/>
                </a:cubicBezTo>
                <a:cubicBezTo>
                  <a:pt x="6822" y="5104"/>
                  <a:pt x="6976" y="6644"/>
                  <a:pt x="6933" y="8320"/>
                </a:cubicBezTo>
                <a:cubicBezTo>
                  <a:pt x="9552" y="6160"/>
                  <a:pt x="10631" y="3387"/>
                  <a:pt x="10169" y="0"/>
                </a:cubicBezTo>
                <a:cubicBezTo>
                  <a:pt x="10785" y="0"/>
                  <a:pt x="11401" y="0"/>
                  <a:pt x="12018" y="0"/>
                </a:cubicBezTo>
                <a:cubicBezTo>
                  <a:pt x="12955" y="1085"/>
                  <a:pt x="14187" y="1701"/>
                  <a:pt x="15715" y="1849"/>
                </a:cubicBezTo>
                <a:cubicBezTo>
                  <a:pt x="17578" y="3165"/>
                  <a:pt x="19735" y="3781"/>
                  <a:pt x="22187" y="3698"/>
                </a:cubicBezTo>
                <a:cubicBezTo>
                  <a:pt x="33515" y="5316"/>
                  <a:pt x="44916" y="5932"/>
                  <a:pt x="56391" y="5547"/>
                </a:cubicBezTo>
                <a:cubicBezTo>
                  <a:pt x="51061" y="6922"/>
                  <a:pt x="45514" y="7693"/>
                  <a:pt x="39751" y="7858"/>
                </a:cubicBezTo>
                <a:cubicBezTo>
                  <a:pt x="42216" y="8166"/>
                  <a:pt x="44681" y="8474"/>
                  <a:pt x="47146" y="8782"/>
                </a:cubicBezTo>
                <a:cubicBezTo>
                  <a:pt x="48379" y="10014"/>
                  <a:pt x="48379" y="11248"/>
                  <a:pt x="47146" y="12480"/>
                </a:cubicBezTo>
                <a:cubicBezTo>
                  <a:pt x="48333" y="13112"/>
                  <a:pt x="49412" y="12958"/>
                  <a:pt x="50382" y="12018"/>
                </a:cubicBezTo>
                <a:cubicBezTo>
                  <a:pt x="51942" y="12780"/>
                  <a:pt x="52097" y="13705"/>
                  <a:pt x="50844" y="14791"/>
                </a:cubicBezTo>
                <a:cubicBezTo>
                  <a:pt x="51332" y="16488"/>
                  <a:pt x="51948" y="18029"/>
                  <a:pt x="52693" y="19413"/>
                </a:cubicBezTo>
                <a:cubicBezTo>
                  <a:pt x="52693" y="19721"/>
                  <a:pt x="52693" y="20030"/>
                  <a:pt x="52693" y="20338"/>
                </a:cubicBezTo>
                <a:cubicBezTo>
                  <a:pt x="51769" y="20338"/>
                  <a:pt x="50844" y="20338"/>
                  <a:pt x="49920" y="20338"/>
                </a:cubicBezTo>
                <a:cubicBezTo>
                  <a:pt x="48995" y="20338"/>
                  <a:pt x="48071" y="20338"/>
                  <a:pt x="47146" y="20338"/>
                </a:cubicBezTo>
                <a:cubicBezTo>
                  <a:pt x="47146" y="22187"/>
                  <a:pt x="47146" y="24035"/>
                  <a:pt x="47146" y="25884"/>
                </a:cubicBezTo>
                <a:cubicBezTo>
                  <a:pt x="46576" y="25782"/>
                  <a:pt x="46114" y="25474"/>
                  <a:pt x="45760" y="24960"/>
                </a:cubicBezTo>
                <a:cubicBezTo>
                  <a:pt x="45452" y="26192"/>
                  <a:pt x="45143" y="27425"/>
                  <a:pt x="44835" y="28658"/>
                </a:cubicBezTo>
                <a:cubicBezTo>
                  <a:pt x="43271" y="25717"/>
                  <a:pt x="43426" y="22790"/>
                  <a:pt x="45298" y="19875"/>
                </a:cubicBezTo>
                <a:cubicBezTo>
                  <a:pt x="44826" y="18187"/>
                  <a:pt x="44055" y="18033"/>
                  <a:pt x="42987" y="19413"/>
                </a:cubicBezTo>
                <a:cubicBezTo>
                  <a:pt x="42679" y="21879"/>
                  <a:pt x="42370" y="24343"/>
                  <a:pt x="42062" y="26809"/>
                </a:cubicBezTo>
                <a:cubicBezTo>
                  <a:pt x="41754" y="25268"/>
                  <a:pt x="41445" y="23728"/>
                  <a:pt x="41138" y="22187"/>
                </a:cubicBezTo>
                <a:cubicBezTo>
                  <a:pt x="40675" y="49918"/>
                  <a:pt x="40521" y="77651"/>
                  <a:pt x="40675" y="105386"/>
                </a:cubicBezTo>
                <a:cubicBezTo>
                  <a:pt x="40982" y="137283"/>
                  <a:pt x="40674" y="169022"/>
                  <a:pt x="39751" y="200604"/>
                </a:cubicBezTo>
                <a:close/>
              </a:path>
            </a:pathLst>
          </a:custGeom>
          <a:solidFill xmlns:a="http://schemas.openxmlformats.org/drawingml/2006/main">
            <a:srgbClr val="314558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9A528-B7D8-48FC-B988-3ABD45B6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70" y="3679686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DCE4E0">
              <a:alpha val="4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C1A8C-F387-40BC-945E-A49C770C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369" y="3676078"/>
            <a:ext cx="14791" cy="6471"/>
          </a:xfrm>
          <a:custGeom xmlns:a="http://schemas.openxmlformats.org/drawingml/2006/main">
            <a:pathLst>
              <a:path w="14791" h="6471">
                <a:moveTo>
                  <a:pt x="14791" y="6471"/>
                </a:moveTo>
                <a:cubicBezTo>
                  <a:pt x="9156" y="5730"/>
                  <a:pt x="4225" y="3573"/>
                  <a:pt x="0" y="0"/>
                </a:cubicBezTo>
                <a:cubicBezTo>
                  <a:pt x="5210" y="1684"/>
                  <a:pt x="10140" y="3841"/>
                  <a:pt x="14791" y="6471"/>
                </a:cubicBezTo>
                <a:close/>
              </a:path>
            </a:pathLst>
          </a:custGeom>
          <a:solidFill xmlns:a="http://schemas.openxmlformats.org/drawingml/2006/main">
            <a:srgbClr val="E0E3E3">
              <a:alpha val="8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6177F-7386-4B91-9262-528576DB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480" y="3677003"/>
            <a:ext cx="6471" cy="3082"/>
          </a:xfrm>
          <a:custGeom xmlns:a="http://schemas.openxmlformats.org/drawingml/2006/main">
            <a:pathLst>
              <a:path w="6471" h="3082">
                <a:moveTo>
                  <a:pt x="6471" y="2773"/>
                </a:moveTo>
                <a:cubicBezTo>
                  <a:pt x="3706" y="3082"/>
                  <a:pt x="1549" y="2158"/>
                  <a:pt x="0" y="0"/>
                </a:cubicBezTo>
                <a:cubicBezTo>
                  <a:pt x="2456" y="402"/>
                  <a:pt x="4614" y="1327"/>
                  <a:pt x="6471" y="2773"/>
                </a:cubicBezTo>
                <a:close/>
              </a:path>
            </a:pathLst>
          </a:custGeom>
          <a:solidFill xmlns:a="http://schemas.openxmlformats.org/drawingml/2006/main">
            <a:srgbClr val="919EA2">
              <a:alpha val="60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53B9C-B167-40AB-8BC5-BC4FB32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335" y="3675154"/>
            <a:ext cx="18489" cy="8320"/>
          </a:xfrm>
          <a:custGeom xmlns:a="http://schemas.openxmlformats.org/drawingml/2006/main">
            <a:pathLst>
              <a:path w="18489" h="8320">
                <a:moveTo>
                  <a:pt x="0" y="8320"/>
                </a:moveTo>
                <a:cubicBezTo>
                  <a:pt x="2316" y="6923"/>
                  <a:pt x="4781" y="5690"/>
                  <a:pt x="7396" y="4622"/>
                </a:cubicBezTo>
                <a:cubicBezTo>
                  <a:pt x="11090" y="3084"/>
                  <a:pt x="14787" y="1543"/>
                  <a:pt x="18489" y="0"/>
                </a:cubicBezTo>
                <a:cubicBezTo>
                  <a:pt x="16706" y="1825"/>
                  <a:pt x="14550" y="3212"/>
                  <a:pt x="12018" y="4160"/>
                </a:cubicBezTo>
                <a:cubicBezTo>
                  <a:pt x="8179" y="6082"/>
                  <a:pt x="4173" y="7469"/>
                  <a:pt x="0" y="8320"/>
                </a:cubicBezTo>
                <a:close/>
              </a:path>
            </a:pathLst>
          </a:custGeom>
          <a:solidFill xmlns:a="http://schemas.openxmlformats.org/drawingml/2006/main">
            <a:srgbClr val="E5E9EA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F246A-72A2-4EB6-B73A-1444A2CF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626" y="3676078"/>
            <a:ext cx="2099" cy="3698"/>
          </a:xfrm>
          <a:custGeom xmlns:a="http://schemas.openxmlformats.org/drawingml/2006/main">
            <a:pathLst>
              <a:path w="2099" h="3698">
                <a:moveTo>
                  <a:pt x="2099" y="3698"/>
                </a:moveTo>
                <a:cubicBezTo>
                  <a:pt x="617" y="2970"/>
                  <a:pt x="0" y="1738"/>
                  <a:pt x="251" y="0"/>
                </a:cubicBezTo>
                <a:cubicBezTo>
                  <a:pt x="1083" y="730"/>
                  <a:pt x="1700" y="1655"/>
                  <a:pt x="2099" y="2773"/>
                </a:cubicBezTo>
                <a:cubicBezTo>
                  <a:pt x="2099" y="3081"/>
                  <a:pt x="2099" y="3390"/>
                  <a:pt x="2099" y="3698"/>
                </a:cubicBezTo>
                <a:close/>
              </a:path>
            </a:pathLst>
          </a:custGeom>
          <a:solidFill xmlns:a="http://schemas.openxmlformats.org/drawingml/2006/main">
            <a:srgbClr val="F0F0F0">
              <a:alpha val="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A4464-E21B-45EC-AD02-6EC251F5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694" y="3671456"/>
            <a:ext cx="4735" cy="11093"/>
          </a:xfrm>
          <a:custGeom xmlns:a="http://schemas.openxmlformats.org/drawingml/2006/main">
            <a:pathLst>
              <a:path w="4735" h="11093">
                <a:moveTo>
                  <a:pt x="0" y="11093"/>
                </a:moveTo>
                <a:cubicBezTo>
                  <a:pt x="0" y="10477"/>
                  <a:pt x="0" y="9861"/>
                  <a:pt x="0" y="9244"/>
                </a:cubicBezTo>
                <a:cubicBezTo>
                  <a:pt x="1199" y="5932"/>
                  <a:pt x="2739" y="2851"/>
                  <a:pt x="4622" y="0"/>
                </a:cubicBezTo>
                <a:cubicBezTo>
                  <a:pt x="4735" y="4584"/>
                  <a:pt x="3194" y="8282"/>
                  <a:pt x="0" y="11093"/>
                </a:cubicBezTo>
                <a:close/>
              </a:path>
            </a:pathLst>
          </a:custGeom>
          <a:solidFill xmlns:a="http://schemas.openxmlformats.org/drawingml/2006/main">
            <a:srgbClr val="F2F2F2">
              <a:alpha val="14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8FBBF-6A17-4DED-8342-87F25B2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983" y="3668683"/>
            <a:ext cx="21383" cy="21262"/>
          </a:xfrm>
          <a:custGeom xmlns:a="http://schemas.openxmlformats.org/drawingml/2006/main">
            <a:pathLst>
              <a:path w="21383" h="21262">
                <a:moveTo>
                  <a:pt x="0" y="21262"/>
                </a:moveTo>
                <a:cubicBezTo>
                  <a:pt x="6163" y="13250"/>
                  <a:pt x="13250" y="6163"/>
                  <a:pt x="21262" y="0"/>
                </a:cubicBezTo>
                <a:cubicBezTo>
                  <a:pt x="21383" y="683"/>
                  <a:pt x="21229" y="1300"/>
                  <a:pt x="20800" y="1849"/>
                </a:cubicBezTo>
                <a:cubicBezTo>
                  <a:pt x="14254" y="8827"/>
                  <a:pt x="7321" y="15299"/>
                  <a:pt x="0" y="21262"/>
                </a:cubicBezTo>
                <a:close/>
              </a:path>
            </a:pathLst>
          </a:custGeom>
          <a:solidFill xmlns:a="http://schemas.openxmlformats.org/drawingml/2006/main">
            <a:srgbClr val="DBE0E3">
              <a:alpha val="8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C70C0-BE0F-41BB-9B9A-DEB96357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793" y="3674229"/>
            <a:ext cx="19413" cy="3698"/>
          </a:xfrm>
          <a:custGeom xmlns:a="http://schemas.openxmlformats.org/drawingml/2006/main">
            <a:pathLst>
              <a:path w="19413" h="3698">
                <a:moveTo>
                  <a:pt x="19413" y="3698"/>
                </a:moveTo>
                <a:cubicBezTo>
                  <a:pt x="16561" y="2872"/>
                  <a:pt x="13634" y="2256"/>
                  <a:pt x="10631" y="1849"/>
                </a:cubicBezTo>
                <a:cubicBezTo>
                  <a:pt x="7039" y="2247"/>
                  <a:pt x="3494" y="2863"/>
                  <a:pt x="0" y="3698"/>
                </a:cubicBezTo>
                <a:cubicBezTo>
                  <a:pt x="103" y="3127"/>
                  <a:pt x="410" y="2665"/>
                  <a:pt x="924" y="2311"/>
                </a:cubicBezTo>
                <a:cubicBezTo>
                  <a:pt x="4172" y="1454"/>
                  <a:pt x="7408" y="683"/>
                  <a:pt x="10631" y="0"/>
                </a:cubicBezTo>
                <a:cubicBezTo>
                  <a:pt x="13964" y="496"/>
                  <a:pt x="16891" y="1728"/>
                  <a:pt x="19413" y="3698"/>
                </a:cubicBezTo>
                <a:close/>
              </a:path>
            </a:pathLst>
          </a:custGeom>
          <a:solidFill xmlns:a="http://schemas.openxmlformats.org/drawingml/2006/main">
            <a:srgbClr val="E0E5E8">
              <a:alpha val="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71CDEE-87E7-432C-BCEC-A81FBBEA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89" y="3670532"/>
            <a:ext cx="14791" cy="6471"/>
          </a:xfrm>
          <a:custGeom xmlns:a="http://schemas.openxmlformats.org/drawingml/2006/main">
            <a:pathLst>
              <a:path w="14791" h="6471">
                <a:moveTo>
                  <a:pt x="14791" y="6471"/>
                </a:moveTo>
                <a:cubicBezTo>
                  <a:pt x="9581" y="4787"/>
                  <a:pt x="4651" y="2630"/>
                  <a:pt x="0" y="0"/>
                </a:cubicBezTo>
                <a:cubicBezTo>
                  <a:pt x="5445" y="1187"/>
                  <a:pt x="10376" y="3344"/>
                  <a:pt x="14791" y="6471"/>
                </a:cubicBezTo>
                <a:close/>
              </a:path>
            </a:pathLst>
          </a:custGeom>
          <a:solidFill xmlns:a="http://schemas.openxmlformats.org/drawingml/2006/main">
            <a:srgbClr val="EEF0EE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F7626-F16C-4164-8812-735BC3D6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418" y="3615742"/>
            <a:ext cx="165475" cy="74203"/>
          </a:xfrm>
          <a:custGeom xmlns:a="http://schemas.openxmlformats.org/drawingml/2006/main">
            <a:pathLst>
              <a:path w="165475" h="74203">
                <a:moveTo>
                  <a:pt x="156231" y="74203"/>
                </a:moveTo>
                <a:cubicBezTo>
                  <a:pt x="150270" y="71223"/>
                  <a:pt x="144107" y="68757"/>
                  <a:pt x="137742" y="66808"/>
                </a:cubicBezTo>
                <a:cubicBezTo>
                  <a:pt x="133091" y="64177"/>
                  <a:pt x="128161" y="62021"/>
                  <a:pt x="122951" y="60336"/>
                </a:cubicBezTo>
                <a:cubicBezTo>
                  <a:pt x="121053" y="60427"/>
                  <a:pt x="119512" y="59810"/>
                  <a:pt x="118328" y="58488"/>
                </a:cubicBezTo>
                <a:cubicBezTo>
                  <a:pt x="114292" y="56165"/>
                  <a:pt x="109978" y="54316"/>
                  <a:pt x="105386" y="52941"/>
                </a:cubicBezTo>
                <a:cubicBezTo>
                  <a:pt x="102930" y="52539"/>
                  <a:pt x="100772" y="51614"/>
                  <a:pt x="98915" y="50168"/>
                </a:cubicBezTo>
                <a:cubicBezTo>
                  <a:pt x="94869" y="47840"/>
                  <a:pt x="90555" y="45991"/>
                  <a:pt x="85973" y="44621"/>
                </a:cubicBezTo>
                <a:cubicBezTo>
                  <a:pt x="85056" y="44780"/>
                  <a:pt x="84440" y="44471"/>
                  <a:pt x="84124" y="43696"/>
                </a:cubicBezTo>
                <a:cubicBezTo>
                  <a:pt x="79473" y="41066"/>
                  <a:pt x="74543" y="38910"/>
                  <a:pt x="69333" y="37225"/>
                </a:cubicBezTo>
                <a:cubicBezTo>
                  <a:pt x="68140" y="37444"/>
                  <a:pt x="67215" y="37137"/>
                  <a:pt x="66560" y="36301"/>
                </a:cubicBezTo>
                <a:cubicBezTo>
                  <a:pt x="55544" y="30643"/>
                  <a:pt x="44143" y="25713"/>
                  <a:pt x="32355" y="21510"/>
                </a:cubicBezTo>
                <a:cubicBezTo>
                  <a:pt x="31172" y="20187"/>
                  <a:pt x="29631" y="19570"/>
                  <a:pt x="27733" y="19661"/>
                </a:cubicBezTo>
                <a:cubicBezTo>
                  <a:pt x="23706" y="17287"/>
                  <a:pt x="19393" y="15438"/>
                  <a:pt x="14791" y="14114"/>
                </a:cubicBezTo>
                <a:cubicBezTo>
                  <a:pt x="13874" y="14273"/>
                  <a:pt x="13258" y="13965"/>
                  <a:pt x="12942" y="13190"/>
                </a:cubicBezTo>
                <a:cubicBezTo>
                  <a:pt x="11759" y="11867"/>
                  <a:pt x="10218" y="11250"/>
                  <a:pt x="8320" y="11341"/>
                </a:cubicBezTo>
                <a:cubicBezTo>
                  <a:pt x="5631" y="9625"/>
                  <a:pt x="2857" y="8084"/>
                  <a:pt x="0" y="6719"/>
                </a:cubicBezTo>
                <a:cubicBezTo>
                  <a:pt x="1222" y="6562"/>
                  <a:pt x="2301" y="6870"/>
                  <a:pt x="3236" y="7643"/>
                </a:cubicBezTo>
                <a:cubicBezTo>
                  <a:pt x="3648" y="5024"/>
                  <a:pt x="3186" y="2560"/>
                  <a:pt x="1849" y="248"/>
                </a:cubicBezTo>
                <a:cubicBezTo>
                  <a:pt x="2157" y="248"/>
                  <a:pt x="2465" y="248"/>
                  <a:pt x="2773" y="248"/>
                </a:cubicBezTo>
                <a:cubicBezTo>
                  <a:pt x="4252" y="0"/>
                  <a:pt x="5484" y="309"/>
                  <a:pt x="6471" y="1172"/>
                </a:cubicBezTo>
                <a:cubicBezTo>
                  <a:pt x="7654" y="2495"/>
                  <a:pt x="9195" y="3112"/>
                  <a:pt x="11093" y="3021"/>
                </a:cubicBezTo>
                <a:cubicBezTo>
                  <a:pt x="13486" y="4986"/>
                  <a:pt x="16259" y="6218"/>
                  <a:pt x="19413" y="6719"/>
                </a:cubicBezTo>
                <a:cubicBezTo>
                  <a:pt x="20330" y="6560"/>
                  <a:pt x="20946" y="6869"/>
                  <a:pt x="21262" y="7643"/>
                </a:cubicBezTo>
                <a:cubicBezTo>
                  <a:pt x="22311" y="9227"/>
                  <a:pt x="23852" y="9843"/>
                  <a:pt x="25884" y="9492"/>
                </a:cubicBezTo>
                <a:cubicBezTo>
                  <a:pt x="29973" y="11844"/>
                  <a:pt x="34288" y="13693"/>
                  <a:pt x="38827" y="15039"/>
                </a:cubicBezTo>
                <a:cubicBezTo>
                  <a:pt x="40010" y="16362"/>
                  <a:pt x="41551" y="16978"/>
                  <a:pt x="43449" y="16888"/>
                </a:cubicBezTo>
                <a:cubicBezTo>
                  <a:pt x="45229" y="18545"/>
                  <a:pt x="47386" y="19470"/>
                  <a:pt x="49920" y="19661"/>
                </a:cubicBezTo>
                <a:cubicBezTo>
                  <a:pt x="52312" y="21625"/>
                  <a:pt x="55086" y="22858"/>
                  <a:pt x="58240" y="23359"/>
                </a:cubicBezTo>
                <a:cubicBezTo>
                  <a:pt x="59423" y="24682"/>
                  <a:pt x="60964" y="25298"/>
                  <a:pt x="62862" y="25208"/>
                </a:cubicBezTo>
                <a:cubicBezTo>
                  <a:pt x="64642" y="26865"/>
                  <a:pt x="66799" y="27790"/>
                  <a:pt x="69333" y="27981"/>
                </a:cubicBezTo>
                <a:cubicBezTo>
                  <a:pt x="70270" y="29066"/>
                  <a:pt x="71503" y="29682"/>
                  <a:pt x="73031" y="29830"/>
                </a:cubicBezTo>
                <a:cubicBezTo>
                  <a:pt x="74224" y="29611"/>
                  <a:pt x="75149" y="29919"/>
                  <a:pt x="75804" y="30754"/>
                </a:cubicBezTo>
                <a:cubicBezTo>
                  <a:pt x="80368" y="33616"/>
                  <a:pt x="85298" y="35773"/>
                  <a:pt x="90595" y="37225"/>
                </a:cubicBezTo>
                <a:cubicBezTo>
                  <a:pt x="92894" y="37986"/>
                  <a:pt x="95052" y="38911"/>
                  <a:pt x="97066" y="39999"/>
                </a:cubicBezTo>
                <a:cubicBezTo>
                  <a:pt x="101514" y="42375"/>
                  <a:pt x="106136" y="44531"/>
                  <a:pt x="110933" y="46470"/>
                </a:cubicBezTo>
                <a:cubicBezTo>
                  <a:pt x="111241" y="46470"/>
                  <a:pt x="111550" y="46470"/>
                  <a:pt x="111857" y="46470"/>
                </a:cubicBezTo>
                <a:cubicBezTo>
                  <a:pt x="116508" y="49100"/>
                  <a:pt x="121438" y="51257"/>
                  <a:pt x="126648" y="52941"/>
                </a:cubicBezTo>
                <a:cubicBezTo>
                  <a:pt x="127698" y="54524"/>
                  <a:pt x="129239" y="55141"/>
                  <a:pt x="131271" y="54790"/>
                </a:cubicBezTo>
                <a:cubicBezTo>
                  <a:pt x="135921" y="57420"/>
                  <a:pt x="140852" y="59577"/>
                  <a:pt x="146062" y="61261"/>
                </a:cubicBezTo>
                <a:cubicBezTo>
                  <a:pt x="147611" y="63419"/>
                  <a:pt x="149768" y="64343"/>
                  <a:pt x="152533" y="64034"/>
                </a:cubicBezTo>
                <a:cubicBezTo>
                  <a:pt x="153582" y="65618"/>
                  <a:pt x="155123" y="66234"/>
                  <a:pt x="157155" y="65883"/>
                </a:cubicBezTo>
                <a:cubicBezTo>
                  <a:pt x="158338" y="67206"/>
                  <a:pt x="159879" y="67823"/>
                  <a:pt x="161777" y="67732"/>
                </a:cubicBezTo>
                <a:cubicBezTo>
                  <a:pt x="163159" y="68184"/>
                  <a:pt x="164392" y="68800"/>
                  <a:pt x="165475" y="69581"/>
                </a:cubicBezTo>
                <a:cubicBezTo>
                  <a:pt x="163718" y="69643"/>
                  <a:pt x="162023" y="69334"/>
                  <a:pt x="160390" y="68656"/>
                </a:cubicBezTo>
                <a:cubicBezTo>
                  <a:pt x="158920" y="70471"/>
                  <a:pt x="157533" y="72320"/>
                  <a:pt x="156231" y="74203"/>
                </a:cubicBezTo>
                <a:close/>
              </a:path>
            </a:pathLst>
          </a:custGeom>
          <a:solidFill xmlns:a="http://schemas.openxmlformats.org/drawingml/2006/main">
            <a:srgbClr val="2F4256">
              <a:alpha val="99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973E4-B154-44D9-A421-9CB7BAA2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676" y="3671456"/>
            <a:ext cx="2291" cy="4622"/>
          </a:xfrm>
          <a:custGeom xmlns:a="http://schemas.openxmlformats.org/drawingml/2006/main">
            <a:pathLst>
              <a:path w="2291" h="4622">
                <a:moveTo>
                  <a:pt x="2200" y="4622"/>
                </a:moveTo>
                <a:cubicBezTo>
                  <a:pt x="617" y="3573"/>
                  <a:pt x="0" y="2032"/>
                  <a:pt x="351" y="0"/>
                </a:cubicBezTo>
                <a:cubicBezTo>
                  <a:pt x="1674" y="1183"/>
                  <a:pt x="2291" y="2724"/>
                  <a:pt x="2200" y="4622"/>
                </a:cubicBezTo>
                <a:close/>
              </a:path>
            </a:pathLst>
          </a:custGeom>
          <a:solidFill xmlns:a="http://schemas.openxmlformats.org/drawingml/2006/main">
            <a:srgbClr val="F3F5F5">
              <a:alpha val="2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E4903-BB03-4B0D-92DC-BE074B85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703" y="3661287"/>
            <a:ext cx="30507" cy="30628"/>
          </a:xfrm>
          <a:custGeom xmlns:a="http://schemas.openxmlformats.org/drawingml/2006/main">
            <a:pathLst>
              <a:path w="30507" h="30628">
                <a:moveTo>
                  <a:pt x="30507" y="30507"/>
                </a:moveTo>
                <a:cubicBezTo>
                  <a:pt x="29823" y="30628"/>
                  <a:pt x="29207" y="30473"/>
                  <a:pt x="28658" y="30044"/>
                </a:cubicBezTo>
                <a:cubicBezTo>
                  <a:pt x="19043" y="20018"/>
                  <a:pt x="9490" y="10003"/>
                  <a:pt x="0" y="0"/>
                </a:cubicBezTo>
                <a:cubicBezTo>
                  <a:pt x="10731" y="9189"/>
                  <a:pt x="20900" y="19050"/>
                  <a:pt x="30507" y="29582"/>
                </a:cubicBezTo>
                <a:cubicBezTo>
                  <a:pt x="30507" y="29890"/>
                  <a:pt x="30507" y="30199"/>
                  <a:pt x="30507" y="30507"/>
                </a:cubicBezTo>
                <a:close/>
              </a:path>
            </a:pathLst>
          </a:custGeom>
          <a:solidFill xmlns:a="http://schemas.openxmlformats.org/drawingml/2006/main">
            <a:srgbClr val="DCE0E2">
              <a:alpha val="4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A8B68-16E1-4698-BF96-81EF1AE0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181" y="3671456"/>
            <a:ext cx="2291" cy="4622"/>
          </a:xfrm>
          <a:custGeom xmlns:a="http://schemas.openxmlformats.org/drawingml/2006/main">
            <a:pathLst>
              <a:path w="2291" h="4622">
                <a:moveTo>
                  <a:pt x="1939" y="4622"/>
                </a:moveTo>
                <a:cubicBezTo>
                  <a:pt x="617" y="3439"/>
                  <a:pt x="0" y="1898"/>
                  <a:pt x="91" y="0"/>
                </a:cubicBezTo>
                <a:cubicBezTo>
                  <a:pt x="1674" y="1049"/>
                  <a:pt x="2291" y="2590"/>
                  <a:pt x="1939" y="4622"/>
                </a:cubicBezTo>
                <a:close/>
              </a:path>
            </a:pathLst>
          </a:custGeom>
          <a:solidFill xmlns:a="http://schemas.openxmlformats.org/drawingml/2006/main">
            <a:srgbClr val="DFE1E2">
              <a:alpha val="4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A2E08-ADEB-4390-89FB-C44FAE7B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990" y="3671456"/>
            <a:ext cx="3082" cy="6471"/>
          </a:xfrm>
          <a:custGeom xmlns:a="http://schemas.openxmlformats.org/drawingml/2006/main">
            <a:pathLst>
              <a:path w="3082" h="6471">
                <a:moveTo>
                  <a:pt x="309" y="6471"/>
                </a:moveTo>
                <a:cubicBezTo>
                  <a:pt x="0" y="3706"/>
                  <a:pt x="924" y="1549"/>
                  <a:pt x="3082" y="0"/>
                </a:cubicBezTo>
                <a:cubicBezTo>
                  <a:pt x="2585" y="1495"/>
                  <a:pt x="2277" y="3036"/>
                  <a:pt x="2158" y="4622"/>
                </a:cubicBezTo>
                <a:cubicBezTo>
                  <a:pt x="1541" y="5239"/>
                  <a:pt x="925" y="5854"/>
                  <a:pt x="309" y="6471"/>
                </a:cubicBezTo>
                <a:close/>
              </a:path>
            </a:pathLst>
          </a:custGeom>
          <a:solidFill xmlns:a="http://schemas.openxmlformats.org/drawingml/2006/main">
            <a:srgbClr val="E8E9EA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85A17-63DE-409C-8C83-02AB10D7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04" y="3668683"/>
            <a:ext cx="12942" cy="5547"/>
          </a:xfrm>
          <a:custGeom xmlns:a="http://schemas.openxmlformats.org/drawingml/2006/main">
            <a:pathLst>
              <a:path w="12942" h="5547">
                <a:moveTo>
                  <a:pt x="12942" y="5547"/>
                </a:moveTo>
                <a:cubicBezTo>
                  <a:pt x="9406" y="5016"/>
                  <a:pt x="6017" y="3937"/>
                  <a:pt x="2773" y="2311"/>
                </a:cubicBezTo>
                <a:cubicBezTo>
                  <a:pt x="1440" y="1963"/>
                  <a:pt x="516" y="1193"/>
                  <a:pt x="0" y="0"/>
                </a:cubicBezTo>
                <a:cubicBezTo>
                  <a:pt x="4592" y="1376"/>
                  <a:pt x="8906" y="3224"/>
                  <a:pt x="12942" y="5547"/>
                </a:cubicBezTo>
                <a:close/>
              </a:path>
            </a:pathLst>
          </a:custGeom>
          <a:solidFill xmlns:a="http://schemas.openxmlformats.org/drawingml/2006/main">
            <a:srgbClr val="E5E8E7">
              <a:alpha val="3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4E09B-81FD-4277-96B0-D78EF21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64" y="3671456"/>
            <a:ext cx="12942" cy="5547"/>
          </a:xfrm>
          <a:custGeom xmlns:a="http://schemas.openxmlformats.org/drawingml/2006/main">
            <a:pathLst>
              <a:path w="12942" h="5547">
                <a:moveTo>
                  <a:pt x="0" y="5547"/>
                </a:moveTo>
                <a:cubicBezTo>
                  <a:pt x="3874" y="2812"/>
                  <a:pt x="8189" y="963"/>
                  <a:pt x="12942" y="0"/>
                </a:cubicBezTo>
                <a:cubicBezTo>
                  <a:pt x="12326" y="617"/>
                  <a:pt x="11710" y="1232"/>
                  <a:pt x="11093" y="1849"/>
                </a:cubicBezTo>
                <a:cubicBezTo>
                  <a:pt x="7386" y="3088"/>
                  <a:pt x="3689" y="4321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DADEDE">
              <a:alpha val="11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9133C-29E2-4DCD-B692-99B095BB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014" y="3669607"/>
            <a:ext cx="12018" cy="2843"/>
          </a:xfrm>
          <a:custGeom xmlns:a="http://schemas.openxmlformats.org/drawingml/2006/main">
            <a:pathLst>
              <a:path w="12018" h="2843">
                <a:moveTo>
                  <a:pt x="12018" y="2773"/>
                </a:moveTo>
                <a:cubicBezTo>
                  <a:pt x="7680" y="2843"/>
                  <a:pt x="3674" y="1918"/>
                  <a:pt x="0" y="0"/>
                </a:cubicBezTo>
                <a:cubicBezTo>
                  <a:pt x="4271" y="222"/>
                  <a:pt x="8277" y="1146"/>
                  <a:pt x="12018" y="2773"/>
                </a:cubicBezTo>
                <a:close/>
              </a:path>
            </a:pathLst>
          </a:custGeom>
          <a:solidFill xmlns:a="http://schemas.openxmlformats.org/drawingml/2006/main">
            <a:srgbClr val="CDD3D6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3D429-DFC4-406C-9887-C2778920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521" y="3667758"/>
            <a:ext cx="14791" cy="6471"/>
          </a:xfrm>
          <a:custGeom xmlns:a="http://schemas.openxmlformats.org/drawingml/2006/main">
            <a:pathLst>
              <a:path w="14791" h="6471">
                <a:moveTo>
                  <a:pt x="0" y="6471"/>
                </a:moveTo>
                <a:cubicBezTo>
                  <a:pt x="4660" y="3836"/>
                  <a:pt x="9591" y="1679"/>
                  <a:pt x="14791" y="0"/>
                </a:cubicBezTo>
                <a:cubicBezTo>
                  <a:pt x="10347" y="3143"/>
                  <a:pt x="5417" y="5301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F3F4F4">
              <a:alpha val="2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7140E-5FFB-44D5-BEA6-993EEA92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916" y="3668683"/>
            <a:ext cx="23111" cy="4622"/>
          </a:xfrm>
          <a:custGeom xmlns:a="http://schemas.openxmlformats.org/drawingml/2006/main">
            <a:pathLst>
              <a:path w="23111" h="4622">
                <a:moveTo>
                  <a:pt x="0" y="4622"/>
                </a:moveTo>
                <a:cubicBezTo>
                  <a:pt x="0" y="4314"/>
                  <a:pt x="0" y="4006"/>
                  <a:pt x="0" y="3698"/>
                </a:cubicBezTo>
                <a:cubicBezTo>
                  <a:pt x="7236" y="3324"/>
                  <a:pt x="14323" y="2092"/>
                  <a:pt x="21262" y="0"/>
                </a:cubicBezTo>
                <a:cubicBezTo>
                  <a:pt x="22383" y="228"/>
                  <a:pt x="23000" y="845"/>
                  <a:pt x="23111" y="1849"/>
                </a:cubicBezTo>
                <a:cubicBezTo>
                  <a:pt x="22541" y="1746"/>
                  <a:pt x="22078" y="1438"/>
                  <a:pt x="21724" y="924"/>
                </a:cubicBezTo>
                <a:cubicBezTo>
                  <a:pt x="14687" y="3201"/>
                  <a:pt x="7445" y="4435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BDC4C8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D5EC3-7EF6-4EBF-AD7E-8A2260B0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066" y="3668683"/>
            <a:ext cx="4622" cy="2200"/>
          </a:xfrm>
          <a:custGeom xmlns:a="http://schemas.openxmlformats.org/drawingml/2006/main">
            <a:pathLst>
              <a:path w="4622" h="2200">
                <a:moveTo>
                  <a:pt x="4622" y="1849"/>
                </a:moveTo>
                <a:cubicBezTo>
                  <a:pt x="2590" y="2200"/>
                  <a:pt x="1049" y="1584"/>
                  <a:pt x="0" y="0"/>
                </a:cubicBezTo>
                <a:cubicBezTo>
                  <a:pt x="1759" y="274"/>
                  <a:pt x="3300" y="890"/>
                  <a:pt x="4622" y="1849"/>
                </a:cubicBezTo>
                <a:close/>
              </a:path>
            </a:pathLst>
          </a:custGeom>
          <a:solidFill xmlns:a="http://schemas.openxmlformats.org/drawingml/2006/main">
            <a:srgbClr val="A1A8AE">
              <a:alpha val="6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6DA52-7EB4-4C5E-A78A-8B8763A2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569" y="3663136"/>
            <a:ext cx="30507" cy="30507"/>
          </a:xfrm>
          <a:custGeom xmlns:a="http://schemas.openxmlformats.org/drawingml/2006/main">
            <a:pathLst>
              <a:path w="30507" h="30507">
                <a:moveTo>
                  <a:pt x="30507" y="30507"/>
                </a:moveTo>
                <a:cubicBezTo>
                  <a:pt x="20030" y="20646"/>
                  <a:pt x="9861" y="10477"/>
                  <a:pt x="0" y="0"/>
                </a:cubicBezTo>
                <a:cubicBezTo>
                  <a:pt x="2692" y="1448"/>
                  <a:pt x="5157" y="3297"/>
                  <a:pt x="7396" y="5547"/>
                </a:cubicBezTo>
                <a:cubicBezTo>
                  <a:pt x="13250" y="12018"/>
                  <a:pt x="19413" y="18181"/>
                  <a:pt x="25884" y="24035"/>
                </a:cubicBezTo>
                <a:cubicBezTo>
                  <a:pt x="27830" y="25969"/>
                  <a:pt x="29371" y="28126"/>
                  <a:pt x="30507" y="30507"/>
                </a:cubicBezTo>
                <a:close/>
              </a:path>
            </a:pathLst>
          </a:custGeom>
          <a:solidFill xmlns:a="http://schemas.openxmlformats.org/drawingml/2006/main">
            <a:srgbClr val="E8EAEA">
              <a:alpha val="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379A8-952F-4722-8658-B2F7435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806" y="3669517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D2D6D6">
              <a:alpha val="7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FE5AF-BA2B-48F8-A174-A48C31FD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072" y="3663982"/>
            <a:ext cx="2773" cy="7474"/>
          </a:xfrm>
          <a:custGeom xmlns:a="http://schemas.openxmlformats.org/drawingml/2006/main">
            <a:pathLst>
              <a:path w="2773" h="7474">
                <a:moveTo>
                  <a:pt x="0" y="7474"/>
                </a:moveTo>
                <a:cubicBezTo>
                  <a:pt x="434" y="4850"/>
                  <a:pt x="434" y="2385"/>
                  <a:pt x="0" y="79"/>
                </a:cubicBezTo>
                <a:cubicBezTo>
                  <a:pt x="1382" y="0"/>
                  <a:pt x="2306" y="616"/>
                  <a:pt x="2773" y="1927"/>
                </a:cubicBezTo>
                <a:cubicBezTo>
                  <a:pt x="1831" y="3872"/>
                  <a:pt x="907" y="5721"/>
                  <a:pt x="0" y="7474"/>
                </a:cubicBezTo>
                <a:close/>
              </a:path>
            </a:pathLst>
          </a:custGeom>
          <a:solidFill xmlns:a="http://schemas.openxmlformats.org/drawingml/2006/main">
            <a:srgbClr val="E1E2E4">
              <a:alpha val="2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C230B-A701-406B-9991-C6A98A67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245" y="3665910"/>
            <a:ext cx="2773" cy="2773"/>
          </a:xfrm>
          <a:custGeom xmlns:a="http://schemas.openxmlformats.org/drawingml/2006/main">
            <a:pathLst>
              <a:path w="2773" h="2773">
                <a:moveTo>
                  <a:pt x="0" y="2773"/>
                </a:moveTo>
                <a:cubicBezTo>
                  <a:pt x="329" y="1211"/>
                  <a:pt x="1254" y="287"/>
                  <a:pt x="2773" y="0"/>
                </a:cubicBezTo>
                <a:cubicBezTo>
                  <a:pt x="2773" y="1849"/>
                  <a:pt x="1849" y="2773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E8EBEB">
              <a:alpha val="14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A74EA-4F5B-483F-B232-B1C01F72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75" y="3662212"/>
            <a:ext cx="14791" cy="6471"/>
          </a:xfrm>
          <a:custGeom xmlns:a="http://schemas.openxmlformats.org/drawingml/2006/main">
            <a:pathLst>
              <a:path w="14791" h="6471">
                <a:moveTo>
                  <a:pt x="14791" y="6471"/>
                </a:moveTo>
                <a:cubicBezTo>
                  <a:pt x="9581" y="4787"/>
                  <a:pt x="4651" y="2630"/>
                  <a:pt x="0" y="0"/>
                </a:cubicBezTo>
                <a:cubicBezTo>
                  <a:pt x="5445" y="1187"/>
                  <a:pt x="10376" y="3344"/>
                  <a:pt x="14791" y="6471"/>
                </a:cubicBezTo>
                <a:close/>
              </a:path>
            </a:pathLst>
          </a:custGeom>
          <a:solidFill xmlns:a="http://schemas.openxmlformats.org/drawingml/2006/main">
            <a:srgbClr val="F0F0EF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01DC6-6065-4C3A-BA5F-B939C6CD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428" y="3664985"/>
            <a:ext cx="10169" cy="4622"/>
          </a:xfrm>
          <a:custGeom xmlns:a="http://schemas.openxmlformats.org/drawingml/2006/main">
            <a:pathLst>
              <a:path w="10169" h="4622">
                <a:moveTo>
                  <a:pt x="0" y="4622"/>
                </a:moveTo>
                <a:cubicBezTo>
                  <a:pt x="2907" y="2207"/>
                  <a:pt x="6296" y="667"/>
                  <a:pt x="10169" y="0"/>
                </a:cubicBezTo>
                <a:cubicBezTo>
                  <a:pt x="7174" y="2266"/>
                  <a:pt x="3784" y="3807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E4E7E7">
              <a:alpha val="5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FDA8A-0CFA-4C4E-84C3-702CC35C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201" y="3663136"/>
            <a:ext cx="5919" cy="8320"/>
          </a:xfrm>
          <a:custGeom xmlns:a="http://schemas.openxmlformats.org/drawingml/2006/main">
            <a:pathLst>
              <a:path w="5919" h="8320">
                <a:moveTo>
                  <a:pt x="4070" y="8320"/>
                </a:moveTo>
                <a:cubicBezTo>
                  <a:pt x="0" y="4301"/>
                  <a:pt x="617" y="1528"/>
                  <a:pt x="5919" y="0"/>
                </a:cubicBezTo>
                <a:cubicBezTo>
                  <a:pt x="4824" y="1254"/>
                  <a:pt x="3899" y="2641"/>
                  <a:pt x="3146" y="4160"/>
                </a:cubicBezTo>
                <a:cubicBezTo>
                  <a:pt x="3745" y="5491"/>
                  <a:pt x="4053" y="6878"/>
                  <a:pt x="4070" y="8320"/>
                </a:cubicBezTo>
                <a:close/>
              </a:path>
            </a:pathLst>
          </a:custGeom>
          <a:solidFill xmlns:a="http://schemas.openxmlformats.org/drawingml/2006/main">
            <a:srgbClr val="DCDCDE">
              <a:alpha val="6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499BE-0FFD-4DBC-968B-07205014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61" y="3661287"/>
            <a:ext cx="12942" cy="5547"/>
          </a:xfrm>
          <a:custGeom xmlns:a="http://schemas.openxmlformats.org/drawingml/2006/main">
            <a:pathLst>
              <a:path w="12942" h="5547">
                <a:moveTo>
                  <a:pt x="0" y="5547"/>
                </a:moveTo>
                <a:cubicBezTo>
                  <a:pt x="4046" y="3219"/>
                  <a:pt x="8361" y="1370"/>
                  <a:pt x="12942" y="0"/>
                </a:cubicBezTo>
                <a:cubicBezTo>
                  <a:pt x="9111" y="2836"/>
                  <a:pt x="4797" y="4685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EAEDED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4BED6-35C4-48A0-BBC2-493EB434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974" y="3635403"/>
            <a:ext cx="66560" cy="46222"/>
          </a:xfrm>
          <a:custGeom xmlns:a="http://schemas.openxmlformats.org/drawingml/2006/main">
            <a:pathLst>
              <a:path w="66560" h="46222">
                <a:moveTo>
                  <a:pt x="39751" y="43449"/>
                </a:moveTo>
                <a:cubicBezTo>
                  <a:pt x="39352" y="42330"/>
                  <a:pt x="38735" y="41406"/>
                  <a:pt x="37902" y="40675"/>
                </a:cubicBezTo>
                <a:cubicBezTo>
                  <a:pt x="37993" y="38778"/>
                  <a:pt x="37376" y="37236"/>
                  <a:pt x="36053" y="36053"/>
                </a:cubicBezTo>
                <a:cubicBezTo>
                  <a:pt x="36053" y="35745"/>
                  <a:pt x="36053" y="35437"/>
                  <a:pt x="36053" y="35129"/>
                </a:cubicBezTo>
                <a:cubicBezTo>
                  <a:pt x="35942" y="34125"/>
                  <a:pt x="35326" y="33508"/>
                  <a:pt x="34204" y="33280"/>
                </a:cubicBezTo>
                <a:cubicBezTo>
                  <a:pt x="27265" y="35372"/>
                  <a:pt x="20178" y="36604"/>
                  <a:pt x="12942" y="36978"/>
                </a:cubicBezTo>
                <a:cubicBezTo>
                  <a:pt x="12197" y="35594"/>
                  <a:pt x="11581" y="34053"/>
                  <a:pt x="11093" y="32355"/>
                </a:cubicBezTo>
                <a:cubicBezTo>
                  <a:pt x="12346" y="31269"/>
                  <a:pt x="12192" y="30345"/>
                  <a:pt x="10631" y="29582"/>
                </a:cubicBezTo>
                <a:cubicBezTo>
                  <a:pt x="9661" y="30522"/>
                  <a:pt x="8583" y="30677"/>
                  <a:pt x="7396" y="30044"/>
                </a:cubicBezTo>
                <a:cubicBezTo>
                  <a:pt x="8628" y="28812"/>
                  <a:pt x="8628" y="27579"/>
                  <a:pt x="7396" y="26347"/>
                </a:cubicBezTo>
                <a:cubicBezTo>
                  <a:pt x="4930" y="26039"/>
                  <a:pt x="2465" y="25730"/>
                  <a:pt x="0" y="25422"/>
                </a:cubicBezTo>
                <a:cubicBezTo>
                  <a:pt x="5763" y="25258"/>
                  <a:pt x="11310" y="24487"/>
                  <a:pt x="16640" y="23111"/>
                </a:cubicBezTo>
                <a:cubicBezTo>
                  <a:pt x="19462" y="23471"/>
                  <a:pt x="21928" y="22855"/>
                  <a:pt x="24035" y="21262"/>
                </a:cubicBezTo>
                <a:cubicBezTo>
                  <a:pt x="24343" y="21262"/>
                  <a:pt x="24652" y="21262"/>
                  <a:pt x="24960" y="21262"/>
                </a:cubicBezTo>
                <a:cubicBezTo>
                  <a:pt x="27177" y="21485"/>
                  <a:pt x="29026" y="20868"/>
                  <a:pt x="30507" y="19413"/>
                </a:cubicBezTo>
                <a:cubicBezTo>
                  <a:pt x="30814" y="19413"/>
                  <a:pt x="31123" y="19413"/>
                  <a:pt x="31431" y="19413"/>
                </a:cubicBezTo>
                <a:cubicBezTo>
                  <a:pt x="34038" y="19795"/>
                  <a:pt x="35887" y="18871"/>
                  <a:pt x="36978" y="16640"/>
                </a:cubicBezTo>
                <a:cubicBezTo>
                  <a:pt x="37915" y="15555"/>
                  <a:pt x="39147" y="14939"/>
                  <a:pt x="40675" y="14791"/>
                </a:cubicBezTo>
                <a:cubicBezTo>
                  <a:pt x="42203" y="14643"/>
                  <a:pt x="43436" y="14027"/>
                  <a:pt x="44373" y="12942"/>
                </a:cubicBezTo>
                <a:cubicBezTo>
                  <a:pt x="45570" y="12029"/>
                  <a:pt x="46803" y="11104"/>
                  <a:pt x="48071" y="10169"/>
                </a:cubicBezTo>
                <a:cubicBezTo>
                  <a:pt x="51835" y="8590"/>
                  <a:pt x="54916" y="6125"/>
                  <a:pt x="57315" y="2773"/>
                </a:cubicBezTo>
                <a:cubicBezTo>
                  <a:pt x="58240" y="2465"/>
                  <a:pt x="58856" y="1849"/>
                  <a:pt x="59164" y="924"/>
                </a:cubicBezTo>
                <a:cubicBezTo>
                  <a:pt x="59781" y="617"/>
                  <a:pt x="60396" y="308"/>
                  <a:pt x="61013" y="0"/>
                </a:cubicBezTo>
                <a:cubicBezTo>
                  <a:pt x="60856" y="1222"/>
                  <a:pt x="61164" y="2301"/>
                  <a:pt x="61938" y="3236"/>
                </a:cubicBezTo>
                <a:cubicBezTo>
                  <a:pt x="60271" y="3824"/>
                  <a:pt x="59038" y="4902"/>
                  <a:pt x="58240" y="6471"/>
                </a:cubicBezTo>
                <a:cubicBezTo>
                  <a:pt x="59703" y="6580"/>
                  <a:pt x="61243" y="7350"/>
                  <a:pt x="62862" y="8782"/>
                </a:cubicBezTo>
                <a:cubicBezTo>
                  <a:pt x="62168" y="12264"/>
                  <a:pt x="60319" y="15037"/>
                  <a:pt x="57315" y="17102"/>
                </a:cubicBezTo>
                <a:cubicBezTo>
                  <a:pt x="60103" y="16780"/>
                  <a:pt x="62721" y="15702"/>
                  <a:pt x="65173" y="13867"/>
                </a:cubicBezTo>
                <a:cubicBezTo>
                  <a:pt x="65880" y="13931"/>
                  <a:pt x="66343" y="14239"/>
                  <a:pt x="66560" y="14791"/>
                </a:cubicBezTo>
                <a:cubicBezTo>
                  <a:pt x="65643" y="14632"/>
                  <a:pt x="65027" y="14941"/>
                  <a:pt x="64711" y="15715"/>
                </a:cubicBezTo>
                <a:cubicBezTo>
                  <a:pt x="64274" y="17015"/>
                  <a:pt x="63349" y="17632"/>
                  <a:pt x="61938" y="17564"/>
                </a:cubicBezTo>
                <a:cubicBezTo>
                  <a:pt x="58961" y="19508"/>
                  <a:pt x="56188" y="21665"/>
                  <a:pt x="53618" y="24035"/>
                </a:cubicBezTo>
                <a:cubicBezTo>
                  <a:pt x="53301" y="24810"/>
                  <a:pt x="52686" y="25119"/>
                  <a:pt x="51769" y="24960"/>
                </a:cubicBezTo>
                <a:cubicBezTo>
                  <a:pt x="49981" y="25524"/>
                  <a:pt x="48440" y="26448"/>
                  <a:pt x="47146" y="27733"/>
                </a:cubicBezTo>
                <a:cubicBezTo>
                  <a:pt x="41844" y="29261"/>
                  <a:pt x="41227" y="32035"/>
                  <a:pt x="45298" y="36053"/>
                </a:cubicBezTo>
                <a:cubicBezTo>
                  <a:pt x="45207" y="37951"/>
                  <a:pt x="45824" y="39492"/>
                  <a:pt x="47146" y="40675"/>
                </a:cubicBezTo>
                <a:cubicBezTo>
                  <a:pt x="47146" y="41600"/>
                  <a:pt x="47146" y="42524"/>
                  <a:pt x="47146" y="43449"/>
                </a:cubicBezTo>
                <a:cubicBezTo>
                  <a:pt x="46393" y="44685"/>
                  <a:pt x="45314" y="45609"/>
                  <a:pt x="43911" y="46222"/>
                </a:cubicBezTo>
                <a:cubicBezTo>
                  <a:pt x="43062" y="44488"/>
                  <a:pt x="41676" y="43563"/>
                  <a:pt x="39751" y="43449"/>
                </a:cubicBezTo>
                <a:close/>
              </a:path>
            </a:pathLst>
          </a:custGeom>
          <a:solidFill xmlns:a="http://schemas.openxmlformats.org/drawingml/2006/main">
            <a:srgbClr val="253B50">
              <a:alpha val="99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0E521-9016-4F29-9749-2CE8A26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588" y="3652967"/>
            <a:ext cx="32355" cy="32355"/>
          </a:xfrm>
          <a:custGeom xmlns:a="http://schemas.openxmlformats.org/drawingml/2006/main">
            <a:pathLst>
              <a:path w="32355" h="32355">
                <a:moveTo>
                  <a:pt x="0" y="32355"/>
                </a:moveTo>
                <a:cubicBezTo>
                  <a:pt x="3309" y="27805"/>
                  <a:pt x="7007" y="23491"/>
                  <a:pt x="11093" y="19413"/>
                </a:cubicBezTo>
                <a:cubicBezTo>
                  <a:pt x="17941" y="12560"/>
                  <a:pt x="25028" y="6089"/>
                  <a:pt x="32355" y="0"/>
                </a:cubicBezTo>
                <a:cubicBezTo>
                  <a:pt x="21879" y="11093"/>
                  <a:pt x="11093" y="21879"/>
                  <a:pt x="0" y="32355"/>
                </a:cubicBezTo>
                <a:close/>
              </a:path>
            </a:pathLst>
          </a:custGeom>
          <a:solidFill xmlns:a="http://schemas.openxmlformats.org/drawingml/2006/main">
            <a:srgbClr val="EAEDEC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601D4-D133-4E9E-89A1-D2265DC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597" y="3663046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DBE1DD">
              <a:alpha val="8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305B4-AF5A-4DB2-A718-D7184ED9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957" y="3645481"/>
            <a:ext cx="64288" cy="34295"/>
          </a:xfrm>
          <a:custGeom xmlns:a="http://schemas.openxmlformats.org/drawingml/2006/main">
            <a:pathLst>
              <a:path w="64288" h="34295">
                <a:moveTo>
                  <a:pt x="2773" y="34295"/>
                </a:moveTo>
                <a:cubicBezTo>
                  <a:pt x="1752" y="32249"/>
                  <a:pt x="1752" y="30246"/>
                  <a:pt x="2773" y="28286"/>
                </a:cubicBezTo>
                <a:cubicBezTo>
                  <a:pt x="1897" y="27840"/>
                  <a:pt x="973" y="27686"/>
                  <a:pt x="0" y="27824"/>
                </a:cubicBezTo>
                <a:cubicBezTo>
                  <a:pt x="617" y="27207"/>
                  <a:pt x="1232" y="26592"/>
                  <a:pt x="1849" y="25975"/>
                </a:cubicBezTo>
                <a:cubicBezTo>
                  <a:pt x="3747" y="26066"/>
                  <a:pt x="5288" y="25449"/>
                  <a:pt x="6471" y="24126"/>
                </a:cubicBezTo>
                <a:cubicBezTo>
                  <a:pt x="10255" y="23311"/>
                  <a:pt x="13645" y="21770"/>
                  <a:pt x="16640" y="19504"/>
                </a:cubicBezTo>
                <a:cubicBezTo>
                  <a:pt x="18538" y="19594"/>
                  <a:pt x="20079" y="18978"/>
                  <a:pt x="21262" y="17655"/>
                </a:cubicBezTo>
                <a:cubicBezTo>
                  <a:pt x="23160" y="17746"/>
                  <a:pt x="24701" y="17129"/>
                  <a:pt x="25884" y="15806"/>
                </a:cubicBezTo>
                <a:cubicBezTo>
                  <a:pt x="31094" y="14122"/>
                  <a:pt x="36025" y="11965"/>
                  <a:pt x="40675" y="9335"/>
                </a:cubicBezTo>
                <a:cubicBezTo>
                  <a:pt x="41331" y="8499"/>
                  <a:pt x="42255" y="8191"/>
                  <a:pt x="43449" y="8411"/>
                </a:cubicBezTo>
                <a:cubicBezTo>
                  <a:pt x="47144" y="7391"/>
                  <a:pt x="50534" y="5851"/>
                  <a:pt x="53618" y="3788"/>
                </a:cubicBezTo>
                <a:cubicBezTo>
                  <a:pt x="55515" y="3879"/>
                  <a:pt x="57056" y="3262"/>
                  <a:pt x="58240" y="1939"/>
                </a:cubicBezTo>
                <a:cubicBezTo>
                  <a:pt x="59423" y="617"/>
                  <a:pt x="60964" y="0"/>
                  <a:pt x="62862" y="91"/>
                </a:cubicBezTo>
                <a:cubicBezTo>
                  <a:pt x="62416" y="937"/>
                  <a:pt x="62109" y="1862"/>
                  <a:pt x="61938" y="2864"/>
                </a:cubicBezTo>
                <a:cubicBezTo>
                  <a:pt x="63672" y="4241"/>
                  <a:pt x="64288" y="5782"/>
                  <a:pt x="63786" y="7486"/>
                </a:cubicBezTo>
                <a:cubicBezTo>
                  <a:pt x="61097" y="9202"/>
                  <a:pt x="58324" y="10743"/>
                  <a:pt x="55466" y="12108"/>
                </a:cubicBezTo>
                <a:cubicBezTo>
                  <a:pt x="52701" y="11800"/>
                  <a:pt x="50545" y="12724"/>
                  <a:pt x="48995" y="14882"/>
                </a:cubicBezTo>
                <a:cubicBezTo>
                  <a:pt x="48679" y="15656"/>
                  <a:pt x="48064" y="15965"/>
                  <a:pt x="47146" y="15806"/>
                </a:cubicBezTo>
                <a:cubicBezTo>
                  <a:pt x="42565" y="17176"/>
                  <a:pt x="38251" y="19025"/>
                  <a:pt x="34204" y="21353"/>
                </a:cubicBezTo>
                <a:cubicBezTo>
                  <a:pt x="33888" y="22127"/>
                  <a:pt x="33272" y="22436"/>
                  <a:pt x="32355" y="22277"/>
                </a:cubicBezTo>
                <a:cubicBezTo>
                  <a:pt x="27155" y="23956"/>
                  <a:pt x="22224" y="26113"/>
                  <a:pt x="17564" y="28748"/>
                </a:cubicBezTo>
                <a:cubicBezTo>
                  <a:pt x="16448" y="29427"/>
                  <a:pt x="15215" y="29735"/>
                  <a:pt x="13867" y="29673"/>
                </a:cubicBezTo>
                <a:cubicBezTo>
                  <a:pt x="10165" y="31216"/>
                  <a:pt x="6467" y="32757"/>
                  <a:pt x="2773" y="34295"/>
                </a:cubicBezTo>
                <a:close/>
              </a:path>
            </a:pathLst>
          </a:custGeom>
          <a:solidFill xmlns:a="http://schemas.openxmlformats.org/drawingml/2006/main">
            <a:srgbClr val="2C4057">
              <a:alpha val="99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89BD0-B360-4663-9905-032D8E4C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91" y="3660363"/>
            <a:ext cx="12942" cy="5547"/>
          </a:xfrm>
          <a:custGeom xmlns:a="http://schemas.openxmlformats.org/drawingml/2006/main">
            <a:pathLst>
              <a:path w="12942" h="5547">
                <a:moveTo>
                  <a:pt x="12942" y="5547"/>
                </a:moveTo>
                <a:cubicBezTo>
                  <a:pt x="8145" y="4685"/>
                  <a:pt x="3831" y="2836"/>
                  <a:pt x="0" y="0"/>
                </a:cubicBezTo>
                <a:cubicBezTo>
                  <a:pt x="4582" y="1370"/>
                  <a:pt x="8896" y="3219"/>
                  <a:pt x="12942" y="5547"/>
                </a:cubicBezTo>
                <a:close/>
              </a:path>
            </a:pathLst>
          </a:custGeom>
          <a:solidFill xmlns:a="http://schemas.openxmlformats.org/drawingml/2006/main">
            <a:srgbClr val="DADEE0">
              <a:alpha val="7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001F6-1D99-4A28-8949-FB05D352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249" y="3654816"/>
            <a:ext cx="8320" cy="8320"/>
          </a:xfrm>
          <a:custGeom xmlns:a="http://schemas.openxmlformats.org/drawingml/2006/main">
            <a:pathLst>
              <a:path w="8320" h="8320">
                <a:moveTo>
                  <a:pt x="8320" y="8320"/>
                </a:moveTo>
                <a:cubicBezTo>
                  <a:pt x="5239" y="5854"/>
                  <a:pt x="2465" y="3081"/>
                  <a:pt x="0" y="0"/>
                </a:cubicBezTo>
                <a:cubicBezTo>
                  <a:pt x="3698" y="1849"/>
                  <a:pt x="6471" y="4622"/>
                  <a:pt x="8320" y="8320"/>
                </a:cubicBezTo>
                <a:close/>
              </a:path>
            </a:pathLst>
          </a:custGeom>
          <a:solidFill xmlns:a="http://schemas.openxmlformats.org/drawingml/2006/main">
            <a:srgbClr val="E5E7E7">
              <a:alpha val="3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B8209-4556-47AD-8EFA-6E09F09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120" y="3660363"/>
            <a:ext cx="4622" cy="2983"/>
          </a:xfrm>
          <a:custGeom xmlns:a="http://schemas.openxmlformats.org/drawingml/2006/main">
            <a:pathLst>
              <a:path w="4622" h="2983">
                <a:moveTo>
                  <a:pt x="0" y="2773"/>
                </a:moveTo>
                <a:cubicBezTo>
                  <a:pt x="1293" y="1488"/>
                  <a:pt x="2834" y="564"/>
                  <a:pt x="4622" y="0"/>
                </a:cubicBezTo>
                <a:cubicBezTo>
                  <a:pt x="3789" y="2059"/>
                  <a:pt x="2249" y="2983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C7D2D4">
              <a:alpha val="1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1DFB6-77C6-48A7-9CA6-1F4C20BD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219" y="3661197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CED3D4">
              <a:alpha val="7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B07F6-35FF-4E98-AE55-D7106A69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854" y="3659438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617" y="1849"/>
                  <a:pt x="0" y="1232"/>
                  <a:pt x="0" y="0"/>
                </a:cubicBezTo>
                <a:cubicBezTo>
                  <a:pt x="924" y="308"/>
                  <a:pt x="1541" y="924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3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89FD7-39DE-4344-9561-A879614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810" y="3635403"/>
            <a:ext cx="30044" cy="27733"/>
          </a:xfrm>
          <a:custGeom xmlns:a="http://schemas.openxmlformats.org/drawingml/2006/main">
            <a:pathLst>
              <a:path w="30044" h="27733">
                <a:moveTo>
                  <a:pt x="19413" y="27733"/>
                </a:moveTo>
                <a:cubicBezTo>
                  <a:pt x="17969" y="27518"/>
                  <a:pt x="16737" y="26901"/>
                  <a:pt x="15715" y="25884"/>
                </a:cubicBezTo>
                <a:cubicBezTo>
                  <a:pt x="15221" y="24085"/>
                  <a:pt x="13989" y="23161"/>
                  <a:pt x="12018" y="23111"/>
                </a:cubicBezTo>
                <a:cubicBezTo>
                  <a:pt x="11101" y="23270"/>
                  <a:pt x="10485" y="22961"/>
                  <a:pt x="10169" y="22187"/>
                </a:cubicBezTo>
                <a:cubicBezTo>
                  <a:pt x="9171" y="20298"/>
                  <a:pt x="7630" y="19066"/>
                  <a:pt x="5547" y="18489"/>
                </a:cubicBezTo>
                <a:cubicBezTo>
                  <a:pt x="5239" y="17564"/>
                  <a:pt x="4622" y="16948"/>
                  <a:pt x="3698" y="16640"/>
                </a:cubicBezTo>
                <a:cubicBezTo>
                  <a:pt x="3390" y="16640"/>
                  <a:pt x="3081" y="16640"/>
                  <a:pt x="2773" y="16640"/>
                </a:cubicBezTo>
                <a:cubicBezTo>
                  <a:pt x="2773" y="16332"/>
                  <a:pt x="2773" y="16023"/>
                  <a:pt x="2773" y="15715"/>
                </a:cubicBezTo>
                <a:cubicBezTo>
                  <a:pt x="4570" y="15181"/>
                  <a:pt x="4878" y="14257"/>
                  <a:pt x="3698" y="12942"/>
                </a:cubicBezTo>
                <a:cubicBezTo>
                  <a:pt x="4139" y="12038"/>
                  <a:pt x="4754" y="11268"/>
                  <a:pt x="5547" y="10631"/>
                </a:cubicBezTo>
                <a:cubicBezTo>
                  <a:pt x="3951" y="9217"/>
                  <a:pt x="2102" y="8292"/>
                  <a:pt x="0" y="7858"/>
                </a:cubicBezTo>
                <a:cubicBezTo>
                  <a:pt x="1669" y="6959"/>
                  <a:pt x="3210" y="5880"/>
                  <a:pt x="4622" y="4622"/>
                </a:cubicBezTo>
                <a:cubicBezTo>
                  <a:pt x="5350" y="5308"/>
                  <a:pt x="5965" y="6078"/>
                  <a:pt x="6471" y="6933"/>
                </a:cubicBezTo>
                <a:cubicBezTo>
                  <a:pt x="7240" y="7569"/>
                  <a:pt x="7856" y="7415"/>
                  <a:pt x="8320" y="6471"/>
                </a:cubicBezTo>
                <a:cubicBezTo>
                  <a:pt x="7088" y="4930"/>
                  <a:pt x="5854" y="3390"/>
                  <a:pt x="4622" y="1849"/>
                </a:cubicBezTo>
                <a:cubicBezTo>
                  <a:pt x="4958" y="1217"/>
                  <a:pt x="5266" y="601"/>
                  <a:pt x="5547" y="0"/>
                </a:cubicBezTo>
                <a:cubicBezTo>
                  <a:pt x="6598" y="1192"/>
                  <a:pt x="7830" y="2116"/>
                  <a:pt x="9244" y="2773"/>
                </a:cubicBezTo>
                <a:cubicBezTo>
                  <a:pt x="9552" y="3698"/>
                  <a:pt x="10169" y="4314"/>
                  <a:pt x="11093" y="4622"/>
                </a:cubicBezTo>
                <a:cubicBezTo>
                  <a:pt x="16609" y="9847"/>
                  <a:pt x="22773" y="14161"/>
                  <a:pt x="29582" y="17564"/>
                </a:cubicBezTo>
                <a:cubicBezTo>
                  <a:pt x="30044" y="20952"/>
                  <a:pt x="28966" y="23725"/>
                  <a:pt x="26347" y="25884"/>
                </a:cubicBezTo>
                <a:cubicBezTo>
                  <a:pt x="26389" y="24208"/>
                  <a:pt x="26236" y="22668"/>
                  <a:pt x="25884" y="21262"/>
                </a:cubicBezTo>
                <a:cubicBezTo>
                  <a:pt x="24487" y="22640"/>
                  <a:pt x="23562" y="24335"/>
                  <a:pt x="23111" y="26347"/>
                </a:cubicBezTo>
                <a:cubicBezTo>
                  <a:pt x="21960" y="27078"/>
                  <a:pt x="20728" y="27540"/>
                  <a:pt x="19413" y="27733"/>
                </a:cubicBezTo>
                <a:close/>
              </a:path>
            </a:pathLst>
          </a:custGeom>
          <a:solidFill xmlns:a="http://schemas.openxmlformats.org/drawingml/2006/main">
            <a:srgbClr val="273D53">
              <a:alpha val="9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38F4D-9D46-4C66-BD4B-831C5920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27" y="3658514"/>
            <a:ext cx="3698" cy="2773"/>
          </a:xfrm>
          <a:custGeom xmlns:a="http://schemas.openxmlformats.org/drawingml/2006/main">
            <a:pathLst>
              <a:path w="3698" h="2773">
                <a:moveTo>
                  <a:pt x="3698" y="2773"/>
                </a:moveTo>
                <a:cubicBezTo>
                  <a:pt x="2098" y="2287"/>
                  <a:pt x="865" y="1363"/>
                  <a:pt x="0" y="0"/>
                </a:cubicBezTo>
                <a:cubicBezTo>
                  <a:pt x="1971" y="50"/>
                  <a:pt x="3203" y="974"/>
                  <a:pt x="3698" y="2773"/>
                </a:cubicBezTo>
                <a:close/>
              </a:path>
            </a:pathLst>
          </a:custGeom>
          <a:solidFill xmlns:a="http://schemas.openxmlformats.org/drawingml/2006/main">
            <a:srgbClr val="9CA8AF">
              <a:alpha val="40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82E23-BD67-4ACB-9511-BFCB7C3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268" y="3631705"/>
            <a:ext cx="62862" cy="71182"/>
          </a:xfrm>
          <a:custGeom xmlns:a="http://schemas.openxmlformats.org/drawingml/2006/main">
            <a:pathLst>
              <a:path w="62862" h="71182">
                <a:moveTo>
                  <a:pt x="2773" y="71182"/>
                </a:moveTo>
                <a:cubicBezTo>
                  <a:pt x="2465" y="71182"/>
                  <a:pt x="2157" y="71182"/>
                  <a:pt x="1849" y="71182"/>
                </a:cubicBezTo>
                <a:cubicBezTo>
                  <a:pt x="787" y="70913"/>
                  <a:pt x="170" y="70143"/>
                  <a:pt x="0" y="68871"/>
                </a:cubicBezTo>
                <a:cubicBezTo>
                  <a:pt x="1001" y="66908"/>
                  <a:pt x="1001" y="64905"/>
                  <a:pt x="0" y="62862"/>
                </a:cubicBezTo>
                <a:cubicBezTo>
                  <a:pt x="0" y="62554"/>
                  <a:pt x="0" y="62245"/>
                  <a:pt x="0" y="61938"/>
                </a:cubicBezTo>
                <a:cubicBezTo>
                  <a:pt x="924" y="61630"/>
                  <a:pt x="1541" y="61013"/>
                  <a:pt x="1849" y="60089"/>
                </a:cubicBezTo>
                <a:cubicBezTo>
                  <a:pt x="4314" y="58240"/>
                  <a:pt x="6471" y="56083"/>
                  <a:pt x="8320" y="53618"/>
                </a:cubicBezTo>
                <a:cubicBezTo>
                  <a:pt x="19413" y="43141"/>
                  <a:pt x="30199" y="32355"/>
                  <a:pt x="40675" y="21262"/>
                </a:cubicBezTo>
                <a:cubicBezTo>
                  <a:pt x="43141" y="19413"/>
                  <a:pt x="45298" y="17257"/>
                  <a:pt x="47146" y="14791"/>
                </a:cubicBezTo>
                <a:cubicBezTo>
                  <a:pt x="48071" y="14483"/>
                  <a:pt x="48688" y="13867"/>
                  <a:pt x="48995" y="12942"/>
                </a:cubicBezTo>
                <a:cubicBezTo>
                  <a:pt x="49688" y="11989"/>
                  <a:pt x="50303" y="10910"/>
                  <a:pt x="50844" y="9707"/>
                </a:cubicBezTo>
                <a:cubicBezTo>
                  <a:pt x="47224" y="6410"/>
                  <a:pt x="47378" y="3175"/>
                  <a:pt x="51306" y="0"/>
                </a:cubicBezTo>
                <a:cubicBezTo>
                  <a:pt x="51479" y="1706"/>
                  <a:pt x="52249" y="3246"/>
                  <a:pt x="53618" y="4622"/>
                </a:cubicBezTo>
                <a:cubicBezTo>
                  <a:pt x="55455" y="3893"/>
                  <a:pt x="55763" y="2815"/>
                  <a:pt x="54542" y="1387"/>
                </a:cubicBezTo>
                <a:cubicBezTo>
                  <a:pt x="55418" y="940"/>
                  <a:pt x="56343" y="787"/>
                  <a:pt x="57315" y="924"/>
                </a:cubicBezTo>
                <a:cubicBezTo>
                  <a:pt x="58548" y="1541"/>
                  <a:pt x="59472" y="2465"/>
                  <a:pt x="60089" y="3698"/>
                </a:cubicBezTo>
                <a:cubicBezTo>
                  <a:pt x="59808" y="4299"/>
                  <a:pt x="59500" y="4915"/>
                  <a:pt x="59164" y="5547"/>
                </a:cubicBezTo>
                <a:cubicBezTo>
                  <a:pt x="60396" y="7088"/>
                  <a:pt x="61630" y="8628"/>
                  <a:pt x="62862" y="10169"/>
                </a:cubicBezTo>
                <a:cubicBezTo>
                  <a:pt x="62398" y="11113"/>
                  <a:pt x="61782" y="11267"/>
                  <a:pt x="61013" y="10631"/>
                </a:cubicBezTo>
                <a:cubicBezTo>
                  <a:pt x="60507" y="9776"/>
                  <a:pt x="59892" y="9006"/>
                  <a:pt x="59164" y="8320"/>
                </a:cubicBezTo>
                <a:cubicBezTo>
                  <a:pt x="57752" y="9578"/>
                  <a:pt x="56211" y="10657"/>
                  <a:pt x="54542" y="11556"/>
                </a:cubicBezTo>
                <a:cubicBezTo>
                  <a:pt x="56644" y="11990"/>
                  <a:pt x="58493" y="12914"/>
                  <a:pt x="60089" y="14329"/>
                </a:cubicBezTo>
                <a:cubicBezTo>
                  <a:pt x="59296" y="14966"/>
                  <a:pt x="58681" y="15736"/>
                  <a:pt x="58240" y="16640"/>
                </a:cubicBezTo>
                <a:cubicBezTo>
                  <a:pt x="59420" y="17954"/>
                  <a:pt x="59112" y="18879"/>
                  <a:pt x="57315" y="19413"/>
                </a:cubicBezTo>
                <a:cubicBezTo>
                  <a:pt x="55506" y="17048"/>
                  <a:pt x="53966" y="17355"/>
                  <a:pt x="52693" y="20338"/>
                </a:cubicBezTo>
                <a:cubicBezTo>
                  <a:pt x="47700" y="24403"/>
                  <a:pt x="43387" y="29026"/>
                  <a:pt x="39751" y="34204"/>
                </a:cubicBezTo>
                <a:cubicBezTo>
                  <a:pt x="38231" y="34491"/>
                  <a:pt x="37307" y="35415"/>
                  <a:pt x="36978" y="36978"/>
                </a:cubicBezTo>
                <a:cubicBezTo>
                  <a:pt x="28966" y="43141"/>
                  <a:pt x="21879" y="50228"/>
                  <a:pt x="15715" y="58240"/>
                </a:cubicBezTo>
                <a:cubicBezTo>
                  <a:pt x="13250" y="60089"/>
                  <a:pt x="11093" y="62245"/>
                  <a:pt x="9244" y="64711"/>
                </a:cubicBezTo>
                <a:cubicBezTo>
                  <a:pt x="8012" y="65327"/>
                  <a:pt x="7088" y="66252"/>
                  <a:pt x="6471" y="67484"/>
                </a:cubicBezTo>
                <a:cubicBezTo>
                  <a:pt x="4930" y="68409"/>
                  <a:pt x="3698" y="69641"/>
                  <a:pt x="2773" y="71182"/>
                </a:cubicBezTo>
                <a:close/>
              </a:path>
            </a:pathLst>
          </a:custGeom>
          <a:solidFill xmlns:a="http://schemas.openxmlformats.org/drawingml/2006/main">
            <a:srgbClr val="243A50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6D886-637D-4248-A869-638CF2D7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41" y="3654816"/>
            <a:ext cx="14791" cy="6471"/>
          </a:xfrm>
          <a:custGeom xmlns:a="http://schemas.openxmlformats.org/drawingml/2006/main">
            <a:pathLst>
              <a:path w="14791" h="6471">
                <a:moveTo>
                  <a:pt x="0" y="6471"/>
                </a:moveTo>
                <a:cubicBezTo>
                  <a:pt x="4415" y="3344"/>
                  <a:pt x="9346" y="1187"/>
                  <a:pt x="14791" y="0"/>
                </a:cubicBezTo>
                <a:cubicBezTo>
                  <a:pt x="10140" y="2630"/>
                  <a:pt x="5210" y="4787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DFE3E1">
              <a:alpha val="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B6975-99ED-455D-8F0E-2FC038F5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005" y="3657590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617" y="1849"/>
                  <a:pt x="0" y="1232"/>
                  <a:pt x="0" y="0"/>
                </a:cubicBezTo>
                <a:cubicBezTo>
                  <a:pt x="924" y="308"/>
                  <a:pt x="1541" y="924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3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D44A6-43E7-48CB-B238-152332A7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84" y="3655741"/>
            <a:ext cx="13867" cy="6471"/>
          </a:xfrm>
          <a:custGeom xmlns:a="http://schemas.openxmlformats.org/drawingml/2006/main">
            <a:pathLst>
              <a:path w="13867" h="6471">
                <a:moveTo>
                  <a:pt x="13867" y="6471"/>
                </a:moveTo>
                <a:cubicBezTo>
                  <a:pt x="9070" y="4533"/>
                  <a:pt x="4447" y="2376"/>
                  <a:pt x="0" y="0"/>
                </a:cubicBezTo>
                <a:cubicBezTo>
                  <a:pt x="5262" y="937"/>
                  <a:pt x="9884" y="3095"/>
                  <a:pt x="13867" y="6471"/>
                </a:cubicBezTo>
                <a:close/>
              </a:path>
            </a:pathLst>
          </a:custGeom>
          <a:solidFill xmlns:a="http://schemas.openxmlformats.org/drawingml/2006/main">
            <a:srgbClr val="EAEBE9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C9DBE-8D3E-49E4-A203-9ED97DEB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592" y="3652967"/>
            <a:ext cx="8320" cy="6471"/>
          </a:xfrm>
          <a:custGeom xmlns:a="http://schemas.openxmlformats.org/drawingml/2006/main">
            <a:pathLst>
              <a:path w="8320" h="6471">
                <a:moveTo>
                  <a:pt x="0" y="6471"/>
                </a:moveTo>
                <a:cubicBezTo>
                  <a:pt x="2570" y="4101"/>
                  <a:pt x="5343" y="1944"/>
                  <a:pt x="8320" y="0"/>
                </a:cubicBezTo>
                <a:cubicBezTo>
                  <a:pt x="8310" y="1402"/>
                  <a:pt x="7694" y="2481"/>
                  <a:pt x="6471" y="3236"/>
                </a:cubicBezTo>
                <a:cubicBezTo>
                  <a:pt x="4551" y="4812"/>
                  <a:pt x="2394" y="5891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E3E7E8">
              <a:alpha val="7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256DB-0DA1-4ECC-BDC3-8DCF9660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614" y="3656665"/>
            <a:ext cx="7396" cy="2208"/>
          </a:xfrm>
          <a:custGeom xmlns:a="http://schemas.openxmlformats.org/drawingml/2006/main">
            <a:pathLst>
              <a:path w="7396" h="2208">
                <a:moveTo>
                  <a:pt x="0" y="1849"/>
                </a:moveTo>
                <a:cubicBezTo>
                  <a:pt x="2275" y="896"/>
                  <a:pt x="4740" y="279"/>
                  <a:pt x="7396" y="0"/>
                </a:cubicBezTo>
                <a:cubicBezTo>
                  <a:pt x="5288" y="1593"/>
                  <a:pt x="2822" y="2208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C9CED0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268FA-169F-48F5-B1F0-301E211E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952" y="3657281"/>
            <a:ext cx="6471" cy="3082"/>
          </a:xfrm>
          <a:custGeom xmlns:a="http://schemas.openxmlformats.org/drawingml/2006/main">
            <a:pathLst>
              <a:path w="6471" h="3082">
                <a:moveTo>
                  <a:pt x="0" y="3082"/>
                </a:moveTo>
                <a:cubicBezTo>
                  <a:pt x="1549" y="924"/>
                  <a:pt x="3706" y="0"/>
                  <a:pt x="6471" y="309"/>
                </a:cubicBezTo>
                <a:cubicBezTo>
                  <a:pt x="4614" y="1756"/>
                  <a:pt x="2456" y="2680"/>
                  <a:pt x="0" y="3082"/>
                </a:cubicBezTo>
                <a:close/>
              </a:path>
            </a:pathLst>
          </a:custGeom>
          <a:solidFill xmlns:a="http://schemas.openxmlformats.org/drawingml/2006/main">
            <a:srgbClr val="829099">
              <a:alpha val="51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D7EAB-DDA7-4658-9478-3C296400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356" y="3653892"/>
            <a:ext cx="4622" cy="3698"/>
          </a:xfrm>
          <a:custGeom xmlns:a="http://schemas.openxmlformats.org/drawingml/2006/main">
            <a:pathLst>
              <a:path w="4622" h="3698">
                <a:moveTo>
                  <a:pt x="4622" y="3698"/>
                </a:moveTo>
                <a:cubicBezTo>
                  <a:pt x="2501" y="3110"/>
                  <a:pt x="960" y="1878"/>
                  <a:pt x="0" y="0"/>
                </a:cubicBezTo>
                <a:cubicBezTo>
                  <a:pt x="2084" y="577"/>
                  <a:pt x="3625" y="1809"/>
                  <a:pt x="4622" y="3698"/>
                </a:cubicBezTo>
                <a:close/>
              </a:path>
            </a:pathLst>
          </a:custGeom>
          <a:solidFill xmlns:a="http://schemas.openxmlformats.org/drawingml/2006/main">
            <a:srgbClr val="E3E6E8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30F4B-276F-455A-B8AC-779E293D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231" y="3654816"/>
            <a:ext cx="2773" cy="2773"/>
          </a:xfrm>
          <a:custGeom xmlns:a="http://schemas.openxmlformats.org/drawingml/2006/main">
            <a:pathLst>
              <a:path w="2773" h="2773">
                <a:moveTo>
                  <a:pt x="2773" y="2773"/>
                </a:moveTo>
                <a:cubicBezTo>
                  <a:pt x="1211" y="2444"/>
                  <a:pt x="287" y="1520"/>
                  <a:pt x="0" y="0"/>
                </a:cubicBezTo>
                <a:cubicBezTo>
                  <a:pt x="1562" y="329"/>
                  <a:pt x="2487" y="1254"/>
                  <a:pt x="2773" y="2773"/>
                </a:cubicBezTo>
                <a:close/>
              </a:path>
            </a:pathLst>
          </a:custGeom>
          <a:solidFill xmlns:a="http://schemas.openxmlformats.org/drawingml/2006/main">
            <a:srgbClr val="E6E9EB">
              <a:alpha val="3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D306A-FB4A-4314-A77E-719895BC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939" y="3654733"/>
            <a:ext cx="6471" cy="2015"/>
          </a:xfrm>
          <a:custGeom xmlns:a="http://schemas.openxmlformats.org/drawingml/2006/main">
            <a:pathLst>
              <a:path w="6471" h="2015">
                <a:moveTo>
                  <a:pt x="6471" y="1932"/>
                </a:moveTo>
                <a:cubicBezTo>
                  <a:pt x="4019" y="2015"/>
                  <a:pt x="1863" y="1400"/>
                  <a:pt x="0" y="83"/>
                </a:cubicBezTo>
                <a:cubicBezTo>
                  <a:pt x="2452" y="0"/>
                  <a:pt x="4608" y="616"/>
                  <a:pt x="6471" y="1932"/>
                </a:cubicBezTo>
                <a:close/>
              </a:path>
            </a:pathLst>
          </a:custGeom>
          <a:solidFill xmlns:a="http://schemas.openxmlformats.org/drawingml/2006/main">
            <a:srgbClr val="9DA5AB">
              <a:alpha val="3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EB9E6-4DA5-4B9B-8148-D2C2C868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23" y="3652967"/>
            <a:ext cx="10169" cy="4622"/>
          </a:xfrm>
          <a:custGeom xmlns:a="http://schemas.openxmlformats.org/drawingml/2006/main">
            <a:pathLst>
              <a:path w="10169" h="4622">
                <a:moveTo>
                  <a:pt x="0" y="4622"/>
                </a:moveTo>
                <a:cubicBezTo>
                  <a:pt x="2857" y="3257"/>
                  <a:pt x="5631" y="1716"/>
                  <a:pt x="8320" y="0"/>
                </a:cubicBezTo>
                <a:cubicBezTo>
                  <a:pt x="8937" y="0"/>
                  <a:pt x="9552" y="0"/>
                  <a:pt x="10169" y="0"/>
                </a:cubicBezTo>
                <a:cubicBezTo>
                  <a:pt x="7413" y="2762"/>
                  <a:pt x="4023" y="4302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E7E9EA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E7127-9E67-49AF-8E36-CA8C7D11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51" y="3652967"/>
            <a:ext cx="14791" cy="6471"/>
          </a:xfrm>
          <a:custGeom xmlns:a="http://schemas.openxmlformats.org/drawingml/2006/main">
            <a:pathLst>
              <a:path w="14791" h="6471">
                <a:moveTo>
                  <a:pt x="14791" y="6471"/>
                </a:moveTo>
                <a:cubicBezTo>
                  <a:pt x="9346" y="5284"/>
                  <a:pt x="4415" y="3127"/>
                  <a:pt x="0" y="0"/>
                </a:cubicBezTo>
                <a:cubicBezTo>
                  <a:pt x="5210" y="1684"/>
                  <a:pt x="10140" y="3841"/>
                  <a:pt x="14791" y="6471"/>
                </a:cubicBezTo>
                <a:close/>
              </a:path>
            </a:pathLst>
          </a:custGeom>
          <a:solidFill xmlns:a="http://schemas.openxmlformats.org/drawingml/2006/main">
            <a:srgbClr val="E3E5E5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9E368-3C23-4CCA-A94A-0A8D381B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934" y="3654816"/>
            <a:ext cx="5547" cy="2072"/>
          </a:xfrm>
          <a:custGeom xmlns:a="http://schemas.openxmlformats.org/drawingml/2006/main">
            <a:pathLst>
              <a:path w="5547" h="2072">
                <a:moveTo>
                  <a:pt x="0" y="1849"/>
                </a:moveTo>
                <a:cubicBezTo>
                  <a:pt x="1584" y="704"/>
                  <a:pt x="3433" y="88"/>
                  <a:pt x="5547" y="0"/>
                </a:cubicBezTo>
                <a:cubicBezTo>
                  <a:pt x="4066" y="1455"/>
                  <a:pt x="2217" y="2072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CACFCF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4EE73-16F2-4756-983B-BA9E37DD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019" y="3652043"/>
            <a:ext cx="12942" cy="13867"/>
          </a:xfrm>
          <a:custGeom xmlns:a="http://schemas.openxmlformats.org/drawingml/2006/main">
            <a:pathLst>
              <a:path w="12942" h="13867">
                <a:moveTo>
                  <a:pt x="0" y="13867"/>
                </a:moveTo>
                <a:cubicBezTo>
                  <a:pt x="3636" y="8688"/>
                  <a:pt x="7949" y="4066"/>
                  <a:pt x="12942" y="0"/>
                </a:cubicBezTo>
                <a:cubicBezTo>
                  <a:pt x="12906" y="1001"/>
                  <a:pt x="12597" y="1926"/>
                  <a:pt x="12018" y="2773"/>
                </a:cubicBezTo>
                <a:cubicBezTo>
                  <a:pt x="7993" y="6576"/>
                  <a:pt x="3987" y="10273"/>
                  <a:pt x="0" y="13867"/>
                </a:cubicBezTo>
                <a:close/>
              </a:path>
            </a:pathLst>
          </a:custGeom>
          <a:solidFill xmlns:a="http://schemas.openxmlformats.org/drawingml/2006/main">
            <a:srgbClr val="D1D8DC">
              <a:alpha val="28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AAB46-EEE1-4624-B53D-BE8A14F0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383" y="3652967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617" y="1849"/>
                  <a:pt x="0" y="1232"/>
                  <a:pt x="0" y="0"/>
                </a:cubicBezTo>
                <a:cubicBezTo>
                  <a:pt x="924" y="308"/>
                  <a:pt x="1541" y="924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3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21A0A-24D8-4F20-BA73-09EA395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405" y="3652043"/>
            <a:ext cx="5547" cy="3155"/>
          </a:xfrm>
          <a:custGeom xmlns:a="http://schemas.openxmlformats.org/drawingml/2006/main">
            <a:pathLst>
              <a:path w="5547" h="3155">
                <a:moveTo>
                  <a:pt x="0" y="2773"/>
                </a:moveTo>
                <a:cubicBezTo>
                  <a:pt x="1554" y="1379"/>
                  <a:pt x="3403" y="455"/>
                  <a:pt x="5547" y="0"/>
                </a:cubicBezTo>
                <a:cubicBezTo>
                  <a:pt x="4456" y="2231"/>
                  <a:pt x="2607" y="3155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838E9A">
              <a:alpha val="77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059D9-5CD3-4CD1-B4CA-8C22038D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627" y="3650194"/>
            <a:ext cx="4622" cy="4622"/>
          </a:xfrm>
          <a:custGeom xmlns:a="http://schemas.openxmlformats.org/drawingml/2006/main">
            <a:pathLst>
              <a:path w="4622" h="4622">
                <a:moveTo>
                  <a:pt x="4622" y="4622"/>
                </a:moveTo>
                <a:cubicBezTo>
                  <a:pt x="2773" y="3390"/>
                  <a:pt x="1232" y="1849"/>
                  <a:pt x="0" y="0"/>
                </a:cubicBezTo>
                <a:cubicBezTo>
                  <a:pt x="2465" y="617"/>
                  <a:pt x="4006" y="2157"/>
                  <a:pt x="4622" y="4622"/>
                </a:cubicBezTo>
                <a:close/>
              </a:path>
            </a:pathLst>
          </a:custGeom>
          <a:solidFill xmlns:a="http://schemas.openxmlformats.org/drawingml/2006/main">
            <a:srgbClr val="E7E9EA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586C1-4FD7-4355-964F-7BF27FA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241" y="3652717"/>
            <a:ext cx="3698" cy="2099"/>
          </a:xfrm>
          <a:custGeom xmlns:a="http://schemas.openxmlformats.org/drawingml/2006/main">
            <a:pathLst>
              <a:path w="3698" h="2099">
                <a:moveTo>
                  <a:pt x="3698" y="2099"/>
                </a:moveTo>
                <a:cubicBezTo>
                  <a:pt x="2170" y="1951"/>
                  <a:pt x="937" y="1336"/>
                  <a:pt x="0" y="251"/>
                </a:cubicBezTo>
                <a:cubicBezTo>
                  <a:pt x="1738" y="0"/>
                  <a:pt x="2970" y="617"/>
                  <a:pt x="3698" y="2099"/>
                </a:cubicBezTo>
                <a:close/>
              </a:path>
            </a:pathLst>
          </a:custGeom>
          <a:solidFill xmlns:a="http://schemas.openxmlformats.org/drawingml/2006/main">
            <a:srgbClr val="C9CDD0">
              <a:alpha val="4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66D02-92EF-44D8-9D42-046021DE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508" y="3652043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617" y="1849"/>
                  <a:pt x="0" y="1232"/>
                  <a:pt x="0" y="0"/>
                </a:cubicBezTo>
                <a:cubicBezTo>
                  <a:pt x="924" y="308"/>
                  <a:pt x="1541" y="924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DCDEE4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F4316-DFB5-4DBE-BAD2-5BD999CF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222" y="3646496"/>
            <a:ext cx="14791" cy="6471"/>
          </a:xfrm>
          <a:custGeom xmlns:a="http://schemas.openxmlformats.org/drawingml/2006/main">
            <a:pathLst>
              <a:path w="14791" h="6471">
                <a:moveTo>
                  <a:pt x="14791" y="6471"/>
                </a:moveTo>
                <a:cubicBezTo>
                  <a:pt x="9494" y="5019"/>
                  <a:pt x="4564" y="2862"/>
                  <a:pt x="0" y="0"/>
                </a:cubicBezTo>
                <a:cubicBezTo>
                  <a:pt x="5297" y="1452"/>
                  <a:pt x="10227" y="3609"/>
                  <a:pt x="14791" y="6471"/>
                </a:cubicBezTo>
                <a:close/>
              </a:path>
            </a:pathLst>
          </a:custGeom>
          <a:solidFill xmlns:a="http://schemas.openxmlformats.org/drawingml/2006/main">
            <a:srgbClr val="F1F2F1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07CB7-AD34-4359-8935-89D9FBED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895" y="3615065"/>
            <a:ext cx="75804" cy="37993"/>
          </a:xfrm>
          <a:custGeom xmlns:a="http://schemas.openxmlformats.org/drawingml/2006/main">
            <a:pathLst>
              <a:path w="75804" h="37993">
                <a:moveTo>
                  <a:pt x="3698" y="37902"/>
                </a:moveTo>
                <a:cubicBezTo>
                  <a:pt x="3081" y="37902"/>
                  <a:pt x="2465" y="37902"/>
                  <a:pt x="1849" y="37902"/>
                </a:cubicBezTo>
                <a:cubicBezTo>
                  <a:pt x="2351" y="36198"/>
                  <a:pt x="1734" y="34657"/>
                  <a:pt x="0" y="33280"/>
                </a:cubicBezTo>
                <a:cubicBezTo>
                  <a:pt x="171" y="32278"/>
                  <a:pt x="479" y="31353"/>
                  <a:pt x="924" y="30507"/>
                </a:cubicBezTo>
                <a:cubicBezTo>
                  <a:pt x="6135" y="28822"/>
                  <a:pt x="11065" y="26666"/>
                  <a:pt x="15715" y="24035"/>
                </a:cubicBezTo>
                <a:cubicBezTo>
                  <a:pt x="16032" y="23261"/>
                  <a:pt x="16647" y="22952"/>
                  <a:pt x="17564" y="23111"/>
                </a:cubicBezTo>
                <a:cubicBezTo>
                  <a:pt x="22146" y="21741"/>
                  <a:pt x="26460" y="19892"/>
                  <a:pt x="30507" y="17564"/>
                </a:cubicBezTo>
                <a:cubicBezTo>
                  <a:pt x="31690" y="16242"/>
                  <a:pt x="33231" y="15625"/>
                  <a:pt x="35129" y="15715"/>
                </a:cubicBezTo>
                <a:cubicBezTo>
                  <a:pt x="39720" y="14340"/>
                  <a:pt x="44035" y="12491"/>
                  <a:pt x="48071" y="10169"/>
                </a:cubicBezTo>
                <a:cubicBezTo>
                  <a:pt x="49599" y="10021"/>
                  <a:pt x="50831" y="9405"/>
                  <a:pt x="51769" y="8320"/>
                </a:cubicBezTo>
                <a:cubicBezTo>
                  <a:pt x="56371" y="6996"/>
                  <a:pt x="60684" y="5147"/>
                  <a:pt x="64711" y="2773"/>
                </a:cubicBezTo>
                <a:cubicBezTo>
                  <a:pt x="66920" y="1368"/>
                  <a:pt x="69386" y="444"/>
                  <a:pt x="72106" y="0"/>
                </a:cubicBezTo>
                <a:cubicBezTo>
                  <a:pt x="71262" y="1466"/>
                  <a:pt x="71262" y="2853"/>
                  <a:pt x="72106" y="4160"/>
                </a:cubicBezTo>
                <a:cubicBezTo>
                  <a:pt x="71359" y="4445"/>
                  <a:pt x="70743" y="4907"/>
                  <a:pt x="70258" y="5547"/>
                </a:cubicBezTo>
                <a:cubicBezTo>
                  <a:pt x="72010" y="6440"/>
                  <a:pt x="73859" y="6747"/>
                  <a:pt x="75804" y="6471"/>
                </a:cubicBezTo>
                <a:cubicBezTo>
                  <a:pt x="75804" y="6779"/>
                  <a:pt x="75804" y="7088"/>
                  <a:pt x="75804" y="7396"/>
                </a:cubicBezTo>
                <a:cubicBezTo>
                  <a:pt x="73270" y="7587"/>
                  <a:pt x="71114" y="8511"/>
                  <a:pt x="69333" y="10169"/>
                </a:cubicBezTo>
                <a:cubicBezTo>
                  <a:pt x="67435" y="10078"/>
                  <a:pt x="65894" y="10695"/>
                  <a:pt x="64711" y="12018"/>
                </a:cubicBezTo>
                <a:cubicBezTo>
                  <a:pt x="62679" y="11666"/>
                  <a:pt x="61138" y="12283"/>
                  <a:pt x="60089" y="13867"/>
                </a:cubicBezTo>
                <a:cubicBezTo>
                  <a:pt x="57872" y="13644"/>
                  <a:pt x="56023" y="14260"/>
                  <a:pt x="54542" y="15715"/>
                </a:cubicBezTo>
                <a:cubicBezTo>
                  <a:pt x="52815" y="16421"/>
                  <a:pt x="51274" y="17345"/>
                  <a:pt x="49920" y="18489"/>
                </a:cubicBezTo>
                <a:cubicBezTo>
                  <a:pt x="48022" y="18398"/>
                  <a:pt x="46481" y="19015"/>
                  <a:pt x="45298" y="20338"/>
                </a:cubicBezTo>
                <a:cubicBezTo>
                  <a:pt x="43266" y="19986"/>
                  <a:pt x="41725" y="20603"/>
                  <a:pt x="40675" y="22187"/>
                </a:cubicBezTo>
                <a:cubicBezTo>
                  <a:pt x="39147" y="22334"/>
                  <a:pt x="37915" y="22950"/>
                  <a:pt x="36978" y="24035"/>
                </a:cubicBezTo>
                <a:cubicBezTo>
                  <a:pt x="35080" y="23945"/>
                  <a:pt x="33539" y="24561"/>
                  <a:pt x="32355" y="25884"/>
                </a:cubicBezTo>
                <a:cubicBezTo>
                  <a:pt x="30324" y="25533"/>
                  <a:pt x="28782" y="26150"/>
                  <a:pt x="27733" y="27733"/>
                </a:cubicBezTo>
                <a:cubicBezTo>
                  <a:pt x="24968" y="27424"/>
                  <a:pt x="22812" y="28349"/>
                  <a:pt x="21262" y="30507"/>
                </a:cubicBezTo>
                <a:cubicBezTo>
                  <a:pt x="18263" y="31397"/>
                  <a:pt x="15490" y="32629"/>
                  <a:pt x="12942" y="34204"/>
                </a:cubicBezTo>
                <a:cubicBezTo>
                  <a:pt x="10910" y="33853"/>
                  <a:pt x="9369" y="34470"/>
                  <a:pt x="8320" y="36053"/>
                </a:cubicBezTo>
                <a:cubicBezTo>
                  <a:pt x="7137" y="37376"/>
                  <a:pt x="5596" y="37993"/>
                  <a:pt x="3698" y="37902"/>
                </a:cubicBezTo>
                <a:close/>
              </a:path>
            </a:pathLst>
          </a:custGeom>
          <a:solidFill xmlns:a="http://schemas.openxmlformats.org/drawingml/2006/main">
            <a:srgbClr val="2B3F55">
              <a:alpha val="99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A6D94-4406-405D-8365-F965BDF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961" y="3648753"/>
            <a:ext cx="4622" cy="3290"/>
          </a:xfrm>
          <a:custGeom xmlns:a="http://schemas.openxmlformats.org/drawingml/2006/main">
            <a:pathLst>
              <a:path w="4622" h="3290">
                <a:moveTo>
                  <a:pt x="4622" y="3290"/>
                </a:moveTo>
                <a:cubicBezTo>
                  <a:pt x="3144" y="2308"/>
                  <a:pt x="1603" y="2308"/>
                  <a:pt x="0" y="3290"/>
                </a:cubicBezTo>
                <a:cubicBezTo>
                  <a:pt x="1273" y="308"/>
                  <a:pt x="2813" y="0"/>
                  <a:pt x="4622" y="2366"/>
                </a:cubicBezTo>
                <a:cubicBezTo>
                  <a:pt x="4622" y="2673"/>
                  <a:pt x="4622" y="2982"/>
                  <a:pt x="4622" y="3290"/>
                </a:cubicBezTo>
                <a:close/>
              </a:path>
            </a:pathLst>
          </a:custGeom>
          <a:solidFill xmlns:a="http://schemas.openxmlformats.org/drawingml/2006/main">
            <a:srgbClr val="C1C8CD">
              <a:alpha val="16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D0B7F-3E59-4C12-B2A5-8B6BC495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406" y="3649270"/>
            <a:ext cx="10169" cy="4622"/>
          </a:xfrm>
          <a:custGeom xmlns:a="http://schemas.openxmlformats.org/drawingml/2006/main">
            <a:pathLst>
              <a:path w="10169" h="4622">
                <a:moveTo>
                  <a:pt x="0" y="4622"/>
                </a:moveTo>
                <a:cubicBezTo>
                  <a:pt x="2907" y="2207"/>
                  <a:pt x="6296" y="667"/>
                  <a:pt x="10169" y="0"/>
                </a:cubicBezTo>
                <a:cubicBezTo>
                  <a:pt x="7085" y="2062"/>
                  <a:pt x="3695" y="3603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DEE2E1">
              <a:alpha val="5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C7567-1EF0-43CF-8BE8-47ABF861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215" y="3648918"/>
            <a:ext cx="4622" cy="2291"/>
          </a:xfrm>
          <a:custGeom xmlns:a="http://schemas.openxmlformats.org/drawingml/2006/main">
            <a:pathLst>
              <a:path w="4622" h="2291">
                <a:moveTo>
                  <a:pt x="0" y="2200"/>
                </a:moveTo>
                <a:cubicBezTo>
                  <a:pt x="1049" y="617"/>
                  <a:pt x="2590" y="0"/>
                  <a:pt x="4622" y="351"/>
                </a:cubicBezTo>
                <a:cubicBezTo>
                  <a:pt x="3439" y="1674"/>
                  <a:pt x="1898" y="2291"/>
                  <a:pt x="0" y="2200"/>
                </a:cubicBezTo>
                <a:close/>
              </a:path>
            </a:pathLst>
          </a:custGeom>
          <a:solidFill xmlns:a="http://schemas.openxmlformats.org/drawingml/2006/main">
            <a:srgbClr val="96A3AB">
              <a:alpha val="5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5ECD8-F650-4CDC-99DA-1BCB957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289" y="3635403"/>
            <a:ext cx="62540" cy="63786"/>
          </a:xfrm>
          <a:custGeom xmlns:a="http://schemas.openxmlformats.org/drawingml/2006/main">
            <a:pathLst>
              <a:path w="62540" h="63786">
                <a:moveTo>
                  <a:pt x="49920" y="55466"/>
                </a:moveTo>
                <a:cubicBezTo>
                  <a:pt x="40313" y="44934"/>
                  <a:pt x="30144" y="35073"/>
                  <a:pt x="19413" y="25884"/>
                </a:cubicBezTo>
                <a:cubicBezTo>
                  <a:pt x="19105" y="24960"/>
                  <a:pt x="18489" y="24343"/>
                  <a:pt x="17564" y="24035"/>
                </a:cubicBezTo>
                <a:cubicBezTo>
                  <a:pt x="17257" y="23111"/>
                  <a:pt x="16640" y="22494"/>
                  <a:pt x="15715" y="22187"/>
                </a:cubicBezTo>
                <a:cubicBezTo>
                  <a:pt x="15429" y="20667"/>
                  <a:pt x="14504" y="19742"/>
                  <a:pt x="12942" y="19413"/>
                </a:cubicBezTo>
                <a:cubicBezTo>
                  <a:pt x="12634" y="18489"/>
                  <a:pt x="12018" y="17872"/>
                  <a:pt x="11093" y="17564"/>
                </a:cubicBezTo>
                <a:cubicBezTo>
                  <a:pt x="11093" y="16948"/>
                  <a:pt x="10785" y="16640"/>
                  <a:pt x="10169" y="16640"/>
                </a:cubicBezTo>
                <a:cubicBezTo>
                  <a:pt x="10328" y="15723"/>
                  <a:pt x="10019" y="15107"/>
                  <a:pt x="9244" y="14791"/>
                </a:cubicBezTo>
                <a:cubicBezTo>
                  <a:pt x="9027" y="14239"/>
                  <a:pt x="8565" y="13931"/>
                  <a:pt x="7858" y="13867"/>
                </a:cubicBezTo>
                <a:cubicBezTo>
                  <a:pt x="5406" y="15702"/>
                  <a:pt x="2787" y="16780"/>
                  <a:pt x="0" y="17102"/>
                </a:cubicBezTo>
                <a:cubicBezTo>
                  <a:pt x="3004" y="15037"/>
                  <a:pt x="4852" y="12264"/>
                  <a:pt x="5547" y="8782"/>
                </a:cubicBezTo>
                <a:cubicBezTo>
                  <a:pt x="3928" y="7350"/>
                  <a:pt x="2388" y="6580"/>
                  <a:pt x="924" y="6471"/>
                </a:cubicBezTo>
                <a:cubicBezTo>
                  <a:pt x="1723" y="4902"/>
                  <a:pt x="2955" y="3824"/>
                  <a:pt x="4622" y="3236"/>
                </a:cubicBezTo>
                <a:cubicBezTo>
                  <a:pt x="3848" y="2301"/>
                  <a:pt x="3541" y="1222"/>
                  <a:pt x="3698" y="0"/>
                </a:cubicBezTo>
                <a:cubicBezTo>
                  <a:pt x="6332" y="1254"/>
                  <a:pt x="8798" y="2794"/>
                  <a:pt x="11093" y="4622"/>
                </a:cubicBezTo>
                <a:cubicBezTo>
                  <a:pt x="12546" y="3874"/>
                  <a:pt x="14087" y="3566"/>
                  <a:pt x="15715" y="3698"/>
                </a:cubicBezTo>
                <a:cubicBezTo>
                  <a:pt x="15715" y="4622"/>
                  <a:pt x="15715" y="5547"/>
                  <a:pt x="15715" y="6471"/>
                </a:cubicBezTo>
                <a:cubicBezTo>
                  <a:pt x="15297" y="7357"/>
                  <a:pt x="14681" y="8128"/>
                  <a:pt x="13867" y="8782"/>
                </a:cubicBezTo>
                <a:cubicBezTo>
                  <a:pt x="14985" y="9743"/>
                  <a:pt x="15910" y="10822"/>
                  <a:pt x="16640" y="12018"/>
                </a:cubicBezTo>
                <a:cubicBezTo>
                  <a:pt x="15898" y="12871"/>
                  <a:pt x="15743" y="13795"/>
                  <a:pt x="16178" y="14791"/>
                </a:cubicBezTo>
                <a:cubicBezTo>
                  <a:pt x="18658" y="17117"/>
                  <a:pt x="20969" y="19582"/>
                  <a:pt x="23111" y="22187"/>
                </a:cubicBezTo>
                <a:cubicBezTo>
                  <a:pt x="36223" y="34524"/>
                  <a:pt x="48549" y="47004"/>
                  <a:pt x="60089" y="59626"/>
                </a:cubicBezTo>
                <a:cubicBezTo>
                  <a:pt x="62386" y="60757"/>
                  <a:pt x="62540" y="62144"/>
                  <a:pt x="60551" y="63786"/>
                </a:cubicBezTo>
                <a:cubicBezTo>
                  <a:pt x="60045" y="61346"/>
                  <a:pt x="58505" y="59188"/>
                  <a:pt x="55929" y="57315"/>
                </a:cubicBezTo>
                <a:cubicBezTo>
                  <a:pt x="55621" y="57623"/>
                  <a:pt x="55312" y="57932"/>
                  <a:pt x="55004" y="58240"/>
                </a:cubicBezTo>
                <a:cubicBezTo>
                  <a:pt x="53630" y="57544"/>
                  <a:pt x="53475" y="56774"/>
                  <a:pt x="54542" y="55929"/>
                </a:cubicBezTo>
                <a:cubicBezTo>
                  <a:pt x="53027" y="54524"/>
                  <a:pt x="51486" y="54370"/>
                  <a:pt x="49920" y="55466"/>
                </a:cubicBezTo>
                <a:close/>
              </a:path>
            </a:pathLst>
          </a:custGeom>
          <a:solidFill xmlns:a="http://schemas.openxmlformats.org/drawingml/2006/main">
            <a:srgbClr val="2439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5FE1C-7E8C-469E-92F4-4D0E6CFC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685" y="3650035"/>
            <a:ext cx="2932" cy="2008"/>
          </a:xfrm>
          <a:custGeom xmlns:a="http://schemas.openxmlformats.org/drawingml/2006/main">
            <a:pathLst>
              <a:path w="2932" h="2008">
                <a:moveTo>
                  <a:pt x="2773" y="2008"/>
                </a:moveTo>
                <a:cubicBezTo>
                  <a:pt x="1950" y="1444"/>
                  <a:pt x="1025" y="1136"/>
                  <a:pt x="0" y="1083"/>
                </a:cubicBezTo>
                <a:cubicBezTo>
                  <a:pt x="316" y="309"/>
                  <a:pt x="932" y="0"/>
                  <a:pt x="1849" y="159"/>
                </a:cubicBezTo>
                <a:cubicBezTo>
                  <a:pt x="2624" y="475"/>
                  <a:pt x="2932" y="1091"/>
                  <a:pt x="2773" y="2008"/>
                </a:cubicBezTo>
                <a:close/>
              </a:path>
            </a:pathLst>
          </a:custGeom>
          <a:solidFill xmlns:a="http://schemas.openxmlformats.org/drawingml/2006/main">
            <a:srgbClr val="CED3D7">
              <a:alpha val="29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AF7E4-56A7-48E4-89E7-94DE136C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649" y="3648095"/>
            <a:ext cx="3698" cy="2099"/>
          </a:xfrm>
          <a:custGeom xmlns:a="http://schemas.openxmlformats.org/drawingml/2006/main">
            <a:pathLst>
              <a:path w="3698" h="2099">
                <a:moveTo>
                  <a:pt x="0" y="2099"/>
                </a:moveTo>
                <a:cubicBezTo>
                  <a:pt x="728" y="617"/>
                  <a:pt x="1960" y="0"/>
                  <a:pt x="3698" y="251"/>
                </a:cubicBezTo>
                <a:cubicBezTo>
                  <a:pt x="2760" y="1336"/>
                  <a:pt x="1528" y="1951"/>
                  <a:pt x="0" y="2099"/>
                </a:cubicBezTo>
                <a:close/>
              </a:path>
            </a:pathLst>
          </a:custGeom>
          <a:solidFill xmlns:a="http://schemas.openxmlformats.org/drawingml/2006/main">
            <a:srgbClr val="E3E5D0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A234A-12B0-4F16-BFCD-BFCF6A5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943" y="3646496"/>
            <a:ext cx="6471" cy="6471"/>
          </a:xfrm>
          <a:custGeom xmlns:a="http://schemas.openxmlformats.org/drawingml/2006/main">
            <a:pathLst>
              <a:path w="6471" h="6471">
                <a:moveTo>
                  <a:pt x="0" y="6471"/>
                </a:moveTo>
                <a:cubicBezTo>
                  <a:pt x="1232" y="3390"/>
                  <a:pt x="3390" y="1232"/>
                  <a:pt x="6471" y="0"/>
                </a:cubicBezTo>
                <a:cubicBezTo>
                  <a:pt x="4622" y="2465"/>
                  <a:pt x="2465" y="4622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E2E3E7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7528B-954D-4FF1-9209-131682A7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837" y="3645572"/>
            <a:ext cx="8320" cy="3698"/>
          </a:xfrm>
          <a:custGeom xmlns:a="http://schemas.openxmlformats.org/drawingml/2006/main">
            <a:pathLst>
              <a:path w="8320" h="3698">
                <a:moveTo>
                  <a:pt x="0" y="3698"/>
                </a:moveTo>
                <a:cubicBezTo>
                  <a:pt x="2548" y="2123"/>
                  <a:pt x="5321" y="890"/>
                  <a:pt x="8320" y="0"/>
                </a:cubicBezTo>
                <a:cubicBezTo>
                  <a:pt x="6103" y="2287"/>
                  <a:pt x="3330" y="3520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EDF0F1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487ED-1F35-41BC-9B71-69F54B67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575" y="3647330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CDD5D1">
              <a:alpha val="9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6F891-EB11-4D5E-A33D-B1E7A486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56" y="3640950"/>
            <a:ext cx="6471" cy="9244"/>
          </a:xfrm>
          <a:custGeom xmlns:a="http://schemas.openxmlformats.org/drawingml/2006/main">
            <a:pathLst>
              <a:path w="6471" h="9244">
                <a:moveTo>
                  <a:pt x="6471" y="9244"/>
                </a:moveTo>
                <a:cubicBezTo>
                  <a:pt x="5239" y="8320"/>
                  <a:pt x="4006" y="7396"/>
                  <a:pt x="2773" y="6471"/>
                </a:cubicBezTo>
                <a:cubicBezTo>
                  <a:pt x="2043" y="5275"/>
                  <a:pt x="1119" y="4196"/>
                  <a:pt x="0" y="3236"/>
                </a:cubicBezTo>
                <a:cubicBezTo>
                  <a:pt x="814" y="2581"/>
                  <a:pt x="1430" y="1810"/>
                  <a:pt x="1849" y="924"/>
                </a:cubicBezTo>
                <a:cubicBezTo>
                  <a:pt x="2465" y="617"/>
                  <a:pt x="3081" y="308"/>
                  <a:pt x="3698" y="0"/>
                </a:cubicBezTo>
                <a:cubicBezTo>
                  <a:pt x="3533" y="1105"/>
                  <a:pt x="3225" y="2184"/>
                  <a:pt x="2773" y="3236"/>
                </a:cubicBezTo>
                <a:cubicBezTo>
                  <a:pt x="4225" y="5139"/>
                  <a:pt x="5457" y="7142"/>
                  <a:pt x="6471" y="9244"/>
                </a:cubicBezTo>
                <a:close/>
              </a:path>
            </a:pathLst>
          </a:custGeom>
          <a:solidFill xmlns:a="http://schemas.openxmlformats.org/drawingml/2006/main">
            <a:srgbClr val="E7EAEA">
              <a:alpha val="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2F84E-B755-4CCB-A504-8BC4D0B9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903" y="3640025"/>
            <a:ext cx="20338" cy="12942"/>
          </a:xfrm>
          <a:custGeom xmlns:a="http://schemas.openxmlformats.org/drawingml/2006/main">
            <a:pathLst>
              <a:path w="20338" h="12942">
                <a:moveTo>
                  <a:pt x="20338" y="12942"/>
                </a:moveTo>
                <a:cubicBezTo>
                  <a:pt x="19721" y="12942"/>
                  <a:pt x="19105" y="12942"/>
                  <a:pt x="18489" y="12942"/>
                </a:cubicBezTo>
                <a:cubicBezTo>
                  <a:pt x="11679" y="9538"/>
                  <a:pt x="5516" y="5225"/>
                  <a:pt x="0" y="0"/>
                </a:cubicBezTo>
                <a:cubicBezTo>
                  <a:pt x="6786" y="4317"/>
                  <a:pt x="13566" y="8631"/>
                  <a:pt x="20338" y="12942"/>
                </a:cubicBezTo>
                <a:close/>
              </a:path>
            </a:pathLst>
          </a:custGeom>
          <a:solidFill xmlns:a="http://schemas.openxmlformats.org/drawingml/2006/main">
            <a:srgbClr val="E7EAE9">
              <a:alpha val="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7349B-4E91-4582-A9A0-3F5F1698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414" y="3641874"/>
            <a:ext cx="1916" cy="4622"/>
          </a:xfrm>
          <a:custGeom xmlns:a="http://schemas.openxmlformats.org/drawingml/2006/main">
            <a:pathLst>
              <a:path w="1916" h="4622">
                <a:moveTo>
                  <a:pt x="0" y="4622"/>
                </a:moveTo>
                <a:cubicBezTo>
                  <a:pt x="0" y="3081"/>
                  <a:pt x="0" y="1541"/>
                  <a:pt x="0" y="0"/>
                </a:cubicBezTo>
                <a:cubicBezTo>
                  <a:pt x="1300" y="437"/>
                  <a:pt x="1916" y="1362"/>
                  <a:pt x="1849" y="2773"/>
                </a:cubicBezTo>
                <a:cubicBezTo>
                  <a:pt x="1541" y="3698"/>
                  <a:pt x="924" y="4314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E6EAEB">
              <a:alpha val="4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D7FF6-1F7D-4482-96AD-A5D7CE74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51" y="3643472"/>
            <a:ext cx="3698" cy="2099"/>
          </a:xfrm>
          <a:custGeom xmlns:a="http://schemas.openxmlformats.org/drawingml/2006/main">
            <a:pathLst>
              <a:path w="3698" h="2099">
                <a:moveTo>
                  <a:pt x="3698" y="2099"/>
                </a:moveTo>
                <a:cubicBezTo>
                  <a:pt x="2170" y="1951"/>
                  <a:pt x="937" y="1336"/>
                  <a:pt x="0" y="251"/>
                </a:cubicBezTo>
                <a:cubicBezTo>
                  <a:pt x="1738" y="0"/>
                  <a:pt x="2970" y="617"/>
                  <a:pt x="3698" y="2099"/>
                </a:cubicBezTo>
                <a:close/>
              </a:path>
            </a:pathLst>
          </a:custGeom>
          <a:solidFill xmlns:a="http://schemas.openxmlformats.org/drawingml/2006/main">
            <a:srgbClr val="F0F1F0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1EA2F-59E3-4B1C-8DE8-D7A35229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57" y="3642490"/>
            <a:ext cx="6471" cy="3082"/>
          </a:xfrm>
          <a:custGeom xmlns:a="http://schemas.openxmlformats.org/drawingml/2006/main">
            <a:pathLst>
              <a:path w="6471" h="3082">
                <a:moveTo>
                  <a:pt x="0" y="3082"/>
                </a:moveTo>
                <a:cubicBezTo>
                  <a:pt x="1549" y="924"/>
                  <a:pt x="3706" y="0"/>
                  <a:pt x="6471" y="309"/>
                </a:cubicBezTo>
                <a:cubicBezTo>
                  <a:pt x="4614" y="1756"/>
                  <a:pt x="2456" y="2680"/>
                  <a:pt x="0" y="3082"/>
                </a:cubicBezTo>
                <a:close/>
              </a:path>
            </a:pathLst>
          </a:custGeom>
          <a:solidFill xmlns:a="http://schemas.openxmlformats.org/drawingml/2006/main">
            <a:srgbClr val="7D8C97">
              <a:alpha val="67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3E8FE-277D-4EC6-8E28-87337CD6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280" y="3640950"/>
            <a:ext cx="6471" cy="2773"/>
          </a:xfrm>
          <a:custGeom xmlns:a="http://schemas.openxmlformats.org/drawingml/2006/main">
            <a:pathLst>
              <a:path w="6471" h="2773">
                <a:moveTo>
                  <a:pt x="6471" y="2773"/>
                </a:moveTo>
                <a:cubicBezTo>
                  <a:pt x="3937" y="2582"/>
                  <a:pt x="1780" y="1658"/>
                  <a:pt x="0" y="0"/>
                </a:cubicBezTo>
                <a:cubicBezTo>
                  <a:pt x="2534" y="191"/>
                  <a:pt x="4691" y="1116"/>
                  <a:pt x="6471" y="2773"/>
                </a:cubicBezTo>
                <a:close/>
              </a:path>
            </a:pathLst>
          </a:custGeom>
          <a:solidFill xmlns:a="http://schemas.openxmlformats.org/drawingml/2006/main">
            <a:srgbClr val="ECEDEB">
              <a:alpha val="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0A09D-DD95-4DB0-9DB3-72CA4FB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73" y="3637252"/>
            <a:ext cx="34204" cy="14791"/>
          </a:xfrm>
          <a:custGeom xmlns:a="http://schemas.openxmlformats.org/drawingml/2006/main">
            <a:pathLst>
              <a:path w="34204" h="14791">
                <a:moveTo>
                  <a:pt x="34204" y="14791"/>
                </a:moveTo>
                <a:cubicBezTo>
                  <a:pt x="22398" y="10577"/>
                  <a:pt x="10997" y="5647"/>
                  <a:pt x="0" y="0"/>
                </a:cubicBezTo>
                <a:cubicBezTo>
                  <a:pt x="11788" y="4203"/>
                  <a:pt x="23189" y="9133"/>
                  <a:pt x="34204" y="14791"/>
                </a:cubicBezTo>
                <a:close/>
              </a:path>
            </a:pathLst>
          </a:custGeom>
          <a:solidFill xmlns:a="http://schemas.openxmlformats.org/drawingml/2006/main">
            <a:srgbClr val="E3E6E7">
              <a:alpha val="9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8BB7C-B887-4BD4-A242-AFD0DF24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045" y="3638176"/>
            <a:ext cx="9244" cy="7396"/>
          </a:xfrm>
          <a:custGeom xmlns:a="http://schemas.openxmlformats.org/drawingml/2006/main">
            <a:pathLst>
              <a:path w="9244" h="7396">
                <a:moveTo>
                  <a:pt x="0" y="7396"/>
                </a:moveTo>
                <a:cubicBezTo>
                  <a:pt x="2736" y="4488"/>
                  <a:pt x="5818" y="2023"/>
                  <a:pt x="9244" y="0"/>
                </a:cubicBezTo>
                <a:cubicBezTo>
                  <a:pt x="6845" y="3352"/>
                  <a:pt x="3764" y="5817"/>
                  <a:pt x="0" y="7396"/>
                </a:cubicBezTo>
                <a:close/>
              </a:path>
            </a:pathLst>
          </a:custGeom>
          <a:solidFill xmlns:a="http://schemas.openxmlformats.org/drawingml/2006/main">
            <a:srgbClr val="E8EBEB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2F303-0545-4B22-A475-E6A6746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628" y="3640598"/>
            <a:ext cx="4622" cy="2291"/>
          </a:xfrm>
          <a:custGeom xmlns:a="http://schemas.openxmlformats.org/drawingml/2006/main">
            <a:pathLst>
              <a:path w="4622" h="2291">
                <a:moveTo>
                  <a:pt x="0" y="2200"/>
                </a:moveTo>
                <a:cubicBezTo>
                  <a:pt x="1049" y="617"/>
                  <a:pt x="2590" y="0"/>
                  <a:pt x="4622" y="351"/>
                </a:cubicBezTo>
                <a:cubicBezTo>
                  <a:pt x="3439" y="1674"/>
                  <a:pt x="1898" y="2291"/>
                  <a:pt x="0" y="2200"/>
                </a:cubicBezTo>
                <a:close/>
              </a:path>
            </a:pathLst>
          </a:custGeom>
          <a:solidFill xmlns:a="http://schemas.openxmlformats.org/drawingml/2006/main">
            <a:srgbClr val="9DACB0">
              <a:alpha val="4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C9B51-2CF3-41E5-B176-6C460720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819" y="3639101"/>
            <a:ext cx="14791" cy="6471"/>
          </a:xfrm>
          <a:custGeom xmlns:a="http://schemas.openxmlformats.org/drawingml/2006/main">
            <a:pathLst>
              <a:path w="14791" h="6471">
                <a:moveTo>
                  <a:pt x="0" y="6471"/>
                </a:moveTo>
                <a:cubicBezTo>
                  <a:pt x="4209" y="2902"/>
                  <a:pt x="9140" y="745"/>
                  <a:pt x="14791" y="0"/>
                </a:cubicBezTo>
                <a:cubicBezTo>
                  <a:pt x="10140" y="2630"/>
                  <a:pt x="5210" y="4787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E4E7E7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EB921-ADB1-4B30-9F02-7CFD54EC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658" y="3639010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E7E9E4">
              <a:alpha val="19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101A9-DE03-400D-BE73-6A8D4DDC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854" y="3637252"/>
            <a:ext cx="2773" cy="3698"/>
          </a:xfrm>
          <a:custGeom xmlns:a="http://schemas.openxmlformats.org/drawingml/2006/main">
            <a:pathLst>
              <a:path w="2773" h="3698">
                <a:moveTo>
                  <a:pt x="0" y="3698"/>
                </a:moveTo>
                <a:cubicBezTo>
                  <a:pt x="220" y="1938"/>
                  <a:pt x="1144" y="704"/>
                  <a:pt x="2773" y="0"/>
                </a:cubicBezTo>
                <a:cubicBezTo>
                  <a:pt x="2723" y="1971"/>
                  <a:pt x="1799" y="3203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E4E8EA">
              <a:alpha val="3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51BE7-FFCF-4B6E-9E63-AA801EFE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250" y="3639010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E9EBEB">
              <a:alpha val="2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E11D4-A440-4570-9AB3-96ACA47B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987" y="3608594"/>
            <a:ext cx="26022" cy="33280"/>
          </a:xfrm>
          <a:custGeom xmlns:a="http://schemas.openxmlformats.org/drawingml/2006/main">
            <a:pathLst>
              <a:path w="26022" h="33280">
                <a:moveTo>
                  <a:pt x="12018" y="33280"/>
                </a:moveTo>
                <a:cubicBezTo>
                  <a:pt x="12018" y="32355"/>
                  <a:pt x="12018" y="31431"/>
                  <a:pt x="12018" y="30507"/>
                </a:cubicBezTo>
                <a:cubicBezTo>
                  <a:pt x="10389" y="30374"/>
                  <a:pt x="8848" y="30683"/>
                  <a:pt x="7396" y="31431"/>
                </a:cubicBezTo>
                <a:cubicBezTo>
                  <a:pt x="5100" y="29602"/>
                  <a:pt x="2635" y="28062"/>
                  <a:pt x="0" y="26809"/>
                </a:cubicBezTo>
                <a:cubicBezTo>
                  <a:pt x="1900" y="24909"/>
                  <a:pt x="3440" y="22752"/>
                  <a:pt x="4622" y="20338"/>
                </a:cubicBezTo>
                <a:cubicBezTo>
                  <a:pt x="6491" y="18460"/>
                  <a:pt x="8032" y="16303"/>
                  <a:pt x="9244" y="13867"/>
                </a:cubicBezTo>
                <a:cubicBezTo>
                  <a:pt x="10330" y="12929"/>
                  <a:pt x="10945" y="11697"/>
                  <a:pt x="11093" y="10169"/>
                </a:cubicBezTo>
                <a:cubicBezTo>
                  <a:pt x="12487" y="8615"/>
                  <a:pt x="13412" y="6766"/>
                  <a:pt x="13867" y="4622"/>
                </a:cubicBezTo>
                <a:cubicBezTo>
                  <a:pt x="15189" y="3439"/>
                  <a:pt x="15806" y="1898"/>
                  <a:pt x="15715" y="0"/>
                </a:cubicBezTo>
                <a:cubicBezTo>
                  <a:pt x="16023" y="0"/>
                  <a:pt x="16332" y="0"/>
                  <a:pt x="16640" y="0"/>
                </a:cubicBezTo>
                <a:cubicBezTo>
                  <a:pt x="16833" y="1315"/>
                  <a:pt x="17295" y="2547"/>
                  <a:pt x="18027" y="3698"/>
                </a:cubicBezTo>
                <a:cubicBezTo>
                  <a:pt x="20982" y="4889"/>
                  <a:pt x="23447" y="6738"/>
                  <a:pt x="25422" y="9244"/>
                </a:cubicBezTo>
                <a:cubicBezTo>
                  <a:pt x="25869" y="10121"/>
                  <a:pt x="26022" y="11045"/>
                  <a:pt x="25884" y="12018"/>
                </a:cubicBezTo>
                <a:cubicBezTo>
                  <a:pt x="25320" y="12841"/>
                  <a:pt x="25013" y="13766"/>
                  <a:pt x="24960" y="14791"/>
                </a:cubicBezTo>
                <a:cubicBezTo>
                  <a:pt x="24960" y="15099"/>
                  <a:pt x="24960" y="15408"/>
                  <a:pt x="24960" y="15715"/>
                </a:cubicBezTo>
                <a:cubicBezTo>
                  <a:pt x="24127" y="16446"/>
                  <a:pt x="23510" y="17370"/>
                  <a:pt x="23111" y="18489"/>
                </a:cubicBezTo>
                <a:cubicBezTo>
                  <a:pt x="20736" y="21688"/>
                  <a:pt x="18578" y="25078"/>
                  <a:pt x="16640" y="28658"/>
                </a:cubicBezTo>
                <a:cubicBezTo>
                  <a:pt x="15011" y="29362"/>
                  <a:pt x="14087" y="30595"/>
                  <a:pt x="13867" y="32355"/>
                </a:cubicBezTo>
                <a:cubicBezTo>
                  <a:pt x="13250" y="32663"/>
                  <a:pt x="12634" y="32972"/>
                  <a:pt x="12018" y="33280"/>
                </a:cubicBezTo>
                <a:close/>
              </a:path>
            </a:pathLst>
          </a:custGeom>
          <a:solidFill xmlns:a="http://schemas.openxmlformats.org/drawingml/2006/main">
            <a:srgbClr val="253C52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A2226-0A49-48EA-BCF1-D032DAB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054" y="3638176"/>
            <a:ext cx="1849" cy="1849"/>
          </a:xfrm>
          <a:custGeom xmlns:a="http://schemas.openxmlformats.org/drawingml/2006/main">
            <a:pathLst>
              <a:path w="1849" h="1849">
                <a:moveTo>
                  <a:pt x="1849" y="1849"/>
                </a:moveTo>
                <a:cubicBezTo>
                  <a:pt x="924" y="1541"/>
                  <a:pt x="308" y="924"/>
                  <a:pt x="0" y="0"/>
                </a:cubicBezTo>
                <a:cubicBezTo>
                  <a:pt x="1232" y="0"/>
                  <a:pt x="1849" y="617"/>
                  <a:pt x="1849" y="1849"/>
                </a:cubicBezTo>
                <a:close/>
              </a:path>
            </a:pathLst>
          </a:custGeom>
          <a:solidFill xmlns:a="http://schemas.openxmlformats.org/drawingml/2006/main">
            <a:srgbClr val="EBEDED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7E7C9-6FAE-4548-9A8D-445A19A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716" y="3637252"/>
            <a:ext cx="3698" cy="4622"/>
          </a:xfrm>
          <a:custGeom xmlns:a="http://schemas.openxmlformats.org/drawingml/2006/main">
            <a:pathLst>
              <a:path w="3698" h="4622">
                <a:moveTo>
                  <a:pt x="3698" y="4622"/>
                </a:moveTo>
                <a:cubicBezTo>
                  <a:pt x="1768" y="3619"/>
                  <a:pt x="536" y="2079"/>
                  <a:pt x="0" y="0"/>
                </a:cubicBezTo>
                <a:cubicBezTo>
                  <a:pt x="1929" y="1003"/>
                  <a:pt x="3162" y="2543"/>
                  <a:pt x="3698" y="4622"/>
                </a:cubicBezTo>
                <a:close/>
              </a:path>
            </a:pathLst>
          </a:custGeom>
          <a:solidFill xmlns:a="http://schemas.openxmlformats.org/drawingml/2006/main">
            <a:srgbClr val="E0E3E4">
              <a:alpha val="6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1E1C5-CA96-4F3D-9FDE-6156452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872" y="3637252"/>
            <a:ext cx="3698" cy="2099"/>
          </a:xfrm>
          <a:custGeom xmlns:a="http://schemas.openxmlformats.org/drawingml/2006/main">
            <a:pathLst>
              <a:path w="3698" h="2099">
                <a:moveTo>
                  <a:pt x="0" y="1849"/>
                </a:moveTo>
                <a:cubicBezTo>
                  <a:pt x="937" y="764"/>
                  <a:pt x="2170" y="148"/>
                  <a:pt x="3698" y="0"/>
                </a:cubicBezTo>
                <a:cubicBezTo>
                  <a:pt x="2970" y="1483"/>
                  <a:pt x="1738" y="2099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EAEBEA">
              <a:alpha val="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0DB12-8623-42B7-AA77-39F4B31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289" y="3636327"/>
            <a:ext cx="1849" cy="1849"/>
          </a:xfrm>
          <a:custGeom xmlns:a="http://schemas.openxmlformats.org/drawingml/2006/main">
            <a:pathLst>
              <a:path w="1849" h="1849">
                <a:moveTo>
                  <a:pt x="0" y="1849"/>
                </a:moveTo>
                <a:cubicBezTo>
                  <a:pt x="0" y="617"/>
                  <a:pt x="617" y="0"/>
                  <a:pt x="1849" y="0"/>
                </a:cubicBezTo>
                <a:cubicBezTo>
                  <a:pt x="1541" y="924"/>
                  <a:pt x="924" y="1541"/>
                  <a:pt x="0" y="1849"/>
                </a:cubicBezTo>
                <a:close/>
              </a:path>
            </a:pathLst>
          </a:custGeom>
          <a:solidFill xmlns:a="http://schemas.openxmlformats.org/drawingml/2006/main">
            <a:srgbClr val="EFF3F3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9156C-C063-4A14-A5D2-3C6B777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635403"/>
            <a:ext cx="8320" cy="3698"/>
          </a:xfrm>
          <a:custGeom xmlns:a="http://schemas.openxmlformats.org/drawingml/2006/main">
            <a:pathLst>
              <a:path w="8320" h="3698">
                <a:moveTo>
                  <a:pt x="8320" y="3698"/>
                </a:moveTo>
                <a:cubicBezTo>
                  <a:pt x="5166" y="3197"/>
                  <a:pt x="2392" y="1964"/>
                  <a:pt x="0" y="0"/>
                </a:cubicBezTo>
                <a:cubicBezTo>
                  <a:pt x="3154" y="501"/>
                  <a:pt x="5928" y="1733"/>
                  <a:pt x="8320" y="3698"/>
                </a:cubicBezTo>
                <a:close/>
              </a:path>
            </a:pathLst>
          </a:custGeom>
          <a:solidFill xmlns:a="http://schemas.openxmlformats.org/drawingml/2006/main">
            <a:srgbClr val="F0F2F1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DBC17-C486-4A51-81F2-362CE44F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151" y="3635312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D0D7D8">
              <a:alpha val="1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AB017-33A0-4B64-818F-FC86AB5B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3629856"/>
            <a:ext cx="7396" cy="8320"/>
          </a:xfrm>
          <a:custGeom xmlns:a="http://schemas.openxmlformats.org/drawingml/2006/main">
            <a:pathLst>
              <a:path w="7396" h="8320">
                <a:moveTo>
                  <a:pt x="7396" y="8320"/>
                </a:moveTo>
                <a:cubicBezTo>
                  <a:pt x="5981" y="7663"/>
                  <a:pt x="4749" y="6738"/>
                  <a:pt x="3698" y="5547"/>
                </a:cubicBezTo>
                <a:cubicBezTo>
                  <a:pt x="3081" y="4314"/>
                  <a:pt x="2157" y="3390"/>
                  <a:pt x="924" y="2773"/>
                </a:cubicBezTo>
                <a:cubicBezTo>
                  <a:pt x="872" y="1748"/>
                  <a:pt x="564" y="824"/>
                  <a:pt x="0" y="0"/>
                </a:cubicBezTo>
                <a:cubicBezTo>
                  <a:pt x="3077" y="2158"/>
                  <a:pt x="5543" y="4931"/>
                  <a:pt x="7396" y="8320"/>
                </a:cubicBezTo>
                <a:close/>
              </a:path>
            </a:pathLst>
          </a:custGeom>
          <a:solidFill xmlns:a="http://schemas.openxmlformats.org/drawingml/2006/main">
            <a:srgbClr val="DDE0E1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A3309-4F66-4A9B-955E-E375722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70" y="3635052"/>
            <a:ext cx="4622" cy="2200"/>
          </a:xfrm>
          <a:custGeom xmlns:a="http://schemas.openxmlformats.org/drawingml/2006/main">
            <a:pathLst>
              <a:path w="4622" h="2200">
                <a:moveTo>
                  <a:pt x="0" y="2200"/>
                </a:moveTo>
                <a:cubicBezTo>
                  <a:pt x="1049" y="617"/>
                  <a:pt x="2590" y="0"/>
                  <a:pt x="4622" y="351"/>
                </a:cubicBezTo>
                <a:cubicBezTo>
                  <a:pt x="3300" y="1310"/>
                  <a:pt x="1759" y="1927"/>
                  <a:pt x="0" y="2200"/>
                </a:cubicBezTo>
                <a:close/>
              </a:path>
            </a:pathLst>
          </a:custGeom>
          <a:solidFill xmlns:a="http://schemas.openxmlformats.org/drawingml/2006/main">
            <a:srgbClr val="95A2AB">
              <a:alpha val="5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43C3F-DC94-431C-9939-376FB200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94" y="3629856"/>
            <a:ext cx="4622" cy="7396"/>
          </a:xfrm>
          <a:custGeom xmlns:a="http://schemas.openxmlformats.org/drawingml/2006/main">
            <a:pathLst>
              <a:path w="4622" h="7396">
                <a:moveTo>
                  <a:pt x="4622" y="7396"/>
                </a:moveTo>
                <a:cubicBezTo>
                  <a:pt x="2143" y="5519"/>
                  <a:pt x="602" y="3053"/>
                  <a:pt x="0" y="0"/>
                </a:cubicBezTo>
                <a:cubicBezTo>
                  <a:pt x="2000" y="2147"/>
                  <a:pt x="3542" y="4612"/>
                  <a:pt x="4622" y="7396"/>
                </a:cubicBezTo>
                <a:close/>
              </a:path>
            </a:pathLst>
          </a:custGeom>
          <a:solidFill xmlns:a="http://schemas.openxmlformats.org/drawingml/2006/main">
            <a:srgbClr val="E6E8E9">
              <a:alpha val="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061BF-B536-4C79-9214-56A9F61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192" y="3633463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E9EBEC">
              <a:alpha val="3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6C8DF-7149-410C-9467-D631D075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627" y="3627083"/>
            <a:ext cx="6471" cy="10169"/>
          </a:xfrm>
          <a:custGeom xmlns:a="http://schemas.openxmlformats.org/drawingml/2006/main">
            <a:pathLst>
              <a:path w="6471" h="10169">
                <a:moveTo>
                  <a:pt x="0" y="10169"/>
                </a:moveTo>
                <a:cubicBezTo>
                  <a:pt x="1939" y="6589"/>
                  <a:pt x="4096" y="3199"/>
                  <a:pt x="6471" y="0"/>
                </a:cubicBezTo>
                <a:cubicBezTo>
                  <a:pt x="5918" y="4515"/>
                  <a:pt x="3761" y="7904"/>
                  <a:pt x="0" y="10169"/>
                </a:cubicBezTo>
                <a:close/>
              </a:path>
            </a:pathLst>
          </a:custGeom>
          <a:solidFill xmlns:a="http://schemas.openxmlformats.org/drawingml/2006/main">
            <a:srgbClr val="EBEDEE">
              <a:alpha val="3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4C84F-2097-4206-A61D-DF675F8B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867" y="3632630"/>
            <a:ext cx="6471" cy="2773"/>
          </a:xfrm>
          <a:custGeom xmlns:a="http://schemas.openxmlformats.org/drawingml/2006/main">
            <a:pathLst>
              <a:path w="6471" h="2773">
                <a:moveTo>
                  <a:pt x="6471" y="2773"/>
                </a:moveTo>
                <a:cubicBezTo>
                  <a:pt x="3937" y="2582"/>
                  <a:pt x="1780" y="1658"/>
                  <a:pt x="0" y="0"/>
                </a:cubicBezTo>
                <a:cubicBezTo>
                  <a:pt x="2534" y="191"/>
                  <a:pt x="4691" y="1116"/>
                  <a:pt x="6471" y="2773"/>
                </a:cubicBezTo>
                <a:close/>
              </a:path>
            </a:pathLst>
          </a:custGeom>
          <a:solidFill xmlns:a="http://schemas.openxmlformats.org/drawingml/2006/main">
            <a:srgbClr val="F0F2EF">
              <a:alpha val="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DBB96-6949-4CDC-A474-728F8D9E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814" y="3630781"/>
            <a:ext cx="6471" cy="2773"/>
          </a:xfrm>
          <a:custGeom xmlns:a="http://schemas.openxmlformats.org/drawingml/2006/main">
            <a:pathLst>
              <a:path w="6471" h="2773">
                <a:moveTo>
                  <a:pt x="0" y="2773"/>
                </a:moveTo>
                <a:cubicBezTo>
                  <a:pt x="1354" y="1630"/>
                  <a:pt x="2895" y="705"/>
                  <a:pt x="4622" y="0"/>
                </a:cubicBezTo>
                <a:cubicBezTo>
                  <a:pt x="5239" y="0"/>
                  <a:pt x="5854" y="0"/>
                  <a:pt x="6471" y="0"/>
                </a:cubicBezTo>
                <a:cubicBezTo>
                  <a:pt x="4691" y="1658"/>
                  <a:pt x="2534" y="2582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EFF3F1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84E86-100E-420B-8612-55B7CA0F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459" y="3632630"/>
            <a:ext cx="12942" cy="5547"/>
          </a:xfrm>
          <a:custGeom xmlns:a="http://schemas.openxmlformats.org/drawingml/2006/main">
            <a:pathLst>
              <a:path w="12942" h="5547">
                <a:moveTo>
                  <a:pt x="0" y="5547"/>
                </a:moveTo>
                <a:cubicBezTo>
                  <a:pt x="3690" y="2461"/>
                  <a:pt x="8004" y="612"/>
                  <a:pt x="12942" y="0"/>
                </a:cubicBezTo>
                <a:cubicBezTo>
                  <a:pt x="8896" y="2328"/>
                  <a:pt x="4582" y="4177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D6DBD9">
              <a:alpha val="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38132-F193-4A01-8AAC-B1F2A5B0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09" y="3629856"/>
            <a:ext cx="12942" cy="5547"/>
          </a:xfrm>
          <a:custGeom xmlns:a="http://schemas.openxmlformats.org/drawingml/2006/main">
            <a:pathLst>
              <a:path w="12942" h="5547">
                <a:moveTo>
                  <a:pt x="12942" y="5547"/>
                </a:moveTo>
                <a:cubicBezTo>
                  <a:pt x="8189" y="4583"/>
                  <a:pt x="3874" y="2734"/>
                  <a:pt x="0" y="0"/>
                </a:cubicBezTo>
                <a:cubicBezTo>
                  <a:pt x="4602" y="1324"/>
                  <a:pt x="8915" y="3173"/>
                  <a:pt x="12942" y="5547"/>
                </a:cubicBezTo>
                <a:close/>
              </a:path>
            </a:pathLst>
          </a:custGeom>
          <a:solidFill xmlns:a="http://schemas.openxmlformats.org/drawingml/2006/main">
            <a:srgbClr val="D8DCDC">
              <a:alpha val="3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0D466-78DF-4C98-93D7-C1C445C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245" y="3630690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EEEFEF">
              <a:alpha val="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DBF2D-0335-47BB-8A4D-7C007E8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38" y="3628932"/>
            <a:ext cx="6471" cy="7396"/>
          </a:xfrm>
          <a:custGeom xmlns:a="http://schemas.openxmlformats.org/drawingml/2006/main">
            <a:pathLst>
              <a:path w="6471" h="7396">
                <a:moveTo>
                  <a:pt x="0" y="7396"/>
                </a:moveTo>
                <a:cubicBezTo>
                  <a:pt x="1522" y="4336"/>
                  <a:pt x="3679" y="1870"/>
                  <a:pt x="6471" y="0"/>
                </a:cubicBezTo>
                <a:cubicBezTo>
                  <a:pt x="5289" y="2415"/>
                  <a:pt x="3749" y="4571"/>
                  <a:pt x="1849" y="6471"/>
                </a:cubicBezTo>
                <a:cubicBezTo>
                  <a:pt x="1232" y="6779"/>
                  <a:pt x="617" y="7088"/>
                  <a:pt x="0" y="7396"/>
                </a:cubicBezTo>
                <a:close/>
              </a:path>
            </a:pathLst>
          </a:custGeom>
          <a:solidFill xmlns:a="http://schemas.openxmlformats.org/drawingml/2006/main">
            <a:srgbClr val="E6EBED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AAD5E-E40D-4148-AA09-C2D20D87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396" y="3623385"/>
            <a:ext cx="3698" cy="6471"/>
          </a:xfrm>
          <a:custGeom xmlns:a="http://schemas.openxmlformats.org/drawingml/2006/main">
            <a:pathLst>
              <a:path w="3698" h="6471">
                <a:moveTo>
                  <a:pt x="3698" y="6471"/>
                </a:moveTo>
                <a:cubicBezTo>
                  <a:pt x="1310" y="5098"/>
                  <a:pt x="78" y="2942"/>
                  <a:pt x="0" y="0"/>
                </a:cubicBezTo>
                <a:cubicBezTo>
                  <a:pt x="1452" y="1974"/>
                  <a:pt x="2685" y="4130"/>
                  <a:pt x="3698" y="6471"/>
                </a:cubicBezTo>
                <a:close/>
              </a:path>
            </a:pathLst>
          </a:custGeom>
          <a:solidFill xmlns:a="http://schemas.openxmlformats.org/drawingml/2006/main">
            <a:srgbClr val="F1F3F3">
              <a:alpha val="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04A38-38D5-42C3-90E6-497A6AC2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37" y="3628709"/>
            <a:ext cx="5547" cy="2072"/>
          </a:xfrm>
          <a:custGeom xmlns:a="http://schemas.openxmlformats.org/drawingml/2006/main">
            <a:pathLst>
              <a:path w="5547" h="2072">
                <a:moveTo>
                  <a:pt x="1849" y="2072"/>
                </a:moveTo>
                <a:cubicBezTo>
                  <a:pt x="1232" y="2072"/>
                  <a:pt x="617" y="2072"/>
                  <a:pt x="0" y="2072"/>
                </a:cubicBezTo>
                <a:cubicBezTo>
                  <a:pt x="1481" y="617"/>
                  <a:pt x="3330" y="0"/>
                  <a:pt x="5547" y="223"/>
                </a:cubicBezTo>
                <a:cubicBezTo>
                  <a:pt x="4609" y="1308"/>
                  <a:pt x="3377" y="1924"/>
                  <a:pt x="1849" y="2072"/>
                </a:cubicBezTo>
                <a:close/>
              </a:path>
            </a:pathLst>
          </a:custGeom>
          <a:solidFill xmlns:a="http://schemas.openxmlformats.org/drawingml/2006/main">
            <a:srgbClr val="7A8A95">
              <a:alpha val="8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51768-6D59-43A7-B045-674C48D6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39" y="3616914"/>
            <a:ext cx="8320" cy="12942"/>
          </a:xfrm>
          <a:custGeom xmlns:a="http://schemas.openxmlformats.org/drawingml/2006/main">
            <a:pathLst>
              <a:path w="8320" h="12942">
                <a:moveTo>
                  <a:pt x="8320" y="12942"/>
                </a:moveTo>
                <a:cubicBezTo>
                  <a:pt x="4628" y="9264"/>
                  <a:pt x="1854" y="4950"/>
                  <a:pt x="0" y="0"/>
                </a:cubicBezTo>
                <a:cubicBezTo>
                  <a:pt x="3232" y="3993"/>
                  <a:pt x="6005" y="8306"/>
                  <a:pt x="8320" y="12942"/>
                </a:cubicBezTo>
                <a:close/>
              </a:path>
            </a:pathLst>
          </a:custGeom>
          <a:solidFill xmlns:a="http://schemas.openxmlformats.org/drawingml/2006/main">
            <a:srgbClr val="E4E6E8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424FE-0823-4F5D-BF2C-CC07F549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738" y="3626992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CCD2D4">
              <a:alpha val="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B1127-3BAE-48DF-AAAD-2C9409D8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983" y="3626732"/>
            <a:ext cx="4622" cy="2200"/>
          </a:xfrm>
          <a:custGeom xmlns:a="http://schemas.openxmlformats.org/drawingml/2006/main">
            <a:pathLst>
              <a:path w="4622" h="2200">
                <a:moveTo>
                  <a:pt x="0" y="2200"/>
                </a:moveTo>
                <a:cubicBezTo>
                  <a:pt x="1049" y="617"/>
                  <a:pt x="2590" y="0"/>
                  <a:pt x="4622" y="351"/>
                </a:cubicBezTo>
                <a:cubicBezTo>
                  <a:pt x="3300" y="1310"/>
                  <a:pt x="1759" y="1927"/>
                  <a:pt x="0" y="2200"/>
                </a:cubicBezTo>
                <a:close/>
              </a:path>
            </a:pathLst>
          </a:custGeom>
          <a:solidFill xmlns:a="http://schemas.openxmlformats.org/drawingml/2006/main">
            <a:srgbClr val="98A4AD">
              <a:alpha val="4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A93A3-66FB-4528-B8EE-CCA4BAF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302" y="3625234"/>
            <a:ext cx="12942" cy="5547"/>
          </a:xfrm>
          <a:custGeom xmlns:a="http://schemas.openxmlformats.org/drawingml/2006/main">
            <a:pathLst>
              <a:path w="12942" h="5547">
                <a:moveTo>
                  <a:pt x="12942" y="5547"/>
                </a:moveTo>
                <a:cubicBezTo>
                  <a:pt x="8403" y="4201"/>
                  <a:pt x="4089" y="2352"/>
                  <a:pt x="0" y="0"/>
                </a:cubicBezTo>
                <a:cubicBezTo>
                  <a:pt x="4797" y="862"/>
                  <a:pt x="9111" y="2710"/>
                  <a:pt x="12942" y="5547"/>
                </a:cubicBezTo>
                <a:close/>
              </a:path>
            </a:pathLst>
          </a:custGeom>
          <a:solidFill xmlns:a="http://schemas.openxmlformats.org/drawingml/2006/main">
            <a:srgbClr val="E6E7E7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D5304-43BB-4826-B43D-39CDCF4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098" y="3624310"/>
            <a:ext cx="2048" cy="2773"/>
          </a:xfrm>
          <a:custGeom xmlns:a="http://schemas.openxmlformats.org/drawingml/2006/main">
            <a:pathLst>
              <a:path w="2048" h="2773">
                <a:moveTo>
                  <a:pt x="0" y="2773"/>
                </a:moveTo>
                <a:cubicBezTo>
                  <a:pt x="399" y="1655"/>
                  <a:pt x="1016" y="730"/>
                  <a:pt x="1849" y="0"/>
                </a:cubicBezTo>
                <a:cubicBezTo>
                  <a:pt x="2048" y="1552"/>
                  <a:pt x="1431" y="2477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F2F1F9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D6975-D9E7-4C86-8568-C4FE459D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09" y="3622461"/>
            <a:ext cx="4622" cy="6471"/>
          </a:xfrm>
          <a:custGeom xmlns:a="http://schemas.openxmlformats.org/drawingml/2006/main">
            <a:pathLst>
              <a:path w="4622" h="6471">
                <a:moveTo>
                  <a:pt x="0" y="6471"/>
                </a:moveTo>
                <a:cubicBezTo>
                  <a:pt x="526" y="3495"/>
                  <a:pt x="2067" y="1339"/>
                  <a:pt x="4622" y="0"/>
                </a:cubicBezTo>
                <a:cubicBezTo>
                  <a:pt x="3410" y="2436"/>
                  <a:pt x="1869" y="4594"/>
                  <a:pt x="0" y="6471"/>
                </a:cubicBezTo>
                <a:close/>
              </a:path>
            </a:pathLst>
          </a:custGeom>
          <a:solidFill xmlns:a="http://schemas.openxmlformats.org/drawingml/2006/main">
            <a:srgbClr val="EDF0F0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1C830-A158-4B8A-B6CD-F27A9A24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605" y="3625144"/>
            <a:ext cx="4622" cy="2030"/>
          </a:xfrm>
          <a:custGeom xmlns:a="http://schemas.openxmlformats.org/drawingml/2006/main">
            <a:pathLst>
              <a:path w="4622" h="2030">
                <a:moveTo>
                  <a:pt x="0" y="1939"/>
                </a:moveTo>
                <a:cubicBezTo>
                  <a:pt x="1183" y="617"/>
                  <a:pt x="2724" y="0"/>
                  <a:pt x="4622" y="91"/>
                </a:cubicBezTo>
                <a:cubicBezTo>
                  <a:pt x="3439" y="1413"/>
                  <a:pt x="1898" y="2030"/>
                  <a:pt x="0" y="1939"/>
                </a:cubicBezTo>
                <a:close/>
              </a:path>
            </a:pathLst>
          </a:custGeom>
          <a:solidFill xmlns:a="http://schemas.openxmlformats.org/drawingml/2006/main">
            <a:srgbClr val="E8EBEC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F61C3-636A-46A4-AA82-62BFA82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569" y="3622461"/>
            <a:ext cx="10169" cy="4622"/>
          </a:xfrm>
          <a:custGeom xmlns:a="http://schemas.openxmlformats.org/drawingml/2006/main">
            <a:pathLst>
              <a:path w="10169" h="4622">
                <a:moveTo>
                  <a:pt x="10169" y="4622"/>
                </a:moveTo>
                <a:cubicBezTo>
                  <a:pt x="6296" y="3956"/>
                  <a:pt x="2907" y="2416"/>
                  <a:pt x="0" y="0"/>
                </a:cubicBezTo>
                <a:cubicBezTo>
                  <a:pt x="617" y="0"/>
                  <a:pt x="1232" y="0"/>
                  <a:pt x="1849" y="0"/>
                </a:cubicBezTo>
                <a:cubicBezTo>
                  <a:pt x="4706" y="1365"/>
                  <a:pt x="7480" y="2906"/>
                  <a:pt x="10169" y="4622"/>
                </a:cubicBezTo>
                <a:close/>
              </a:path>
            </a:pathLst>
          </a:custGeom>
          <a:solidFill xmlns:a="http://schemas.openxmlformats.org/drawingml/2006/main">
            <a:srgbClr val="DDDFE0">
              <a:alpha val="7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12B7A-7E21-45E8-AE17-397969B6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023" y="3625234"/>
            <a:ext cx="12942" cy="5547"/>
          </a:xfrm>
          <a:custGeom xmlns:a="http://schemas.openxmlformats.org/drawingml/2006/main">
            <a:pathLst>
              <a:path w="12942" h="5547">
                <a:moveTo>
                  <a:pt x="0" y="5547"/>
                </a:moveTo>
                <a:cubicBezTo>
                  <a:pt x="3707" y="2456"/>
                  <a:pt x="8020" y="607"/>
                  <a:pt x="12942" y="0"/>
                </a:cubicBezTo>
                <a:cubicBezTo>
                  <a:pt x="8906" y="2322"/>
                  <a:pt x="4592" y="4171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DFE1E2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62DD3-044D-41BF-A575-5DA57EE9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680" y="3623295"/>
            <a:ext cx="4622" cy="2291"/>
          </a:xfrm>
          <a:custGeom xmlns:a="http://schemas.openxmlformats.org/drawingml/2006/main">
            <a:pathLst>
              <a:path w="4622" h="2291">
                <a:moveTo>
                  <a:pt x="4622" y="1939"/>
                </a:moveTo>
                <a:cubicBezTo>
                  <a:pt x="2590" y="2291"/>
                  <a:pt x="1049" y="1674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A8B1B8">
              <a:alpha val="59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C6D09-1B30-4464-960D-B19086EB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228" y="3622461"/>
            <a:ext cx="6471" cy="2773"/>
          </a:xfrm>
          <a:custGeom xmlns:a="http://schemas.openxmlformats.org/drawingml/2006/main">
            <a:pathLst>
              <a:path w="6471" h="2773">
                <a:moveTo>
                  <a:pt x="0" y="2773"/>
                </a:moveTo>
                <a:cubicBezTo>
                  <a:pt x="1780" y="1116"/>
                  <a:pt x="3937" y="191"/>
                  <a:pt x="6471" y="0"/>
                </a:cubicBezTo>
                <a:cubicBezTo>
                  <a:pt x="4691" y="1658"/>
                  <a:pt x="2534" y="2582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F1F3F4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B7597-16F2-44A7-89DA-07A7EBFD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65" y="3623135"/>
            <a:ext cx="3698" cy="2099"/>
          </a:xfrm>
          <a:custGeom xmlns:a="http://schemas.openxmlformats.org/drawingml/2006/main">
            <a:pathLst>
              <a:path w="3698" h="2099">
                <a:moveTo>
                  <a:pt x="0" y="2099"/>
                </a:moveTo>
                <a:cubicBezTo>
                  <a:pt x="728" y="617"/>
                  <a:pt x="1960" y="0"/>
                  <a:pt x="3698" y="251"/>
                </a:cubicBezTo>
                <a:cubicBezTo>
                  <a:pt x="2760" y="1336"/>
                  <a:pt x="1528" y="1951"/>
                  <a:pt x="0" y="2099"/>
                </a:cubicBezTo>
                <a:close/>
              </a:path>
            </a:pathLst>
          </a:custGeom>
          <a:solidFill xmlns:a="http://schemas.openxmlformats.org/drawingml/2006/main">
            <a:srgbClr val="DADCDD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CB0C1-F17A-40DD-8EC3-F458B6CB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699" y="3620013"/>
            <a:ext cx="3698" cy="3372"/>
          </a:xfrm>
          <a:custGeom xmlns:a="http://schemas.openxmlformats.org/drawingml/2006/main">
            <a:pathLst>
              <a:path w="3698" h="3372">
                <a:moveTo>
                  <a:pt x="3698" y="3372"/>
                </a:moveTo>
                <a:cubicBezTo>
                  <a:pt x="2581" y="2694"/>
                  <a:pt x="1349" y="2386"/>
                  <a:pt x="0" y="2448"/>
                </a:cubicBezTo>
                <a:cubicBezTo>
                  <a:pt x="0" y="2140"/>
                  <a:pt x="0" y="1831"/>
                  <a:pt x="0" y="1523"/>
                </a:cubicBezTo>
                <a:cubicBezTo>
                  <a:pt x="2193" y="0"/>
                  <a:pt x="3426" y="617"/>
                  <a:pt x="3698" y="3372"/>
                </a:cubicBezTo>
                <a:close/>
              </a:path>
            </a:pathLst>
          </a:custGeom>
          <a:solidFill xmlns:a="http://schemas.openxmlformats.org/drawingml/2006/main">
            <a:srgbClr val="E8E8EB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B22C8-1325-4F7B-AD17-16A14493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47" y="3620453"/>
            <a:ext cx="2773" cy="2932"/>
          </a:xfrm>
          <a:custGeom xmlns:a="http://schemas.openxmlformats.org/drawingml/2006/main">
            <a:pathLst>
              <a:path w="2773" h="2932">
                <a:moveTo>
                  <a:pt x="0" y="2932"/>
                </a:moveTo>
                <a:cubicBezTo>
                  <a:pt x="53" y="1907"/>
                  <a:pt x="361" y="983"/>
                  <a:pt x="924" y="159"/>
                </a:cubicBezTo>
                <a:cubicBezTo>
                  <a:pt x="1841" y="0"/>
                  <a:pt x="2457" y="309"/>
                  <a:pt x="2773" y="1083"/>
                </a:cubicBezTo>
                <a:cubicBezTo>
                  <a:pt x="1849" y="1700"/>
                  <a:pt x="924" y="2316"/>
                  <a:pt x="0" y="2932"/>
                </a:cubicBezTo>
                <a:close/>
              </a:path>
            </a:pathLst>
          </a:custGeom>
          <a:solidFill xmlns:a="http://schemas.openxmlformats.org/drawingml/2006/main">
            <a:srgbClr val="9EA9B2">
              <a:alpha val="4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10532-67FF-4380-853F-35B3224F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981" y="3618763"/>
            <a:ext cx="2099" cy="3698"/>
          </a:xfrm>
          <a:custGeom xmlns:a="http://schemas.openxmlformats.org/drawingml/2006/main">
            <a:pathLst>
              <a:path w="2099" h="3698">
                <a:moveTo>
                  <a:pt x="251" y="3698"/>
                </a:moveTo>
                <a:cubicBezTo>
                  <a:pt x="0" y="1960"/>
                  <a:pt x="617" y="728"/>
                  <a:pt x="2099" y="0"/>
                </a:cubicBezTo>
                <a:cubicBezTo>
                  <a:pt x="1951" y="1528"/>
                  <a:pt x="1336" y="2760"/>
                  <a:pt x="251" y="3698"/>
                </a:cubicBezTo>
                <a:close/>
              </a:path>
            </a:pathLst>
          </a:custGeom>
          <a:solidFill xmlns:a="http://schemas.openxmlformats.org/drawingml/2006/main">
            <a:srgbClr val="E6E7E8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07406-44CE-4870-94DA-B62EDC3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663" y="3617839"/>
            <a:ext cx="12942" cy="5547"/>
          </a:xfrm>
          <a:custGeom xmlns:a="http://schemas.openxmlformats.org/drawingml/2006/main">
            <a:pathLst>
              <a:path w="12942" h="5547">
                <a:moveTo>
                  <a:pt x="0" y="5547"/>
                </a:moveTo>
                <a:cubicBezTo>
                  <a:pt x="3831" y="2710"/>
                  <a:pt x="8145" y="862"/>
                  <a:pt x="12942" y="0"/>
                </a:cubicBezTo>
                <a:cubicBezTo>
                  <a:pt x="8915" y="2374"/>
                  <a:pt x="4602" y="4223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E4E7E8">
              <a:alpha val="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657FB-52E9-4C8A-9BEC-5F9D3477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511" y="3618763"/>
            <a:ext cx="8320" cy="3698"/>
          </a:xfrm>
          <a:custGeom xmlns:a="http://schemas.openxmlformats.org/drawingml/2006/main">
            <a:pathLst>
              <a:path w="8320" h="3698">
                <a:moveTo>
                  <a:pt x="8320" y="3698"/>
                </a:moveTo>
                <a:cubicBezTo>
                  <a:pt x="5166" y="3197"/>
                  <a:pt x="2392" y="1964"/>
                  <a:pt x="0" y="0"/>
                </a:cubicBezTo>
                <a:cubicBezTo>
                  <a:pt x="3183" y="517"/>
                  <a:pt x="5956" y="1750"/>
                  <a:pt x="8320" y="3698"/>
                </a:cubicBezTo>
                <a:close/>
              </a:path>
            </a:pathLst>
          </a:custGeom>
          <a:solidFill xmlns:a="http://schemas.openxmlformats.org/drawingml/2006/main">
            <a:srgbClr val="F3F4F4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F0B1B-139B-44BD-A4FE-173A095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152" y="3591954"/>
            <a:ext cx="31431" cy="52693"/>
          </a:xfrm>
          <a:custGeom xmlns:a="http://schemas.openxmlformats.org/drawingml/2006/main">
            <a:pathLst>
              <a:path w="31431" h="52693">
                <a:moveTo>
                  <a:pt x="23111" y="52693"/>
                </a:moveTo>
                <a:cubicBezTo>
                  <a:pt x="23179" y="51282"/>
                  <a:pt x="22562" y="50357"/>
                  <a:pt x="21262" y="49920"/>
                </a:cubicBezTo>
                <a:cubicBezTo>
                  <a:pt x="20726" y="47841"/>
                  <a:pt x="19494" y="46301"/>
                  <a:pt x="17564" y="45298"/>
                </a:cubicBezTo>
                <a:cubicBezTo>
                  <a:pt x="16484" y="42514"/>
                  <a:pt x="14943" y="40049"/>
                  <a:pt x="12942" y="37902"/>
                </a:cubicBezTo>
                <a:cubicBezTo>
                  <a:pt x="11929" y="35561"/>
                  <a:pt x="10697" y="33405"/>
                  <a:pt x="9244" y="31431"/>
                </a:cubicBezTo>
                <a:cubicBezTo>
                  <a:pt x="8973" y="28675"/>
                  <a:pt x="7739" y="28059"/>
                  <a:pt x="5547" y="29582"/>
                </a:cubicBezTo>
                <a:cubicBezTo>
                  <a:pt x="3602" y="29859"/>
                  <a:pt x="1753" y="29551"/>
                  <a:pt x="0" y="28658"/>
                </a:cubicBezTo>
                <a:cubicBezTo>
                  <a:pt x="485" y="28018"/>
                  <a:pt x="1102" y="27556"/>
                  <a:pt x="1849" y="27271"/>
                </a:cubicBezTo>
                <a:cubicBezTo>
                  <a:pt x="1005" y="25964"/>
                  <a:pt x="1005" y="24577"/>
                  <a:pt x="1849" y="23111"/>
                </a:cubicBezTo>
                <a:cubicBezTo>
                  <a:pt x="3820" y="23061"/>
                  <a:pt x="5052" y="22137"/>
                  <a:pt x="5547" y="20338"/>
                </a:cubicBezTo>
                <a:cubicBezTo>
                  <a:pt x="6320" y="20432"/>
                  <a:pt x="6937" y="21356"/>
                  <a:pt x="7396" y="23111"/>
                </a:cubicBezTo>
                <a:cubicBezTo>
                  <a:pt x="8418" y="21462"/>
                  <a:pt x="8418" y="19766"/>
                  <a:pt x="7396" y="18027"/>
                </a:cubicBezTo>
                <a:cubicBezTo>
                  <a:pt x="9870" y="16315"/>
                  <a:pt x="10948" y="14004"/>
                  <a:pt x="10631" y="11093"/>
                </a:cubicBezTo>
                <a:cubicBezTo>
                  <a:pt x="9176" y="12465"/>
                  <a:pt x="7944" y="14006"/>
                  <a:pt x="6933" y="15715"/>
                </a:cubicBezTo>
                <a:cubicBezTo>
                  <a:pt x="5451" y="13176"/>
                  <a:pt x="4680" y="10403"/>
                  <a:pt x="4622" y="7396"/>
                </a:cubicBezTo>
                <a:cubicBezTo>
                  <a:pt x="6816" y="5867"/>
                  <a:pt x="9281" y="4634"/>
                  <a:pt x="12018" y="3698"/>
                </a:cubicBezTo>
                <a:cubicBezTo>
                  <a:pt x="12639" y="2358"/>
                  <a:pt x="13256" y="1126"/>
                  <a:pt x="13867" y="0"/>
                </a:cubicBezTo>
                <a:cubicBezTo>
                  <a:pt x="14752" y="7568"/>
                  <a:pt x="16910" y="14656"/>
                  <a:pt x="20338" y="21262"/>
                </a:cubicBezTo>
                <a:cubicBezTo>
                  <a:pt x="20338" y="21570"/>
                  <a:pt x="20338" y="21879"/>
                  <a:pt x="20338" y="22187"/>
                </a:cubicBezTo>
                <a:cubicBezTo>
                  <a:pt x="20737" y="23305"/>
                  <a:pt x="21354" y="24230"/>
                  <a:pt x="22187" y="24960"/>
                </a:cubicBezTo>
                <a:cubicBezTo>
                  <a:pt x="24041" y="29910"/>
                  <a:pt x="26814" y="34224"/>
                  <a:pt x="30507" y="37902"/>
                </a:cubicBezTo>
                <a:cubicBezTo>
                  <a:pt x="31070" y="38726"/>
                  <a:pt x="31378" y="39650"/>
                  <a:pt x="31431" y="40675"/>
                </a:cubicBezTo>
                <a:cubicBezTo>
                  <a:pt x="30458" y="40538"/>
                  <a:pt x="29534" y="40691"/>
                  <a:pt x="28658" y="41138"/>
                </a:cubicBezTo>
                <a:cubicBezTo>
                  <a:pt x="29879" y="42566"/>
                  <a:pt x="29571" y="43644"/>
                  <a:pt x="27733" y="44373"/>
                </a:cubicBezTo>
                <a:cubicBezTo>
                  <a:pt x="26365" y="42997"/>
                  <a:pt x="25595" y="41457"/>
                  <a:pt x="25422" y="39751"/>
                </a:cubicBezTo>
                <a:cubicBezTo>
                  <a:pt x="21493" y="42925"/>
                  <a:pt x="21340" y="46161"/>
                  <a:pt x="24960" y="49458"/>
                </a:cubicBezTo>
                <a:cubicBezTo>
                  <a:pt x="24419" y="50661"/>
                  <a:pt x="23803" y="51740"/>
                  <a:pt x="23111" y="52693"/>
                </a:cubicBezTo>
                <a:close/>
              </a:path>
            </a:pathLst>
          </a:custGeom>
          <a:solidFill xmlns:a="http://schemas.openxmlformats.org/drawingml/2006/main">
            <a:srgbClr val="253A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C7C41-2AF1-43CB-9C32-D1C8623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889" y="3616824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EFF1ED">
              <a:alpha val="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6A1AC-AA03-4A95-B2E5-E41F729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044" y="3613216"/>
            <a:ext cx="2809" cy="5547"/>
          </a:xfrm>
          <a:custGeom xmlns:a="http://schemas.openxmlformats.org/drawingml/2006/main">
            <a:pathLst>
              <a:path w="2809" h="5547">
                <a:moveTo>
                  <a:pt x="36" y="5547"/>
                </a:moveTo>
                <a:cubicBezTo>
                  <a:pt x="0" y="3153"/>
                  <a:pt x="924" y="1304"/>
                  <a:pt x="2809" y="0"/>
                </a:cubicBezTo>
                <a:cubicBezTo>
                  <a:pt x="2355" y="2144"/>
                  <a:pt x="1430" y="3993"/>
                  <a:pt x="36" y="5547"/>
                </a:cubicBezTo>
                <a:close/>
              </a:path>
            </a:pathLst>
          </a:custGeom>
          <a:solidFill xmlns:a="http://schemas.openxmlformats.org/drawingml/2006/main">
            <a:srgbClr val="EFF1F2">
              <a:alpha val="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59CF3-93B4-4144-B484-3530413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490" y="3614141"/>
            <a:ext cx="2048" cy="2773"/>
          </a:xfrm>
          <a:custGeom xmlns:a="http://schemas.openxmlformats.org/drawingml/2006/main">
            <a:pathLst>
              <a:path w="2048" h="2773">
                <a:moveTo>
                  <a:pt x="1849" y="2773"/>
                </a:moveTo>
                <a:cubicBezTo>
                  <a:pt x="1016" y="2043"/>
                  <a:pt x="399" y="1119"/>
                  <a:pt x="0" y="0"/>
                </a:cubicBezTo>
                <a:cubicBezTo>
                  <a:pt x="1431" y="297"/>
                  <a:pt x="2048" y="1221"/>
                  <a:pt x="1849" y="2773"/>
                </a:cubicBezTo>
                <a:close/>
              </a:path>
            </a:pathLst>
          </a:custGeom>
          <a:solidFill xmlns:a="http://schemas.openxmlformats.org/drawingml/2006/main">
            <a:srgbClr val="E3E4E2">
              <a:alpha val="11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3BA81-FA07-4112-95DA-FD5C9E7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418" y="3614073"/>
            <a:ext cx="2773" cy="1916"/>
          </a:xfrm>
          <a:custGeom xmlns:a="http://schemas.openxmlformats.org/drawingml/2006/main">
            <a:pathLst>
              <a:path w="2773" h="1916">
                <a:moveTo>
                  <a:pt x="2773" y="1916"/>
                </a:moveTo>
                <a:cubicBezTo>
                  <a:pt x="2465" y="1916"/>
                  <a:pt x="2157" y="1916"/>
                  <a:pt x="1849" y="1916"/>
                </a:cubicBezTo>
                <a:cubicBezTo>
                  <a:pt x="924" y="1609"/>
                  <a:pt x="308" y="992"/>
                  <a:pt x="0" y="67"/>
                </a:cubicBezTo>
                <a:cubicBezTo>
                  <a:pt x="1412" y="0"/>
                  <a:pt x="2336" y="617"/>
                  <a:pt x="2773" y="1916"/>
                </a:cubicBezTo>
                <a:close/>
              </a:path>
            </a:pathLst>
          </a:custGeom>
          <a:solidFill xmlns:a="http://schemas.openxmlformats.org/drawingml/2006/main">
            <a:srgbClr val="C6CACF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BB4DC-0186-4C21-AB16-ECF451D1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569" y="3608594"/>
            <a:ext cx="1849" cy="5574"/>
          </a:xfrm>
          <a:custGeom xmlns:a="http://schemas.openxmlformats.org/drawingml/2006/main">
            <a:pathLst>
              <a:path w="1849" h="5574">
                <a:moveTo>
                  <a:pt x="1849" y="5547"/>
                </a:moveTo>
                <a:cubicBezTo>
                  <a:pt x="927" y="5574"/>
                  <a:pt x="311" y="5112"/>
                  <a:pt x="0" y="4160"/>
                </a:cubicBezTo>
                <a:cubicBezTo>
                  <a:pt x="369" y="2563"/>
                  <a:pt x="985" y="1176"/>
                  <a:pt x="1849" y="0"/>
                </a:cubicBezTo>
                <a:cubicBezTo>
                  <a:pt x="1849" y="1849"/>
                  <a:pt x="1849" y="3698"/>
                  <a:pt x="1849" y="5547"/>
                </a:cubicBezTo>
                <a:close/>
              </a:path>
            </a:pathLst>
          </a:custGeom>
          <a:solidFill xmlns:a="http://schemas.openxmlformats.org/drawingml/2006/main">
            <a:srgbClr val="F2F1F2">
              <a:alpha val="4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A47EB-8FF9-4E6D-AA28-4E8E88AC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001" y="3604896"/>
            <a:ext cx="3698" cy="10169"/>
          </a:xfrm>
          <a:custGeom xmlns:a="http://schemas.openxmlformats.org/drawingml/2006/main">
            <a:pathLst>
              <a:path w="3698" h="10169">
                <a:moveTo>
                  <a:pt x="0" y="10169"/>
                </a:moveTo>
                <a:cubicBezTo>
                  <a:pt x="944" y="6837"/>
                  <a:pt x="944" y="3447"/>
                  <a:pt x="0" y="0"/>
                </a:cubicBezTo>
                <a:cubicBezTo>
                  <a:pt x="1055" y="2546"/>
                  <a:pt x="2288" y="5011"/>
                  <a:pt x="3698" y="7396"/>
                </a:cubicBezTo>
                <a:cubicBezTo>
                  <a:pt x="3203" y="9194"/>
                  <a:pt x="1971" y="10119"/>
                  <a:pt x="0" y="10169"/>
                </a:cubicBezTo>
                <a:close/>
              </a:path>
            </a:pathLst>
          </a:custGeom>
          <a:solidFill xmlns:a="http://schemas.openxmlformats.org/drawingml/2006/main">
            <a:srgbClr val="E4E9E8">
              <a:alpha val="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011F1-59F3-4144-A0B0-8998D6D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63" y="3608594"/>
            <a:ext cx="2331" cy="4622"/>
          </a:xfrm>
          <a:custGeom xmlns:a="http://schemas.openxmlformats.org/drawingml/2006/main">
            <a:pathLst>
              <a:path w="2331" h="4622">
                <a:moveTo>
                  <a:pt x="391" y="4622"/>
                </a:moveTo>
                <a:cubicBezTo>
                  <a:pt x="0" y="2514"/>
                  <a:pt x="617" y="973"/>
                  <a:pt x="2240" y="0"/>
                </a:cubicBezTo>
                <a:cubicBezTo>
                  <a:pt x="2331" y="1898"/>
                  <a:pt x="1714" y="3439"/>
                  <a:pt x="391" y="4622"/>
                </a:cubicBezTo>
                <a:close/>
              </a:path>
            </a:pathLst>
          </a:custGeom>
          <a:solidFill xmlns:a="http://schemas.openxmlformats.org/drawingml/2006/main">
            <a:srgbClr val="EDEFED">
              <a:alpha val="1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44989-19FB-4FA9-97B4-C75496F4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719" y="3605821"/>
            <a:ext cx="10169" cy="2221"/>
          </a:xfrm>
          <a:custGeom xmlns:a="http://schemas.openxmlformats.org/drawingml/2006/main">
            <a:pathLst>
              <a:path w="10169" h="2221">
                <a:moveTo>
                  <a:pt x="0" y="924"/>
                </a:moveTo>
                <a:cubicBezTo>
                  <a:pt x="3419" y="876"/>
                  <a:pt x="6809" y="568"/>
                  <a:pt x="10169" y="0"/>
                </a:cubicBezTo>
                <a:cubicBezTo>
                  <a:pt x="6893" y="1913"/>
                  <a:pt x="3504" y="2221"/>
                  <a:pt x="0" y="924"/>
                </a:cubicBezTo>
                <a:close/>
              </a:path>
            </a:pathLst>
          </a:custGeom>
          <a:solidFill xmlns:a="http://schemas.openxmlformats.org/drawingml/2006/main">
            <a:srgbClr val="F0F2F3">
              <a:alpha val="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64919-4618-46F9-B093-E126E16B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228" y="3605821"/>
            <a:ext cx="9244" cy="2110"/>
          </a:xfrm>
          <a:custGeom xmlns:a="http://schemas.openxmlformats.org/drawingml/2006/main">
            <a:pathLst>
              <a:path w="9244" h="2110">
                <a:moveTo>
                  <a:pt x="0" y="924"/>
                </a:moveTo>
                <a:cubicBezTo>
                  <a:pt x="0" y="617"/>
                  <a:pt x="0" y="308"/>
                  <a:pt x="0" y="0"/>
                </a:cubicBezTo>
                <a:cubicBezTo>
                  <a:pt x="3081" y="0"/>
                  <a:pt x="6163" y="0"/>
                  <a:pt x="9244" y="0"/>
                </a:cubicBezTo>
                <a:cubicBezTo>
                  <a:pt x="9244" y="308"/>
                  <a:pt x="9244" y="617"/>
                  <a:pt x="9244" y="924"/>
                </a:cubicBezTo>
                <a:cubicBezTo>
                  <a:pt x="6258" y="2110"/>
                  <a:pt x="3176" y="2110"/>
                  <a:pt x="0" y="924"/>
                </a:cubicBezTo>
                <a:close/>
              </a:path>
            </a:pathLst>
          </a:custGeom>
          <a:solidFill xmlns:a="http://schemas.openxmlformats.org/drawingml/2006/main">
            <a:srgbClr val="9CA6AF">
              <a:alpha val="87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A6C7D-148A-4CCA-AE4F-7E055A1F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418" y="3588256"/>
            <a:ext cx="4622" cy="20338"/>
          </a:xfrm>
          <a:custGeom xmlns:a="http://schemas.openxmlformats.org/drawingml/2006/main">
            <a:pathLst>
              <a:path w="4622" h="20338">
                <a:moveTo>
                  <a:pt x="0" y="20338"/>
                </a:moveTo>
                <a:cubicBezTo>
                  <a:pt x="1727" y="13675"/>
                  <a:pt x="2651" y="6896"/>
                  <a:pt x="2773" y="0"/>
                </a:cubicBezTo>
                <a:cubicBezTo>
                  <a:pt x="3390" y="0"/>
                  <a:pt x="4006" y="0"/>
                  <a:pt x="4622" y="0"/>
                </a:cubicBezTo>
                <a:cubicBezTo>
                  <a:pt x="3943" y="4886"/>
                  <a:pt x="3481" y="9816"/>
                  <a:pt x="3236" y="14791"/>
                </a:cubicBezTo>
                <a:cubicBezTo>
                  <a:pt x="2426" y="16878"/>
                  <a:pt x="1347" y="18727"/>
                  <a:pt x="0" y="20338"/>
                </a:cubicBezTo>
                <a:close/>
              </a:path>
            </a:pathLst>
          </a:custGeom>
          <a:solidFill xmlns:a="http://schemas.openxmlformats.org/drawingml/2006/main">
            <a:srgbClr val="F6F7F7">
              <a:alpha val="3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425BA-1B98-43A7-867B-AA50079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473" y="3598425"/>
            <a:ext cx="12018" cy="8320"/>
          </a:xfrm>
          <a:custGeom xmlns:a="http://schemas.openxmlformats.org/drawingml/2006/main">
            <a:pathLst>
              <a:path w="12018" h="8320">
                <a:moveTo>
                  <a:pt x="0" y="8320"/>
                </a:moveTo>
                <a:cubicBezTo>
                  <a:pt x="0" y="8012"/>
                  <a:pt x="0" y="7703"/>
                  <a:pt x="0" y="7396"/>
                </a:cubicBezTo>
                <a:cubicBezTo>
                  <a:pt x="4723" y="6111"/>
                  <a:pt x="8729" y="3647"/>
                  <a:pt x="12018" y="0"/>
                </a:cubicBezTo>
                <a:cubicBezTo>
                  <a:pt x="9866" y="5205"/>
                  <a:pt x="5860" y="7978"/>
                  <a:pt x="0" y="8320"/>
                </a:cubicBezTo>
                <a:close/>
              </a:path>
            </a:pathLst>
          </a:custGeom>
          <a:solidFill xmlns:a="http://schemas.openxmlformats.org/drawingml/2006/main">
            <a:srgbClr val="ECEEEF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27926-15CE-4FDF-8D2A-1963CA63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001" y="3594728"/>
            <a:ext cx="2000" cy="7396"/>
          </a:xfrm>
          <a:custGeom xmlns:a="http://schemas.openxmlformats.org/drawingml/2006/main">
            <a:pathLst>
              <a:path w="2000" h="7396">
                <a:moveTo>
                  <a:pt x="2000" y="7396"/>
                </a:moveTo>
                <a:cubicBezTo>
                  <a:pt x="1429" y="7293"/>
                  <a:pt x="967" y="6985"/>
                  <a:pt x="613" y="6471"/>
                </a:cubicBezTo>
                <a:cubicBezTo>
                  <a:pt x="153" y="4336"/>
                  <a:pt x="0" y="2179"/>
                  <a:pt x="151" y="0"/>
                </a:cubicBezTo>
                <a:cubicBezTo>
                  <a:pt x="956" y="2314"/>
                  <a:pt x="1572" y="4779"/>
                  <a:pt x="2000" y="7396"/>
                </a:cubicBezTo>
                <a:close/>
              </a:path>
            </a:pathLst>
          </a:custGeom>
          <a:solidFill xmlns:a="http://schemas.openxmlformats.org/drawingml/2006/main">
            <a:srgbClr val="ECEDEE">
              <a:alpha val="8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2A4DF-9813-43F6-9261-FB22740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987" y="3523091"/>
            <a:ext cx="39751" cy="100294"/>
          </a:xfrm>
          <a:custGeom xmlns:a="http://schemas.openxmlformats.org/drawingml/2006/main">
            <a:pathLst>
              <a:path w="39751" h="100294">
                <a:moveTo>
                  <a:pt x="31431" y="99370"/>
                </a:moveTo>
                <a:cubicBezTo>
                  <a:pt x="30814" y="99370"/>
                  <a:pt x="30199" y="99370"/>
                  <a:pt x="29582" y="99370"/>
                </a:cubicBezTo>
                <a:cubicBezTo>
                  <a:pt x="28966" y="99062"/>
                  <a:pt x="28350" y="98753"/>
                  <a:pt x="27733" y="98446"/>
                </a:cubicBezTo>
                <a:cubicBezTo>
                  <a:pt x="27417" y="97671"/>
                  <a:pt x="26801" y="97362"/>
                  <a:pt x="25884" y="97521"/>
                </a:cubicBezTo>
                <a:cubicBezTo>
                  <a:pt x="26022" y="96549"/>
                  <a:pt x="25869" y="95624"/>
                  <a:pt x="25422" y="94748"/>
                </a:cubicBezTo>
                <a:cubicBezTo>
                  <a:pt x="23447" y="92242"/>
                  <a:pt x="20982" y="90393"/>
                  <a:pt x="18027" y="89201"/>
                </a:cubicBezTo>
                <a:cubicBezTo>
                  <a:pt x="17295" y="88050"/>
                  <a:pt x="16833" y="86818"/>
                  <a:pt x="16640" y="85503"/>
                </a:cubicBezTo>
                <a:cubicBezTo>
                  <a:pt x="19373" y="77424"/>
                  <a:pt x="20606" y="69104"/>
                  <a:pt x="20338" y="60543"/>
                </a:cubicBezTo>
                <a:cubicBezTo>
                  <a:pt x="20338" y="60236"/>
                  <a:pt x="20338" y="59927"/>
                  <a:pt x="20338" y="59619"/>
                </a:cubicBezTo>
                <a:cubicBezTo>
                  <a:pt x="20730" y="52527"/>
                  <a:pt x="19805" y="45748"/>
                  <a:pt x="17564" y="39281"/>
                </a:cubicBezTo>
                <a:cubicBezTo>
                  <a:pt x="16687" y="37213"/>
                  <a:pt x="16070" y="35056"/>
                  <a:pt x="15715" y="32810"/>
                </a:cubicBezTo>
                <a:cubicBezTo>
                  <a:pt x="14900" y="29027"/>
                  <a:pt x="13359" y="25637"/>
                  <a:pt x="11093" y="22641"/>
                </a:cubicBezTo>
                <a:cubicBezTo>
                  <a:pt x="11093" y="22334"/>
                  <a:pt x="11093" y="22025"/>
                  <a:pt x="11093" y="21717"/>
                </a:cubicBezTo>
                <a:cubicBezTo>
                  <a:pt x="9379" y="18277"/>
                  <a:pt x="7223" y="15196"/>
                  <a:pt x="4622" y="12473"/>
                </a:cubicBezTo>
                <a:cubicBezTo>
                  <a:pt x="3440" y="10058"/>
                  <a:pt x="1900" y="7901"/>
                  <a:pt x="0" y="6001"/>
                </a:cubicBezTo>
                <a:cubicBezTo>
                  <a:pt x="436" y="4124"/>
                  <a:pt x="1361" y="2583"/>
                  <a:pt x="2773" y="1379"/>
                </a:cubicBezTo>
                <a:cubicBezTo>
                  <a:pt x="3995" y="1222"/>
                  <a:pt x="5074" y="1530"/>
                  <a:pt x="6009" y="2304"/>
                </a:cubicBezTo>
                <a:cubicBezTo>
                  <a:pt x="7163" y="0"/>
                  <a:pt x="8242" y="154"/>
                  <a:pt x="9244" y="2766"/>
                </a:cubicBezTo>
                <a:cubicBezTo>
                  <a:pt x="8368" y="3212"/>
                  <a:pt x="7444" y="3366"/>
                  <a:pt x="6471" y="3228"/>
                </a:cubicBezTo>
                <a:cubicBezTo>
                  <a:pt x="6471" y="4153"/>
                  <a:pt x="6471" y="5077"/>
                  <a:pt x="6471" y="6001"/>
                </a:cubicBezTo>
                <a:cubicBezTo>
                  <a:pt x="7990" y="6020"/>
                  <a:pt x="9222" y="5403"/>
                  <a:pt x="10169" y="4153"/>
                </a:cubicBezTo>
                <a:cubicBezTo>
                  <a:pt x="10916" y="4437"/>
                  <a:pt x="11532" y="4900"/>
                  <a:pt x="12018" y="5539"/>
                </a:cubicBezTo>
                <a:cubicBezTo>
                  <a:pt x="10079" y="7061"/>
                  <a:pt x="8538" y="8910"/>
                  <a:pt x="7396" y="11086"/>
                </a:cubicBezTo>
                <a:cubicBezTo>
                  <a:pt x="7858" y="11548"/>
                  <a:pt x="8320" y="12010"/>
                  <a:pt x="8782" y="12473"/>
                </a:cubicBezTo>
                <a:cubicBezTo>
                  <a:pt x="10340" y="11070"/>
                  <a:pt x="11727" y="9529"/>
                  <a:pt x="12942" y="7850"/>
                </a:cubicBezTo>
                <a:cubicBezTo>
                  <a:pt x="13484" y="8044"/>
                  <a:pt x="13946" y="8352"/>
                  <a:pt x="14329" y="8775"/>
                </a:cubicBezTo>
                <a:cubicBezTo>
                  <a:pt x="13520" y="10449"/>
                  <a:pt x="13211" y="12298"/>
                  <a:pt x="13404" y="14321"/>
                </a:cubicBezTo>
                <a:cubicBezTo>
                  <a:pt x="14463" y="16564"/>
                  <a:pt x="15695" y="18721"/>
                  <a:pt x="17102" y="20793"/>
                </a:cubicBezTo>
                <a:cubicBezTo>
                  <a:pt x="18196" y="19655"/>
                  <a:pt x="19274" y="19655"/>
                  <a:pt x="20338" y="20793"/>
                </a:cubicBezTo>
                <a:cubicBezTo>
                  <a:pt x="19087" y="21739"/>
                  <a:pt x="18470" y="22971"/>
                  <a:pt x="18489" y="24490"/>
                </a:cubicBezTo>
                <a:cubicBezTo>
                  <a:pt x="19990" y="24620"/>
                  <a:pt x="21068" y="24003"/>
                  <a:pt x="21724" y="22641"/>
                </a:cubicBezTo>
                <a:cubicBezTo>
                  <a:pt x="22494" y="23566"/>
                  <a:pt x="23265" y="24490"/>
                  <a:pt x="24035" y="25415"/>
                </a:cubicBezTo>
                <a:cubicBezTo>
                  <a:pt x="24343" y="24953"/>
                  <a:pt x="24652" y="24490"/>
                  <a:pt x="24960" y="24028"/>
                </a:cubicBezTo>
                <a:cubicBezTo>
                  <a:pt x="24343" y="22796"/>
                  <a:pt x="23728" y="21563"/>
                  <a:pt x="23111" y="20330"/>
                </a:cubicBezTo>
                <a:cubicBezTo>
                  <a:pt x="23245" y="19617"/>
                  <a:pt x="23553" y="19000"/>
                  <a:pt x="24035" y="18481"/>
                </a:cubicBezTo>
                <a:cubicBezTo>
                  <a:pt x="20376" y="16868"/>
                  <a:pt x="19142" y="14248"/>
                  <a:pt x="20338" y="10624"/>
                </a:cubicBezTo>
                <a:cubicBezTo>
                  <a:pt x="24119" y="16115"/>
                  <a:pt x="27201" y="21969"/>
                  <a:pt x="29582" y="28188"/>
                </a:cubicBezTo>
                <a:cubicBezTo>
                  <a:pt x="32413" y="37526"/>
                  <a:pt x="33954" y="47079"/>
                  <a:pt x="34204" y="56846"/>
                </a:cubicBezTo>
                <a:cubicBezTo>
                  <a:pt x="34204" y="57462"/>
                  <a:pt x="34512" y="57770"/>
                  <a:pt x="35129" y="57770"/>
                </a:cubicBezTo>
                <a:cubicBezTo>
                  <a:pt x="36101" y="59393"/>
                  <a:pt x="37642" y="60010"/>
                  <a:pt x="39751" y="59619"/>
                </a:cubicBezTo>
                <a:cubicBezTo>
                  <a:pt x="39751" y="60543"/>
                  <a:pt x="39751" y="61468"/>
                  <a:pt x="39751" y="62392"/>
                </a:cubicBezTo>
                <a:cubicBezTo>
                  <a:pt x="37918" y="62075"/>
                  <a:pt x="36685" y="62692"/>
                  <a:pt x="36053" y="64241"/>
                </a:cubicBezTo>
                <a:cubicBezTo>
                  <a:pt x="35136" y="64082"/>
                  <a:pt x="34520" y="64391"/>
                  <a:pt x="34204" y="65166"/>
                </a:cubicBezTo>
                <a:cubicBezTo>
                  <a:pt x="34082" y="72062"/>
                  <a:pt x="33158" y="78841"/>
                  <a:pt x="31431" y="85503"/>
                </a:cubicBezTo>
                <a:cubicBezTo>
                  <a:pt x="30568" y="86679"/>
                  <a:pt x="29951" y="88066"/>
                  <a:pt x="29582" y="89663"/>
                </a:cubicBezTo>
                <a:cubicBezTo>
                  <a:pt x="29893" y="90616"/>
                  <a:pt x="30509" y="91078"/>
                  <a:pt x="31431" y="91050"/>
                </a:cubicBezTo>
                <a:cubicBezTo>
                  <a:pt x="31739" y="91974"/>
                  <a:pt x="32355" y="92591"/>
                  <a:pt x="33280" y="92899"/>
                </a:cubicBezTo>
                <a:cubicBezTo>
                  <a:pt x="34617" y="95211"/>
                  <a:pt x="35079" y="97676"/>
                  <a:pt x="34667" y="100294"/>
                </a:cubicBezTo>
                <a:cubicBezTo>
                  <a:pt x="33732" y="99521"/>
                  <a:pt x="32653" y="99213"/>
                  <a:pt x="31431" y="99370"/>
                </a:cubicBezTo>
                <a:close/>
              </a:path>
            </a:pathLst>
          </a:custGeom>
          <a:solidFill xmlns:a="http://schemas.openxmlformats.org/drawingml/2006/main">
            <a:srgbClr val="273B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E2C20-29C5-40C9-98CB-26A221B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080" y="3563009"/>
            <a:ext cx="44526" cy="42812"/>
          </a:xfrm>
          <a:custGeom xmlns:a="http://schemas.openxmlformats.org/drawingml/2006/main">
            <a:pathLst>
              <a:path w="44526" h="42812">
                <a:moveTo>
                  <a:pt x="26809" y="42812"/>
                </a:moveTo>
                <a:cubicBezTo>
                  <a:pt x="39006" y="36896"/>
                  <a:pt x="43166" y="27344"/>
                  <a:pt x="39289" y="14154"/>
                </a:cubicBezTo>
                <a:cubicBezTo>
                  <a:pt x="33640" y="3698"/>
                  <a:pt x="25166" y="0"/>
                  <a:pt x="13867" y="3061"/>
                </a:cubicBezTo>
                <a:cubicBezTo>
                  <a:pt x="7424" y="5500"/>
                  <a:pt x="2802" y="9814"/>
                  <a:pt x="0" y="16003"/>
                </a:cubicBezTo>
                <a:cubicBezTo>
                  <a:pt x="1984" y="7704"/>
                  <a:pt x="7222" y="2620"/>
                  <a:pt x="15715" y="750"/>
                </a:cubicBezTo>
                <a:cubicBezTo>
                  <a:pt x="35897" y="590"/>
                  <a:pt x="44526" y="10451"/>
                  <a:pt x="41600" y="30332"/>
                </a:cubicBezTo>
                <a:cubicBezTo>
                  <a:pt x="39022" y="37383"/>
                  <a:pt x="34092" y="41543"/>
                  <a:pt x="26809" y="42812"/>
                </a:cubicBezTo>
                <a:close/>
              </a:path>
            </a:pathLst>
          </a:custGeom>
          <a:solidFill xmlns:a="http://schemas.openxmlformats.org/drawingml/2006/main">
            <a:srgbClr val="E8EAEB">
              <a:alpha val="4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BBEAB-D10C-4C47-A83E-D55DA0AB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351" y="3563009"/>
            <a:ext cx="40894" cy="43736"/>
          </a:xfrm>
          <a:custGeom xmlns:a="http://schemas.openxmlformats.org/drawingml/2006/main">
            <a:pathLst>
              <a:path w="40894" h="43736">
                <a:moveTo>
                  <a:pt x="14369" y="43736"/>
                </a:moveTo>
                <a:cubicBezTo>
                  <a:pt x="14061" y="43736"/>
                  <a:pt x="13752" y="43736"/>
                  <a:pt x="13444" y="43736"/>
                </a:cubicBezTo>
                <a:cubicBezTo>
                  <a:pt x="10302" y="42314"/>
                  <a:pt x="7220" y="40620"/>
                  <a:pt x="4200" y="38652"/>
                </a:cubicBezTo>
                <a:cubicBezTo>
                  <a:pt x="2683" y="37608"/>
                  <a:pt x="1758" y="36221"/>
                  <a:pt x="1426" y="34492"/>
                </a:cubicBezTo>
                <a:cubicBezTo>
                  <a:pt x="462" y="31149"/>
                  <a:pt x="0" y="27759"/>
                  <a:pt x="40" y="24323"/>
                </a:cubicBezTo>
                <a:cubicBezTo>
                  <a:pt x="348" y="24015"/>
                  <a:pt x="656" y="23706"/>
                  <a:pt x="964" y="23399"/>
                </a:cubicBezTo>
                <a:cubicBezTo>
                  <a:pt x="1601" y="24191"/>
                  <a:pt x="2371" y="24806"/>
                  <a:pt x="3275" y="25247"/>
                </a:cubicBezTo>
                <a:cubicBezTo>
                  <a:pt x="3895" y="23592"/>
                  <a:pt x="4511" y="22051"/>
                  <a:pt x="5124" y="20625"/>
                </a:cubicBezTo>
                <a:cubicBezTo>
                  <a:pt x="5244" y="32294"/>
                  <a:pt x="11099" y="37070"/>
                  <a:pt x="22689" y="34954"/>
                </a:cubicBezTo>
                <a:cubicBezTo>
                  <a:pt x="25592" y="34293"/>
                  <a:pt x="27441" y="32599"/>
                  <a:pt x="28235" y="29870"/>
                </a:cubicBezTo>
                <a:cubicBezTo>
                  <a:pt x="30387" y="28329"/>
                  <a:pt x="31312" y="26173"/>
                  <a:pt x="31009" y="23399"/>
                </a:cubicBezTo>
                <a:cubicBezTo>
                  <a:pt x="30238" y="14308"/>
                  <a:pt x="25308" y="9686"/>
                  <a:pt x="16217" y="9532"/>
                </a:cubicBezTo>
                <a:cubicBezTo>
                  <a:pt x="17048" y="8924"/>
                  <a:pt x="17972" y="8308"/>
                  <a:pt x="18991" y="7683"/>
                </a:cubicBezTo>
                <a:cubicBezTo>
                  <a:pt x="17650" y="6435"/>
                  <a:pt x="17034" y="4895"/>
                  <a:pt x="17142" y="3061"/>
                </a:cubicBezTo>
                <a:cubicBezTo>
                  <a:pt x="15293" y="3061"/>
                  <a:pt x="13444" y="3061"/>
                  <a:pt x="11595" y="3061"/>
                </a:cubicBezTo>
                <a:cubicBezTo>
                  <a:pt x="22895" y="0"/>
                  <a:pt x="31369" y="3698"/>
                  <a:pt x="37017" y="14154"/>
                </a:cubicBezTo>
                <a:cubicBezTo>
                  <a:pt x="40894" y="27344"/>
                  <a:pt x="36735" y="36896"/>
                  <a:pt x="24537" y="42812"/>
                </a:cubicBezTo>
                <a:cubicBezTo>
                  <a:pt x="21177" y="43379"/>
                  <a:pt x="17787" y="43688"/>
                  <a:pt x="14369" y="43736"/>
                </a:cubicBezTo>
                <a:close/>
              </a:path>
            </a:pathLst>
          </a:custGeom>
          <a:solidFill xmlns:a="http://schemas.openxmlformats.org/drawingml/2006/main">
            <a:srgbClr val="2D4156">
              <a:alpha val="98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27AE3-B313-4D66-8C2C-1F46C2C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605" y="3557750"/>
            <a:ext cx="19413" cy="57315"/>
          </a:xfrm>
          <a:custGeom xmlns:a="http://schemas.openxmlformats.org/drawingml/2006/main">
            <a:pathLst>
              <a:path w="19413" h="57315">
                <a:moveTo>
                  <a:pt x="11093" y="54542"/>
                </a:moveTo>
                <a:cubicBezTo>
                  <a:pt x="9684" y="52158"/>
                  <a:pt x="8450" y="49692"/>
                  <a:pt x="7396" y="47146"/>
                </a:cubicBezTo>
                <a:cubicBezTo>
                  <a:pt x="7396" y="46222"/>
                  <a:pt x="7396" y="45298"/>
                  <a:pt x="7396" y="44373"/>
                </a:cubicBezTo>
                <a:cubicBezTo>
                  <a:pt x="6968" y="41757"/>
                  <a:pt x="6352" y="39292"/>
                  <a:pt x="5547" y="36978"/>
                </a:cubicBezTo>
                <a:cubicBezTo>
                  <a:pt x="5547" y="36053"/>
                  <a:pt x="5547" y="35129"/>
                  <a:pt x="5547" y="34204"/>
                </a:cubicBezTo>
                <a:cubicBezTo>
                  <a:pt x="5547" y="32972"/>
                  <a:pt x="5547" y="31739"/>
                  <a:pt x="5547" y="30507"/>
                </a:cubicBezTo>
                <a:cubicBezTo>
                  <a:pt x="4891" y="29671"/>
                  <a:pt x="3967" y="29363"/>
                  <a:pt x="2773" y="29582"/>
                </a:cubicBezTo>
                <a:cubicBezTo>
                  <a:pt x="1656" y="28024"/>
                  <a:pt x="731" y="26483"/>
                  <a:pt x="0" y="24960"/>
                </a:cubicBezTo>
                <a:cubicBezTo>
                  <a:pt x="1970" y="24341"/>
                  <a:pt x="3819" y="23726"/>
                  <a:pt x="5547" y="23111"/>
                </a:cubicBezTo>
                <a:cubicBezTo>
                  <a:pt x="5547" y="22803"/>
                  <a:pt x="5547" y="22494"/>
                  <a:pt x="5547" y="22187"/>
                </a:cubicBezTo>
                <a:cubicBezTo>
                  <a:pt x="5817" y="16291"/>
                  <a:pt x="6433" y="10437"/>
                  <a:pt x="7396" y="4622"/>
                </a:cubicBezTo>
                <a:cubicBezTo>
                  <a:pt x="7396" y="4314"/>
                  <a:pt x="7396" y="4006"/>
                  <a:pt x="7396" y="3698"/>
                </a:cubicBezTo>
                <a:cubicBezTo>
                  <a:pt x="8012" y="2465"/>
                  <a:pt x="8628" y="1232"/>
                  <a:pt x="9244" y="0"/>
                </a:cubicBezTo>
                <a:cubicBezTo>
                  <a:pt x="10367" y="2637"/>
                  <a:pt x="10675" y="5256"/>
                  <a:pt x="10169" y="7858"/>
                </a:cubicBezTo>
                <a:cubicBezTo>
                  <a:pt x="11264" y="9109"/>
                  <a:pt x="12498" y="10187"/>
                  <a:pt x="13867" y="11093"/>
                </a:cubicBezTo>
                <a:cubicBezTo>
                  <a:pt x="15005" y="12157"/>
                  <a:pt x="15005" y="13235"/>
                  <a:pt x="13867" y="14329"/>
                </a:cubicBezTo>
                <a:cubicBezTo>
                  <a:pt x="14724" y="14688"/>
                  <a:pt x="15341" y="15304"/>
                  <a:pt x="15715" y="16178"/>
                </a:cubicBezTo>
                <a:cubicBezTo>
                  <a:pt x="14724" y="19990"/>
                  <a:pt x="14571" y="23841"/>
                  <a:pt x="15253" y="27733"/>
                </a:cubicBezTo>
                <a:cubicBezTo>
                  <a:pt x="15269" y="23672"/>
                  <a:pt x="16039" y="19820"/>
                  <a:pt x="17564" y="16178"/>
                </a:cubicBezTo>
                <a:cubicBezTo>
                  <a:pt x="17142" y="15795"/>
                  <a:pt x="16833" y="15333"/>
                  <a:pt x="16640" y="14791"/>
                </a:cubicBezTo>
                <a:cubicBezTo>
                  <a:pt x="17318" y="14248"/>
                  <a:pt x="18242" y="14248"/>
                  <a:pt x="19413" y="14791"/>
                </a:cubicBezTo>
                <a:cubicBezTo>
                  <a:pt x="19413" y="21262"/>
                  <a:pt x="19413" y="27733"/>
                  <a:pt x="19413" y="34204"/>
                </a:cubicBezTo>
                <a:cubicBezTo>
                  <a:pt x="18802" y="35330"/>
                  <a:pt x="18186" y="36563"/>
                  <a:pt x="17564" y="37902"/>
                </a:cubicBezTo>
                <a:cubicBezTo>
                  <a:pt x="14828" y="38839"/>
                  <a:pt x="12363" y="40071"/>
                  <a:pt x="10169" y="41600"/>
                </a:cubicBezTo>
                <a:cubicBezTo>
                  <a:pt x="10226" y="44607"/>
                  <a:pt x="10997" y="47380"/>
                  <a:pt x="12480" y="49920"/>
                </a:cubicBezTo>
                <a:cubicBezTo>
                  <a:pt x="13490" y="48211"/>
                  <a:pt x="14723" y="46669"/>
                  <a:pt x="16178" y="45298"/>
                </a:cubicBezTo>
                <a:cubicBezTo>
                  <a:pt x="16495" y="48209"/>
                  <a:pt x="15417" y="50520"/>
                  <a:pt x="12942" y="52231"/>
                </a:cubicBezTo>
                <a:cubicBezTo>
                  <a:pt x="13965" y="53971"/>
                  <a:pt x="13965" y="55666"/>
                  <a:pt x="12942" y="57315"/>
                </a:cubicBezTo>
                <a:cubicBezTo>
                  <a:pt x="12484" y="55561"/>
                  <a:pt x="11867" y="54636"/>
                  <a:pt x="11093" y="54542"/>
                </a:cubicBezTo>
                <a:close/>
              </a:path>
            </a:pathLst>
          </a:custGeom>
          <a:solidFill xmlns:a="http://schemas.openxmlformats.org/drawingml/2006/main">
            <a:srgbClr val="273C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C8C4D-96EE-4F55-A2DC-0DF0983E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703" y="3583634"/>
            <a:ext cx="4890" cy="24960"/>
          </a:xfrm>
          <a:custGeom xmlns:a="http://schemas.openxmlformats.org/drawingml/2006/main">
            <a:pathLst>
              <a:path w="4890" h="24960">
                <a:moveTo>
                  <a:pt x="924" y="24960"/>
                </a:moveTo>
                <a:cubicBezTo>
                  <a:pt x="617" y="24960"/>
                  <a:pt x="308" y="24960"/>
                  <a:pt x="0" y="24960"/>
                </a:cubicBezTo>
                <a:cubicBezTo>
                  <a:pt x="1596" y="16592"/>
                  <a:pt x="3137" y="8272"/>
                  <a:pt x="4622" y="0"/>
                </a:cubicBezTo>
                <a:cubicBezTo>
                  <a:pt x="4890" y="8560"/>
                  <a:pt x="3657" y="16880"/>
                  <a:pt x="924" y="24960"/>
                </a:cubicBezTo>
                <a:close/>
              </a:path>
            </a:pathLst>
          </a:custGeom>
          <a:solidFill xmlns:a="http://schemas.openxmlformats.org/drawingml/2006/main">
            <a:srgbClr val="ECEDEE">
              <a:alpha val="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7D580-FCDE-4BF8-8719-EABDA457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491" y="3591030"/>
            <a:ext cx="4369" cy="7396"/>
          </a:xfrm>
          <a:custGeom xmlns:a="http://schemas.openxmlformats.org/drawingml/2006/main">
            <a:pathLst>
              <a:path w="4369" h="7396">
                <a:moveTo>
                  <a:pt x="0" y="7396"/>
                </a:moveTo>
                <a:cubicBezTo>
                  <a:pt x="1251" y="4895"/>
                  <a:pt x="2483" y="2429"/>
                  <a:pt x="3698" y="0"/>
                </a:cubicBezTo>
                <a:cubicBezTo>
                  <a:pt x="4369" y="3553"/>
                  <a:pt x="3136" y="6018"/>
                  <a:pt x="0" y="7396"/>
                </a:cubicBezTo>
                <a:close/>
              </a:path>
            </a:pathLst>
          </a:custGeom>
          <a:solidFill xmlns:a="http://schemas.openxmlformats.org/drawingml/2006/main">
            <a:srgbClr val="F3F2F3">
              <a:alpha val="6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8A1C1-62E8-487D-AD15-ACE58AA4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62" y="3574390"/>
            <a:ext cx="226390" cy="31431"/>
          </a:xfrm>
          <a:custGeom xmlns:a="http://schemas.openxmlformats.org/drawingml/2006/main">
            <a:pathLst>
              <a:path w="226390" h="31431">
                <a:moveTo>
                  <a:pt x="26711" y="31431"/>
                </a:moveTo>
                <a:cubicBezTo>
                  <a:pt x="23630" y="31431"/>
                  <a:pt x="20548" y="31431"/>
                  <a:pt x="17466" y="31431"/>
                </a:cubicBezTo>
                <a:cubicBezTo>
                  <a:pt x="5392" y="27931"/>
                  <a:pt x="0" y="19919"/>
                  <a:pt x="1289" y="7396"/>
                </a:cubicBezTo>
                <a:cubicBezTo>
                  <a:pt x="1646" y="4531"/>
                  <a:pt x="2725" y="2065"/>
                  <a:pt x="4524" y="0"/>
                </a:cubicBezTo>
                <a:cubicBezTo>
                  <a:pt x="6507" y="2340"/>
                  <a:pt x="6199" y="4651"/>
                  <a:pt x="3600" y="6933"/>
                </a:cubicBezTo>
                <a:cubicBezTo>
                  <a:pt x="6209" y="7579"/>
                  <a:pt x="7749" y="6501"/>
                  <a:pt x="8222" y="3698"/>
                </a:cubicBezTo>
                <a:cubicBezTo>
                  <a:pt x="8985" y="2879"/>
                  <a:pt x="9909" y="2571"/>
                  <a:pt x="10995" y="2773"/>
                </a:cubicBezTo>
                <a:cubicBezTo>
                  <a:pt x="5793" y="12057"/>
                  <a:pt x="7950" y="18836"/>
                  <a:pt x="17466" y="23111"/>
                </a:cubicBezTo>
                <a:cubicBezTo>
                  <a:pt x="20369" y="24166"/>
                  <a:pt x="23450" y="24320"/>
                  <a:pt x="26711" y="23573"/>
                </a:cubicBezTo>
                <a:cubicBezTo>
                  <a:pt x="28708" y="22653"/>
                  <a:pt x="30249" y="21266"/>
                  <a:pt x="31333" y="19413"/>
                </a:cubicBezTo>
                <a:cubicBezTo>
                  <a:pt x="32633" y="18976"/>
                  <a:pt x="33249" y="18052"/>
                  <a:pt x="33182" y="16640"/>
                </a:cubicBezTo>
                <a:cubicBezTo>
                  <a:pt x="34474" y="15459"/>
                  <a:pt x="35090" y="13919"/>
                  <a:pt x="35031" y="12018"/>
                </a:cubicBezTo>
                <a:cubicBezTo>
                  <a:pt x="34472" y="8804"/>
                  <a:pt x="33548" y="5723"/>
                  <a:pt x="32257" y="2773"/>
                </a:cubicBezTo>
                <a:cubicBezTo>
                  <a:pt x="33182" y="2773"/>
                  <a:pt x="34106" y="2773"/>
                  <a:pt x="35031" y="2773"/>
                </a:cubicBezTo>
                <a:cubicBezTo>
                  <a:pt x="34820" y="6672"/>
                  <a:pt x="36361" y="9445"/>
                  <a:pt x="39653" y="11093"/>
                </a:cubicBezTo>
                <a:cubicBezTo>
                  <a:pt x="36541" y="13111"/>
                  <a:pt x="35462" y="15885"/>
                  <a:pt x="36417" y="19413"/>
                </a:cubicBezTo>
                <a:cubicBezTo>
                  <a:pt x="39187" y="18052"/>
                  <a:pt x="39957" y="16050"/>
                  <a:pt x="38729" y="13404"/>
                </a:cubicBezTo>
                <a:cubicBezTo>
                  <a:pt x="40850" y="12423"/>
                  <a:pt x="41466" y="11036"/>
                  <a:pt x="40577" y="9244"/>
                </a:cubicBezTo>
                <a:cubicBezTo>
                  <a:pt x="43447" y="7983"/>
                  <a:pt x="46220" y="8137"/>
                  <a:pt x="48897" y="9707"/>
                </a:cubicBezTo>
                <a:cubicBezTo>
                  <a:pt x="47536" y="10363"/>
                  <a:pt x="46919" y="11441"/>
                  <a:pt x="47048" y="12942"/>
                </a:cubicBezTo>
                <a:cubicBezTo>
                  <a:pt x="105905" y="12942"/>
                  <a:pt x="164760" y="12942"/>
                  <a:pt x="223617" y="12942"/>
                </a:cubicBezTo>
                <a:cubicBezTo>
                  <a:pt x="224810" y="12723"/>
                  <a:pt x="225735" y="13031"/>
                  <a:pt x="226390" y="13867"/>
                </a:cubicBezTo>
                <a:cubicBezTo>
                  <a:pt x="225773" y="13867"/>
                  <a:pt x="225158" y="13867"/>
                  <a:pt x="224541" y="13867"/>
                </a:cubicBezTo>
                <a:cubicBezTo>
                  <a:pt x="217762" y="13867"/>
                  <a:pt x="210982" y="13867"/>
                  <a:pt x="204203" y="13867"/>
                </a:cubicBezTo>
                <a:cubicBezTo>
                  <a:pt x="150278" y="13867"/>
                  <a:pt x="96352" y="13867"/>
                  <a:pt x="42426" y="13867"/>
                </a:cubicBezTo>
                <a:cubicBezTo>
                  <a:pt x="42426" y="14791"/>
                  <a:pt x="42426" y="15715"/>
                  <a:pt x="42426" y="16640"/>
                </a:cubicBezTo>
                <a:cubicBezTo>
                  <a:pt x="41212" y="19069"/>
                  <a:pt x="39979" y="21535"/>
                  <a:pt x="38729" y="24035"/>
                </a:cubicBezTo>
                <a:cubicBezTo>
                  <a:pt x="35439" y="27682"/>
                  <a:pt x="31434" y="30147"/>
                  <a:pt x="26711" y="31431"/>
                </a:cubicBezTo>
                <a:close/>
              </a:path>
            </a:pathLst>
          </a:custGeom>
          <a:solidFill xmlns:a="http://schemas.openxmlformats.org/drawingml/2006/main">
            <a:srgbClr val="334659">
              <a:alpha val="99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B817F-BF4E-47D3-A1FD-6D33B4B5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228" y="3593803"/>
            <a:ext cx="13867" cy="4907"/>
          </a:xfrm>
          <a:custGeom xmlns:a="http://schemas.openxmlformats.org/drawingml/2006/main">
            <a:pathLst>
              <a:path w="13867" h="4907">
                <a:moveTo>
                  <a:pt x="0" y="3698"/>
                </a:moveTo>
                <a:cubicBezTo>
                  <a:pt x="2790" y="3850"/>
                  <a:pt x="5563" y="3696"/>
                  <a:pt x="8320" y="3236"/>
                </a:cubicBezTo>
                <a:cubicBezTo>
                  <a:pt x="10068" y="1902"/>
                  <a:pt x="11917" y="824"/>
                  <a:pt x="13867" y="0"/>
                </a:cubicBezTo>
                <a:cubicBezTo>
                  <a:pt x="12782" y="1853"/>
                  <a:pt x="11241" y="3239"/>
                  <a:pt x="9244" y="4160"/>
                </a:cubicBezTo>
                <a:cubicBezTo>
                  <a:pt x="5984" y="4907"/>
                  <a:pt x="2903" y="4753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F5F5F5">
              <a:alpha val="1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A8EFB-2116-491D-897D-9E1936E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019" y="3554052"/>
            <a:ext cx="6471" cy="59164"/>
          </a:xfrm>
          <a:custGeom xmlns:a="http://schemas.openxmlformats.org/drawingml/2006/main">
            <a:pathLst>
              <a:path w="6471" h="59164">
                <a:moveTo>
                  <a:pt x="6471" y="59164"/>
                </a:moveTo>
                <a:cubicBezTo>
                  <a:pt x="3043" y="52558"/>
                  <a:pt x="886" y="45470"/>
                  <a:pt x="0" y="37902"/>
                </a:cubicBezTo>
                <a:cubicBezTo>
                  <a:pt x="0" y="31431"/>
                  <a:pt x="0" y="24960"/>
                  <a:pt x="0" y="18489"/>
                </a:cubicBezTo>
                <a:cubicBezTo>
                  <a:pt x="801" y="12028"/>
                  <a:pt x="2649" y="5865"/>
                  <a:pt x="5547" y="0"/>
                </a:cubicBezTo>
                <a:cubicBezTo>
                  <a:pt x="4766" y="4363"/>
                  <a:pt x="3688" y="8677"/>
                  <a:pt x="2311" y="12942"/>
                </a:cubicBezTo>
                <a:cubicBezTo>
                  <a:pt x="1695" y="23111"/>
                  <a:pt x="1695" y="33280"/>
                  <a:pt x="2311" y="43449"/>
                </a:cubicBezTo>
                <a:cubicBezTo>
                  <a:pt x="4208" y="48499"/>
                  <a:pt x="5595" y="53738"/>
                  <a:pt x="6471" y="59164"/>
                </a:cubicBezTo>
                <a:close/>
              </a:path>
            </a:pathLst>
          </a:custGeom>
          <a:solidFill xmlns:a="http://schemas.openxmlformats.org/drawingml/2006/main">
            <a:srgbClr val="EEF0F1">
              <a:alpha val="13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2605C-A472-4966-BEE2-08889329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896" y="3591030"/>
            <a:ext cx="2115" cy="2773"/>
          </a:xfrm>
          <a:custGeom xmlns:a="http://schemas.openxmlformats.org/drawingml/2006/main">
            <a:pathLst>
              <a:path w="2115" h="2773">
                <a:moveTo>
                  <a:pt x="199" y="2773"/>
                </a:moveTo>
                <a:cubicBezTo>
                  <a:pt x="0" y="1221"/>
                  <a:pt x="617" y="297"/>
                  <a:pt x="2048" y="0"/>
                </a:cubicBezTo>
                <a:cubicBezTo>
                  <a:pt x="2115" y="1412"/>
                  <a:pt x="1499" y="2336"/>
                  <a:pt x="199" y="2773"/>
                </a:cubicBezTo>
                <a:close/>
              </a:path>
            </a:pathLst>
          </a:custGeom>
          <a:solidFill xmlns:a="http://schemas.openxmlformats.org/drawingml/2006/main">
            <a:srgbClr val="EFF0ED">
              <a:alpha val="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A92C5-E7B5-4348-9072-8F47C7AB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12" y="3562844"/>
            <a:ext cx="41379" cy="43902"/>
          </a:xfrm>
          <a:custGeom xmlns:a="http://schemas.openxmlformats.org/drawingml/2006/main">
            <a:pathLst>
              <a:path w="41379" h="43902">
                <a:moveTo>
                  <a:pt x="41379" y="9697"/>
                </a:moveTo>
                <a:cubicBezTo>
                  <a:pt x="32147" y="1079"/>
                  <a:pt x="21978" y="0"/>
                  <a:pt x="10872" y="6462"/>
                </a:cubicBezTo>
                <a:cubicBezTo>
                  <a:pt x="9080" y="7786"/>
                  <a:pt x="7848" y="9480"/>
                  <a:pt x="7175" y="11546"/>
                </a:cubicBezTo>
                <a:cubicBezTo>
                  <a:pt x="5376" y="13611"/>
                  <a:pt x="4297" y="16077"/>
                  <a:pt x="3939" y="18942"/>
                </a:cubicBezTo>
                <a:cubicBezTo>
                  <a:pt x="2650" y="31465"/>
                  <a:pt x="8043" y="39477"/>
                  <a:pt x="20117" y="42977"/>
                </a:cubicBezTo>
                <a:cubicBezTo>
                  <a:pt x="20117" y="43285"/>
                  <a:pt x="20117" y="43594"/>
                  <a:pt x="20117" y="43902"/>
                </a:cubicBezTo>
                <a:cubicBezTo>
                  <a:pt x="11103" y="43088"/>
                  <a:pt x="5094" y="38158"/>
                  <a:pt x="2090" y="29111"/>
                </a:cubicBezTo>
                <a:cubicBezTo>
                  <a:pt x="0" y="12716"/>
                  <a:pt x="7087" y="3163"/>
                  <a:pt x="23352" y="453"/>
                </a:cubicBezTo>
                <a:cubicBezTo>
                  <a:pt x="27752" y="696"/>
                  <a:pt x="31912" y="1775"/>
                  <a:pt x="35832" y="3689"/>
                </a:cubicBezTo>
                <a:cubicBezTo>
                  <a:pt x="38521" y="4988"/>
                  <a:pt x="40370" y="6991"/>
                  <a:pt x="41379" y="9697"/>
                </a:cubicBezTo>
                <a:close/>
              </a:path>
            </a:pathLst>
          </a:custGeom>
          <a:solidFill xmlns:a="http://schemas.openxmlformats.org/drawingml/2006/main">
            <a:srgbClr val="EAEBEC">
              <a:alpha val="12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F8254-2484-422F-83AC-AF85ECB8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719" y="3572382"/>
            <a:ext cx="17058" cy="20497"/>
          </a:xfrm>
          <a:custGeom xmlns:a="http://schemas.openxmlformats.org/drawingml/2006/main">
            <a:pathLst>
              <a:path w="17058" h="20497">
                <a:moveTo>
                  <a:pt x="13867" y="20497"/>
                </a:moveTo>
                <a:cubicBezTo>
                  <a:pt x="17058" y="8296"/>
                  <a:pt x="12436" y="1825"/>
                  <a:pt x="0" y="1083"/>
                </a:cubicBezTo>
                <a:cubicBezTo>
                  <a:pt x="316" y="309"/>
                  <a:pt x="932" y="0"/>
                  <a:pt x="1849" y="159"/>
                </a:cubicBezTo>
                <a:cubicBezTo>
                  <a:pt x="10940" y="313"/>
                  <a:pt x="15870" y="4936"/>
                  <a:pt x="16640" y="14026"/>
                </a:cubicBezTo>
                <a:cubicBezTo>
                  <a:pt x="16943" y="16800"/>
                  <a:pt x="16019" y="18957"/>
                  <a:pt x="13867" y="20497"/>
                </a:cubicBezTo>
                <a:close/>
              </a:path>
            </a:pathLst>
          </a:custGeom>
          <a:solidFill xmlns:a="http://schemas.openxmlformats.org/drawingml/2006/main">
            <a:srgbClr val="EEF0F0">
              <a:alpha val="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09EEF-9865-4190-A51F-F6B94517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68" y="3578088"/>
            <a:ext cx="24518" cy="21992"/>
          </a:xfrm>
          <a:custGeom xmlns:a="http://schemas.openxmlformats.org/drawingml/2006/main">
            <a:pathLst>
              <a:path w="24518" h="21992">
                <a:moveTo>
                  <a:pt x="1407" y="5547"/>
                </a:moveTo>
                <a:cubicBezTo>
                  <a:pt x="1371" y="3153"/>
                  <a:pt x="2295" y="1304"/>
                  <a:pt x="4180" y="0"/>
                </a:cubicBezTo>
                <a:cubicBezTo>
                  <a:pt x="0" y="13111"/>
                  <a:pt x="4622" y="19428"/>
                  <a:pt x="18047" y="18951"/>
                </a:cubicBezTo>
                <a:cubicBezTo>
                  <a:pt x="20112" y="17333"/>
                  <a:pt x="22270" y="15947"/>
                  <a:pt x="24518" y="14791"/>
                </a:cubicBezTo>
                <a:cubicBezTo>
                  <a:pt x="23724" y="17520"/>
                  <a:pt x="21875" y="19215"/>
                  <a:pt x="18971" y="19875"/>
                </a:cubicBezTo>
                <a:cubicBezTo>
                  <a:pt x="7382" y="21992"/>
                  <a:pt x="1527" y="17215"/>
                  <a:pt x="1407" y="5547"/>
                </a:cubicBezTo>
                <a:close/>
              </a:path>
            </a:pathLst>
          </a:custGeom>
          <a:solidFill xmlns:a="http://schemas.openxmlformats.org/drawingml/2006/main">
            <a:srgbClr val="F1F1F1">
              <a:alpha val="10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0174B-C7DA-4CC3-A09B-CCF09AC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303" y="3588256"/>
            <a:ext cx="1849" cy="3698"/>
          </a:xfrm>
          <a:custGeom xmlns:a="http://schemas.openxmlformats.org/drawingml/2006/main">
            <a:pathLst>
              <a:path w="1849" h="3698">
                <a:moveTo>
                  <a:pt x="1849" y="3698"/>
                </a:moveTo>
                <a:cubicBezTo>
                  <a:pt x="764" y="2760"/>
                  <a:pt x="148" y="1528"/>
                  <a:pt x="0" y="0"/>
                </a:cubicBezTo>
                <a:cubicBezTo>
                  <a:pt x="617" y="0"/>
                  <a:pt x="1232" y="0"/>
                  <a:pt x="1849" y="0"/>
                </a:cubicBezTo>
                <a:cubicBezTo>
                  <a:pt x="1849" y="1232"/>
                  <a:pt x="1849" y="2465"/>
                  <a:pt x="1849" y="3698"/>
                </a:cubicBezTo>
                <a:close/>
              </a:path>
            </a:pathLst>
          </a:custGeom>
          <a:solidFill xmlns:a="http://schemas.openxmlformats.org/drawingml/2006/main">
            <a:srgbClr val="FDFDFB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6D258-3B8F-4E39-9476-2F2D81E8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191" y="3566070"/>
            <a:ext cx="206150" cy="31431"/>
          </a:xfrm>
          <a:custGeom xmlns:a="http://schemas.openxmlformats.org/drawingml/2006/main">
            <a:pathLst>
              <a:path w="206150" h="31431">
                <a:moveTo>
                  <a:pt x="188586" y="31431"/>
                </a:moveTo>
                <a:cubicBezTo>
                  <a:pt x="185850" y="29027"/>
                  <a:pt x="184616" y="25946"/>
                  <a:pt x="184888" y="22187"/>
                </a:cubicBezTo>
                <a:cubicBezTo>
                  <a:pt x="133427" y="22187"/>
                  <a:pt x="81967" y="22187"/>
                  <a:pt x="30507" y="22187"/>
                </a:cubicBezTo>
                <a:cubicBezTo>
                  <a:pt x="20954" y="22187"/>
                  <a:pt x="11401" y="22187"/>
                  <a:pt x="1849" y="22187"/>
                </a:cubicBezTo>
                <a:cubicBezTo>
                  <a:pt x="1232" y="22187"/>
                  <a:pt x="617" y="22187"/>
                  <a:pt x="0" y="22187"/>
                </a:cubicBezTo>
                <a:cubicBezTo>
                  <a:pt x="316" y="21412"/>
                  <a:pt x="932" y="21103"/>
                  <a:pt x="1849" y="21262"/>
                </a:cubicBezTo>
                <a:cubicBezTo>
                  <a:pt x="62555" y="21417"/>
                  <a:pt x="123259" y="21262"/>
                  <a:pt x="183964" y="20800"/>
                </a:cubicBezTo>
                <a:cubicBezTo>
                  <a:pt x="150992" y="20492"/>
                  <a:pt x="118021" y="20183"/>
                  <a:pt x="85049" y="19875"/>
                </a:cubicBezTo>
                <a:cubicBezTo>
                  <a:pt x="83262" y="19643"/>
                  <a:pt x="81567" y="19181"/>
                  <a:pt x="79964" y="18489"/>
                </a:cubicBezTo>
                <a:cubicBezTo>
                  <a:pt x="75601" y="18866"/>
                  <a:pt x="71286" y="19175"/>
                  <a:pt x="67022" y="19413"/>
                </a:cubicBezTo>
                <a:cubicBezTo>
                  <a:pt x="62719" y="18659"/>
                  <a:pt x="58559" y="18197"/>
                  <a:pt x="54542" y="18027"/>
                </a:cubicBezTo>
                <a:cubicBezTo>
                  <a:pt x="56055" y="17471"/>
                  <a:pt x="57595" y="17009"/>
                  <a:pt x="59164" y="16640"/>
                </a:cubicBezTo>
                <a:cubicBezTo>
                  <a:pt x="60606" y="17663"/>
                  <a:pt x="61993" y="17663"/>
                  <a:pt x="63324" y="16640"/>
                </a:cubicBezTo>
                <a:cubicBezTo>
                  <a:pt x="64198" y="17014"/>
                  <a:pt x="64814" y="17631"/>
                  <a:pt x="65173" y="18489"/>
                </a:cubicBezTo>
                <a:cubicBezTo>
                  <a:pt x="66386" y="16494"/>
                  <a:pt x="67926" y="16186"/>
                  <a:pt x="69795" y="17564"/>
                </a:cubicBezTo>
                <a:cubicBezTo>
                  <a:pt x="74992" y="16908"/>
                  <a:pt x="80230" y="16291"/>
                  <a:pt x="85511" y="15715"/>
                </a:cubicBezTo>
                <a:cubicBezTo>
                  <a:pt x="92410" y="16748"/>
                  <a:pt x="99343" y="16902"/>
                  <a:pt x="106311" y="16178"/>
                </a:cubicBezTo>
                <a:cubicBezTo>
                  <a:pt x="105797" y="15824"/>
                  <a:pt x="105489" y="15361"/>
                  <a:pt x="105386" y="14791"/>
                </a:cubicBezTo>
                <a:cubicBezTo>
                  <a:pt x="132213" y="15400"/>
                  <a:pt x="158714" y="14784"/>
                  <a:pt x="184888" y="12942"/>
                </a:cubicBezTo>
                <a:cubicBezTo>
                  <a:pt x="187690" y="6753"/>
                  <a:pt x="192312" y="2440"/>
                  <a:pt x="198755" y="0"/>
                </a:cubicBezTo>
                <a:cubicBezTo>
                  <a:pt x="200604" y="0"/>
                  <a:pt x="202453" y="0"/>
                  <a:pt x="204301" y="0"/>
                </a:cubicBezTo>
                <a:cubicBezTo>
                  <a:pt x="204193" y="1834"/>
                  <a:pt x="204810" y="3374"/>
                  <a:pt x="206150" y="4622"/>
                </a:cubicBezTo>
                <a:cubicBezTo>
                  <a:pt x="205132" y="5247"/>
                  <a:pt x="204207" y="5863"/>
                  <a:pt x="203377" y="6471"/>
                </a:cubicBezTo>
                <a:cubicBezTo>
                  <a:pt x="202460" y="6312"/>
                  <a:pt x="201844" y="6621"/>
                  <a:pt x="201528" y="7396"/>
                </a:cubicBezTo>
                <a:cubicBezTo>
                  <a:pt x="198163" y="7372"/>
                  <a:pt x="196006" y="8913"/>
                  <a:pt x="195057" y="12018"/>
                </a:cubicBezTo>
                <a:cubicBezTo>
                  <a:pt x="193172" y="13322"/>
                  <a:pt x="192248" y="15171"/>
                  <a:pt x="192284" y="17564"/>
                </a:cubicBezTo>
                <a:cubicBezTo>
                  <a:pt x="191671" y="18990"/>
                  <a:pt x="191054" y="20531"/>
                  <a:pt x="190435" y="22187"/>
                </a:cubicBezTo>
                <a:cubicBezTo>
                  <a:pt x="189531" y="21746"/>
                  <a:pt x="188761" y="21130"/>
                  <a:pt x="188124" y="20338"/>
                </a:cubicBezTo>
                <a:cubicBezTo>
                  <a:pt x="187816" y="20646"/>
                  <a:pt x="187507" y="20954"/>
                  <a:pt x="187199" y="21262"/>
                </a:cubicBezTo>
                <a:cubicBezTo>
                  <a:pt x="187160" y="24698"/>
                  <a:pt x="187622" y="28088"/>
                  <a:pt x="188586" y="31431"/>
                </a:cubicBezTo>
                <a:close/>
              </a:path>
            </a:pathLst>
          </a:custGeom>
          <a:solidFill xmlns:a="http://schemas.openxmlformats.org/drawingml/2006/main">
            <a:srgbClr val="3044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B6642-3870-4499-9757-7E7821E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698" y="3588256"/>
            <a:ext cx="170097" cy="18489"/>
          </a:xfrm>
          <a:custGeom xmlns:a="http://schemas.openxmlformats.org/drawingml/2006/main">
            <a:pathLst>
              <a:path w="170097" h="18489">
                <a:moveTo>
                  <a:pt x="170097" y="18489"/>
                </a:moveTo>
                <a:cubicBezTo>
                  <a:pt x="160692" y="16790"/>
                  <a:pt x="154837" y="11243"/>
                  <a:pt x="152533" y="1849"/>
                </a:cubicBezTo>
                <a:cubicBezTo>
                  <a:pt x="101536" y="1232"/>
                  <a:pt x="50692" y="617"/>
                  <a:pt x="0" y="0"/>
                </a:cubicBezTo>
                <a:cubicBezTo>
                  <a:pt x="51461" y="0"/>
                  <a:pt x="102921" y="0"/>
                  <a:pt x="154382" y="0"/>
                </a:cubicBezTo>
                <a:cubicBezTo>
                  <a:pt x="154110" y="3760"/>
                  <a:pt x="155343" y="6841"/>
                  <a:pt x="158079" y="9244"/>
                </a:cubicBezTo>
                <a:cubicBezTo>
                  <a:pt x="158411" y="10974"/>
                  <a:pt x="159336" y="12361"/>
                  <a:pt x="160853" y="13404"/>
                </a:cubicBezTo>
                <a:cubicBezTo>
                  <a:pt x="163873" y="15373"/>
                  <a:pt x="166955" y="17067"/>
                  <a:pt x="170097" y="18489"/>
                </a:cubicBezTo>
                <a:close/>
              </a:path>
            </a:pathLst>
          </a:custGeom>
          <a:solidFill xmlns:a="http://schemas.openxmlformats.org/drawingml/2006/main">
            <a:srgbClr val="F5F6F4">
              <a:alpha val="2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38F95-9CFE-4834-810B-E7900463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188" y="3588256"/>
            <a:ext cx="161777" cy="2773"/>
          </a:xfrm>
          <a:custGeom xmlns:a="http://schemas.openxmlformats.org/drawingml/2006/main">
            <a:pathLst>
              <a:path w="161777" h="2773">
                <a:moveTo>
                  <a:pt x="0" y="2773"/>
                </a:moveTo>
                <a:cubicBezTo>
                  <a:pt x="0" y="1849"/>
                  <a:pt x="0" y="924"/>
                  <a:pt x="0" y="0"/>
                </a:cubicBezTo>
                <a:cubicBezTo>
                  <a:pt x="53925" y="0"/>
                  <a:pt x="107852" y="0"/>
                  <a:pt x="161777" y="0"/>
                </a:cubicBezTo>
                <a:cubicBezTo>
                  <a:pt x="108623" y="770"/>
                  <a:pt x="55314" y="1232"/>
                  <a:pt x="1849" y="1387"/>
                </a:cubicBezTo>
                <a:cubicBezTo>
                  <a:pt x="1346" y="2049"/>
                  <a:pt x="729" y="2512"/>
                  <a:pt x="0" y="2773"/>
                </a:cubicBezTo>
                <a:close/>
              </a:path>
            </a:pathLst>
          </a:custGeom>
          <a:solidFill xmlns:a="http://schemas.openxmlformats.org/drawingml/2006/main">
            <a:srgbClr val="F4F5F4">
              <a:alpha val="28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11475-4DB6-4267-ABFB-9A0B5C48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116" y="3580861"/>
            <a:ext cx="183039" cy="6625"/>
          </a:xfrm>
          <a:custGeom xmlns:a="http://schemas.openxmlformats.org/drawingml/2006/main">
            <a:pathLst>
              <a:path w="183039" h="6625">
                <a:moveTo>
                  <a:pt x="924" y="6471"/>
                </a:moveTo>
                <a:cubicBezTo>
                  <a:pt x="1556" y="4922"/>
                  <a:pt x="2789" y="4305"/>
                  <a:pt x="4622" y="4622"/>
                </a:cubicBezTo>
                <a:cubicBezTo>
                  <a:pt x="4622" y="3698"/>
                  <a:pt x="4622" y="2773"/>
                  <a:pt x="4622" y="1849"/>
                </a:cubicBezTo>
                <a:cubicBezTo>
                  <a:pt x="2514" y="2240"/>
                  <a:pt x="973" y="1623"/>
                  <a:pt x="0" y="0"/>
                </a:cubicBezTo>
                <a:cubicBezTo>
                  <a:pt x="34821" y="0"/>
                  <a:pt x="69641" y="0"/>
                  <a:pt x="104462" y="0"/>
                </a:cubicBezTo>
                <a:cubicBezTo>
                  <a:pt x="104564" y="570"/>
                  <a:pt x="104872" y="1033"/>
                  <a:pt x="105386" y="1387"/>
                </a:cubicBezTo>
                <a:cubicBezTo>
                  <a:pt x="98419" y="2111"/>
                  <a:pt x="91485" y="1957"/>
                  <a:pt x="84586" y="924"/>
                </a:cubicBezTo>
                <a:cubicBezTo>
                  <a:pt x="79306" y="1500"/>
                  <a:pt x="74067" y="2117"/>
                  <a:pt x="68871" y="2773"/>
                </a:cubicBezTo>
                <a:cubicBezTo>
                  <a:pt x="67002" y="1395"/>
                  <a:pt x="65462" y="1703"/>
                  <a:pt x="64249" y="3698"/>
                </a:cubicBezTo>
                <a:cubicBezTo>
                  <a:pt x="63890" y="2840"/>
                  <a:pt x="63273" y="2223"/>
                  <a:pt x="62400" y="1849"/>
                </a:cubicBezTo>
                <a:cubicBezTo>
                  <a:pt x="61069" y="2872"/>
                  <a:pt x="59682" y="2872"/>
                  <a:pt x="58240" y="1849"/>
                </a:cubicBezTo>
                <a:cubicBezTo>
                  <a:pt x="56671" y="2218"/>
                  <a:pt x="55131" y="2680"/>
                  <a:pt x="53618" y="3236"/>
                </a:cubicBezTo>
                <a:cubicBezTo>
                  <a:pt x="57634" y="3406"/>
                  <a:pt x="61794" y="3868"/>
                  <a:pt x="66098" y="4622"/>
                </a:cubicBezTo>
                <a:cubicBezTo>
                  <a:pt x="70362" y="4384"/>
                  <a:pt x="74676" y="4075"/>
                  <a:pt x="79040" y="3698"/>
                </a:cubicBezTo>
                <a:cubicBezTo>
                  <a:pt x="80643" y="4390"/>
                  <a:pt x="82337" y="4852"/>
                  <a:pt x="84124" y="5084"/>
                </a:cubicBezTo>
                <a:cubicBezTo>
                  <a:pt x="117096" y="5392"/>
                  <a:pt x="150067" y="5701"/>
                  <a:pt x="183039" y="6009"/>
                </a:cubicBezTo>
                <a:cubicBezTo>
                  <a:pt x="122335" y="6471"/>
                  <a:pt x="61631" y="6625"/>
                  <a:pt x="924" y="6471"/>
                </a:cubicBezTo>
                <a:close/>
              </a:path>
            </a:pathLst>
          </a:custGeom>
          <a:solidFill xmlns:a="http://schemas.openxmlformats.org/drawingml/2006/main">
            <a:srgbClr val="2239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CF6EB-D682-4C91-8D46-1038C93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195" y="3580861"/>
            <a:ext cx="186957" cy="6471"/>
          </a:xfrm>
          <a:custGeom xmlns:a="http://schemas.openxmlformats.org/drawingml/2006/main">
            <a:pathLst>
              <a:path w="186957" h="6471">
                <a:moveTo>
                  <a:pt x="184184" y="6471"/>
                </a:moveTo>
                <a:cubicBezTo>
                  <a:pt x="125327" y="6471"/>
                  <a:pt x="66472" y="6471"/>
                  <a:pt x="7616" y="6471"/>
                </a:cubicBezTo>
                <a:cubicBezTo>
                  <a:pt x="7486" y="4970"/>
                  <a:pt x="8103" y="3892"/>
                  <a:pt x="9464" y="3236"/>
                </a:cubicBezTo>
                <a:cubicBezTo>
                  <a:pt x="6787" y="1666"/>
                  <a:pt x="4014" y="1512"/>
                  <a:pt x="1144" y="2773"/>
                </a:cubicBezTo>
                <a:cubicBezTo>
                  <a:pt x="0" y="2487"/>
                  <a:pt x="0" y="2025"/>
                  <a:pt x="1144" y="1387"/>
                </a:cubicBezTo>
                <a:cubicBezTo>
                  <a:pt x="7608" y="924"/>
                  <a:pt x="14079" y="771"/>
                  <a:pt x="20558" y="924"/>
                </a:cubicBezTo>
                <a:cubicBezTo>
                  <a:pt x="22958" y="1129"/>
                  <a:pt x="22958" y="1591"/>
                  <a:pt x="20558" y="2311"/>
                </a:cubicBezTo>
                <a:cubicBezTo>
                  <a:pt x="18038" y="2479"/>
                  <a:pt x="15572" y="2942"/>
                  <a:pt x="13162" y="3698"/>
                </a:cubicBezTo>
                <a:cubicBezTo>
                  <a:pt x="15661" y="3476"/>
                  <a:pt x="18126" y="3938"/>
                  <a:pt x="20558" y="5084"/>
                </a:cubicBezTo>
                <a:cubicBezTo>
                  <a:pt x="65547" y="5701"/>
                  <a:pt x="110536" y="5701"/>
                  <a:pt x="155526" y="5084"/>
                </a:cubicBezTo>
                <a:cubicBezTo>
                  <a:pt x="157619" y="4866"/>
                  <a:pt x="159622" y="4404"/>
                  <a:pt x="161535" y="3698"/>
                </a:cubicBezTo>
                <a:cubicBezTo>
                  <a:pt x="162580" y="4718"/>
                  <a:pt x="163351" y="4411"/>
                  <a:pt x="163846" y="2773"/>
                </a:cubicBezTo>
                <a:cubicBezTo>
                  <a:pt x="162710" y="2051"/>
                  <a:pt x="161478" y="1589"/>
                  <a:pt x="160148" y="1387"/>
                </a:cubicBezTo>
                <a:cubicBezTo>
                  <a:pt x="143658" y="1231"/>
                  <a:pt x="127326" y="769"/>
                  <a:pt x="111153" y="0"/>
                </a:cubicBezTo>
                <a:cubicBezTo>
                  <a:pt x="136421" y="0"/>
                  <a:pt x="161689" y="0"/>
                  <a:pt x="186957" y="0"/>
                </a:cubicBezTo>
                <a:cubicBezTo>
                  <a:pt x="185229" y="615"/>
                  <a:pt x="183380" y="1230"/>
                  <a:pt x="181410" y="1849"/>
                </a:cubicBezTo>
                <a:cubicBezTo>
                  <a:pt x="182142" y="3372"/>
                  <a:pt x="183066" y="4913"/>
                  <a:pt x="184184" y="6471"/>
                </a:cubicBezTo>
                <a:close/>
              </a:path>
            </a:pathLst>
          </a:custGeom>
          <a:solidFill xmlns:a="http://schemas.openxmlformats.org/drawingml/2006/main">
            <a:srgbClr val="21374A">
              <a:alpha val="9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A976B-3000-4231-BC52-9DE62059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357" y="3580861"/>
            <a:ext cx="150684" cy="5701"/>
          </a:xfrm>
          <a:custGeom xmlns:a="http://schemas.openxmlformats.org/drawingml/2006/main">
            <a:pathLst>
              <a:path w="150684" h="5701">
                <a:moveTo>
                  <a:pt x="7396" y="924"/>
                </a:moveTo>
                <a:cubicBezTo>
                  <a:pt x="7396" y="617"/>
                  <a:pt x="7396" y="308"/>
                  <a:pt x="7396" y="0"/>
                </a:cubicBezTo>
                <a:cubicBezTo>
                  <a:pt x="37594" y="0"/>
                  <a:pt x="67792" y="0"/>
                  <a:pt x="97991" y="0"/>
                </a:cubicBezTo>
                <a:cubicBezTo>
                  <a:pt x="114164" y="769"/>
                  <a:pt x="130496" y="1231"/>
                  <a:pt x="146986" y="1387"/>
                </a:cubicBezTo>
                <a:cubicBezTo>
                  <a:pt x="148315" y="1589"/>
                  <a:pt x="149548" y="2051"/>
                  <a:pt x="150684" y="2773"/>
                </a:cubicBezTo>
                <a:cubicBezTo>
                  <a:pt x="150189" y="4411"/>
                  <a:pt x="149418" y="4718"/>
                  <a:pt x="148373" y="3698"/>
                </a:cubicBezTo>
                <a:cubicBezTo>
                  <a:pt x="146460" y="4404"/>
                  <a:pt x="144457" y="4866"/>
                  <a:pt x="142364" y="5084"/>
                </a:cubicBezTo>
                <a:cubicBezTo>
                  <a:pt x="97374" y="5701"/>
                  <a:pt x="52385" y="5701"/>
                  <a:pt x="7396" y="5084"/>
                </a:cubicBezTo>
                <a:cubicBezTo>
                  <a:pt x="4964" y="3938"/>
                  <a:pt x="2499" y="3476"/>
                  <a:pt x="0" y="3698"/>
                </a:cubicBezTo>
                <a:cubicBezTo>
                  <a:pt x="2410" y="2942"/>
                  <a:pt x="4876" y="2479"/>
                  <a:pt x="7396" y="2311"/>
                </a:cubicBezTo>
                <a:cubicBezTo>
                  <a:pt x="9796" y="1591"/>
                  <a:pt x="9796" y="1129"/>
                  <a:pt x="7396" y="924"/>
                </a:cubicBezTo>
                <a:close/>
              </a:path>
            </a:pathLst>
          </a:custGeom>
          <a:solidFill xmlns:a="http://schemas.openxmlformats.org/drawingml/2006/main">
            <a:srgbClr val="263B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26183-48FE-4349-B31F-7A7B87FD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56" y="3571000"/>
            <a:ext cx="29296" cy="26501"/>
          </a:xfrm>
          <a:custGeom xmlns:a="http://schemas.openxmlformats.org/drawingml/2006/main">
            <a:pathLst>
              <a:path w="29296" h="26501">
                <a:moveTo>
                  <a:pt x="11673" y="26501"/>
                </a:moveTo>
                <a:cubicBezTo>
                  <a:pt x="2157" y="22226"/>
                  <a:pt x="0" y="15447"/>
                  <a:pt x="5202" y="6163"/>
                </a:cubicBezTo>
                <a:cubicBezTo>
                  <a:pt x="12290" y="0"/>
                  <a:pt x="19376" y="0"/>
                  <a:pt x="26464" y="6163"/>
                </a:cubicBezTo>
                <a:cubicBezTo>
                  <a:pt x="27754" y="9113"/>
                  <a:pt x="28679" y="12194"/>
                  <a:pt x="29237" y="15408"/>
                </a:cubicBezTo>
                <a:cubicBezTo>
                  <a:pt x="29296" y="17309"/>
                  <a:pt x="28681" y="18849"/>
                  <a:pt x="27388" y="20030"/>
                </a:cubicBezTo>
                <a:cubicBezTo>
                  <a:pt x="28368" y="13340"/>
                  <a:pt x="26211" y="7947"/>
                  <a:pt x="20917" y="3852"/>
                </a:cubicBezTo>
                <a:cubicBezTo>
                  <a:pt x="11146" y="1042"/>
                  <a:pt x="5599" y="4740"/>
                  <a:pt x="4277" y="14945"/>
                </a:cubicBezTo>
                <a:cubicBezTo>
                  <a:pt x="4758" y="20067"/>
                  <a:pt x="7224" y="23919"/>
                  <a:pt x="11673" y="26501"/>
                </a:cubicBezTo>
                <a:close/>
              </a:path>
            </a:pathLst>
          </a:custGeom>
          <a:solidFill xmlns:a="http://schemas.openxmlformats.org/drawingml/2006/main">
            <a:srgbClr val="E9EBEB">
              <a:alpha val="3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5C142-5F61-4B67-8273-D206A494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191" y="3579012"/>
            <a:ext cx="184888" cy="2458"/>
          </a:xfrm>
          <a:custGeom xmlns:a="http://schemas.openxmlformats.org/drawingml/2006/main">
            <a:pathLst>
              <a:path w="184888" h="2458">
                <a:moveTo>
                  <a:pt x="105386" y="1849"/>
                </a:moveTo>
                <a:cubicBezTo>
                  <a:pt x="70565" y="1849"/>
                  <a:pt x="35745" y="1849"/>
                  <a:pt x="924" y="1849"/>
                </a:cubicBezTo>
                <a:cubicBezTo>
                  <a:pt x="308" y="1849"/>
                  <a:pt x="0" y="1541"/>
                  <a:pt x="0" y="924"/>
                </a:cubicBezTo>
                <a:cubicBezTo>
                  <a:pt x="924" y="924"/>
                  <a:pt x="1849" y="924"/>
                  <a:pt x="2773" y="924"/>
                </a:cubicBezTo>
                <a:cubicBezTo>
                  <a:pt x="63493" y="575"/>
                  <a:pt x="124199" y="266"/>
                  <a:pt x="184888" y="0"/>
                </a:cubicBezTo>
                <a:cubicBezTo>
                  <a:pt x="158714" y="1841"/>
                  <a:pt x="132213" y="2458"/>
                  <a:pt x="105386" y="1849"/>
                </a:cubicBezTo>
                <a:close/>
              </a:path>
            </a:pathLst>
          </a:custGeom>
          <a:solidFill xmlns:a="http://schemas.openxmlformats.org/drawingml/2006/main">
            <a:srgbClr val="A9B2B8">
              <a:alpha val="15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40F2C-65D8-4E68-8C15-D24898A8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491" y="3572541"/>
            <a:ext cx="187661" cy="8320"/>
          </a:xfrm>
          <a:custGeom xmlns:a="http://schemas.openxmlformats.org/drawingml/2006/main">
            <a:pathLst>
              <a:path w="187661" h="8320">
                <a:moveTo>
                  <a:pt x="187661" y="7396"/>
                </a:moveTo>
                <a:cubicBezTo>
                  <a:pt x="187661" y="7703"/>
                  <a:pt x="187661" y="8012"/>
                  <a:pt x="187661" y="8320"/>
                </a:cubicBezTo>
                <a:cubicBezTo>
                  <a:pt x="162394" y="8320"/>
                  <a:pt x="137125" y="8320"/>
                  <a:pt x="111857" y="8320"/>
                </a:cubicBezTo>
                <a:cubicBezTo>
                  <a:pt x="81659" y="8320"/>
                  <a:pt x="51461" y="8320"/>
                  <a:pt x="21262" y="8320"/>
                </a:cubicBezTo>
                <a:cubicBezTo>
                  <a:pt x="15099" y="8320"/>
                  <a:pt x="8937" y="8320"/>
                  <a:pt x="2773" y="8320"/>
                </a:cubicBezTo>
                <a:cubicBezTo>
                  <a:pt x="2114" y="5460"/>
                  <a:pt x="1190" y="2686"/>
                  <a:pt x="0" y="0"/>
                </a:cubicBezTo>
                <a:cubicBezTo>
                  <a:pt x="1940" y="2406"/>
                  <a:pt x="4097" y="4717"/>
                  <a:pt x="6471" y="6933"/>
                </a:cubicBezTo>
                <a:cubicBezTo>
                  <a:pt x="66251" y="7396"/>
                  <a:pt x="126031" y="7550"/>
                  <a:pt x="185813" y="7396"/>
                </a:cubicBezTo>
                <a:cubicBezTo>
                  <a:pt x="186429" y="7396"/>
                  <a:pt x="187045" y="7396"/>
                  <a:pt x="187661" y="7396"/>
                </a:cubicBezTo>
                <a:close/>
              </a:path>
            </a:pathLst>
          </a:custGeom>
          <a:solidFill xmlns:a="http://schemas.openxmlformats.org/drawingml/2006/main">
            <a:srgbClr val="B0B9BE">
              <a:alpha val="15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9CD2F-DA9C-4F96-8CC1-3D567101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569" y="3551279"/>
            <a:ext cx="7396" cy="28658"/>
          </a:xfrm>
          <a:custGeom xmlns:a="http://schemas.openxmlformats.org/drawingml/2006/main">
            <a:pathLst>
              <a:path w="7396" h="28658">
                <a:moveTo>
                  <a:pt x="7396" y="28658"/>
                </a:moveTo>
                <a:cubicBezTo>
                  <a:pt x="6471" y="28658"/>
                  <a:pt x="5547" y="28658"/>
                  <a:pt x="4622" y="28658"/>
                </a:cubicBezTo>
                <a:cubicBezTo>
                  <a:pt x="4372" y="18891"/>
                  <a:pt x="2831" y="9338"/>
                  <a:pt x="0" y="0"/>
                </a:cubicBezTo>
                <a:cubicBezTo>
                  <a:pt x="2555" y="3427"/>
                  <a:pt x="4250" y="7433"/>
                  <a:pt x="5084" y="12018"/>
                </a:cubicBezTo>
                <a:cubicBezTo>
                  <a:pt x="5432" y="17667"/>
                  <a:pt x="6202" y="23214"/>
                  <a:pt x="7396" y="28658"/>
                </a:cubicBezTo>
                <a:close/>
              </a:path>
            </a:pathLst>
          </a:custGeom>
          <a:solidFill xmlns:a="http://schemas.openxmlformats.org/drawingml/2006/main">
            <a:srgbClr val="E8EAEB">
              <a:alpha val="5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39DA7-0B5B-406C-AA86-1B7AD6E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303" y="3562372"/>
            <a:ext cx="3698" cy="17564"/>
          </a:xfrm>
          <a:custGeom xmlns:a="http://schemas.openxmlformats.org/drawingml/2006/main">
            <a:pathLst>
              <a:path w="3698" h="17564">
                <a:moveTo>
                  <a:pt x="1849" y="17564"/>
                </a:moveTo>
                <a:cubicBezTo>
                  <a:pt x="1232" y="17564"/>
                  <a:pt x="617" y="17564"/>
                  <a:pt x="0" y="17564"/>
                </a:cubicBezTo>
                <a:cubicBezTo>
                  <a:pt x="688" y="11366"/>
                  <a:pt x="1921" y="5512"/>
                  <a:pt x="3698" y="0"/>
                </a:cubicBezTo>
                <a:cubicBezTo>
                  <a:pt x="2735" y="5815"/>
                  <a:pt x="2119" y="11669"/>
                  <a:pt x="1849" y="17564"/>
                </a:cubicBezTo>
                <a:close/>
              </a:path>
            </a:pathLst>
          </a:custGeom>
          <a:solidFill xmlns:a="http://schemas.openxmlformats.org/drawingml/2006/main">
            <a:srgbClr val="E5E8EA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77B72-68FD-4CAF-B434-4AADD5C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1" y="3562372"/>
            <a:ext cx="3165" cy="20338"/>
          </a:xfrm>
          <a:custGeom xmlns:a="http://schemas.openxmlformats.org/drawingml/2006/main">
            <a:pathLst>
              <a:path w="3165" h="20338">
                <a:moveTo>
                  <a:pt x="2773" y="20338"/>
                </a:moveTo>
                <a:cubicBezTo>
                  <a:pt x="1320" y="13757"/>
                  <a:pt x="396" y="6977"/>
                  <a:pt x="0" y="0"/>
                </a:cubicBezTo>
                <a:cubicBezTo>
                  <a:pt x="2241" y="6466"/>
                  <a:pt x="3165" y="13245"/>
                  <a:pt x="2773" y="20338"/>
                </a:cubicBezTo>
                <a:close/>
              </a:path>
            </a:pathLst>
          </a:custGeom>
          <a:solidFill xmlns:a="http://schemas.openxmlformats.org/drawingml/2006/main">
            <a:srgbClr val="F5F6F6">
              <a:alpha val="2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4CCE9-34F6-4C37-BAB8-32A6572E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248" y="3573442"/>
            <a:ext cx="6471" cy="4645"/>
          </a:xfrm>
          <a:custGeom xmlns:a="http://schemas.openxmlformats.org/drawingml/2006/main">
            <a:pathLst>
              <a:path w="6471" h="4645">
                <a:moveTo>
                  <a:pt x="0" y="4645"/>
                </a:moveTo>
                <a:cubicBezTo>
                  <a:pt x="949" y="1541"/>
                  <a:pt x="3106" y="0"/>
                  <a:pt x="6471" y="23"/>
                </a:cubicBezTo>
                <a:cubicBezTo>
                  <a:pt x="4124" y="1346"/>
                  <a:pt x="1967" y="2886"/>
                  <a:pt x="0" y="4645"/>
                </a:cubicBezTo>
                <a:close/>
              </a:path>
            </a:pathLst>
          </a:custGeom>
          <a:solidFill xmlns:a="http://schemas.openxmlformats.org/drawingml/2006/main">
            <a:srgbClr val="D6DDE1">
              <a:alpha val="10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8ECC9-4092-4315-BD5B-43143F3C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850" y="3508755"/>
            <a:ext cx="45298" cy="76729"/>
          </a:xfrm>
          <a:custGeom xmlns:a="http://schemas.openxmlformats.org/drawingml/2006/main">
            <a:pathLst>
              <a:path w="45298" h="76729">
                <a:moveTo>
                  <a:pt x="0" y="48995"/>
                </a:moveTo>
                <a:cubicBezTo>
                  <a:pt x="1170" y="43943"/>
                  <a:pt x="2711" y="39012"/>
                  <a:pt x="4622" y="34204"/>
                </a:cubicBezTo>
                <a:cubicBezTo>
                  <a:pt x="7617" y="28880"/>
                  <a:pt x="10853" y="23642"/>
                  <a:pt x="14329" y="18489"/>
                </a:cubicBezTo>
                <a:cubicBezTo>
                  <a:pt x="18338" y="13710"/>
                  <a:pt x="22498" y="9088"/>
                  <a:pt x="26809" y="4622"/>
                </a:cubicBezTo>
                <a:cubicBezTo>
                  <a:pt x="29202" y="3773"/>
                  <a:pt x="31051" y="2232"/>
                  <a:pt x="32355" y="0"/>
                </a:cubicBezTo>
                <a:cubicBezTo>
                  <a:pt x="32663" y="0"/>
                  <a:pt x="32972" y="0"/>
                  <a:pt x="33280" y="0"/>
                </a:cubicBezTo>
                <a:cubicBezTo>
                  <a:pt x="33252" y="922"/>
                  <a:pt x="33714" y="1538"/>
                  <a:pt x="34667" y="1849"/>
                </a:cubicBezTo>
                <a:cubicBezTo>
                  <a:pt x="35998" y="1250"/>
                  <a:pt x="37384" y="942"/>
                  <a:pt x="38827" y="924"/>
                </a:cubicBezTo>
                <a:cubicBezTo>
                  <a:pt x="38753" y="2246"/>
                  <a:pt x="39061" y="3480"/>
                  <a:pt x="39751" y="4622"/>
                </a:cubicBezTo>
                <a:cubicBezTo>
                  <a:pt x="38360" y="7054"/>
                  <a:pt x="37744" y="6746"/>
                  <a:pt x="37902" y="3698"/>
                </a:cubicBezTo>
                <a:cubicBezTo>
                  <a:pt x="36978" y="3698"/>
                  <a:pt x="36053" y="3698"/>
                  <a:pt x="35129" y="3698"/>
                </a:cubicBezTo>
                <a:cubicBezTo>
                  <a:pt x="35189" y="5728"/>
                  <a:pt x="35805" y="7577"/>
                  <a:pt x="36978" y="9244"/>
                </a:cubicBezTo>
                <a:cubicBezTo>
                  <a:pt x="39654" y="8044"/>
                  <a:pt x="42119" y="6503"/>
                  <a:pt x="44373" y="4622"/>
                </a:cubicBezTo>
                <a:cubicBezTo>
                  <a:pt x="44681" y="4930"/>
                  <a:pt x="44990" y="5239"/>
                  <a:pt x="45298" y="5547"/>
                </a:cubicBezTo>
                <a:cubicBezTo>
                  <a:pt x="39399" y="9427"/>
                  <a:pt x="33852" y="13896"/>
                  <a:pt x="28658" y="18951"/>
                </a:cubicBezTo>
                <a:cubicBezTo>
                  <a:pt x="28966" y="19259"/>
                  <a:pt x="29274" y="19568"/>
                  <a:pt x="29582" y="19875"/>
                </a:cubicBezTo>
                <a:cubicBezTo>
                  <a:pt x="28139" y="20745"/>
                  <a:pt x="26906" y="21824"/>
                  <a:pt x="25884" y="23111"/>
                </a:cubicBezTo>
                <a:cubicBezTo>
                  <a:pt x="26220" y="23742"/>
                  <a:pt x="26528" y="24359"/>
                  <a:pt x="26809" y="24960"/>
                </a:cubicBezTo>
                <a:cubicBezTo>
                  <a:pt x="23327" y="29148"/>
                  <a:pt x="20554" y="33770"/>
                  <a:pt x="18489" y="38827"/>
                </a:cubicBezTo>
                <a:cubicBezTo>
                  <a:pt x="17404" y="39764"/>
                  <a:pt x="16788" y="40996"/>
                  <a:pt x="16640" y="42524"/>
                </a:cubicBezTo>
                <a:cubicBezTo>
                  <a:pt x="16859" y="43718"/>
                  <a:pt x="16551" y="44642"/>
                  <a:pt x="15715" y="45298"/>
                </a:cubicBezTo>
                <a:cubicBezTo>
                  <a:pt x="12818" y="51162"/>
                  <a:pt x="10969" y="57326"/>
                  <a:pt x="10169" y="63786"/>
                </a:cubicBezTo>
                <a:cubicBezTo>
                  <a:pt x="8998" y="63244"/>
                  <a:pt x="8073" y="63244"/>
                  <a:pt x="7396" y="63786"/>
                </a:cubicBezTo>
                <a:cubicBezTo>
                  <a:pt x="7589" y="64328"/>
                  <a:pt x="7897" y="64790"/>
                  <a:pt x="8320" y="65173"/>
                </a:cubicBezTo>
                <a:cubicBezTo>
                  <a:pt x="6795" y="68815"/>
                  <a:pt x="6025" y="72668"/>
                  <a:pt x="6009" y="76729"/>
                </a:cubicBezTo>
                <a:cubicBezTo>
                  <a:pt x="5327" y="72837"/>
                  <a:pt x="5480" y="68985"/>
                  <a:pt x="6471" y="65173"/>
                </a:cubicBezTo>
                <a:cubicBezTo>
                  <a:pt x="6097" y="64300"/>
                  <a:pt x="5480" y="63683"/>
                  <a:pt x="4622" y="63324"/>
                </a:cubicBezTo>
                <a:cubicBezTo>
                  <a:pt x="5760" y="62231"/>
                  <a:pt x="5760" y="61153"/>
                  <a:pt x="4622" y="60089"/>
                </a:cubicBezTo>
                <a:cubicBezTo>
                  <a:pt x="3253" y="59183"/>
                  <a:pt x="2020" y="58104"/>
                  <a:pt x="924" y="56853"/>
                </a:cubicBezTo>
                <a:cubicBezTo>
                  <a:pt x="1430" y="54252"/>
                  <a:pt x="1122" y="51633"/>
                  <a:pt x="0" y="48995"/>
                </a:cubicBezTo>
                <a:close/>
              </a:path>
            </a:pathLst>
          </a:custGeom>
          <a:solidFill xmlns:a="http://schemas.openxmlformats.org/drawingml/2006/main">
            <a:srgbClr val="253A51">
              <a:alpha val="9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F7674-1573-4698-8C81-A0C43C70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62" y="3562844"/>
            <a:ext cx="56391" cy="30960"/>
          </a:xfrm>
          <a:custGeom xmlns:a="http://schemas.openxmlformats.org/drawingml/2006/main">
            <a:pathLst>
              <a:path w="56391" h="30960">
                <a:moveTo>
                  <a:pt x="28658" y="14320"/>
                </a:moveTo>
                <a:cubicBezTo>
                  <a:pt x="21570" y="8156"/>
                  <a:pt x="14483" y="8156"/>
                  <a:pt x="7396" y="14320"/>
                </a:cubicBezTo>
                <a:cubicBezTo>
                  <a:pt x="6309" y="14117"/>
                  <a:pt x="5385" y="14425"/>
                  <a:pt x="4622" y="15244"/>
                </a:cubicBezTo>
                <a:cubicBezTo>
                  <a:pt x="4149" y="18047"/>
                  <a:pt x="2609" y="19126"/>
                  <a:pt x="0" y="18480"/>
                </a:cubicBezTo>
                <a:cubicBezTo>
                  <a:pt x="2600" y="16197"/>
                  <a:pt x="2907" y="13886"/>
                  <a:pt x="924" y="11546"/>
                </a:cubicBezTo>
                <a:cubicBezTo>
                  <a:pt x="1597" y="9480"/>
                  <a:pt x="2830" y="7786"/>
                  <a:pt x="4622" y="6462"/>
                </a:cubicBezTo>
                <a:cubicBezTo>
                  <a:pt x="15728" y="0"/>
                  <a:pt x="25896" y="1079"/>
                  <a:pt x="35129" y="9697"/>
                </a:cubicBezTo>
                <a:cubicBezTo>
                  <a:pt x="36319" y="12384"/>
                  <a:pt x="37243" y="15157"/>
                  <a:pt x="37902" y="18017"/>
                </a:cubicBezTo>
                <a:cubicBezTo>
                  <a:pt x="44065" y="18017"/>
                  <a:pt x="50228" y="18017"/>
                  <a:pt x="56391" y="18017"/>
                </a:cubicBezTo>
                <a:cubicBezTo>
                  <a:pt x="56391" y="18325"/>
                  <a:pt x="56391" y="18634"/>
                  <a:pt x="56391" y="18942"/>
                </a:cubicBezTo>
                <a:cubicBezTo>
                  <a:pt x="49912" y="18788"/>
                  <a:pt x="43441" y="18942"/>
                  <a:pt x="36978" y="19404"/>
                </a:cubicBezTo>
                <a:cubicBezTo>
                  <a:pt x="35833" y="20042"/>
                  <a:pt x="35833" y="20504"/>
                  <a:pt x="36978" y="20791"/>
                </a:cubicBezTo>
                <a:cubicBezTo>
                  <a:pt x="37866" y="22582"/>
                  <a:pt x="37250" y="23969"/>
                  <a:pt x="35129" y="24951"/>
                </a:cubicBezTo>
                <a:cubicBezTo>
                  <a:pt x="36357" y="27596"/>
                  <a:pt x="35587" y="29599"/>
                  <a:pt x="32818" y="30960"/>
                </a:cubicBezTo>
                <a:cubicBezTo>
                  <a:pt x="31863" y="27431"/>
                  <a:pt x="32942" y="24658"/>
                  <a:pt x="36053" y="22640"/>
                </a:cubicBezTo>
                <a:cubicBezTo>
                  <a:pt x="32761" y="20991"/>
                  <a:pt x="31220" y="18218"/>
                  <a:pt x="31431" y="14320"/>
                </a:cubicBezTo>
                <a:cubicBezTo>
                  <a:pt x="30507" y="14320"/>
                  <a:pt x="29582" y="14320"/>
                  <a:pt x="28658" y="14320"/>
                </a:cubicBezTo>
                <a:close/>
              </a:path>
            </a:pathLst>
          </a:custGeom>
          <a:solidFill xmlns:a="http://schemas.openxmlformats.org/drawingml/2006/main">
            <a:srgbClr val="293E55">
              <a:alpha val="99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5ABD4-8F07-455A-91C6-95902201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490" y="3547581"/>
            <a:ext cx="2166" cy="3698"/>
          </a:xfrm>
          <a:custGeom xmlns:a="http://schemas.openxmlformats.org/drawingml/2006/main">
            <a:pathLst>
              <a:path w="2166" h="3698">
                <a:moveTo>
                  <a:pt x="0" y="3698"/>
                </a:moveTo>
                <a:cubicBezTo>
                  <a:pt x="148" y="2170"/>
                  <a:pt x="764" y="937"/>
                  <a:pt x="1849" y="0"/>
                </a:cubicBezTo>
                <a:cubicBezTo>
                  <a:pt x="2166" y="1833"/>
                  <a:pt x="1549" y="3066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EDEEF0">
              <a:alpha val="3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6CA05-EB55-44F1-B352-7EB530A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080" y="3545732"/>
            <a:ext cx="4622" cy="10169"/>
          </a:xfrm>
          <a:custGeom xmlns:a="http://schemas.openxmlformats.org/drawingml/2006/main">
            <a:pathLst>
              <a:path w="4622" h="10169">
                <a:moveTo>
                  <a:pt x="4622" y="10169"/>
                </a:moveTo>
                <a:cubicBezTo>
                  <a:pt x="2367" y="7192"/>
                  <a:pt x="826" y="3802"/>
                  <a:pt x="0" y="0"/>
                </a:cubicBezTo>
                <a:cubicBezTo>
                  <a:pt x="2266" y="2995"/>
                  <a:pt x="3807" y="6385"/>
                  <a:pt x="4622" y="10169"/>
                </a:cubicBezTo>
                <a:close/>
              </a:path>
            </a:pathLst>
          </a:custGeom>
          <a:solidFill xmlns:a="http://schemas.openxmlformats.org/drawingml/2006/main">
            <a:srgbClr val="F3F3F4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6CBBE-6BAB-4693-96CE-AFA4BA20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001" y="3542959"/>
            <a:ext cx="6471" cy="18489"/>
          </a:xfrm>
          <a:custGeom xmlns:a="http://schemas.openxmlformats.org/drawingml/2006/main">
            <a:pathLst>
              <a:path w="6471" h="18489">
                <a:moveTo>
                  <a:pt x="0" y="18489"/>
                </a:moveTo>
                <a:cubicBezTo>
                  <a:pt x="23" y="13333"/>
                  <a:pt x="1102" y="8402"/>
                  <a:pt x="3236" y="3698"/>
                </a:cubicBezTo>
                <a:cubicBezTo>
                  <a:pt x="3920" y="2016"/>
                  <a:pt x="4998" y="784"/>
                  <a:pt x="6471" y="0"/>
                </a:cubicBezTo>
                <a:cubicBezTo>
                  <a:pt x="4560" y="4808"/>
                  <a:pt x="3019" y="9739"/>
                  <a:pt x="1849" y="14791"/>
                </a:cubicBezTo>
                <a:cubicBezTo>
                  <a:pt x="1232" y="16023"/>
                  <a:pt x="617" y="17257"/>
                  <a:pt x="0" y="18489"/>
                </a:cubicBezTo>
                <a:close/>
              </a:path>
            </a:pathLst>
          </a:custGeom>
          <a:solidFill xmlns:a="http://schemas.openxmlformats.org/drawingml/2006/main">
            <a:srgbClr val="E4E6E6">
              <a:alpha val="3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DDFB8-4B08-43F5-9B4F-C75C618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09" y="3535563"/>
            <a:ext cx="6471" cy="9244"/>
          </a:xfrm>
          <a:custGeom xmlns:a="http://schemas.openxmlformats.org/drawingml/2006/main">
            <a:pathLst>
              <a:path w="6471" h="9244">
                <a:moveTo>
                  <a:pt x="6471" y="9244"/>
                </a:moveTo>
                <a:cubicBezTo>
                  <a:pt x="3428" y="6881"/>
                  <a:pt x="1270" y="3799"/>
                  <a:pt x="0" y="0"/>
                </a:cubicBezTo>
                <a:cubicBezTo>
                  <a:pt x="2600" y="2723"/>
                  <a:pt x="4757" y="5805"/>
                  <a:pt x="6471" y="9244"/>
                </a:cubicBezTo>
                <a:close/>
              </a:path>
            </a:pathLst>
          </a:custGeom>
          <a:solidFill xmlns:a="http://schemas.openxmlformats.org/drawingml/2006/main">
            <a:srgbClr val="EBEDED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E188A-7F17-4D94-A0A9-C291B968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440" y="3505981"/>
            <a:ext cx="35129" cy="45298"/>
          </a:xfrm>
          <a:custGeom xmlns:a="http://schemas.openxmlformats.org/drawingml/2006/main">
            <a:pathLst>
              <a:path w="35129" h="45298">
                <a:moveTo>
                  <a:pt x="35129" y="45298"/>
                </a:moveTo>
                <a:cubicBezTo>
                  <a:pt x="32747" y="39079"/>
                  <a:pt x="29665" y="33224"/>
                  <a:pt x="25884" y="27733"/>
                </a:cubicBezTo>
                <a:cubicBezTo>
                  <a:pt x="18848" y="17000"/>
                  <a:pt x="10221" y="7755"/>
                  <a:pt x="0" y="0"/>
                </a:cubicBezTo>
                <a:cubicBezTo>
                  <a:pt x="13932" y="8235"/>
                  <a:pt x="24563" y="19636"/>
                  <a:pt x="31893" y="34204"/>
                </a:cubicBezTo>
                <a:cubicBezTo>
                  <a:pt x="33994" y="37582"/>
                  <a:pt x="35072" y="41280"/>
                  <a:pt x="35129" y="45298"/>
                </a:cubicBezTo>
                <a:close/>
              </a:path>
            </a:pathLst>
          </a:custGeom>
          <a:solidFill xmlns:a="http://schemas.openxmlformats.org/drawingml/2006/main">
            <a:srgbClr val="ECEDEC">
              <a:alpha val="5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4F365-4F34-4C3B-9AF5-5BC51140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063" y="3529092"/>
            <a:ext cx="5547" cy="6471"/>
          </a:xfrm>
          <a:custGeom xmlns:a="http://schemas.openxmlformats.org/drawingml/2006/main">
            <a:pathLst>
              <a:path w="5547" h="6471">
                <a:moveTo>
                  <a:pt x="5547" y="6471"/>
                </a:moveTo>
                <a:cubicBezTo>
                  <a:pt x="3060" y="4906"/>
                  <a:pt x="1211" y="2748"/>
                  <a:pt x="0" y="0"/>
                </a:cubicBezTo>
                <a:cubicBezTo>
                  <a:pt x="308" y="0"/>
                  <a:pt x="617" y="0"/>
                  <a:pt x="924" y="0"/>
                </a:cubicBezTo>
                <a:cubicBezTo>
                  <a:pt x="2824" y="1900"/>
                  <a:pt x="4364" y="4056"/>
                  <a:pt x="5547" y="6471"/>
                </a:cubicBezTo>
                <a:close/>
              </a:path>
            </a:pathLst>
          </a:custGeom>
          <a:solidFill xmlns:a="http://schemas.openxmlformats.org/drawingml/2006/main">
            <a:srgbClr val="F0F2F3">
              <a:alpha val="4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AEB13-D4CF-4172-A8E5-9CA26CB3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39" y="3529092"/>
            <a:ext cx="12942" cy="18489"/>
          </a:xfrm>
          <a:custGeom xmlns:a="http://schemas.openxmlformats.org/drawingml/2006/main">
            <a:pathLst>
              <a:path w="12942" h="18489">
                <a:moveTo>
                  <a:pt x="0" y="18489"/>
                </a:moveTo>
                <a:cubicBezTo>
                  <a:pt x="2065" y="13432"/>
                  <a:pt x="4839" y="8810"/>
                  <a:pt x="8320" y="4622"/>
                </a:cubicBezTo>
                <a:cubicBezTo>
                  <a:pt x="9527" y="2798"/>
                  <a:pt x="11068" y="1258"/>
                  <a:pt x="12942" y="0"/>
                </a:cubicBezTo>
                <a:cubicBezTo>
                  <a:pt x="8602" y="6241"/>
                  <a:pt x="4288" y="12404"/>
                  <a:pt x="0" y="18489"/>
                </a:cubicBezTo>
                <a:close/>
              </a:path>
            </a:pathLst>
          </a:custGeom>
          <a:solidFill xmlns:a="http://schemas.openxmlformats.org/drawingml/2006/main">
            <a:srgbClr val="E9ECED">
              <a:alpha val="2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435D0-BD8E-43D1-B841-7F30B0CE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289" y="3526319"/>
            <a:ext cx="2773" cy="2773"/>
          </a:xfrm>
          <a:custGeom xmlns:a="http://schemas.openxmlformats.org/drawingml/2006/main">
            <a:pathLst>
              <a:path w="2773" h="2773">
                <a:moveTo>
                  <a:pt x="2773" y="2773"/>
                </a:moveTo>
                <a:cubicBezTo>
                  <a:pt x="1211" y="2444"/>
                  <a:pt x="287" y="1520"/>
                  <a:pt x="0" y="0"/>
                </a:cubicBezTo>
                <a:cubicBezTo>
                  <a:pt x="1562" y="329"/>
                  <a:pt x="2487" y="1254"/>
                  <a:pt x="2773" y="2773"/>
                </a:cubicBezTo>
                <a:close/>
              </a:path>
            </a:pathLst>
          </a:custGeom>
          <a:solidFill xmlns:a="http://schemas.openxmlformats.org/drawingml/2006/main">
            <a:srgbClr val="E6E7E9">
              <a:alpha val="2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04DD3-5266-4207-8AA4-F47B2A7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354" y="3513377"/>
            <a:ext cx="22305" cy="29582"/>
          </a:xfrm>
          <a:custGeom xmlns:a="http://schemas.openxmlformats.org/drawingml/2006/main">
            <a:pathLst>
              <a:path w="22305" h="29582">
                <a:moveTo>
                  <a:pt x="118" y="29582"/>
                </a:moveTo>
                <a:cubicBezTo>
                  <a:pt x="0" y="27590"/>
                  <a:pt x="462" y="25741"/>
                  <a:pt x="1505" y="24035"/>
                </a:cubicBezTo>
                <a:cubicBezTo>
                  <a:pt x="4298" y="20160"/>
                  <a:pt x="6918" y="16154"/>
                  <a:pt x="9363" y="12018"/>
                </a:cubicBezTo>
                <a:cubicBezTo>
                  <a:pt x="13134" y="7318"/>
                  <a:pt x="17448" y="3312"/>
                  <a:pt x="22305" y="0"/>
                </a:cubicBezTo>
                <a:cubicBezTo>
                  <a:pt x="17994" y="4466"/>
                  <a:pt x="13834" y="9088"/>
                  <a:pt x="9825" y="13867"/>
                </a:cubicBezTo>
                <a:cubicBezTo>
                  <a:pt x="6349" y="19019"/>
                  <a:pt x="3114" y="24258"/>
                  <a:pt x="118" y="29582"/>
                </a:cubicBezTo>
                <a:close/>
              </a:path>
            </a:pathLst>
          </a:custGeom>
          <a:solidFill xmlns:a="http://schemas.openxmlformats.org/drawingml/2006/main">
            <a:srgbClr val="EBEDEB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CECEB-6BC9-4ECA-9455-200ACF85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120" y="3505981"/>
            <a:ext cx="38827" cy="42524"/>
          </a:xfrm>
          <a:custGeom xmlns:a="http://schemas.openxmlformats.org/drawingml/2006/main">
            <a:pathLst>
              <a:path w="38827" h="42524">
                <a:moveTo>
                  <a:pt x="16640" y="18489"/>
                </a:moveTo>
                <a:cubicBezTo>
                  <a:pt x="17304" y="16976"/>
                  <a:pt x="17457" y="15435"/>
                  <a:pt x="17102" y="13867"/>
                </a:cubicBezTo>
                <a:cubicBezTo>
                  <a:pt x="15273" y="14989"/>
                  <a:pt x="13886" y="16530"/>
                  <a:pt x="12942" y="18489"/>
                </a:cubicBezTo>
                <a:cubicBezTo>
                  <a:pt x="8229" y="16905"/>
                  <a:pt x="6380" y="13824"/>
                  <a:pt x="7396" y="9244"/>
                </a:cubicBezTo>
                <a:cubicBezTo>
                  <a:pt x="6779" y="10477"/>
                  <a:pt x="6163" y="11710"/>
                  <a:pt x="5547" y="12942"/>
                </a:cubicBezTo>
                <a:cubicBezTo>
                  <a:pt x="4417" y="10651"/>
                  <a:pt x="2568" y="9727"/>
                  <a:pt x="0" y="10169"/>
                </a:cubicBezTo>
                <a:cubicBezTo>
                  <a:pt x="707" y="6901"/>
                  <a:pt x="1940" y="3819"/>
                  <a:pt x="3698" y="924"/>
                </a:cubicBezTo>
                <a:cubicBezTo>
                  <a:pt x="5292" y="2396"/>
                  <a:pt x="6217" y="2087"/>
                  <a:pt x="6471" y="0"/>
                </a:cubicBezTo>
                <a:cubicBezTo>
                  <a:pt x="7088" y="0"/>
                  <a:pt x="7703" y="0"/>
                  <a:pt x="8320" y="0"/>
                </a:cubicBezTo>
                <a:cubicBezTo>
                  <a:pt x="18541" y="7755"/>
                  <a:pt x="27168" y="17000"/>
                  <a:pt x="34204" y="27733"/>
                </a:cubicBezTo>
                <a:cubicBezTo>
                  <a:pt x="33009" y="31358"/>
                  <a:pt x="34242" y="33978"/>
                  <a:pt x="37902" y="35591"/>
                </a:cubicBezTo>
                <a:cubicBezTo>
                  <a:pt x="37420" y="36110"/>
                  <a:pt x="37112" y="36726"/>
                  <a:pt x="36978" y="37440"/>
                </a:cubicBezTo>
                <a:cubicBezTo>
                  <a:pt x="37594" y="38672"/>
                  <a:pt x="38210" y="39905"/>
                  <a:pt x="38827" y="41138"/>
                </a:cubicBezTo>
                <a:cubicBezTo>
                  <a:pt x="38519" y="41600"/>
                  <a:pt x="38210" y="42062"/>
                  <a:pt x="37902" y="42524"/>
                </a:cubicBezTo>
                <a:cubicBezTo>
                  <a:pt x="37132" y="41600"/>
                  <a:pt x="36361" y="40675"/>
                  <a:pt x="35591" y="39751"/>
                </a:cubicBezTo>
                <a:cubicBezTo>
                  <a:pt x="34935" y="41113"/>
                  <a:pt x="33857" y="41729"/>
                  <a:pt x="32355" y="41600"/>
                </a:cubicBezTo>
                <a:cubicBezTo>
                  <a:pt x="32337" y="40081"/>
                  <a:pt x="32954" y="38849"/>
                  <a:pt x="34204" y="37902"/>
                </a:cubicBezTo>
                <a:cubicBezTo>
                  <a:pt x="33140" y="36764"/>
                  <a:pt x="32062" y="36764"/>
                  <a:pt x="30969" y="37902"/>
                </a:cubicBezTo>
                <a:cubicBezTo>
                  <a:pt x="29562" y="35830"/>
                  <a:pt x="28329" y="33674"/>
                  <a:pt x="27271" y="31431"/>
                </a:cubicBezTo>
                <a:cubicBezTo>
                  <a:pt x="27078" y="29407"/>
                  <a:pt x="27387" y="27559"/>
                  <a:pt x="28195" y="25884"/>
                </a:cubicBezTo>
                <a:cubicBezTo>
                  <a:pt x="27813" y="25462"/>
                  <a:pt x="27351" y="25153"/>
                  <a:pt x="26809" y="24960"/>
                </a:cubicBezTo>
                <a:cubicBezTo>
                  <a:pt x="25593" y="26639"/>
                  <a:pt x="24206" y="28180"/>
                  <a:pt x="22649" y="29582"/>
                </a:cubicBezTo>
                <a:cubicBezTo>
                  <a:pt x="22187" y="29120"/>
                  <a:pt x="21724" y="28658"/>
                  <a:pt x="21262" y="28195"/>
                </a:cubicBezTo>
                <a:cubicBezTo>
                  <a:pt x="22405" y="26019"/>
                  <a:pt x="23946" y="24170"/>
                  <a:pt x="25884" y="22649"/>
                </a:cubicBezTo>
                <a:cubicBezTo>
                  <a:pt x="25399" y="22009"/>
                  <a:pt x="24782" y="21547"/>
                  <a:pt x="24035" y="21262"/>
                </a:cubicBezTo>
                <a:cubicBezTo>
                  <a:pt x="23089" y="22513"/>
                  <a:pt x="21857" y="23130"/>
                  <a:pt x="20338" y="23111"/>
                </a:cubicBezTo>
                <a:cubicBezTo>
                  <a:pt x="20338" y="22187"/>
                  <a:pt x="20338" y="21262"/>
                  <a:pt x="20338" y="20338"/>
                </a:cubicBezTo>
                <a:cubicBezTo>
                  <a:pt x="21310" y="20475"/>
                  <a:pt x="22235" y="20322"/>
                  <a:pt x="23111" y="19875"/>
                </a:cubicBezTo>
                <a:cubicBezTo>
                  <a:pt x="22109" y="17264"/>
                  <a:pt x="21030" y="17110"/>
                  <a:pt x="19875" y="19413"/>
                </a:cubicBezTo>
                <a:cubicBezTo>
                  <a:pt x="18941" y="18640"/>
                  <a:pt x="17862" y="18332"/>
                  <a:pt x="16640" y="18489"/>
                </a:cubicBezTo>
                <a:close/>
              </a:path>
            </a:pathLst>
          </a:custGeom>
          <a:solidFill xmlns:a="http://schemas.openxmlformats.org/drawingml/2006/main">
            <a:srgbClr val="273D54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66735-0F05-4031-99C6-6E3C0F83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725" y="3513377"/>
            <a:ext cx="17564" cy="12942"/>
          </a:xfrm>
          <a:custGeom xmlns:a="http://schemas.openxmlformats.org/drawingml/2006/main">
            <a:pathLst>
              <a:path w="17564" h="12942">
                <a:moveTo>
                  <a:pt x="17564" y="12942"/>
                </a:moveTo>
                <a:cubicBezTo>
                  <a:pt x="11704" y="8621"/>
                  <a:pt x="5850" y="4308"/>
                  <a:pt x="0" y="0"/>
                </a:cubicBezTo>
                <a:cubicBezTo>
                  <a:pt x="6900" y="2894"/>
                  <a:pt x="12755" y="7208"/>
                  <a:pt x="17564" y="12942"/>
                </a:cubicBezTo>
                <a:close/>
              </a:path>
            </a:pathLst>
          </a:custGeom>
          <a:solidFill xmlns:a="http://schemas.openxmlformats.org/drawingml/2006/main">
            <a:srgbClr val="E9ECEC">
              <a:alpha val="3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FEF06-EAEC-4BE1-950A-DAE39615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281" y="3512452"/>
            <a:ext cx="22187" cy="16640"/>
          </a:xfrm>
          <a:custGeom xmlns:a="http://schemas.openxmlformats.org/drawingml/2006/main">
            <a:pathLst>
              <a:path w="22187" h="16640">
                <a:moveTo>
                  <a:pt x="0" y="16640"/>
                </a:moveTo>
                <a:cubicBezTo>
                  <a:pt x="6084" y="9321"/>
                  <a:pt x="13479" y="3774"/>
                  <a:pt x="22187" y="0"/>
                </a:cubicBezTo>
                <a:cubicBezTo>
                  <a:pt x="14534" y="5184"/>
                  <a:pt x="7139" y="10731"/>
                  <a:pt x="0" y="16640"/>
                </a:cubicBezTo>
                <a:close/>
              </a:path>
            </a:pathLst>
          </a:custGeom>
          <a:solidFill xmlns:a="http://schemas.openxmlformats.org/drawingml/2006/main">
            <a:srgbClr val="E0E4E7">
              <a:alpha val="3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A7652-BA51-4E7B-9EB3-B482E1A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254" y="3510513"/>
            <a:ext cx="4622" cy="2030"/>
          </a:xfrm>
          <a:custGeom xmlns:a="http://schemas.openxmlformats.org/drawingml/2006/main">
            <a:pathLst>
              <a:path w="4622" h="2030">
                <a:moveTo>
                  <a:pt x="4622" y="1939"/>
                </a:moveTo>
                <a:cubicBezTo>
                  <a:pt x="2724" y="2030"/>
                  <a:pt x="1183" y="1413"/>
                  <a:pt x="0" y="91"/>
                </a:cubicBezTo>
                <a:cubicBezTo>
                  <a:pt x="1898" y="0"/>
                  <a:pt x="3439" y="617"/>
                  <a:pt x="4622" y="1939"/>
                </a:cubicBezTo>
                <a:close/>
              </a:path>
            </a:pathLst>
          </a:custGeom>
          <a:solidFill xmlns:a="http://schemas.openxmlformats.org/drawingml/2006/main">
            <a:srgbClr val="CED3D5">
              <a:alpha val="1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803C7-EDE8-4D7A-BE93-8678CC2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351" y="3496737"/>
            <a:ext cx="40226" cy="32355"/>
          </a:xfrm>
          <a:custGeom xmlns:a="http://schemas.openxmlformats.org/drawingml/2006/main">
            <a:pathLst>
              <a:path w="40226" h="32355">
                <a:moveTo>
                  <a:pt x="36636" y="32355"/>
                </a:moveTo>
                <a:cubicBezTo>
                  <a:pt x="36328" y="32355"/>
                  <a:pt x="36019" y="32355"/>
                  <a:pt x="35711" y="32355"/>
                </a:cubicBezTo>
                <a:cubicBezTo>
                  <a:pt x="35425" y="30836"/>
                  <a:pt x="34500" y="29911"/>
                  <a:pt x="32938" y="29582"/>
                </a:cubicBezTo>
                <a:cubicBezTo>
                  <a:pt x="28128" y="23848"/>
                  <a:pt x="22273" y="19533"/>
                  <a:pt x="15373" y="16640"/>
                </a:cubicBezTo>
                <a:cubicBezTo>
                  <a:pt x="14456" y="16799"/>
                  <a:pt x="13841" y="16490"/>
                  <a:pt x="13525" y="15715"/>
                </a:cubicBezTo>
                <a:cubicBezTo>
                  <a:pt x="12341" y="14393"/>
                  <a:pt x="10800" y="13776"/>
                  <a:pt x="8902" y="13867"/>
                </a:cubicBezTo>
                <a:cubicBezTo>
                  <a:pt x="7285" y="12600"/>
                  <a:pt x="5436" y="11676"/>
                  <a:pt x="3356" y="11093"/>
                </a:cubicBezTo>
                <a:cubicBezTo>
                  <a:pt x="0" y="7197"/>
                  <a:pt x="924" y="4116"/>
                  <a:pt x="6129" y="1849"/>
                </a:cubicBezTo>
                <a:cubicBezTo>
                  <a:pt x="7606" y="2759"/>
                  <a:pt x="9147" y="2913"/>
                  <a:pt x="10751" y="2311"/>
                </a:cubicBezTo>
                <a:cubicBezTo>
                  <a:pt x="9574" y="1408"/>
                  <a:pt x="9574" y="637"/>
                  <a:pt x="10751" y="0"/>
                </a:cubicBezTo>
                <a:cubicBezTo>
                  <a:pt x="13832" y="924"/>
                  <a:pt x="16914" y="1849"/>
                  <a:pt x="19996" y="2773"/>
                </a:cubicBezTo>
                <a:cubicBezTo>
                  <a:pt x="23077" y="4930"/>
                  <a:pt x="26159" y="7088"/>
                  <a:pt x="29240" y="9244"/>
                </a:cubicBezTo>
                <a:cubicBezTo>
                  <a:pt x="28986" y="11332"/>
                  <a:pt x="28061" y="11641"/>
                  <a:pt x="26467" y="10169"/>
                </a:cubicBezTo>
                <a:cubicBezTo>
                  <a:pt x="24709" y="13063"/>
                  <a:pt x="23476" y="16145"/>
                  <a:pt x="22769" y="19413"/>
                </a:cubicBezTo>
                <a:cubicBezTo>
                  <a:pt x="25337" y="18971"/>
                  <a:pt x="27186" y="19896"/>
                  <a:pt x="28316" y="22187"/>
                </a:cubicBezTo>
                <a:cubicBezTo>
                  <a:pt x="28932" y="20954"/>
                  <a:pt x="29548" y="19721"/>
                  <a:pt x="30165" y="18489"/>
                </a:cubicBezTo>
                <a:cubicBezTo>
                  <a:pt x="29149" y="23069"/>
                  <a:pt x="30998" y="26150"/>
                  <a:pt x="35711" y="27733"/>
                </a:cubicBezTo>
                <a:cubicBezTo>
                  <a:pt x="36655" y="25774"/>
                  <a:pt x="38042" y="24233"/>
                  <a:pt x="39871" y="23111"/>
                </a:cubicBezTo>
                <a:cubicBezTo>
                  <a:pt x="40226" y="24680"/>
                  <a:pt x="40073" y="26220"/>
                  <a:pt x="39409" y="27733"/>
                </a:cubicBezTo>
                <a:cubicBezTo>
                  <a:pt x="37996" y="28937"/>
                  <a:pt x="37072" y="30478"/>
                  <a:pt x="36636" y="32355"/>
                </a:cubicBezTo>
                <a:close/>
              </a:path>
            </a:pathLst>
          </a:custGeom>
          <a:solidFill xmlns:a="http://schemas.openxmlformats.org/drawingml/2006/main">
            <a:srgbClr val="283D51">
              <a:alpha val="9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A8C42-CBAE-49D9-A23D-36C92DB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392" y="3508755"/>
            <a:ext cx="9244" cy="3698"/>
          </a:xfrm>
          <a:custGeom xmlns:a="http://schemas.openxmlformats.org/drawingml/2006/main">
            <a:pathLst>
              <a:path w="9244" h="3698">
                <a:moveTo>
                  <a:pt x="0" y="3698"/>
                </a:moveTo>
                <a:cubicBezTo>
                  <a:pt x="2653" y="1577"/>
                  <a:pt x="5734" y="344"/>
                  <a:pt x="9244" y="0"/>
                </a:cubicBezTo>
                <a:cubicBezTo>
                  <a:pt x="6443" y="1759"/>
                  <a:pt x="3362" y="2992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E8ECEC">
              <a:alpha val="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13645-632D-4C16-9A24-BFC9F786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3508755"/>
            <a:ext cx="5547" cy="4622"/>
          </a:xfrm>
          <a:custGeom xmlns:a="http://schemas.openxmlformats.org/drawingml/2006/main">
            <a:pathLst>
              <a:path w="5547" h="4622">
                <a:moveTo>
                  <a:pt x="0" y="4622"/>
                </a:moveTo>
                <a:cubicBezTo>
                  <a:pt x="1262" y="2441"/>
                  <a:pt x="3111" y="899"/>
                  <a:pt x="5547" y="0"/>
                </a:cubicBezTo>
                <a:cubicBezTo>
                  <a:pt x="4242" y="2232"/>
                  <a:pt x="2393" y="3773"/>
                  <a:pt x="0" y="4622"/>
                </a:cubicBezTo>
                <a:close/>
              </a:path>
            </a:pathLst>
          </a:custGeom>
          <a:solidFill xmlns:a="http://schemas.openxmlformats.org/drawingml/2006/main">
            <a:srgbClr val="E8EAE8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F22BD-608B-4803-967D-A13F5D76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689" y="3505057"/>
            <a:ext cx="17564" cy="5547"/>
          </a:xfrm>
          <a:custGeom xmlns:a="http://schemas.openxmlformats.org/drawingml/2006/main">
            <a:pathLst>
              <a:path w="17564" h="5547">
                <a:moveTo>
                  <a:pt x="17564" y="5547"/>
                </a:moveTo>
                <a:cubicBezTo>
                  <a:pt x="11390" y="4394"/>
                  <a:pt x="5535" y="2545"/>
                  <a:pt x="0" y="0"/>
                </a:cubicBezTo>
                <a:cubicBezTo>
                  <a:pt x="4113" y="489"/>
                  <a:pt x="8118" y="1413"/>
                  <a:pt x="12018" y="2773"/>
                </a:cubicBezTo>
                <a:cubicBezTo>
                  <a:pt x="14098" y="3356"/>
                  <a:pt x="15947" y="4280"/>
                  <a:pt x="17564" y="5547"/>
                </a:cubicBezTo>
                <a:close/>
              </a:path>
            </a:pathLst>
          </a:custGeom>
          <a:solidFill xmlns:a="http://schemas.openxmlformats.org/drawingml/2006/main">
            <a:srgbClr val="CDD1D2">
              <a:alpha val="1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AEB60-36F3-4F43-8248-C27EF0D1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5" y="3506838"/>
            <a:ext cx="2773" cy="1916"/>
          </a:xfrm>
          <a:custGeom xmlns:a="http://schemas.openxmlformats.org/drawingml/2006/main">
            <a:pathLst>
              <a:path w="2773" h="1916">
                <a:moveTo>
                  <a:pt x="924" y="1916"/>
                </a:moveTo>
                <a:cubicBezTo>
                  <a:pt x="617" y="1916"/>
                  <a:pt x="308" y="1916"/>
                  <a:pt x="0" y="1916"/>
                </a:cubicBezTo>
                <a:cubicBezTo>
                  <a:pt x="437" y="617"/>
                  <a:pt x="1362" y="0"/>
                  <a:pt x="2773" y="67"/>
                </a:cubicBezTo>
                <a:cubicBezTo>
                  <a:pt x="2465" y="992"/>
                  <a:pt x="1849" y="1609"/>
                  <a:pt x="924" y="1916"/>
                </a:cubicBezTo>
                <a:close/>
              </a:path>
            </a:pathLst>
          </a:custGeom>
          <a:solidFill xmlns:a="http://schemas.openxmlformats.org/drawingml/2006/main">
            <a:srgbClr val="EFF0EF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A0B2B-C609-4AC7-8F54-BC02B58C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36" y="3505057"/>
            <a:ext cx="12942" cy="3698"/>
          </a:xfrm>
          <a:custGeom xmlns:a="http://schemas.openxmlformats.org/drawingml/2006/main">
            <a:pathLst>
              <a:path w="12942" h="3698">
                <a:moveTo>
                  <a:pt x="0" y="3698"/>
                </a:moveTo>
                <a:cubicBezTo>
                  <a:pt x="3980" y="1621"/>
                  <a:pt x="8293" y="388"/>
                  <a:pt x="12942" y="0"/>
                </a:cubicBezTo>
                <a:cubicBezTo>
                  <a:pt x="8879" y="1789"/>
                  <a:pt x="4565" y="3022"/>
                  <a:pt x="0" y="3698"/>
                </a:cubicBezTo>
                <a:close/>
              </a:path>
            </a:pathLst>
          </a:custGeom>
          <a:solidFill xmlns:a="http://schemas.openxmlformats.org/drawingml/2006/main">
            <a:srgbClr val="BCC6C9">
              <a:alpha val="72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AC349-5496-4C91-A867-0EE233FD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712" y="3490911"/>
            <a:ext cx="56391" cy="16919"/>
          </a:xfrm>
          <a:custGeom xmlns:a="http://schemas.openxmlformats.org/drawingml/2006/main">
            <a:pathLst>
              <a:path w="56391" h="16919">
                <a:moveTo>
                  <a:pt x="48995" y="16919"/>
                </a:moveTo>
                <a:cubicBezTo>
                  <a:pt x="45096" y="15559"/>
                  <a:pt x="41090" y="14635"/>
                  <a:pt x="36978" y="14146"/>
                </a:cubicBezTo>
                <a:cubicBezTo>
                  <a:pt x="30507" y="14146"/>
                  <a:pt x="24035" y="14146"/>
                  <a:pt x="17564" y="14146"/>
                </a:cubicBezTo>
                <a:cubicBezTo>
                  <a:pt x="16539" y="13415"/>
                  <a:pt x="15307" y="12953"/>
                  <a:pt x="13867" y="12759"/>
                </a:cubicBezTo>
                <a:cubicBezTo>
                  <a:pt x="15458" y="12076"/>
                  <a:pt x="16998" y="11305"/>
                  <a:pt x="18489" y="10448"/>
                </a:cubicBezTo>
                <a:cubicBezTo>
                  <a:pt x="18334" y="10140"/>
                  <a:pt x="18181" y="9831"/>
                  <a:pt x="18027" y="9524"/>
                </a:cubicBezTo>
                <a:cubicBezTo>
                  <a:pt x="17363" y="10403"/>
                  <a:pt x="16593" y="10556"/>
                  <a:pt x="15715" y="9986"/>
                </a:cubicBezTo>
                <a:cubicBezTo>
                  <a:pt x="14136" y="8215"/>
                  <a:pt x="12902" y="6212"/>
                  <a:pt x="12018" y="3977"/>
                </a:cubicBezTo>
                <a:cubicBezTo>
                  <a:pt x="10914" y="6860"/>
                  <a:pt x="9527" y="7168"/>
                  <a:pt x="7858" y="4901"/>
                </a:cubicBezTo>
                <a:cubicBezTo>
                  <a:pt x="6171" y="5459"/>
                  <a:pt x="4475" y="6075"/>
                  <a:pt x="2773" y="6750"/>
                </a:cubicBezTo>
                <a:cubicBezTo>
                  <a:pt x="5485" y="8819"/>
                  <a:pt x="5176" y="9744"/>
                  <a:pt x="1849" y="9524"/>
                </a:cubicBezTo>
                <a:cubicBezTo>
                  <a:pt x="1418" y="7951"/>
                  <a:pt x="1418" y="6564"/>
                  <a:pt x="1849" y="5364"/>
                </a:cubicBezTo>
                <a:cubicBezTo>
                  <a:pt x="1346" y="4701"/>
                  <a:pt x="729" y="4239"/>
                  <a:pt x="0" y="3977"/>
                </a:cubicBezTo>
                <a:cubicBezTo>
                  <a:pt x="3968" y="2600"/>
                  <a:pt x="7973" y="1367"/>
                  <a:pt x="12018" y="279"/>
                </a:cubicBezTo>
                <a:cubicBezTo>
                  <a:pt x="12326" y="279"/>
                  <a:pt x="12634" y="279"/>
                  <a:pt x="12942" y="279"/>
                </a:cubicBezTo>
                <a:cubicBezTo>
                  <a:pt x="21262" y="279"/>
                  <a:pt x="29582" y="279"/>
                  <a:pt x="37902" y="279"/>
                </a:cubicBezTo>
                <a:cubicBezTo>
                  <a:pt x="40268" y="0"/>
                  <a:pt x="42425" y="309"/>
                  <a:pt x="44373" y="1204"/>
                </a:cubicBezTo>
                <a:cubicBezTo>
                  <a:pt x="46596" y="2376"/>
                  <a:pt x="49062" y="2992"/>
                  <a:pt x="51769" y="3053"/>
                </a:cubicBezTo>
                <a:cubicBezTo>
                  <a:pt x="53397" y="3804"/>
                  <a:pt x="54938" y="4729"/>
                  <a:pt x="56391" y="5826"/>
                </a:cubicBezTo>
                <a:cubicBezTo>
                  <a:pt x="55213" y="6463"/>
                  <a:pt x="55213" y="7234"/>
                  <a:pt x="56391" y="8137"/>
                </a:cubicBezTo>
                <a:cubicBezTo>
                  <a:pt x="54787" y="8739"/>
                  <a:pt x="53246" y="8585"/>
                  <a:pt x="51769" y="7675"/>
                </a:cubicBezTo>
                <a:cubicBezTo>
                  <a:pt x="46564" y="9941"/>
                  <a:pt x="45640" y="13023"/>
                  <a:pt x="48995" y="16919"/>
                </a:cubicBezTo>
                <a:close/>
              </a:path>
            </a:pathLst>
          </a:custGeom>
          <a:solidFill xmlns:a="http://schemas.openxmlformats.org/drawingml/2006/main">
            <a:srgbClr val="2D42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26858-03C2-43CB-A453-D6D312C1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734" y="3494888"/>
            <a:ext cx="55466" cy="38827"/>
          </a:xfrm>
          <a:custGeom xmlns:a="http://schemas.openxmlformats.org/drawingml/2006/main">
            <a:pathLst>
              <a:path w="55466" h="38827">
                <a:moveTo>
                  <a:pt x="924" y="38827"/>
                </a:moveTo>
                <a:cubicBezTo>
                  <a:pt x="643" y="38226"/>
                  <a:pt x="336" y="37609"/>
                  <a:pt x="0" y="36978"/>
                </a:cubicBezTo>
                <a:cubicBezTo>
                  <a:pt x="1022" y="35691"/>
                  <a:pt x="2255" y="34612"/>
                  <a:pt x="3698" y="33742"/>
                </a:cubicBezTo>
                <a:cubicBezTo>
                  <a:pt x="3390" y="33434"/>
                  <a:pt x="3081" y="33125"/>
                  <a:pt x="2773" y="32818"/>
                </a:cubicBezTo>
                <a:cubicBezTo>
                  <a:pt x="7968" y="27763"/>
                  <a:pt x="13514" y="23294"/>
                  <a:pt x="19413" y="19413"/>
                </a:cubicBezTo>
                <a:cubicBezTo>
                  <a:pt x="19105" y="19105"/>
                  <a:pt x="18797" y="18797"/>
                  <a:pt x="18489" y="18489"/>
                </a:cubicBezTo>
                <a:cubicBezTo>
                  <a:pt x="16235" y="20370"/>
                  <a:pt x="13770" y="21910"/>
                  <a:pt x="11093" y="23111"/>
                </a:cubicBezTo>
                <a:cubicBezTo>
                  <a:pt x="9921" y="21443"/>
                  <a:pt x="9304" y="19594"/>
                  <a:pt x="9244" y="17564"/>
                </a:cubicBezTo>
                <a:cubicBezTo>
                  <a:pt x="10169" y="17564"/>
                  <a:pt x="11093" y="17564"/>
                  <a:pt x="12018" y="17564"/>
                </a:cubicBezTo>
                <a:cubicBezTo>
                  <a:pt x="11860" y="20612"/>
                  <a:pt x="12475" y="20921"/>
                  <a:pt x="13867" y="18489"/>
                </a:cubicBezTo>
                <a:cubicBezTo>
                  <a:pt x="13177" y="17346"/>
                  <a:pt x="12869" y="16113"/>
                  <a:pt x="12942" y="14791"/>
                </a:cubicBezTo>
                <a:cubicBezTo>
                  <a:pt x="11500" y="14809"/>
                  <a:pt x="10113" y="15116"/>
                  <a:pt x="8782" y="15715"/>
                </a:cubicBezTo>
                <a:cubicBezTo>
                  <a:pt x="7830" y="15405"/>
                  <a:pt x="7368" y="14788"/>
                  <a:pt x="7396" y="13867"/>
                </a:cubicBezTo>
                <a:cubicBezTo>
                  <a:pt x="8320" y="13559"/>
                  <a:pt x="8937" y="12942"/>
                  <a:pt x="9244" y="12018"/>
                </a:cubicBezTo>
                <a:cubicBezTo>
                  <a:pt x="9975" y="11185"/>
                  <a:pt x="10899" y="10568"/>
                  <a:pt x="12018" y="10169"/>
                </a:cubicBezTo>
                <a:cubicBezTo>
                  <a:pt x="15563" y="8551"/>
                  <a:pt x="18952" y="6702"/>
                  <a:pt x="22187" y="4622"/>
                </a:cubicBezTo>
                <a:cubicBezTo>
                  <a:pt x="22503" y="3848"/>
                  <a:pt x="23118" y="3539"/>
                  <a:pt x="24035" y="3698"/>
                </a:cubicBezTo>
                <a:cubicBezTo>
                  <a:pt x="28296" y="2278"/>
                  <a:pt x="32611" y="1045"/>
                  <a:pt x="36978" y="0"/>
                </a:cubicBezTo>
                <a:cubicBezTo>
                  <a:pt x="37707" y="262"/>
                  <a:pt x="38324" y="724"/>
                  <a:pt x="38827" y="1387"/>
                </a:cubicBezTo>
                <a:cubicBezTo>
                  <a:pt x="38396" y="2588"/>
                  <a:pt x="38396" y="3974"/>
                  <a:pt x="38827" y="5547"/>
                </a:cubicBezTo>
                <a:cubicBezTo>
                  <a:pt x="42154" y="5767"/>
                  <a:pt x="42462" y="4842"/>
                  <a:pt x="39751" y="2773"/>
                </a:cubicBezTo>
                <a:cubicBezTo>
                  <a:pt x="41453" y="2098"/>
                  <a:pt x="43148" y="1482"/>
                  <a:pt x="44835" y="924"/>
                </a:cubicBezTo>
                <a:cubicBezTo>
                  <a:pt x="46505" y="3191"/>
                  <a:pt x="47892" y="2883"/>
                  <a:pt x="48995" y="0"/>
                </a:cubicBezTo>
                <a:cubicBezTo>
                  <a:pt x="49880" y="2235"/>
                  <a:pt x="51113" y="4238"/>
                  <a:pt x="52693" y="6009"/>
                </a:cubicBezTo>
                <a:cubicBezTo>
                  <a:pt x="53570" y="6579"/>
                  <a:pt x="54340" y="6426"/>
                  <a:pt x="55004" y="5547"/>
                </a:cubicBezTo>
                <a:cubicBezTo>
                  <a:pt x="55159" y="5854"/>
                  <a:pt x="55312" y="6163"/>
                  <a:pt x="55466" y="6471"/>
                </a:cubicBezTo>
                <a:cubicBezTo>
                  <a:pt x="53975" y="7328"/>
                  <a:pt x="52435" y="8099"/>
                  <a:pt x="50844" y="8782"/>
                </a:cubicBezTo>
                <a:cubicBezTo>
                  <a:pt x="52285" y="8976"/>
                  <a:pt x="53517" y="9439"/>
                  <a:pt x="54542" y="10169"/>
                </a:cubicBezTo>
                <a:cubicBezTo>
                  <a:pt x="53310" y="10169"/>
                  <a:pt x="52077" y="10169"/>
                  <a:pt x="50844" y="10169"/>
                </a:cubicBezTo>
                <a:cubicBezTo>
                  <a:pt x="46195" y="10557"/>
                  <a:pt x="41882" y="11790"/>
                  <a:pt x="37902" y="13867"/>
                </a:cubicBezTo>
                <a:cubicBezTo>
                  <a:pt x="34392" y="14211"/>
                  <a:pt x="31311" y="15444"/>
                  <a:pt x="28658" y="17564"/>
                </a:cubicBezTo>
                <a:cubicBezTo>
                  <a:pt x="28350" y="17564"/>
                  <a:pt x="28041" y="17564"/>
                  <a:pt x="27733" y="17564"/>
                </a:cubicBezTo>
                <a:cubicBezTo>
                  <a:pt x="19026" y="21339"/>
                  <a:pt x="11630" y="26886"/>
                  <a:pt x="5547" y="34204"/>
                </a:cubicBezTo>
                <a:cubicBezTo>
                  <a:pt x="3673" y="35462"/>
                  <a:pt x="2132" y="37003"/>
                  <a:pt x="924" y="38827"/>
                </a:cubicBezTo>
                <a:close/>
              </a:path>
            </a:pathLst>
          </a:custGeom>
          <a:solidFill xmlns:a="http://schemas.openxmlformats.org/drawingml/2006/main">
            <a:srgbClr val="283E53">
              <a:alpha val="99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AE55E-A257-4E94-A4D0-82CBCC0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52" y="3499510"/>
            <a:ext cx="10169" cy="5547"/>
          </a:xfrm>
          <a:custGeom xmlns:a="http://schemas.openxmlformats.org/drawingml/2006/main">
            <a:pathLst>
              <a:path w="10169" h="5547">
                <a:moveTo>
                  <a:pt x="0" y="5547"/>
                </a:moveTo>
                <a:cubicBezTo>
                  <a:pt x="2681" y="2509"/>
                  <a:pt x="6071" y="660"/>
                  <a:pt x="10169" y="0"/>
                </a:cubicBezTo>
                <a:cubicBezTo>
                  <a:pt x="6934" y="2080"/>
                  <a:pt x="3545" y="3929"/>
                  <a:pt x="0" y="5547"/>
                </a:cubicBezTo>
                <a:close/>
              </a:path>
            </a:pathLst>
          </a:custGeom>
          <a:solidFill xmlns:a="http://schemas.openxmlformats.org/drawingml/2006/main">
            <a:srgbClr val="E6E7E5">
              <a:alpha val="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03C8F-FC74-4676-9E0A-554B5830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347" y="3499510"/>
            <a:ext cx="11093" cy="6471"/>
          </a:xfrm>
          <a:custGeom xmlns:a="http://schemas.openxmlformats.org/drawingml/2006/main">
            <a:pathLst>
              <a:path w="11093" h="6471">
                <a:moveTo>
                  <a:pt x="11093" y="6471"/>
                </a:moveTo>
                <a:cubicBezTo>
                  <a:pt x="10477" y="6471"/>
                  <a:pt x="9861" y="6471"/>
                  <a:pt x="9244" y="6471"/>
                </a:cubicBezTo>
                <a:cubicBezTo>
                  <a:pt x="6163" y="4314"/>
                  <a:pt x="3081" y="2157"/>
                  <a:pt x="0" y="0"/>
                </a:cubicBezTo>
                <a:cubicBezTo>
                  <a:pt x="4576" y="744"/>
                  <a:pt x="8274" y="2901"/>
                  <a:pt x="11093" y="6471"/>
                </a:cubicBezTo>
                <a:close/>
              </a:path>
            </a:pathLst>
          </a:custGeom>
          <a:solidFill xmlns:a="http://schemas.openxmlformats.org/drawingml/2006/main">
            <a:srgbClr val="F2F3F1">
              <a:alpha val="2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379F2-B4A1-49A4-8AA1-EA914F6A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481" y="3493963"/>
            <a:ext cx="13867" cy="5547"/>
          </a:xfrm>
          <a:custGeom xmlns:a="http://schemas.openxmlformats.org/drawingml/2006/main">
            <a:pathLst>
              <a:path w="13867" h="5547">
                <a:moveTo>
                  <a:pt x="13867" y="5547"/>
                </a:moveTo>
                <a:cubicBezTo>
                  <a:pt x="10785" y="4622"/>
                  <a:pt x="7703" y="3698"/>
                  <a:pt x="4622" y="2773"/>
                </a:cubicBezTo>
                <a:cubicBezTo>
                  <a:pt x="3169" y="1676"/>
                  <a:pt x="1628" y="752"/>
                  <a:pt x="0" y="0"/>
                </a:cubicBezTo>
                <a:cubicBezTo>
                  <a:pt x="5182" y="593"/>
                  <a:pt x="9805" y="2441"/>
                  <a:pt x="13867" y="5547"/>
                </a:cubicBezTo>
                <a:close/>
              </a:path>
            </a:pathLst>
          </a:custGeom>
          <a:solidFill xmlns:a="http://schemas.openxmlformats.org/drawingml/2006/main">
            <a:srgbClr val="F5F5F5">
              <a:alpha val="3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1CC78-E85B-4EBA-85D4-E011662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770" y="3491190"/>
            <a:ext cx="24960" cy="7396"/>
          </a:xfrm>
          <a:custGeom xmlns:a="http://schemas.openxmlformats.org/drawingml/2006/main">
            <a:pathLst>
              <a:path w="24960" h="7396">
                <a:moveTo>
                  <a:pt x="0" y="7396"/>
                </a:moveTo>
                <a:cubicBezTo>
                  <a:pt x="7559" y="2804"/>
                  <a:pt x="15879" y="338"/>
                  <a:pt x="24960" y="0"/>
                </a:cubicBezTo>
                <a:cubicBezTo>
                  <a:pt x="20915" y="1088"/>
                  <a:pt x="16910" y="2321"/>
                  <a:pt x="12942" y="3698"/>
                </a:cubicBezTo>
                <a:cubicBezTo>
                  <a:pt x="8575" y="4742"/>
                  <a:pt x="4261" y="5976"/>
                  <a:pt x="0" y="7396"/>
                </a:cubicBezTo>
                <a:close/>
              </a:path>
            </a:pathLst>
          </a:custGeom>
          <a:solidFill xmlns:a="http://schemas.openxmlformats.org/drawingml/2006/main">
            <a:srgbClr val="DFE2E1">
              <a:alpha val="2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F1A5F-1AD1-49BC-BF02-410E6C57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085" y="3491924"/>
            <a:ext cx="7396" cy="2039"/>
          </a:xfrm>
          <a:custGeom xmlns:a="http://schemas.openxmlformats.org/drawingml/2006/main">
            <a:pathLst>
              <a:path w="7396" h="2039">
                <a:moveTo>
                  <a:pt x="7396" y="2039"/>
                </a:moveTo>
                <a:cubicBezTo>
                  <a:pt x="4689" y="1979"/>
                  <a:pt x="2223" y="1363"/>
                  <a:pt x="0" y="190"/>
                </a:cubicBezTo>
                <a:cubicBezTo>
                  <a:pt x="2769" y="0"/>
                  <a:pt x="5234" y="616"/>
                  <a:pt x="7396" y="2039"/>
                </a:cubicBezTo>
                <a:close/>
              </a:path>
            </a:pathLst>
          </a:custGeom>
          <a:solidFill xmlns:a="http://schemas.openxmlformats.org/drawingml/2006/main">
            <a:srgbClr val="F7F8F7">
              <a:alpha val="2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EF3B7-DFA9-45A0-8197-B048AB86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54" y="3489150"/>
            <a:ext cx="24960" cy="2040"/>
          </a:xfrm>
          <a:custGeom xmlns:a="http://schemas.openxmlformats.org/drawingml/2006/main">
            <a:pathLst>
              <a:path w="24960" h="2040">
                <a:moveTo>
                  <a:pt x="24960" y="2040"/>
                </a:moveTo>
                <a:cubicBezTo>
                  <a:pt x="16640" y="2040"/>
                  <a:pt x="8320" y="2040"/>
                  <a:pt x="0" y="2040"/>
                </a:cubicBezTo>
                <a:cubicBezTo>
                  <a:pt x="4220" y="617"/>
                  <a:pt x="8688" y="0"/>
                  <a:pt x="13404" y="191"/>
                </a:cubicBezTo>
                <a:cubicBezTo>
                  <a:pt x="16640" y="346"/>
                  <a:pt x="19875" y="499"/>
                  <a:pt x="23111" y="654"/>
                </a:cubicBezTo>
                <a:cubicBezTo>
                  <a:pt x="23958" y="911"/>
                  <a:pt x="24573" y="1373"/>
                  <a:pt x="24960" y="2040"/>
                </a:cubicBezTo>
                <a:close/>
              </a:path>
            </a:pathLst>
          </a:custGeom>
          <a:solidFill xmlns:a="http://schemas.openxmlformats.org/drawingml/2006/main">
            <a:srgbClr val="E4E7E8">
              <a:alpha val="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7B8E9-6F56-4BC7-B065-DAA907AA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284" y="3505553"/>
            <a:ext cx="18933" cy="11581"/>
          </a:xfrm>
          <a:custGeom xmlns:a="http://schemas.openxmlformats.org/drawingml/2006/main">
            <a:pathLst>
              <a:path w="18933" h="11581">
                <a:moveTo>
                  <a:pt x="18933" y="6909"/>
                </a:moveTo>
                <a:cubicBezTo>
                  <a:pt x="15781" y="5459"/>
                  <a:pt x="12711" y="3797"/>
                  <a:pt x="9721" y="1919"/>
                </a:cubicBezTo>
                <a:cubicBezTo>
                  <a:pt x="3122" y="2195"/>
                  <a:pt x="1075" y="5394"/>
                  <a:pt x="3580" y="11515"/>
                </a:cubicBezTo>
                <a:cubicBezTo>
                  <a:pt x="2816" y="11581"/>
                  <a:pt x="2176" y="11324"/>
                  <a:pt x="1661" y="10747"/>
                </a:cubicBezTo>
                <a:cubicBezTo>
                  <a:pt x="0" y="4951"/>
                  <a:pt x="2047" y="1369"/>
                  <a:pt x="7802" y="0"/>
                </a:cubicBezTo>
                <a:cubicBezTo>
                  <a:pt x="12256" y="1284"/>
                  <a:pt x="15966" y="3587"/>
                  <a:pt x="18933" y="6909"/>
                </a:cubicBezTo>
                <a:close/>
              </a:path>
            </a:pathLst>
          </a:custGeom>
          <a:solidFill xmlns:a="http://schemas.openxmlformats.org/drawingml/2006/main">
            <a:srgbClr val="F7F7F8">
              <a:alpha val="1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FCA70-2C68-4A05-9CA2-CB4A5202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217" y="3512462"/>
            <a:ext cx="13918" cy="8444"/>
          </a:xfrm>
          <a:custGeom xmlns:a="http://schemas.openxmlformats.org/drawingml/2006/main">
            <a:pathLst>
              <a:path w="13918" h="8444">
                <a:moveTo>
                  <a:pt x="0" y="0"/>
                </a:moveTo>
                <a:cubicBezTo>
                  <a:pt x="4398" y="2073"/>
                  <a:pt x="8747" y="4376"/>
                  <a:pt x="13050" y="6909"/>
                </a:cubicBezTo>
                <a:cubicBezTo>
                  <a:pt x="13662" y="7260"/>
                  <a:pt x="13918" y="7772"/>
                  <a:pt x="13818" y="8444"/>
                </a:cubicBezTo>
                <a:cubicBezTo>
                  <a:pt x="8803" y="6232"/>
                  <a:pt x="4197" y="3418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13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5D698-558D-415E-BFE0-979093D2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865" y="3517067"/>
            <a:ext cx="2303" cy="2303"/>
          </a:xfrm>
          <a:custGeom xmlns:a="http://schemas.openxmlformats.org/drawingml/2006/main">
            <a:pathLst>
              <a:path w="2303" h="2303">
                <a:moveTo>
                  <a:pt x="0" y="0"/>
                </a:moveTo>
                <a:cubicBezTo>
                  <a:pt x="1023" y="512"/>
                  <a:pt x="1791" y="1280"/>
                  <a:pt x="2303" y="2303"/>
                </a:cubicBezTo>
                <a:cubicBezTo>
                  <a:pt x="768" y="2303"/>
                  <a:pt x="0" y="153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5F5F6">
              <a:alpha val="25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A186E-366D-46C1-AFE1-C5D3D96D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976" y="3507472"/>
            <a:ext cx="60335" cy="66301"/>
          </a:xfrm>
          <a:custGeom xmlns:a="http://schemas.openxmlformats.org/drawingml/2006/main">
            <a:pathLst>
              <a:path w="60335" h="66301">
                <a:moveTo>
                  <a:pt x="32241" y="4990"/>
                </a:moveTo>
                <a:cubicBezTo>
                  <a:pt x="36438" y="8408"/>
                  <a:pt x="41043" y="11222"/>
                  <a:pt x="46058" y="13434"/>
                </a:cubicBezTo>
                <a:cubicBezTo>
                  <a:pt x="49587" y="16229"/>
                  <a:pt x="53425" y="18660"/>
                  <a:pt x="57573" y="20726"/>
                </a:cubicBezTo>
                <a:cubicBezTo>
                  <a:pt x="59695" y="23025"/>
                  <a:pt x="60335" y="25712"/>
                  <a:pt x="59492" y="28786"/>
                </a:cubicBezTo>
                <a:cubicBezTo>
                  <a:pt x="58128" y="30751"/>
                  <a:pt x="56977" y="32798"/>
                  <a:pt x="56038" y="34928"/>
                </a:cubicBezTo>
                <a:cubicBezTo>
                  <a:pt x="54685" y="35513"/>
                  <a:pt x="53917" y="36537"/>
                  <a:pt x="53735" y="37998"/>
                </a:cubicBezTo>
                <a:cubicBezTo>
                  <a:pt x="52382" y="38583"/>
                  <a:pt x="51615" y="39607"/>
                  <a:pt x="51432" y="41069"/>
                </a:cubicBezTo>
                <a:cubicBezTo>
                  <a:pt x="47731" y="45397"/>
                  <a:pt x="44405" y="50003"/>
                  <a:pt x="41453" y="54886"/>
                </a:cubicBezTo>
                <a:cubicBezTo>
                  <a:pt x="40100" y="55471"/>
                  <a:pt x="39332" y="56495"/>
                  <a:pt x="39150" y="57957"/>
                </a:cubicBezTo>
                <a:cubicBezTo>
                  <a:pt x="37281" y="60212"/>
                  <a:pt x="35234" y="62387"/>
                  <a:pt x="33009" y="64482"/>
                </a:cubicBezTo>
                <a:cubicBezTo>
                  <a:pt x="26049" y="66301"/>
                  <a:pt x="23107" y="63614"/>
                  <a:pt x="24181" y="56422"/>
                </a:cubicBezTo>
                <a:cubicBezTo>
                  <a:pt x="27576" y="51927"/>
                  <a:pt x="30775" y="47321"/>
                  <a:pt x="33776" y="42604"/>
                </a:cubicBezTo>
                <a:cubicBezTo>
                  <a:pt x="34908" y="41885"/>
                  <a:pt x="35675" y="40861"/>
                  <a:pt x="36079" y="39533"/>
                </a:cubicBezTo>
                <a:cubicBezTo>
                  <a:pt x="36645" y="38148"/>
                  <a:pt x="37412" y="36869"/>
                  <a:pt x="38382" y="35695"/>
                </a:cubicBezTo>
                <a:cubicBezTo>
                  <a:pt x="36834" y="34779"/>
                  <a:pt x="35299" y="34779"/>
                  <a:pt x="33776" y="35695"/>
                </a:cubicBezTo>
                <a:cubicBezTo>
                  <a:pt x="31806" y="35865"/>
                  <a:pt x="30014" y="36377"/>
                  <a:pt x="28403" y="37231"/>
                </a:cubicBezTo>
                <a:cubicBezTo>
                  <a:pt x="27219" y="37845"/>
                  <a:pt x="25940" y="38101"/>
                  <a:pt x="24564" y="37998"/>
                </a:cubicBezTo>
                <a:cubicBezTo>
                  <a:pt x="23104" y="38225"/>
                  <a:pt x="21824" y="38737"/>
                  <a:pt x="20726" y="39533"/>
                </a:cubicBezTo>
                <a:cubicBezTo>
                  <a:pt x="17019" y="40993"/>
                  <a:pt x="13180" y="42272"/>
                  <a:pt x="9212" y="43372"/>
                </a:cubicBezTo>
                <a:cubicBezTo>
                  <a:pt x="7172" y="43706"/>
                  <a:pt x="5380" y="44473"/>
                  <a:pt x="3838" y="45675"/>
                </a:cubicBezTo>
                <a:cubicBezTo>
                  <a:pt x="3294" y="46369"/>
                  <a:pt x="2526" y="46624"/>
                  <a:pt x="1535" y="46442"/>
                </a:cubicBezTo>
                <a:cubicBezTo>
                  <a:pt x="1023" y="46442"/>
                  <a:pt x="512" y="46442"/>
                  <a:pt x="0" y="46442"/>
                </a:cubicBezTo>
                <a:cubicBezTo>
                  <a:pt x="3825" y="44175"/>
                  <a:pt x="7919" y="42256"/>
                  <a:pt x="12282" y="40685"/>
                </a:cubicBezTo>
                <a:cubicBezTo>
                  <a:pt x="10610" y="40346"/>
                  <a:pt x="10098" y="39578"/>
                  <a:pt x="10747" y="38382"/>
                </a:cubicBezTo>
                <a:cubicBezTo>
                  <a:pt x="10363" y="37998"/>
                  <a:pt x="9979" y="37614"/>
                  <a:pt x="9595" y="37231"/>
                </a:cubicBezTo>
                <a:cubicBezTo>
                  <a:pt x="9093" y="38149"/>
                  <a:pt x="8710" y="38149"/>
                  <a:pt x="8444" y="37231"/>
                </a:cubicBezTo>
                <a:cubicBezTo>
                  <a:pt x="9327" y="35066"/>
                  <a:pt x="10222" y="34809"/>
                  <a:pt x="11131" y="36463"/>
                </a:cubicBezTo>
                <a:cubicBezTo>
                  <a:pt x="11502" y="35735"/>
                  <a:pt x="11629" y="34968"/>
                  <a:pt x="11515" y="34160"/>
                </a:cubicBezTo>
                <a:cubicBezTo>
                  <a:pt x="9038" y="33461"/>
                  <a:pt x="6735" y="32438"/>
                  <a:pt x="4606" y="31089"/>
                </a:cubicBezTo>
                <a:cubicBezTo>
                  <a:pt x="5367" y="31221"/>
                  <a:pt x="5879" y="30965"/>
                  <a:pt x="6141" y="30322"/>
                </a:cubicBezTo>
                <a:cubicBezTo>
                  <a:pt x="8400" y="29953"/>
                  <a:pt x="10448" y="29186"/>
                  <a:pt x="12282" y="28019"/>
                </a:cubicBezTo>
                <a:cubicBezTo>
                  <a:pt x="13273" y="28201"/>
                  <a:pt x="14041" y="27945"/>
                  <a:pt x="14585" y="27251"/>
                </a:cubicBezTo>
                <a:cubicBezTo>
                  <a:pt x="14841" y="27251"/>
                  <a:pt x="15097" y="27251"/>
                  <a:pt x="15353" y="27251"/>
                </a:cubicBezTo>
                <a:cubicBezTo>
                  <a:pt x="20382" y="26000"/>
                  <a:pt x="25244" y="24465"/>
                  <a:pt x="29938" y="22645"/>
                </a:cubicBezTo>
                <a:cubicBezTo>
                  <a:pt x="30706" y="22645"/>
                  <a:pt x="31473" y="22645"/>
                  <a:pt x="32241" y="22645"/>
                </a:cubicBezTo>
                <a:cubicBezTo>
                  <a:pt x="34171" y="21601"/>
                  <a:pt x="33916" y="20834"/>
                  <a:pt x="31473" y="20342"/>
                </a:cubicBezTo>
                <a:cubicBezTo>
                  <a:pt x="29711" y="19594"/>
                  <a:pt x="28176" y="18571"/>
                  <a:pt x="26867" y="17272"/>
                </a:cubicBezTo>
                <a:cubicBezTo>
                  <a:pt x="24967" y="15168"/>
                  <a:pt x="22665" y="13633"/>
                  <a:pt x="19959" y="12666"/>
                </a:cubicBezTo>
                <a:cubicBezTo>
                  <a:pt x="19447" y="12666"/>
                  <a:pt x="19191" y="12410"/>
                  <a:pt x="19191" y="11898"/>
                </a:cubicBezTo>
                <a:cubicBezTo>
                  <a:pt x="18679" y="10875"/>
                  <a:pt x="17911" y="10108"/>
                  <a:pt x="16888" y="9595"/>
                </a:cubicBezTo>
                <a:cubicBezTo>
                  <a:pt x="14382" y="3475"/>
                  <a:pt x="16430" y="276"/>
                  <a:pt x="23029" y="0"/>
                </a:cubicBezTo>
                <a:cubicBezTo>
                  <a:pt x="26018" y="1878"/>
                  <a:pt x="29089" y="3540"/>
                  <a:pt x="32241" y="4990"/>
                </a:cubicBezTo>
                <a:close/>
              </a:path>
            </a:pathLst>
          </a:custGeom>
          <a:solidFill xmlns:a="http://schemas.openxmlformats.org/drawingml/2006/main">
            <a:srgbClr val="20384E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9211C-F939-4463-A15E-FC48A53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935" y="3520138"/>
            <a:ext cx="6909" cy="4720"/>
          </a:xfrm>
          <a:custGeom xmlns:a="http://schemas.openxmlformats.org/drawingml/2006/main">
            <a:pathLst>
              <a:path w="6909" h="4720">
                <a:moveTo>
                  <a:pt x="0" y="0"/>
                </a:moveTo>
                <a:cubicBezTo>
                  <a:pt x="2706" y="966"/>
                  <a:pt x="5009" y="2502"/>
                  <a:pt x="6909" y="4606"/>
                </a:cubicBezTo>
                <a:cubicBezTo>
                  <a:pt x="6101" y="4720"/>
                  <a:pt x="5334" y="4593"/>
                  <a:pt x="4606" y="4222"/>
                </a:cubicBezTo>
                <a:cubicBezTo>
                  <a:pt x="2812" y="2968"/>
                  <a:pt x="1277" y="1561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6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28145-B937-4386-BFD9-95EE4E94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255" y="3524657"/>
            <a:ext cx="5373" cy="1622"/>
          </a:xfrm>
          <a:custGeom xmlns:a="http://schemas.openxmlformats.org/drawingml/2006/main">
            <a:pathLst>
              <a:path w="5373" h="1622">
                <a:moveTo>
                  <a:pt x="5373" y="1622"/>
                </a:moveTo>
                <a:cubicBezTo>
                  <a:pt x="3583" y="1622"/>
                  <a:pt x="1791" y="1622"/>
                  <a:pt x="0" y="1622"/>
                </a:cubicBezTo>
                <a:cubicBezTo>
                  <a:pt x="487" y="511"/>
                  <a:pt x="1383" y="0"/>
                  <a:pt x="2687" y="87"/>
                </a:cubicBezTo>
                <a:cubicBezTo>
                  <a:pt x="3991" y="0"/>
                  <a:pt x="4887" y="511"/>
                  <a:pt x="5373" y="1622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3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64E43-45AB-4A96-A185-951917A4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35" y="3520906"/>
            <a:ext cx="15766" cy="21494"/>
          </a:xfrm>
          <a:custGeom xmlns:a="http://schemas.openxmlformats.org/drawingml/2006/main">
            <a:pathLst>
              <a:path w="15766" h="21494">
                <a:moveTo>
                  <a:pt x="0" y="0"/>
                </a:moveTo>
                <a:cubicBezTo>
                  <a:pt x="5314" y="1739"/>
                  <a:pt x="10048" y="4554"/>
                  <a:pt x="14201" y="8444"/>
                </a:cubicBezTo>
                <a:cubicBezTo>
                  <a:pt x="15766" y="13897"/>
                  <a:pt x="14358" y="18248"/>
                  <a:pt x="9979" y="21494"/>
                </a:cubicBezTo>
                <a:cubicBezTo>
                  <a:pt x="10918" y="19364"/>
                  <a:pt x="12070" y="17317"/>
                  <a:pt x="13434" y="15353"/>
                </a:cubicBezTo>
                <a:cubicBezTo>
                  <a:pt x="14277" y="12278"/>
                  <a:pt x="13637" y="9592"/>
                  <a:pt x="11515" y="7293"/>
                </a:cubicBezTo>
                <a:cubicBezTo>
                  <a:pt x="7367" y="5226"/>
                  <a:pt x="3529" y="2796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14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3A266-A84F-4754-AC9D-BC588A67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14" y="3526123"/>
            <a:ext cx="5373" cy="10969"/>
          </a:xfrm>
          <a:custGeom xmlns:a="http://schemas.openxmlformats.org/drawingml/2006/main">
            <a:pathLst>
              <a:path w="5373" h="10969">
                <a:moveTo>
                  <a:pt x="5373" y="156"/>
                </a:moveTo>
                <a:cubicBezTo>
                  <a:pt x="1941" y="3203"/>
                  <a:pt x="1429" y="6785"/>
                  <a:pt x="3838" y="10903"/>
                </a:cubicBezTo>
                <a:cubicBezTo>
                  <a:pt x="3074" y="10969"/>
                  <a:pt x="2434" y="10712"/>
                  <a:pt x="1919" y="10135"/>
                </a:cubicBezTo>
                <a:cubicBezTo>
                  <a:pt x="1740" y="8385"/>
                  <a:pt x="1101" y="6850"/>
                  <a:pt x="0" y="5529"/>
                </a:cubicBezTo>
                <a:cubicBezTo>
                  <a:pt x="1003" y="4445"/>
                  <a:pt x="1643" y="3166"/>
                  <a:pt x="1919" y="1691"/>
                </a:cubicBezTo>
                <a:cubicBezTo>
                  <a:pt x="2771" y="511"/>
                  <a:pt x="3923" y="0"/>
                  <a:pt x="5373" y="156"/>
                </a:cubicBezTo>
                <a:close/>
              </a:path>
            </a:pathLst>
          </a:custGeom>
          <a:solidFill xmlns:a="http://schemas.openxmlformats.org/drawingml/2006/main">
            <a:srgbClr val="F0F1F3">
              <a:alpha val="12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03DE9-2432-4AD8-90DA-494EEFB7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628" y="3526138"/>
            <a:ext cx="23029" cy="3212"/>
          </a:xfrm>
          <a:custGeom xmlns:a="http://schemas.openxmlformats.org/drawingml/2006/main">
            <a:pathLst>
              <a:path w="23029" h="3212">
                <a:moveTo>
                  <a:pt x="0" y="141"/>
                </a:moveTo>
                <a:cubicBezTo>
                  <a:pt x="6429" y="0"/>
                  <a:pt x="12826" y="384"/>
                  <a:pt x="19191" y="1293"/>
                </a:cubicBezTo>
                <a:cubicBezTo>
                  <a:pt x="20844" y="1369"/>
                  <a:pt x="22123" y="2009"/>
                  <a:pt x="23029" y="3212"/>
                </a:cubicBezTo>
                <a:cubicBezTo>
                  <a:pt x="15265" y="2050"/>
                  <a:pt x="7588" y="1026"/>
                  <a:pt x="0" y="141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28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BCDE4-C9C2-40C9-B786-FFBB171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450" y="3527814"/>
            <a:ext cx="2698" cy="2303"/>
          </a:xfrm>
          <a:custGeom xmlns:a="http://schemas.openxmlformats.org/drawingml/2006/main">
            <a:pathLst>
              <a:path w="2698" h="2303">
                <a:moveTo>
                  <a:pt x="0" y="0"/>
                </a:moveTo>
                <a:cubicBezTo>
                  <a:pt x="2443" y="491"/>
                  <a:pt x="2698" y="1259"/>
                  <a:pt x="768" y="2303"/>
                </a:cubicBezTo>
                <a:cubicBezTo>
                  <a:pt x="724" y="1452"/>
                  <a:pt x="468" y="684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3F3F4">
              <a:alpha val="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3C3D9-1CB9-44A2-A6D8-FDEE289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542" y="3526279"/>
            <a:ext cx="125232" cy="63714"/>
          </a:xfrm>
          <a:custGeom xmlns:a="http://schemas.openxmlformats.org/drawingml/2006/main">
            <a:pathLst>
              <a:path w="125232" h="63714">
                <a:moveTo>
                  <a:pt x="3945" y="0"/>
                </a:moveTo>
                <a:cubicBezTo>
                  <a:pt x="4201" y="0"/>
                  <a:pt x="4457" y="0"/>
                  <a:pt x="4713" y="0"/>
                </a:cubicBezTo>
                <a:cubicBezTo>
                  <a:pt x="6503" y="0"/>
                  <a:pt x="8295" y="0"/>
                  <a:pt x="10086" y="0"/>
                </a:cubicBezTo>
                <a:cubicBezTo>
                  <a:pt x="17674" y="885"/>
                  <a:pt x="25351" y="1909"/>
                  <a:pt x="33115" y="3071"/>
                </a:cubicBezTo>
                <a:cubicBezTo>
                  <a:pt x="33371" y="3071"/>
                  <a:pt x="33627" y="3071"/>
                  <a:pt x="33883" y="3071"/>
                </a:cubicBezTo>
                <a:cubicBezTo>
                  <a:pt x="38064" y="4435"/>
                  <a:pt x="42414" y="5458"/>
                  <a:pt x="46933" y="6141"/>
                </a:cubicBezTo>
                <a:cubicBezTo>
                  <a:pt x="58939" y="9976"/>
                  <a:pt x="70710" y="14582"/>
                  <a:pt x="82244" y="19959"/>
                </a:cubicBezTo>
                <a:cubicBezTo>
                  <a:pt x="97914" y="28046"/>
                  <a:pt x="112243" y="38026"/>
                  <a:pt x="125232" y="49897"/>
                </a:cubicBezTo>
                <a:cubicBezTo>
                  <a:pt x="124467" y="49831"/>
                  <a:pt x="123828" y="50087"/>
                  <a:pt x="123313" y="50664"/>
                </a:cubicBezTo>
                <a:cubicBezTo>
                  <a:pt x="123223" y="48262"/>
                  <a:pt x="122072" y="47367"/>
                  <a:pt x="119858" y="47977"/>
                </a:cubicBezTo>
                <a:cubicBezTo>
                  <a:pt x="120114" y="48233"/>
                  <a:pt x="120370" y="48490"/>
                  <a:pt x="120626" y="48745"/>
                </a:cubicBezTo>
                <a:cubicBezTo>
                  <a:pt x="120017" y="49578"/>
                  <a:pt x="119505" y="50474"/>
                  <a:pt x="119091" y="51432"/>
                </a:cubicBezTo>
                <a:cubicBezTo>
                  <a:pt x="118244" y="51814"/>
                  <a:pt x="117476" y="52070"/>
                  <a:pt x="116788" y="52200"/>
                </a:cubicBezTo>
                <a:cubicBezTo>
                  <a:pt x="117423" y="54073"/>
                  <a:pt x="117423" y="55736"/>
                  <a:pt x="116788" y="57189"/>
                </a:cubicBezTo>
                <a:cubicBezTo>
                  <a:pt x="118992" y="59264"/>
                  <a:pt x="121039" y="61439"/>
                  <a:pt x="122929" y="63714"/>
                </a:cubicBezTo>
                <a:cubicBezTo>
                  <a:pt x="122417" y="63714"/>
                  <a:pt x="121906" y="63714"/>
                  <a:pt x="121394" y="63714"/>
                </a:cubicBezTo>
                <a:cubicBezTo>
                  <a:pt x="120882" y="62691"/>
                  <a:pt x="120114" y="61923"/>
                  <a:pt x="119091" y="61411"/>
                </a:cubicBezTo>
                <a:cubicBezTo>
                  <a:pt x="117503" y="59052"/>
                  <a:pt x="115455" y="57261"/>
                  <a:pt x="112950" y="56038"/>
                </a:cubicBezTo>
                <a:cubicBezTo>
                  <a:pt x="110958" y="53254"/>
                  <a:pt x="108399" y="51208"/>
                  <a:pt x="105273" y="49897"/>
                </a:cubicBezTo>
                <a:cubicBezTo>
                  <a:pt x="104688" y="48544"/>
                  <a:pt x="103664" y="47776"/>
                  <a:pt x="102203" y="47594"/>
                </a:cubicBezTo>
                <a:cubicBezTo>
                  <a:pt x="99719" y="45063"/>
                  <a:pt x="96904" y="42888"/>
                  <a:pt x="93759" y="41069"/>
                </a:cubicBezTo>
                <a:cubicBezTo>
                  <a:pt x="88903" y="37874"/>
                  <a:pt x="83785" y="35187"/>
                  <a:pt x="78406" y="33009"/>
                </a:cubicBezTo>
                <a:cubicBezTo>
                  <a:pt x="72723" y="29403"/>
                  <a:pt x="66582" y="26588"/>
                  <a:pt x="59983" y="24564"/>
                </a:cubicBezTo>
                <a:cubicBezTo>
                  <a:pt x="57452" y="22952"/>
                  <a:pt x="54638" y="21928"/>
                  <a:pt x="51539" y="21494"/>
                </a:cubicBezTo>
                <a:cubicBezTo>
                  <a:pt x="46435" y="19253"/>
                  <a:pt x="41061" y="17590"/>
                  <a:pt x="35418" y="16504"/>
                </a:cubicBezTo>
                <a:cubicBezTo>
                  <a:pt x="24333" y="14685"/>
                  <a:pt x="13330" y="12766"/>
                  <a:pt x="2410" y="10747"/>
                </a:cubicBezTo>
                <a:cubicBezTo>
                  <a:pt x="0" y="6629"/>
                  <a:pt x="512" y="3048"/>
                  <a:pt x="3945" y="0"/>
                </a:cubicBezTo>
                <a:close/>
              </a:path>
            </a:pathLst>
          </a:custGeom>
          <a:solidFill xmlns:a="http://schemas.openxmlformats.org/drawingml/2006/main">
            <a:srgbClr val="1E354B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A1F1D-F1EE-4CAD-AAFF-295AB489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425" y="3529338"/>
            <a:ext cx="13050" cy="3082"/>
          </a:xfrm>
          <a:custGeom xmlns:a="http://schemas.openxmlformats.org/drawingml/2006/main">
            <a:pathLst>
              <a:path w="13050" h="3082">
                <a:moveTo>
                  <a:pt x="0" y="12"/>
                </a:moveTo>
                <a:cubicBezTo>
                  <a:pt x="3117" y="0"/>
                  <a:pt x="6187" y="384"/>
                  <a:pt x="9212" y="1163"/>
                </a:cubicBezTo>
                <a:cubicBezTo>
                  <a:pt x="10864" y="1239"/>
                  <a:pt x="12143" y="1879"/>
                  <a:pt x="13050" y="3082"/>
                </a:cubicBezTo>
                <a:cubicBezTo>
                  <a:pt x="8532" y="2399"/>
                  <a:pt x="4181" y="1376"/>
                  <a:pt x="0" y="12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13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596B6-5A97-4496-86DF-7BB8A25B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329" y="3530117"/>
            <a:ext cx="14585" cy="4606"/>
          </a:xfrm>
          <a:custGeom xmlns:a="http://schemas.openxmlformats.org/drawingml/2006/main">
            <a:pathLst>
              <a:path w="14585" h="4606">
                <a:moveTo>
                  <a:pt x="14585" y="0"/>
                </a:moveTo>
                <a:cubicBezTo>
                  <a:pt x="9891" y="1819"/>
                  <a:pt x="5029" y="3355"/>
                  <a:pt x="0" y="4606"/>
                </a:cubicBezTo>
                <a:cubicBezTo>
                  <a:pt x="292" y="3507"/>
                  <a:pt x="1060" y="2868"/>
                  <a:pt x="2303" y="2687"/>
                </a:cubicBezTo>
                <a:cubicBezTo>
                  <a:pt x="6289" y="1307"/>
                  <a:pt x="10382" y="411"/>
                  <a:pt x="14585" y="0"/>
                </a:cubicBezTo>
                <a:close/>
              </a:path>
            </a:pathLst>
          </a:custGeom>
          <a:solidFill xmlns:a="http://schemas.openxmlformats.org/drawingml/2006/main">
            <a:srgbClr val="F4F5F6">
              <a:alpha val="11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B2599-8B1E-41CE-BFF7-CFD3F03B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9" y="3533956"/>
            <a:ext cx="2353" cy="1717"/>
          </a:xfrm>
          <a:custGeom xmlns:a="http://schemas.openxmlformats.org/drawingml/2006/main">
            <a:pathLst>
              <a:path w="2353" h="1717">
                <a:moveTo>
                  <a:pt x="2303" y="768"/>
                </a:moveTo>
                <a:cubicBezTo>
                  <a:pt x="1759" y="1462"/>
                  <a:pt x="991" y="1717"/>
                  <a:pt x="0" y="1535"/>
                </a:cubicBezTo>
                <a:cubicBezTo>
                  <a:pt x="516" y="946"/>
                  <a:pt x="1155" y="434"/>
                  <a:pt x="1919" y="0"/>
                </a:cubicBezTo>
                <a:cubicBezTo>
                  <a:pt x="2225" y="175"/>
                  <a:pt x="2353" y="431"/>
                  <a:pt x="2303" y="768"/>
                </a:cubicBezTo>
                <a:close/>
              </a:path>
            </a:pathLst>
          </a:custGeom>
          <a:solidFill xmlns:a="http://schemas.openxmlformats.org/drawingml/2006/main">
            <a:srgbClr val="FAFAFA">
              <a:alpha val="57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5BC46-05A0-4411-8B10-582AF66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118" y="3535372"/>
            <a:ext cx="6141" cy="2422"/>
          </a:xfrm>
          <a:custGeom xmlns:a="http://schemas.openxmlformats.org/drawingml/2006/main">
            <a:pathLst>
              <a:path w="6141" h="2422">
                <a:moveTo>
                  <a:pt x="6141" y="119"/>
                </a:moveTo>
                <a:cubicBezTo>
                  <a:pt x="4306" y="1286"/>
                  <a:pt x="2259" y="2053"/>
                  <a:pt x="0" y="2422"/>
                </a:cubicBezTo>
                <a:cubicBezTo>
                  <a:pt x="1625" y="768"/>
                  <a:pt x="3672" y="0"/>
                  <a:pt x="6141" y="119"/>
                </a:cubicBezTo>
                <a:close/>
              </a:path>
            </a:pathLst>
          </a:custGeom>
          <a:solidFill xmlns:a="http://schemas.openxmlformats.org/drawingml/2006/main">
            <a:srgbClr val="F2F3F5">
              <a:alpha val="3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F6204-380B-4F29-B8B7-EFB71771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441" y="3537783"/>
            <a:ext cx="7676" cy="3081"/>
          </a:xfrm>
          <a:custGeom xmlns:a="http://schemas.openxmlformats.org/drawingml/2006/main">
            <a:pathLst>
              <a:path w="7676" h="3081">
                <a:moveTo>
                  <a:pt x="7676" y="11"/>
                </a:moveTo>
                <a:cubicBezTo>
                  <a:pt x="7414" y="654"/>
                  <a:pt x="6903" y="910"/>
                  <a:pt x="6141" y="778"/>
                </a:cubicBezTo>
                <a:cubicBezTo>
                  <a:pt x="4217" y="1847"/>
                  <a:pt x="2170" y="2615"/>
                  <a:pt x="0" y="3081"/>
                </a:cubicBezTo>
                <a:cubicBezTo>
                  <a:pt x="2066" y="1023"/>
                  <a:pt x="4625" y="0"/>
                  <a:pt x="7676" y="11"/>
                </a:cubicBezTo>
                <a:close/>
              </a:path>
            </a:pathLst>
          </a:custGeom>
          <a:solidFill xmlns:a="http://schemas.openxmlformats.org/drawingml/2006/main">
            <a:srgbClr val="F8F9F9">
              <a:alpha val="11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98D1C-10C0-464A-AF33-BAA3AA12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475" y="3532420"/>
            <a:ext cx="35412" cy="13818"/>
          </a:xfrm>
          <a:custGeom xmlns:a="http://schemas.openxmlformats.org/drawingml/2006/main">
            <a:pathLst>
              <a:path w="35412" h="13818">
                <a:moveTo>
                  <a:pt x="0" y="0"/>
                </a:moveTo>
                <a:cubicBezTo>
                  <a:pt x="5463" y="933"/>
                  <a:pt x="10837" y="2341"/>
                  <a:pt x="16120" y="4222"/>
                </a:cubicBezTo>
                <a:cubicBezTo>
                  <a:pt x="22203" y="6977"/>
                  <a:pt x="28344" y="9664"/>
                  <a:pt x="34544" y="12282"/>
                </a:cubicBezTo>
                <a:cubicBezTo>
                  <a:pt x="35156" y="12633"/>
                  <a:pt x="35412" y="13145"/>
                  <a:pt x="35311" y="13818"/>
                </a:cubicBezTo>
                <a:cubicBezTo>
                  <a:pt x="23778" y="8441"/>
                  <a:pt x="12007" y="383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F8F9">
              <a:alpha val="1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864CC-21F9-438D-9152-492D0BF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711" y="3542400"/>
            <a:ext cx="2619" cy="3071"/>
          </a:xfrm>
          <a:custGeom xmlns:a="http://schemas.openxmlformats.org/drawingml/2006/main">
            <a:pathLst>
              <a:path w="2619" h="3071">
                <a:moveTo>
                  <a:pt x="2303" y="0"/>
                </a:moveTo>
                <a:cubicBezTo>
                  <a:pt x="2619" y="1898"/>
                  <a:pt x="1852" y="2922"/>
                  <a:pt x="0" y="3071"/>
                </a:cubicBezTo>
                <a:cubicBezTo>
                  <a:pt x="183" y="1609"/>
                  <a:pt x="950" y="585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9FAFA">
              <a:alpha val="7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0AEE2-C202-4B63-B004-D098B86B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86" y="3537026"/>
            <a:ext cx="49195" cy="10747"/>
          </a:xfrm>
          <a:custGeom xmlns:a="http://schemas.openxmlformats.org/drawingml/2006/main">
            <a:pathLst>
              <a:path w="49195" h="10747">
                <a:moveTo>
                  <a:pt x="66" y="0"/>
                </a:moveTo>
                <a:cubicBezTo>
                  <a:pt x="10986" y="2019"/>
                  <a:pt x="21990" y="3938"/>
                  <a:pt x="33075" y="5757"/>
                </a:cubicBezTo>
                <a:cubicBezTo>
                  <a:pt x="38717" y="6844"/>
                  <a:pt x="44091" y="8506"/>
                  <a:pt x="49195" y="10747"/>
                </a:cubicBezTo>
                <a:cubicBezTo>
                  <a:pt x="42327" y="9141"/>
                  <a:pt x="35418" y="7478"/>
                  <a:pt x="28469" y="5757"/>
                </a:cubicBezTo>
                <a:cubicBezTo>
                  <a:pt x="19219" y="4673"/>
                  <a:pt x="10008" y="3393"/>
                  <a:pt x="834" y="1919"/>
                </a:cubicBezTo>
                <a:cubicBezTo>
                  <a:pt x="256" y="1404"/>
                  <a:pt x="0" y="765"/>
                  <a:pt x="66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1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B1BB2-A3B8-4260-96E4-BC252761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927" y="3540864"/>
            <a:ext cx="11515" cy="5373"/>
          </a:xfrm>
          <a:custGeom xmlns:a="http://schemas.openxmlformats.org/drawingml/2006/main">
            <a:pathLst>
              <a:path w="11515" h="5373">
                <a:moveTo>
                  <a:pt x="11515" y="0"/>
                </a:moveTo>
                <a:cubicBezTo>
                  <a:pt x="7821" y="1973"/>
                  <a:pt x="3983" y="3764"/>
                  <a:pt x="0" y="5373"/>
                </a:cubicBezTo>
                <a:cubicBezTo>
                  <a:pt x="3342" y="2549"/>
                  <a:pt x="7181" y="757"/>
                  <a:pt x="11515" y="0"/>
                </a:cubicBezTo>
                <a:close/>
              </a:path>
            </a:pathLst>
          </a:custGeom>
          <a:solidFill xmlns:a="http://schemas.openxmlformats.org/drawingml/2006/main">
            <a:srgbClr val="F2F3F5">
              <a:alpha val="1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77FF6-BEBB-4033-B737-22FD09E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379" y="3543167"/>
            <a:ext cx="5373" cy="1788"/>
          </a:xfrm>
          <a:custGeom xmlns:a="http://schemas.openxmlformats.org/drawingml/2006/main">
            <a:pathLst>
              <a:path w="5373" h="1788">
                <a:moveTo>
                  <a:pt x="5373" y="0"/>
                </a:moveTo>
                <a:cubicBezTo>
                  <a:pt x="3886" y="1277"/>
                  <a:pt x="2094" y="1788"/>
                  <a:pt x="0" y="1535"/>
                </a:cubicBezTo>
                <a:cubicBezTo>
                  <a:pt x="1611" y="682"/>
                  <a:pt x="3403" y="170"/>
                  <a:pt x="5373" y="0"/>
                </a:cubicBezTo>
                <a:close/>
              </a:path>
            </a:pathLst>
          </a:custGeom>
          <a:solidFill xmlns:a="http://schemas.openxmlformats.org/drawingml/2006/main">
            <a:srgbClr val="E8EAEE">
              <a:alpha val="7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AFC11-F550-44D6-BF4C-AE7B910E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08" y="3545470"/>
            <a:ext cx="2303" cy="3071"/>
          </a:xfrm>
          <a:custGeom xmlns:a="http://schemas.openxmlformats.org/drawingml/2006/main">
            <a:pathLst>
              <a:path w="2303" h="3071">
                <a:moveTo>
                  <a:pt x="2303" y="0"/>
                </a:moveTo>
                <a:cubicBezTo>
                  <a:pt x="2261" y="1637"/>
                  <a:pt x="1494" y="2660"/>
                  <a:pt x="0" y="3071"/>
                </a:cubicBezTo>
                <a:cubicBezTo>
                  <a:pt x="183" y="1609"/>
                  <a:pt x="950" y="585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0F1F3">
              <a:alpha val="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5FB08-06F2-4802-8C17-6362DBA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703" y="3545470"/>
            <a:ext cx="3838" cy="1827"/>
          </a:xfrm>
          <a:custGeom xmlns:a="http://schemas.openxmlformats.org/drawingml/2006/main">
            <a:pathLst>
              <a:path w="3838" h="1827">
                <a:moveTo>
                  <a:pt x="3838" y="0"/>
                </a:moveTo>
                <a:cubicBezTo>
                  <a:pt x="2967" y="1315"/>
                  <a:pt x="1687" y="1827"/>
                  <a:pt x="0" y="1535"/>
                </a:cubicBezTo>
                <a:cubicBezTo>
                  <a:pt x="1098" y="739"/>
                  <a:pt x="2377" y="227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F7F9F9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D7E78-3AF7-4300-A1AE-7D8C2D8F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753" y="3547005"/>
            <a:ext cx="2303" cy="3071"/>
          </a:xfrm>
          <a:custGeom xmlns:a="http://schemas.openxmlformats.org/drawingml/2006/main">
            <a:pathLst>
              <a:path w="2303" h="3071">
                <a:moveTo>
                  <a:pt x="2303" y="0"/>
                </a:moveTo>
                <a:cubicBezTo>
                  <a:pt x="1899" y="1328"/>
                  <a:pt x="1132" y="2352"/>
                  <a:pt x="0" y="3071"/>
                </a:cubicBezTo>
                <a:cubicBezTo>
                  <a:pt x="41" y="1434"/>
                  <a:pt x="809" y="411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4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41D17-6B32-4DE8-8B39-C720178E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787" y="3546238"/>
            <a:ext cx="56805" cy="42220"/>
          </a:xfrm>
          <a:custGeom xmlns:a="http://schemas.openxmlformats.org/drawingml/2006/main">
            <a:pathLst>
              <a:path w="56805" h="42220">
                <a:moveTo>
                  <a:pt x="0" y="0"/>
                </a:moveTo>
                <a:cubicBezTo>
                  <a:pt x="3322" y="510"/>
                  <a:pt x="6392" y="1662"/>
                  <a:pt x="9212" y="3454"/>
                </a:cubicBezTo>
                <a:cubicBezTo>
                  <a:pt x="24247" y="12638"/>
                  <a:pt x="38321" y="23128"/>
                  <a:pt x="51432" y="34928"/>
                </a:cubicBezTo>
                <a:cubicBezTo>
                  <a:pt x="53696" y="37033"/>
                  <a:pt x="55488" y="39464"/>
                  <a:pt x="56805" y="42220"/>
                </a:cubicBezTo>
                <a:cubicBezTo>
                  <a:pt x="52427" y="37841"/>
                  <a:pt x="47822" y="33747"/>
                  <a:pt x="42988" y="29938"/>
                </a:cubicBezTo>
                <a:cubicBezTo>
                  <a:pt x="29999" y="18067"/>
                  <a:pt x="15670" y="8088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9FAFB">
              <a:alpha val="1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FA24D-BA46-4374-A397-7097AE13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081" y="3547773"/>
            <a:ext cx="8444" cy="3071"/>
          </a:xfrm>
          <a:custGeom xmlns:a="http://schemas.openxmlformats.org/drawingml/2006/main">
            <a:pathLst>
              <a:path w="8444" h="3071">
                <a:moveTo>
                  <a:pt x="0" y="0"/>
                </a:moveTo>
                <a:cubicBezTo>
                  <a:pt x="3099" y="434"/>
                  <a:pt x="5913" y="1458"/>
                  <a:pt x="8444" y="3071"/>
                </a:cubicBezTo>
                <a:cubicBezTo>
                  <a:pt x="5241" y="2942"/>
                  <a:pt x="2426" y="1919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4F5F7">
              <a:alpha val="6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4FB01-6C23-4CDF-BF06-3895810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473" y="3546238"/>
            <a:ext cx="15453" cy="8444"/>
          </a:xfrm>
          <a:custGeom xmlns:a="http://schemas.openxmlformats.org/drawingml/2006/main">
            <a:pathLst>
              <a:path w="15453" h="8444">
                <a:moveTo>
                  <a:pt x="15453" y="0"/>
                </a:moveTo>
                <a:cubicBezTo>
                  <a:pt x="10342" y="2812"/>
                  <a:pt x="5224" y="5627"/>
                  <a:pt x="101" y="8444"/>
                </a:cubicBezTo>
                <a:cubicBezTo>
                  <a:pt x="0" y="7772"/>
                  <a:pt x="256" y="7260"/>
                  <a:pt x="868" y="6909"/>
                </a:cubicBezTo>
                <a:cubicBezTo>
                  <a:pt x="5476" y="3964"/>
                  <a:pt x="10338" y="1661"/>
                  <a:pt x="15453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10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82ACD-654C-451C-B7F2-4B73F6D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815" y="3550844"/>
            <a:ext cx="5373" cy="2303"/>
          </a:xfrm>
          <a:custGeom xmlns:a="http://schemas.openxmlformats.org/drawingml/2006/main">
            <a:pathLst>
              <a:path w="5373" h="2303">
                <a:moveTo>
                  <a:pt x="5373" y="0"/>
                </a:moveTo>
                <a:cubicBezTo>
                  <a:pt x="3976" y="1495"/>
                  <a:pt x="2185" y="2263"/>
                  <a:pt x="0" y="2303"/>
                </a:cubicBezTo>
                <a:cubicBezTo>
                  <a:pt x="1542" y="1102"/>
                  <a:pt x="3334" y="334"/>
                  <a:pt x="5373" y="0"/>
                </a:cubicBezTo>
                <a:close/>
              </a:path>
            </a:pathLst>
          </a:custGeom>
          <a:solidFill xmlns:a="http://schemas.openxmlformats.org/drawingml/2006/main">
            <a:srgbClr val="FEFEFE">
              <a:alpha val="2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585B7-167F-4FD0-9A98-5DFF9721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906" y="3553914"/>
            <a:ext cx="4606" cy="2390"/>
          </a:xfrm>
          <a:custGeom xmlns:a="http://schemas.openxmlformats.org/drawingml/2006/main">
            <a:pathLst>
              <a:path w="4606" h="2390">
                <a:moveTo>
                  <a:pt x="3071" y="0"/>
                </a:moveTo>
                <a:cubicBezTo>
                  <a:pt x="3583" y="0"/>
                  <a:pt x="4094" y="0"/>
                  <a:pt x="4606" y="0"/>
                </a:cubicBezTo>
                <a:cubicBezTo>
                  <a:pt x="3620" y="1623"/>
                  <a:pt x="2085" y="2390"/>
                  <a:pt x="0" y="2303"/>
                </a:cubicBezTo>
                <a:cubicBezTo>
                  <a:pt x="1023" y="1535"/>
                  <a:pt x="2047" y="768"/>
                  <a:pt x="3071" y="0"/>
                </a:cubicBezTo>
                <a:close/>
              </a:path>
            </a:pathLst>
          </a:custGeom>
          <a:solidFill xmlns:a="http://schemas.openxmlformats.org/drawingml/2006/main">
            <a:srgbClr val="FEFEFF">
              <a:alpha val="3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403B6-D9E2-401A-B282-ED321D96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968" y="3555449"/>
            <a:ext cx="3071" cy="2303"/>
          </a:xfrm>
          <a:custGeom xmlns:a="http://schemas.openxmlformats.org/drawingml/2006/main">
            <a:pathLst>
              <a:path w="3071" h="2303">
                <a:moveTo>
                  <a:pt x="3071" y="0"/>
                </a:moveTo>
                <a:cubicBezTo>
                  <a:pt x="2352" y="1132"/>
                  <a:pt x="1328" y="1899"/>
                  <a:pt x="0" y="2303"/>
                </a:cubicBezTo>
                <a:cubicBezTo>
                  <a:pt x="411" y="809"/>
                  <a:pt x="1434" y="41"/>
                  <a:pt x="3071" y="0"/>
                </a:cubicBezTo>
                <a:close/>
              </a:path>
            </a:pathLst>
          </a:custGeom>
          <a:solidFill xmlns:a="http://schemas.openxmlformats.org/drawingml/2006/main">
            <a:srgbClr val="FAFBFB">
              <a:alpha val="8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626CC-977E-46AE-8D47-99F5F685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30" y="3556217"/>
            <a:ext cx="7676" cy="3838"/>
          </a:xfrm>
          <a:custGeom xmlns:a="http://schemas.openxmlformats.org/drawingml/2006/main">
            <a:pathLst>
              <a:path w="7676" h="3838">
                <a:moveTo>
                  <a:pt x="7676" y="0"/>
                </a:moveTo>
                <a:cubicBezTo>
                  <a:pt x="5475" y="1852"/>
                  <a:pt x="2916" y="3131"/>
                  <a:pt x="0" y="3838"/>
                </a:cubicBezTo>
                <a:cubicBezTo>
                  <a:pt x="2109" y="1760"/>
                  <a:pt x="4667" y="481"/>
                  <a:pt x="7676" y="0"/>
                </a:cubicBezTo>
                <a:close/>
              </a:path>
            </a:pathLst>
          </a:custGeom>
          <a:solidFill xmlns:a="http://schemas.openxmlformats.org/drawingml/2006/main">
            <a:srgbClr val="E5E8EB">
              <a:alpha val="3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11DC7-AED1-446B-8A81-84EB2405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25" y="3550844"/>
            <a:ext cx="18423" cy="8444"/>
          </a:xfrm>
          <a:custGeom xmlns:a="http://schemas.openxmlformats.org/drawingml/2006/main">
            <a:pathLst>
              <a:path w="18423" h="8444">
                <a:moveTo>
                  <a:pt x="0" y="0"/>
                </a:moveTo>
                <a:cubicBezTo>
                  <a:pt x="6599" y="2023"/>
                  <a:pt x="12741" y="4838"/>
                  <a:pt x="18423" y="8444"/>
                </a:cubicBezTo>
                <a:cubicBezTo>
                  <a:pt x="12985" y="6502"/>
                  <a:pt x="7612" y="4326"/>
                  <a:pt x="2303" y="1919"/>
                </a:cubicBezTo>
                <a:cubicBezTo>
                  <a:pt x="1196" y="1630"/>
                  <a:pt x="428" y="99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1F2F4">
              <a:alpha val="10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D81D8-6431-4A10-8812-1A1CF02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429" y="3548541"/>
            <a:ext cx="10094" cy="13818"/>
          </a:xfrm>
          <a:custGeom xmlns:a="http://schemas.openxmlformats.org/drawingml/2006/main">
            <a:pathLst>
              <a:path w="10094" h="13818">
                <a:moveTo>
                  <a:pt x="9979" y="0"/>
                </a:moveTo>
                <a:cubicBezTo>
                  <a:pt x="10094" y="808"/>
                  <a:pt x="9966" y="1575"/>
                  <a:pt x="9595" y="2303"/>
                </a:cubicBezTo>
                <a:cubicBezTo>
                  <a:pt x="6741" y="6510"/>
                  <a:pt x="3542" y="10348"/>
                  <a:pt x="0" y="13818"/>
                </a:cubicBezTo>
                <a:cubicBezTo>
                  <a:pt x="2952" y="8934"/>
                  <a:pt x="6279" y="4328"/>
                  <a:pt x="9979" y="0"/>
                </a:cubicBezTo>
                <a:close/>
              </a:path>
            </a:pathLst>
          </a:custGeom>
          <a:solidFill xmlns:a="http://schemas.openxmlformats.org/drawingml/2006/main">
            <a:srgbClr val="F9FAFA">
              <a:alpha val="8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E8483-4709-473D-B4A9-4E58C157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624" y="3560055"/>
            <a:ext cx="4606" cy="2333"/>
          </a:xfrm>
          <a:custGeom xmlns:a="http://schemas.openxmlformats.org/drawingml/2006/main">
            <a:pathLst>
              <a:path w="4606" h="2333">
                <a:moveTo>
                  <a:pt x="4606" y="0"/>
                </a:moveTo>
                <a:cubicBezTo>
                  <a:pt x="3523" y="1565"/>
                  <a:pt x="1987" y="2333"/>
                  <a:pt x="0" y="2303"/>
                </a:cubicBezTo>
                <a:cubicBezTo>
                  <a:pt x="1290" y="1145"/>
                  <a:pt x="2826" y="378"/>
                  <a:pt x="4606" y="0"/>
                </a:cubicBezTo>
                <a:close/>
              </a:path>
            </a:pathLst>
          </a:custGeom>
          <a:solidFill xmlns:a="http://schemas.openxmlformats.org/drawingml/2006/main">
            <a:srgbClr val="FEFEFE">
              <a:alpha val="6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EF128-9912-45A0-BAD0-4309433D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988" y="3538561"/>
            <a:ext cx="134271" cy="247948"/>
          </a:xfrm>
          <a:custGeom xmlns:a="http://schemas.openxmlformats.org/drawingml/2006/main">
            <a:pathLst>
              <a:path w="134271" h="247948">
                <a:moveTo>
                  <a:pt x="126595" y="0"/>
                </a:moveTo>
                <a:cubicBezTo>
                  <a:pt x="128724" y="1349"/>
                  <a:pt x="131027" y="2372"/>
                  <a:pt x="133503" y="3071"/>
                </a:cubicBezTo>
                <a:cubicBezTo>
                  <a:pt x="133618" y="3878"/>
                  <a:pt x="133490" y="4646"/>
                  <a:pt x="133119" y="5373"/>
                </a:cubicBezTo>
                <a:cubicBezTo>
                  <a:pt x="132211" y="3720"/>
                  <a:pt x="131315" y="3976"/>
                  <a:pt x="130433" y="6141"/>
                </a:cubicBezTo>
                <a:cubicBezTo>
                  <a:pt x="130698" y="7059"/>
                  <a:pt x="131082" y="7059"/>
                  <a:pt x="131584" y="6141"/>
                </a:cubicBezTo>
                <a:cubicBezTo>
                  <a:pt x="131968" y="6525"/>
                  <a:pt x="132352" y="6909"/>
                  <a:pt x="132736" y="7293"/>
                </a:cubicBezTo>
                <a:cubicBezTo>
                  <a:pt x="132087" y="8489"/>
                  <a:pt x="132598" y="9256"/>
                  <a:pt x="134271" y="9595"/>
                </a:cubicBezTo>
                <a:cubicBezTo>
                  <a:pt x="129908" y="11166"/>
                  <a:pt x="125814" y="13085"/>
                  <a:pt x="121989" y="15353"/>
                </a:cubicBezTo>
                <a:cubicBezTo>
                  <a:pt x="120965" y="16120"/>
                  <a:pt x="119941" y="16888"/>
                  <a:pt x="118918" y="17656"/>
                </a:cubicBezTo>
                <a:cubicBezTo>
                  <a:pt x="115909" y="18137"/>
                  <a:pt x="113350" y="19416"/>
                  <a:pt x="111242" y="21494"/>
                </a:cubicBezTo>
                <a:cubicBezTo>
                  <a:pt x="109462" y="21872"/>
                  <a:pt x="107926" y="22639"/>
                  <a:pt x="106636" y="23797"/>
                </a:cubicBezTo>
                <a:cubicBezTo>
                  <a:pt x="104967" y="23989"/>
                  <a:pt x="103687" y="24756"/>
                  <a:pt x="102798" y="26100"/>
                </a:cubicBezTo>
                <a:cubicBezTo>
                  <a:pt x="102535" y="26743"/>
                  <a:pt x="102024" y="26999"/>
                  <a:pt x="101262" y="26867"/>
                </a:cubicBezTo>
                <a:cubicBezTo>
                  <a:pt x="99778" y="27336"/>
                  <a:pt x="98498" y="28103"/>
                  <a:pt x="97424" y="29170"/>
                </a:cubicBezTo>
                <a:cubicBezTo>
                  <a:pt x="97424" y="29682"/>
                  <a:pt x="97169" y="29938"/>
                  <a:pt x="96657" y="29938"/>
                </a:cubicBezTo>
                <a:cubicBezTo>
                  <a:pt x="93669" y="31137"/>
                  <a:pt x="91110" y="32928"/>
                  <a:pt x="88980" y="35311"/>
                </a:cubicBezTo>
                <a:cubicBezTo>
                  <a:pt x="88725" y="35311"/>
                  <a:pt x="88468" y="35311"/>
                  <a:pt x="88213" y="35311"/>
                </a:cubicBezTo>
                <a:cubicBezTo>
                  <a:pt x="87189" y="35823"/>
                  <a:pt x="86422" y="36591"/>
                  <a:pt x="85910" y="37614"/>
                </a:cubicBezTo>
                <a:cubicBezTo>
                  <a:pt x="84183" y="38060"/>
                  <a:pt x="82904" y="39083"/>
                  <a:pt x="82071" y="40685"/>
                </a:cubicBezTo>
                <a:cubicBezTo>
                  <a:pt x="80345" y="41130"/>
                  <a:pt x="79066" y="42153"/>
                  <a:pt x="78233" y="43755"/>
                </a:cubicBezTo>
                <a:cubicBezTo>
                  <a:pt x="74682" y="46026"/>
                  <a:pt x="71612" y="48840"/>
                  <a:pt x="69022" y="52200"/>
                </a:cubicBezTo>
                <a:cubicBezTo>
                  <a:pt x="67998" y="52712"/>
                  <a:pt x="67231" y="53479"/>
                  <a:pt x="66719" y="54502"/>
                </a:cubicBezTo>
                <a:cubicBezTo>
                  <a:pt x="64106" y="56345"/>
                  <a:pt x="62059" y="58648"/>
                  <a:pt x="60578" y="61411"/>
                </a:cubicBezTo>
                <a:cubicBezTo>
                  <a:pt x="60578" y="61923"/>
                  <a:pt x="60322" y="62179"/>
                  <a:pt x="59810" y="62179"/>
                </a:cubicBezTo>
                <a:cubicBezTo>
                  <a:pt x="57957" y="63262"/>
                  <a:pt x="56677" y="64797"/>
                  <a:pt x="55972" y="66785"/>
                </a:cubicBezTo>
                <a:cubicBezTo>
                  <a:pt x="53564" y="69033"/>
                  <a:pt x="51517" y="71592"/>
                  <a:pt x="49831" y="74461"/>
                </a:cubicBezTo>
                <a:cubicBezTo>
                  <a:pt x="47726" y="76361"/>
                  <a:pt x="46191" y="78664"/>
                  <a:pt x="45225" y="81370"/>
                </a:cubicBezTo>
                <a:cubicBezTo>
                  <a:pt x="43881" y="82260"/>
                  <a:pt x="43114" y="83539"/>
                  <a:pt x="42922" y="85208"/>
                </a:cubicBezTo>
                <a:cubicBezTo>
                  <a:pt x="40825" y="87086"/>
                  <a:pt x="39290" y="89389"/>
                  <a:pt x="38316" y="92117"/>
                </a:cubicBezTo>
                <a:cubicBezTo>
                  <a:pt x="38498" y="93108"/>
                  <a:pt x="38242" y="93875"/>
                  <a:pt x="37548" y="94420"/>
                </a:cubicBezTo>
                <a:cubicBezTo>
                  <a:pt x="31317" y="104397"/>
                  <a:pt x="26711" y="115144"/>
                  <a:pt x="23731" y="126661"/>
                </a:cubicBezTo>
                <a:cubicBezTo>
                  <a:pt x="23731" y="126916"/>
                  <a:pt x="23731" y="127173"/>
                  <a:pt x="23731" y="127428"/>
                </a:cubicBezTo>
                <a:cubicBezTo>
                  <a:pt x="22524" y="129512"/>
                  <a:pt x="21756" y="131815"/>
                  <a:pt x="21428" y="134337"/>
                </a:cubicBezTo>
                <a:cubicBezTo>
                  <a:pt x="21428" y="134593"/>
                  <a:pt x="21428" y="134849"/>
                  <a:pt x="21428" y="135105"/>
                </a:cubicBezTo>
                <a:cubicBezTo>
                  <a:pt x="20319" y="137743"/>
                  <a:pt x="19551" y="140557"/>
                  <a:pt x="19125" y="143549"/>
                </a:cubicBezTo>
                <a:cubicBezTo>
                  <a:pt x="19125" y="144061"/>
                  <a:pt x="19125" y="144572"/>
                  <a:pt x="19125" y="145084"/>
                </a:cubicBezTo>
                <a:cubicBezTo>
                  <a:pt x="18040" y="149022"/>
                  <a:pt x="17273" y="153116"/>
                  <a:pt x="16822" y="157366"/>
                </a:cubicBezTo>
                <a:cubicBezTo>
                  <a:pt x="16822" y="158389"/>
                  <a:pt x="16822" y="159413"/>
                  <a:pt x="16822" y="160437"/>
                </a:cubicBezTo>
                <a:cubicBezTo>
                  <a:pt x="16566" y="160437"/>
                  <a:pt x="16310" y="160437"/>
                  <a:pt x="16054" y="160437"/>
                </a:cubicBezTo>
                <a:cubicBezTo>
                  <a:pt x="14158" y="173347"/>
                  <a:pt x="14031" y="186397"/>
                  <a:pt x="15671" y="199586"/>
                </a:cubicBezTo>
                <a:cubicBezTo>
                  <a:pt x="16054" y="194475"/>
                  <a:pt x="16182" y="189358"/>
                  <a:pt x="16054" y="184234"/>
                </a:cubicBezTo>
                <a:cubicBezTo>
                  <a:pt x="16816" y="190233"/>
                  <a:pt x="17072" y="196375"/>
                  <a:pt x="16822" y="202657"/>
                </a:cubicBezTo>
                <a:cubicBezTo>
                  <a:pt x="17312" y="206385"/>
                  <a:pt x="18079" y="209967"/>
                  <a:pt x="19125" y="213404"/>
                </a:cubicBezTo>
                <a:cubicBezTo>
                  <a:pt x="19125" y="213916"/>
                  <a:pt x="19125" y="214427"/>
                  <a:pt x="19125" y="214939"/>
                </a:cubicBezTo>
                <a:cubicBezTo>
                  <a:pt x="19551" y="217931"/>
                  <a:pt x="20319" y="220745"/>
                  <a:pt x="21428" y="223383"/>
                </a:cubicBezTo>
                <a:cubicBezTo>
                  <a:pt x="21428" y="223639"/>
                  <a:pt x="21428" y="223895"/>
                  <a:pt x="21428" y="224151"/>
                </a:cubicBezTo>
                <a:cubicBezTo>
                  <a:pt x="21756" y="226673"/>
                  <a:pt x="22524" y="228975"/>
                  <a:pt x="23731" y="231060"/>
                </a:cubicBezTo>
                <a:cubicBezTo>
                  <a:pt x="24520" y="234578"/>
                  <a:pt x="25543" y="238033"/>
                  <a:pt x="26801" y="241423"/>
                </a:cubicBezTo>
                <a:cubicBezTo>
                  <a:pt x="26284" y="244363"/>
                  <a:pt x="24749" y="246538"/>
                  <a:pt x="22196" y="247948"/>
                </a:cubicBezTo>
                <a:cubicBezTo>
                  <a:pt x="21172" y="247948"/>
                  <a:pt x="20148" y="247948"/>
                  <a:pt x="19125" y="247948"/>
                </a:cubicBezTo>
                <a:cubicBezTo>
                  <a:pt x="18090" y="247102"/>
                  <a:pt x="16939" y="246335"/>
                  <a:pt x="15671" y="245645"/>
                </a:cubicBezTo>
                <a:cubicBezTo>
                  <a:pt x="3582" y="214915"/>
                  <a:pt x="0" y="183186"/>
                  <a:pt x="4924" y="150457"/>
                </a:cubicBezTo>
                <a:cubicBezTo>
                  <a:pt x="6890" y="139010"/>
                  <a:pt x="9577" y="127751"/>
                  <a:pt x="12984" y="116681"/>
                </a:cubicBezTo>
                <a:cubicBezTo>
                  <a:pt x="14036" y="114811"/>
                  <a:pt x="14804" y="112764"/>
                  <a:pt x="15287" y="110540"/>
                </a:cubicBezTo>
                <a:cubicBezTo>
                  <a:pt x="16454" y="108705"/>
                  <a:pt x="17221" y="106658"/>
                  <a:pt x="17590" y="104399"/>
                </a:cubicBezTo>
                <a:cubicBezTo>
                  <a:pt x="19563" y="100706"/>
                  <a:pt x="21353" y="96868"/>
                  <a:pt x="22963" y="92884"/>
                </a:cubicBezTo>
                <a:cubicBezTo>
                  <a:pt x="24121" y="91594"/>
                  <a:pt x="24888" y="90059"/>
                  <a:pt x="25266" y="88279"/>
                </a:cubicBezTo>
                <a:cubicBezTo>
                  <a:pt x="26333" y="87205"/>
                  <a:pt x="27101" y="85925"/>
                  <a:pt x="27569" y="84440"/>
                </a:cubicBezTo>
                <a:cubicBezTo>
                  <a:pt x="30171" y="80807"/>
                  <a:pt x="32474" y="76969"/>
                  <a:pt x="34478" y="72926"/>
                </a:cubicBezTo>
                <a:cubicBezTo>
                  <a:pt x="39517" y="66696"/>
                  <a:pt x="44379" y="60299"/>
                  <a:pt x="49063" y="53735"/>
                </a:cubicBezTo>
                <a:cubicBezTo>
                  <a:pt x="53250" y="49966"/>
                  <a:pt x="57088" y="45871"/>
                  <a:pt x="60578" y="41453"/>
                </a:cubicBezTo>
                <a:cubicBezTo>
                  <a:pt x="64919" y="38134"/>
                  <a:pt x="69012" y="34551"/>
                  <a:pt x="72860" y="30706"/>
                </a:cubicBezTo>
                <a:cubicBezTo>
                  <a:pt x="78397" y="27046"/>
                  <a:pt x="83771" y="23208"/>
                  <a:pt x="88980" y="19191"/>
                </a:cubicBezTo>
                <a:cubicBezTo>
                  <a:pt x="90308" y="18787"/>
                  <a:pt x="91332" y="18020"/>
                  <a:pt x="92051" y="16888"/>
                </a:cubicBezTo>
                <a:cubicBezTo>
                  <a:pt x="92313" y="16245"/>
                  <a:pt x="92825" y="15988"/>
                  <a:pt x="93586" y="16120"/>
                </a:cubicBezTo>
                <a:cubicBezTo>
                  <a:pt x="98709" y="13303"/>
                  <a:pt x="103827" y="10488"/>
                  <a:pt x="108939" y="7676"/>
                </a:cubicBezTo>
                <a:cubicBezTo>
                  <a:pt x="112922" y="6067"/>
                  <a:pt x="116760" y="4276"/>
                  <a:pt x="120453" y="2303"/>
                </a:cubicBezTo>
                <a:cubicBezTo>
                  <a:pt x="122624" y="1836"/>
                  <a:pt x="124670" y="1069"/>
                  <a:pt x="126595" y="0"/>
                </a:cubicBezTo>
                <a:close/>
              </a:path>
            </a:pathLst>
          </a:custGeom>
          <a:solidFill xmlns:a="http://schemas.openxmlformats.org/drawingml/2006/main">
            <a:srgbClr val="1F374D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1E4DC-B198-48E0-8871-591C302C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126" y="3562358"/>
            <a:ext cx="2303" cy="3071"/>
          </a:xfrm>
          <a:custGeom xmlns:a="http://schemas.openxmlformats.org/drawingml/2006/main">
            <a:pathLst>
              <a:path w="2303" h="3071">
                <a:moveTo>
                  <a:pt x="2303" y="0"/>
                </a:moveTo>
                <a:cubicBezTo>
                  <a:pt x="2120" y="1462"/>
                  <a:pt x="1353" y="2486"/>
                  <a:pt x="0" y="3071"/>
                </a:cubicBezTo>
                <a:cubicBezTo>
                  <a:pt x="183" y="1609"/>
                  <a:pt x="950" y="585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EDEEF1">
              <a:alpha val="6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3D35D-30F5-4AFF-881E-519FB71F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948" y="3559288"/>
            <a:ext cx="23797" cy="14585"/>
          </a:xfrm>
          <a:custGeom xmlns:a="http://schemas.openxmlformats.org/drawingml/2006/main">
            <a:pathLst>
              <a:path w="23797" h="14585">
                <a:moveTo>
                  <a:pt x="0" y="0"/>
                </a:moveTo>
                <a:cubicBezTo>
                  <a:pt x="5379" y="2179"/>
                  <a:pt x="10497" y="4865"/>
                  <a:pt x="15353" y="8060"/>
                </a:cubicBezTo>
                <a:cubicBezTo>
                  <a:pt x="18498" y="9880"/>
                  <a:pt x="21313" y="12054"/>
                  <a:pt x="23797" y="14585"/>
                </a:cubicBezTo>
                <a:cubicBezTo>
                  <a:pt x="16431" y="10293"/>
                  <a:pt x="9011" y="6071"/>
                  <a:pt x="1535" y="1919"/>
                </a:cubicBezTo>
                <a:cubicBezTo>
                  <a:pt x="859" y="1376"/>
                  <a:pt x="348" y="73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11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C9E12-31D8-45D7-9FB6-0D06093A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848" y="3557745"/>
            <a:ext cx="16120" cy="11522"/>
          </a:xfrm>
          <a:custGeom xmlns:a="http://schemas.openxmlformats.org/drawingml/2006/main">
            <a:pathLst>
              <a:path w="16120" h="11522">
                <a:moveTo>
                  <a:pt x="16120" y="7"/>
                </a:moveTo>
                <a:cubicBezTo>
                  <a:pt x="10911" y="4024"/>
                  <a:pt x="5538" y="7862"/>
                  <a:pt x="0" y="11522"/>
                </a:cubicBezTo>
                <a:cubicBezTo>
                  <a:pt x="1229" y="9715"/>
                  <a:pt x="2764" y="8052"/>
                  <a:pt x="4606" y="6532"/>
                </a:cubicBezTo>
                <a:cubicBezTo>
                  <a:pt x="7377" y="5040"/>
                  <a:pt x="9936" y="3249"/>
                  <a:pt x="12282" y="1158"/>
                </a:cubicBezTo>
                <a:cubicBezTo>
                  <a:pt x="13453" y="384"/>
                  <a:pt x="14733" y="0"/>
                  <a:pt x="16120" y="7"/>
                </a:cubicBezTo>
                <a:close/>
              </a:path>
            </a:pathLst>
          </a:custGeom>
          <a:solidFill xmlns:a="http://schemas.openxmlformats.org/drawingml/2006/main">
            <a:srgbClr val="F4F5F7">
              <a:alpha val="1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58501-3E00-4953-AF22-A4DAC9B0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85" y="3562358"/>
            <a:ext cx="3838" cy="2303"/>
          </a:xfrm>
          <a:custGeom xmlns:a="http://schemas.openxmlformats.org/drawingml/2006/main">
            <a:pathLst>
              <a:path w="3838" h="2303">
                <a:moveTo>
                  <a:pt x="3838" y="0"/>
                </a:moveTo>
                <a:cubicBezTo>
                  <a:pt x="2949" y="1343"/>
                  <a:pt x="1669" y="2111"/>
                  <a:pt x="0" y="2303"/>
                </a:cubicBezTo>
                <a:cubicBezTo>
                  <a:pt x="890" y="960"/>
                  <a:pt x="2169" y="192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E9EBED">
              <a:alpha val="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16969-2435-4CA2-9025-ECDA67F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965" y="3550076"/>
            <a:ext cx="18161" cy="24625"/>
          </a:xfrm>
          <a:custGeom xmlns:a="http://schemas.openxmlformats.org/drawingml/2006/main">
            <a:pathLst>
              <a:path w="18161" h="24625">
                <a:moveTo>
                  <a:pt x="12787" y="0"/>
                </a:moveTo>
                <a:cubicBezTo>
                  <a:pt x="9786" y="4717"/>
                  <a:pt x="6587" y="9323"/>
                  <a:pt x="3192" y="13818"/>
                </a:cubicBezTo>
                <a:cubicBezTo>
                  <a:pt x="2118" y="21010"/>
                  <a:pt x="5060" y="23697"/>
                  <a:pt x="12020" y="21878"/>
                </a:cubicBezTo>
                <a:cubicBezTo>
                  <a:pt x="14245" y="19783"/>
                  <a:pt x="16292" y="17608"/>
                  <a:pt x="18161" y="15353"/>
                </a:cubicBezTo>
                <a:cubicBezTo>
                  <a:pt x="16252" y="21938"/>
                  <a:pt x="11901" y="24625"/>
                  <a:pt x="5111" y="23413"/>
                </a:cubicBezTo>
                <a:cubicBezTo>
                  <a:pt x="384" y="19474"/>
                  <a:pt x="0" y="14997"/>
                  <a:pt x="3959" y="9979"/>
                </a:cubicBezTo>
                <a:cubicBezTo>
                  <a:pt x="6838" y="6470"/>
                  <a:pt x="9780" y="3143"/>
                  <a:pt x="12787" y="0"/>
                </a:cubicBezTo>
                <a:close/>
              </a:path>
            </a:pathLst>
          </a:custGeom>
          <a:solidFill xmlns:a="http://schemas.openxmlformats.org/drawingml/2006/main">
            <a:srgbClr val="FBFBFC">
              <a:alpha val="11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FDCE4-13AA-4364-8458-51418DE7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12" y="3565429"/>
            <a:ext cx="3838" cy="2477"/>
          </a:xfrm>
          <a:custGeom xmlns:a="http://schemas.openxmlformats.org/drawingml/2006/main">
            <a:pathLst>
              <a:path w="3838" h="2477">
                <a:moveTo>
                  <a:pt x="3838" y="0"/>
                </a:moveTo>
                <a:cubicBezTo>
                  <a:pt x="3147" y="1710"/>
                  <a:pt x="1868" y="2477"/>
                  <a:pt x="0" y="2303"/>
                </a:cubicBezTo>
                <a:cubicBezTo>
                  <a:pt x="1074" y="1236"/>
                  <a:pt x="2354" y="468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ECEEF0">
              <a:alpha val="4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1E809-9BF7-4D0E-8B54-D578131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968" y="3568499"/>
            <a:ext cx="7676" cy="5373"/>
          </a:xfrm>
          <a:custGeom xmlns:a="http://schemas.openxmlformats.org/drawingml/2006/main">
            <a:pathLst>
              <a:path w="7676" h="5373">
                <a:moveTo>
                  <a:pt x="7676" y="0"/>
                </a:moveTo>
                <a:cubicBezTo>
                  <a:pt x="5546" y="2384"/>
                  <a:pt x="2988" y="4174"/>
                  <a:pt x="0" y="5373"/>
                </a:cubicBezTo>
                <a:cubicBezTo>
                  <a:pt x="2130" y="2990"/>
                  <a:pt x="4689" y="1199"/>
                  <a:pt x="7676" y="0"/>
                </a:cubicBezTo>
                <a:close/>
              </a:path>
            </a:pathLst>
          </a:custGeom>
          <a:solidFill xmlns:a="http://schemas.openxmlformats.org/drawingml/2006/main">
            <a:srgbClr val="F2F3F5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0D68F-8019-493C-9A60-774F6A1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565" y="3569267"/>
            <a:ext cx="12282" cy="10747"/>
          </a:xfrm>
          <a:custGeom xmlns:a="http://schemas.openxmlformats.org/drawingml/2006/main">
            <a:pathLst>
              <a:path w="12282" h="10747">
                <a:moveTo>
                  <a:pt x="12282" y="0"/>
                </a:moveTo>
                <a:cubicBezTo>
                  <a:pt x="8435" y="3846"/>
                  <a:pt x="4341" y="7428"/>
                  <a:pt x="0" y="10747"/>
                </a:cubicBezTo>
                <a:cubicBezTo>
                  <a:pt x="3353" y="6374"/>
                  <a:pt x="7448" y="2791"/>
                  <a:pt x="12282" y="0"/>
                </a:cubicBezTo>
                <a:close/>
              </a:path>
            </a:pathLst>
          </a:custGeom>
          <a:solidFill xmlns:a="http://schemas.openxmlformats.org/drawingml/2006/main">
            <a:srgbClr val="F1F3F4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DCE22-C248-4141-87D5-A6EDA6F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745" y="3573873"/>
            <a:ext cx="3071" cy="2303"/>
          </a:xfrm>
          <a:custGeom xmlns:a="http://schemas.openxmlformats.org/drawingml/2006/main">
            <a:pathLst>
              <a:path w="3071" h="2303">
                <a:moveTo>
                  <a:pt x="0" y="0"/>
                </a:moveTo>
                <a:cubicBezTo>
                  <a:pt x="1462" y="183"/>
                  <a:pt x="2486" y="950"/>
                  <a:pt x="3071" y="2303"/>
                </a:cubicBezTo>
                <a:cubicBezTo>
                  <a:pt x="1434" y="2261"/>
                  <a:pt x="411" y="1494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7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59738-8161-433A-95FE-E702B8F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897" y="3573873"/>
            <a:ext cx="2303" cy="2303"/>
          </a:xfrm>
          <a:custGeom xmlns:a="http://schemas.openxmlformats.org/drawingml/2006/main">
            <a:pathLst>
              <a:path w="2303" h="2303">
                <a:moveTo>
                  <a:pt x="2303" y="0"/>
                </a:moveTo>
                <a:cubicBezTo>
                  <a:pt x="2303" y="1535"/>
                  <a:pt x="1535" y="2303"/>
                  <a:pt x="0" y="2303"/>
                </a:cubicBezTo>
                <a:cubicBezTo>
                  <a:pt x="512" y="1280"/>
                  <a:pt x="1280" y="512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AFBFB">
              <a:alpha val="5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345AC-83D3-431C-9698-5E56C2FE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059" y="3576176"/>
            <a:ext cx="3838" cy="3071"/>
          </a:xfrm>
          <a:custGeom xmlns:a="http://schemas.openxmlformats.org/drawingml/2006/main">
            <a:pathLst>
              <a:path w="3838" h="3071">
                <a:moveTo>
                  <a:pt x="3838" y="0"/>
                </a:moveTo>
                <a:cubicBezTo>
                  <a:pt x="3005" y="1602"/>
                  <a:pt x="1726" y="2625"/>
                  <a:pt x="0" y="3071"/>
                </a:cubicBezTo>
                <a:cubicBezTo>
                  <a:pt x="833" y="1468"/>
                  <a:pt x="2112" y="445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FDFDFD">
              <a:alpha val="7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23849-0A79-4601-9BCA-432AF92D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816" y="3576176"/>
            <a:ext cx="7676" cy="6141"/>
          </a:xfrm>
          <a:custGeom xmlns:a="http://schemas.openxmlformats.org/drawingml/2006/main">
            <a:pathLst>
              <a:path w="7676" h="6141">
                <a:moveTo>
                  <a:pt x="0" y="0"/>
                </a:moveTo>
                <a:cubicBezTo>
                  <a:pt x="3126" y="1311"/>
                  <a:pt x="5684" y="3358"/>
                  <a:pt x="7676" y="6141"/>
                </a:cubicBezTo>
                <a:cubicBezTo>
                  <a:pt x="4831" y="4462"/>
                  <a:pt x="2272" y="2414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4F5F6">
              <a:alpha val="9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E91BD-4A76-4300-8762-A8360942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221" y="3579246"/>
            <a:ext cx="3838" cy="3071"/>
          </a:xfrm>
          <a:custGeom xmlns:a="http://schemas.openxmlformats.org/drawingml/2006/main">
            <a:pathLst>
              <a:path w="3838" h="3071">
                <a:moveTo>
                  <a:pt x="3838" y="0"/>
                </a:moveTo>
                <a:cubicBezTo>
                  <a:pt x="3005" y="1602"/>
                  <a:pt x="1726" y="2625"/>
                  <a:pt x="0" y="3071"/>
                </a:cubicBezTo>
                <a:cubicBezTo>
                  <a:pt x="833" y="1468"/>
                  <a:pt x="2112" y="445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FDFDFD">
              <a:alpha val="10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47885-17C7-49C1-BCE8-FEDD762E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92" y="3582317"/>
            <a:ext cx="6141" cy="5373"/>
          </a:xfrm>
          <a:custGeom xmlns:a="http://schemas.openxmlformats.org/drawingml/2006/main">
            <a:pathLst>
              <a:path w="6141" h="5373">
                <a:moveTo>
                  <a:pt x="0" y="0"/>
                </a:moveTo>
                <a:cubicBezTo>
                  <a:pt x="2506" y="1224"/>
                  <a:pt x="4553" y="3015"/>
                  <a:pt x="6141" y="5373"/>
                </a:cubicBezTo>
                <a:cubicBezTo>
                  <a:pt x="3636" y="4150"/>
                  <a:pt x="1588" y="2359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1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80BF9-F942-425D-8337-43018CE4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009" y="3582317"/>
            <a:ext cx="9212" cy="8444"/>
          </a:xfrm>
          <a:custGeom xmlns:a="http://schemas.openxmlformats.org/drawingml/2006/main">
            <a:pathLst>
              <a:path w="9212" h="8444">
                <a:moveTo>
                  <a:pt x="9212" y="0"/>
                </a:moveTo>
                <a:cubicBezTo>
                  <a:pt x="6642" y="3337"/>
                  <a:pt x="3571" y="6152"/>
                  <a:pt x="0" y="8444"/>
                </a:cubicBezTo>
                <a:cubicBezTo>
                  <a:pt x="2590" y="5085"/>
                  <a:pt x="5661" y="2271"/>
                  <a:pt x="9212" y="0"/>
                </a:cubicBezTo>
                <a:close/>
              </a:path>
            </a:pathLst>
          </a:custGeom>
          <a:solidFill xmlns:a="http://schemas.openxmlformats.org/drawingml/2006/main">
            <a:srgbClr val="FAFBFB">
              <a:alpha val="8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13C7A-92D4-4721-8A07-2F2379A0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051" y="3580014"/>
            <a:ext cx="11515" cy="12282"/>
          </a:xfrm>
          <a:custGeom xmlns:a="http://schemas.openxmlformats.org/drawingml/2006/main">
            <a:pathLst>
              <a:path w="11515" h="12282">
                <a:moveTo>
                  <a:pt x="11515" y="0"/>
                </a:moveTo>
                <a:cubicBezTo>
                  <a:pt x="8025" y="4419"/>
                  <a:pt x="4187" y="8513"/>
                  <a:pt x="0" y="12282"/>
                </a:cubicBezTo>
                <a:cubicBezTo>
                  <a:pt x="1727" y="9602"/>
                  <a:pt x="3646" y="7044"/>
                  <a:pt x="5757" y="4606"/>
                </a:cubicBezTo>
                <a:cubicBezTo>
                  <a:pt x="7374" y="2596"/>
                  <a:pt x="9293" y="1061"/>
                  <a:pt x="11515" y="0"/>
                </a:cubicBezTo>
                <a:close/>
              </a:path>
            </a:pathLst>
          </a:custGeom>
          <a:solidFill xmlns:a="http://schemas.openxmlformats.org/drawingml/2006/main">
            <a:srgbClr val="EDEFF1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56D6D-FF94-4ABF-8AA0-B6250334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633" y="3587690"/>
            <a:ext cx="2303" cy="2303"/>
          </a:xfrm>
          <a:custGeom xmlns:a="http://schemas.openxmlformats.org/drawingml/2006/main">
            <a:pathLst>
              <a:path w="2303" h="2303">
                <a:moveTo>
                  <a:pt x="0" y="0"/>
                </a:moveTo>
                <a:cubicBezTo>
                  <a:pt x="1023" y="512"/>
                  <a:pt x="1791" y="1280"/>
                  <a:pt x="2303" y="2303"/>
                </a:cubicBezTo>
                <a:cubicBezTo>
                  <a:pt x="768" y="2303"/>
                  <a:pt x="0" y="153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6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98875-F2BE-41A8-94A2-02FEB2E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592" y="3588458"/>
            <a:ext cx="2619" cy="3071"/>
          </a:xfrm>
          <a:custGeom xmlns:a="http://schemas.openxmlformats.org/drawingml/2006/main">
            <a:pathLst>
              <a:path w="2619" h="3071">
                <a:moveTo>
                  <a:pt x="0" y="0"/>
                </a:moveTo>
                <a:cubicBezTo>
                  <a:pt x="1852" y="149"/>
                  <a:pt x="2619" y="1172"/>
                  <a:pt x="2303" y="3071"/>
                </a:cubicBezTo>
                <a:cubicBezTo>
                  <a:pt x="1171" y="2352"/>
                  <a:pt x="404" y="1328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5F5F7">
              <a:alpha val="3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21D79-1817-4AB6-A7D9-9A2AA216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706" y="3590761"/>
            <a:ext cx="2303" cy="2303"/>
          </a:xfrm>
          <a:custGeom xmlns:a="http://schemas.openxmlformats.org/drawingml/2006/main">
            <a:pathLst>
              <a:path w="2303" h="2303">
                <a:moveTo>
                  <a:pt x="2303" y="0"/>
                </a:moveTo>
                <a:cubicBezTo>
                  <a:pt x="2303" y="1535"/>
                  <a:pt x="1535" y="2303"/>
                  <a:pt x="0" y="2303"/>
                </a:cubicBezTo>
                <a:cubicBezTo>
                  <a:pt x="512" y="1280"/>
                  <a:pt x="1280" y="512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9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5B596-F662-44AC-A64D-4A1298C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936" y="3589993"/>
            <a:ext cx="2303" cy="2303"/>
          </a:xfrm>
          <a:custGeom xmlns:a="http://schemas.openxmlformats.org/drawingml/2006/main">
            <a:pathLst>
              <a:path w="2303" h="2303">
                <a:moveTo>
                  <a:pt x="0" y="0"/>
                </a:moveTo>
                <a:cubicBezTo>
                  <a:pt x="512" y="0"/>
                  <a:pt x="1023" y="0"/>
                  <a:pt x="1535" y="0"/>
                </a:cubicBezTo>
                <a:cubicBezTo>
                  <a:pt x="1579" y="851"/>
                  <a:pt x="1835" y="1619"/>
                  <a:pt x="2303" y="2303"/>
                </a:cubicBezTo>
                <a:cubicBezTo>
                  <a:pt x="1041" y="2065"/>
                  <a:pt x="273" y="1297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6E8EB">
              <a:alpha val="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AA72B-1926-425E-B9DF-BB7AD93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895" y="3591529"/>
            <a:ext cx="19191" cy="25332"/>
          </a:xfrm>
          <a:custGeom xmlns:a="http://schemas.openxmlformats.org/drawingml/2006/main">
            <a:pathLst>
              <a:path w="19191" h="25332">
                <a:moveTo>
                  <a:pt x="0" y="0"/>
                </a:moveTo>
                <a:cubicBezTo>
                  <a:pt x="3276" y="1868"/>
                  <a:pt x="5963" y="4426"/>
                  <a:pt x="8060" y="7676"/>
                </a:cubicBezTo>
                <a:cubicBezTo>
                  <a:pt x="12568" y="13121"/>
                  <a:pt x="16279" y="19007"/>
                  <a:pt x="19191" y="25332"/>
                </a:cubicBezTo>
                <a:cubicBezTo>
                  <a:pt x="13113" y="16688"/>
                  <a:pt x="6716" y="8244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1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9A9C6-7396-4051-ABBA-83395699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565" y="3593064"/>
            <a:ext cx="6141" cy="6909"/>
          </a:xfrm>
          <a:custGeom xmlns:a="http://schemas.openxmlformats.org/drawingml/2006/main">
            <a:pathLst>
              <a:path w="6141" h="6909">
                <a:moveTo>
                  <a:pt x="6141" y="0"/>
                </a:moveTo>
                <a:cubicBezTo>
                  <a:pt x="4660" y="2764"/>
                  <a:pt x="2612" y="5066"/>
                  <a:pt x="0" y="6909"/>
                </a:cubicBezTo>
                <a:cubicBezTo>
                  <a:pt x="1482" y="4145"/>
                  <a:pt x="3529" y="1842"/>
                  <a:pt x="6141" y="0"/>
                </a:cubicBezTo>
                <a:close/>
              </a:path>
            </a:pathLst>
          </a:custGeom>
          <a:solidFill xmlns:a="http://schemas.openxmlformats.org/drawingml/2006/main">
            <a:srgbClr val="FDFDFD">
              <a:alpha val="9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BD1CA-648C-4B2A-B2A9-7ACD7650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239" y="3592296"/>
            <a:ext cx="4606" cy="4606"/>
          </a:xfrm>
          <a:custGeom xmlns:a="http://schemas.openxmlformats.org/drawingml/2006/main">
            <a:pathLst>
              <a:path w="4606" h="4606">
                <a:moveTo>
                  <a:pt x="0" y="0"/>
                </a:moveTo>
                <a:cubicBezTo>
                  <a:pt x="2303" y="768"/>
                  <a:pt x="3838" y="2303"/>
                  <a:pt x="4606" y="4606"/>
                </a:cubicBezTo>
                <a:cubicBezTo>
                  <a:pt x="2746" y="3493"/>
                  <a:pt x="1211" y="1957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7DBDF">
              <a:alpha val="5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9F148-C9F1-431F-A375-B2B848D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845" y="3596902"/>
            <a:ext cx="2303" cy="2303"/>
          </a:xfrm>
          <a:custGeom xmlns:a="http://schemas.openxmlformats.org/drawingml/2006/main">
            <a:pathLst>
              <a:path w="2303" h="2303">
                <a:moveTo>
                  <a:pt x="0" y="0"/>
                </a:moveTo>
                <a:cubicBezTo>
                  <a:pt x="1023" y="512"/>
                  <a:pt x="1791" y="1280"/>
                  <a:pt x="2303" y="2303"/>
                </a:cubicBezTo>
                <a:cubicBezTo>
                  <a:pt x="768" y="2303"/>
                  <a:pt x="0" y="153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1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60707-B131-46C5-808E-2B7E3453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959" y="3600740"/>
            <a:ext cx="3838" cy="4606"/>
          </a:xfrm>
          <a:custGeom xmlns:a="http://schemas.openxmlformats.org/drawingml/2006/main">
            <a:pathLst>
              <a:path w="3838" h="4606">
                <a:moveTo>
                  <a:pt x="3838" y="0"/>
                </a:moveTo>
                <a:cubicBezTo>
                  <a:pt x="3133" y="1987"/>
                  <a:pt x="1853" y="3523"/>
                  <a:pt x="0" y="4606"/>
                </a:cubicBezTo>
                <a:cubicBezTo>
                  <a:pt x="705" y="2618"/>
                  <a:pt x="1985" y="1083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F9FAFA">
              <a:alpha val="7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684FF-65E5-43FA-B7C6-F37AB0A1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148" y="3599205"/>
            <a:ext cx="6909" cy="8444"/>
          </a:xfrm>
          <a:custGeom xmlns:a="http://schemas.openxmlformats.org/drawingml/2006/main">
            <a:pathLst>
              <a:path w="6909" h="8444">
                <a:moveTo>
                  <a:pt x="0" y="0"/>
                </a:moveTo>
                <a:cubicBezTo>
                  <a:pt x="2588" y="2588"/>
                  <a:pt x="4891" y="5402"/>
                  <a:pt x="6909" y="8444"/>
                </a:cubicBezTo>
                <a:cubicBezTo>
                  <a:pt x="3781" y="6337"/>
                  <a:pt x="1478" y="352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9FAFA">
              <a:alpha val="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9AFD2-EC6D-456C-847A-F2FE196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466" y="3592230"/>
            <a:ext cx="14585" cy="19257"/>
          </a:xfrm>
          <a:custGeom xmlns:a="http://schemas.openxmlformats.org/drawingml/2006/main">
            <a:pathLst>
              <a:path w="14585" h="19257">
                <a:moveTo>
                  <a:pt x="14585" y="66"/>
                </a:moveTo>
                <a:cubicBezTo>
                  <a:pt x="9901" y="6630"/>
                  <a:pt x="5040" y="13028"/>
                  <a:pt x="0" y="19257"/>
                </a:cubicBezTo>
                <a:cubicBezTo>
                  <a:pt x="632" y="17068"/>
                  <a:pt x="1655" y="15021"/>
                  <a:pt x="3071" y="13116"/>
                </a:cubicBezTo>
                <a:cubicBezTo>
                  <a:pt x="6416" y="9132"/>
                  <a:pt x="9614" y="5038"/>
                  <a:pt x="12666" y="834"/>
                </a:cubicBezTo>
                <a:cubicBezTo>
                  <a:pt x="13181" y="256"/>
                  <a:pt x="13821" y="0"/>
                  <a:pt x="14585" y="66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11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30046-59AA-439E-BE61-0C59E4C6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818" y="3605346"/>
            <a:ext cx="6141" cy="7742"/>
          </a:xfrm>
          <a:custGeom xmlns:a="http://schemas.openxmlformats.org/drawingml/2006/main">
            <a:pathLst>
              <a:path w="6141" h="7742">
                <a:moveTo>
                  <a:pt x="6141" y="0"/>
                </a:moveTo>
                <a:cubicBezTo>
                  <a:pt x="4751" y="2260"/>
                  <a:pt x="3344" y="4563"/>
                  <a:pt x="1919" y="6909"/>
                </a:cubicBezTo>
                <a:cubicBezTo>
                  <a:pt x="1404" y="7486"/>
                  <a:pt x="765" y="7742"/>
                  <a:pt x="0" y="7676"/>
                </a:cubicBezTo>
                <a:cubicBezTo>
                  <a:pt x="1687" y="4807"/>
                  <a:pt x="3734" y="2248"/>
                  <a:pt x="6141" y="0"/>
                </a:cubicBezTo>
                <a:close/>
              </a:path>
            </a:pathLst>
          </a:custGeom>
          <a:solidFill xmlns:a="http://schemas.openxmlformats.org/drawingml/2006/main">
            <a:srgbClr val="F9FAFB">
              <a:alpha val="5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56079-9DF7-4B52-BD3B-C1E44B99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557" y="3611487"/>
            <a:ext cx="6909" cy="11515"/>
          </a:xfrm>
          <a:custGeom xmlns:a="http://schemas.openxmlformats.org/drawingml/2006/main">
            <a:pathLst>
              <a:path w="6909" h="11515">
                <a:moveTo>
                  <a:pt x="6909" y="0"/>
                </a:moveTo>
                <a:cubicBezTo>
                  <a:pt x="4905" y="4043"/>
                  <a:pt x="2602" y="7881"/>
                  <a:pt x="0" y="11515"/>
                </a:cubicBezTo>
                <a:cubicBezTo>
                  <a:pt x="494" y="8864"/>
                  <a:pt x="1517" y="6434"/>
                  <a:pt x="3071" y="4222"/>
                </a:cubicBezTo>
                <a:cubicBezTo>
                  <a:pt x="4108" y="2477"/>
                  <a:pt x="5388" y="1070"/>
                  <a:pt x="6909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16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4E091-E45A-45E3-996F-C449DAD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213" y="3613022"/>
            <a:ext cx="4606" cy="6909"/>
          </a:xfrm>
          <a:custGeom xmlns:a="http://schemas.openxmlformats.org/drawingml/2006/main">
            <a:pathLst>
              <a:path w="4606" h="6909">
                <a:moveTo>
                  <a:pt x="4606" y="0"/>
                </a:moveTo>
                <a:cubicBezTo>
                  <a:pt x="3667" y="2724"/>
                  <a:pt x="2132" y="5027"/>
                  <a:pt x="0" y="6909"/>
                </a:cubicBezTo>
                <a:cubicBezTo>
                  <a:pt x="966" y="4203"/>
                  <a:pt x="2502" y="1900"/>
                  <a:pt x="4606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6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CBFAF-A185-4A46-9012-6F8A5DDF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057" y="3607649"/>
            <a:ext cx="9979" cy="13818"/>
          </a:xfrm>
          <a:custGeom xmlns:a="http://schemas.openxmlformats.org/drawingml/2006/main">
            <a:pathLst>
              <a:path w="9979" h="13818">
                <a:moveTo>
                  <a:pt x="0" y="0"/>
                </a:moveTo>
                <a:cubicBezTo>
                  <a:pt x="4076" y="4057"/>
                  <a:pt x="7403" y="8663"/>
                  <a:pt x="9979" y="13818"/>
                </a:cubicBezTo>
                <a:cubicBezTo>
                  <a:pt x="7249" y="10202"/>
                  <a:pt x="4306" y="6619"/>
                  <a:pt x="1151" y="3071"/>
                </a:cubicBezTo>
                <a:cubicBezTo>
                  <a:pt x="544" y="2115"/>
                  <a:pt x="160" y="109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F9F9">
              <a:alpha val="5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3237B-D2D9-46D9-99A3-91B5B441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86" y="3616861"/>
            <a:ext cx="2488" cy="3838"/>
          </a:xfrm>
          <a:custGeom xmlns:a="http://schemas.openxmlformats.org/drawingml/2006/main">
            <a:pathLst>
              <a:path w="2488" h="3838">
                <a:moveTo>
                  <a:pt x="0" y="0"/>
                </a:moveTo>
                <a:cubicBezTo>
                  <a:pt x="1720" y="614"/>
                  <a:pt x="2488" y="1893"/>
                  <a:pt x="2303" y="3838"/>
                </a:cubicBezTo>
                <a:cubicBezTo>
                  <a:pt x="960" y="2949"/>
                  <a:pt x="192" y="1669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F8F9">
              <a:alpha val="13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9160A-D6F7-4746-B766-3A285FB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910" y="3619931"/>
            <a:ext cx="2303" cy="3838"/>
          </a:xfrm>
          <a:custGeom xmlns:a="http://schemas.openxmlformats.org/drawingml/2006/main">
            <a:pathLst>
              <a:path w="2303" h="3838">
                <a:moveTo>
                  <a:pt x="2303" y="0"/>
                </a:moveTo>
                <a:cubicBezTo>
                  <a:pt x="2111" y="1669"/>
                  <a:pt x="1343" y="2949"/>
                  <a:pt x="0" y="3838"/>
                </a:cubicBezTo>
                <a:cubicBezTo>
                  <a:pt x="192" y="2169"/>
                  <a:pt x="960" y="890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AFBFC">
              <a:alpha val="4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43A3D-2AFC-4577-9DD9-6DB2D2FA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036" y="3621467"/>
            <a:ext cx="6909" cy="11515"/>
          </a:xfrm>
          <a:custGeom xmlns:a="http://schemas.openxmlformats.org/drawingml/2006/main">
            <a:pathLst>
              <a:path w="6909" h="11515">
                <a:moveTo>
                  <a:pt x="0" y="0"/>
                </a:moveTo>
                <a:cubicBezTo>
                  <a:pt x="2879" y="3451"/>
                  <a:pt x="5182" y="7289"/>
                  <a:pt x="6909" y="11515"/>
                </a:cubicBezTo>
                <a:cubicBezTo>
                  <a:pt x="3652" y="8342"/>
                  <a:pt x="1350" y="4504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1F2F4">
              <a:alpha val="8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70CF0-3F0F-4062-9389-E00EE5D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069" y="3623002"/>
            <a:ext cx="2488" cy="3838"/>
          </a:xfrm>
          <a:custGeom xmlns:a="http://schemas.openxmlformats.org/drawingml/2006/main">
            <a:pathLst>
              <a:path w="2488" h="3838">
                <a:moveTo>
                  <a:pt x="2488" y="0"/>
                </a:moveTo>
                <a:cubicBezTo>
                  <a:pt x="2020" y="1485"/>
                  <a:pt x="1252" y="2764"/>
                  <a:pt x="185" y="3838"/>
                </a:cubicBezTo>
                <a:cubicBezTo>
                  <a:pt x="0" y="1893"/>
                  <a:pt x="768" y="614"/>
                  <a:pt x="2488" y="0"/>
                </a:cubicBezTo>
                <a:close/>
              </a:path>
            </a:pathLst>
          </a:custGeom>
          <a:solidFill xmlns:a="http://schemas.openxmlformats.org/drawingml/2006/main">
            <a:srgbClr val="F9FAFB">
              <a:alpha val="7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30F19-90F8-480D-9254-E6786E2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389" y="3620699"/>
            <a:ext cx="4613" cy="8444"/>
          </a:xfrm>
          <a:custGeom xmlns:a="http://schemas.openxmlformats.org/drawingml/2006/main">
            <a:pathLst>
              <a:path w="4613" h="8444">
                <a:moveTo>
                  <a:pt x="0" y="0"/>
                </a:moveTo>
                <a:cubicBezTo>
                  <a:pt x="1350" y="1260"/>
                  <a:pt x="2501" y="2795"/>
                  <a:pt x="3454" y="4606"/>
                </a:cubicBezTo>
                <a:cubicBezTo>
                  <a:pt x="4229" y="5776"/>
                  <a:pt x="4613" y="7056"/>
                  <a:pt x="4606" y="8444"/>
                </a:cubicBezTo>
                <a:cubicBezTo>
                  <a:pt x="2489" y="6004"/>
                  <a:pt x="953" y="319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4F4F6">
              <a:alpha val="12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E191F-3344-4534-9CD6-5D4A5282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04" y="3623769"/>
            <a:ext cx="4606" cy="7009"/>
          </a:xfrm>
          <a:custGeom xmlns:a="http://schemas.openxmlformats.org/drawingml/2006/main">
            <a:pathLst>
              <a:path w="4606" h="7009">
                <a:moveTo>
                  <a:pt x="4606" y="0"/>
                </a:moveTo>
                <a:cubicBezTo>
                  <a:pt x="3938" y="2209"/>
                  <a:pt x="2915" y="4257"/>
                  <a:pt x="1535" y="6141"/>
                </a:cubicBezTo>
                <a:cubicBezTo>
                  <a:pt x="1184" y="6754"/>
                  <a:pt x="672" y="7009"/>
                  <a:pt x="0" y="6909"/>
                </a:cubicBezTo>
                <a:cubicBezTo>
                  <a:pt x="974" y="4181"/>
                  <a:pt x="2509" y="1878"/>
                  <a:pt x="4606" y="0"/>
                </a:cubicBezTo>
                <a:close/>
              </a:path>
            </a:pathLst>
          </a:custGeom>
          <a:solidFill xmlns:a="http://schemas.openxmlformats.org/drawingml/2006/main">
            <a:srgbClr val="F3F4F5">
              <a:alpha val="5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5D01C-892D-4E77-8AA7-5753B483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921" y="3626840"/>
            <a:ext cx="2333" cy="4606"/>
          </a:xfrm>
          <a:custGeom xmlns:a="http://schemas.openxmlformats.org/drawingml/2006/main">
            <a:pathLst>
              <a:path w="2333" h="4606">
                <a:moveTo>
                  <a:pt x="2333" y="0"/>
                </a:moveTo>
                <a:cubicBezTo>
                  <a:pt x="1955" y="1780"/>
                  <a:pt x="1188" y="3315"/>
                  <a:pt x="30" y="4606"/>
                </a:cubicBezTo>
                <a:cubicBezTo>
                  <a:pt x="0" y="2618"/>
                  <a:pt x="768" y="1083"/>
                  <a:pt x="2333" y="0"/>
                </a:cubicBezTo>
                <a:close/>
              </a:path>
            </a:pathLst>
          </a:custGeom>
          <a:solidFill xmlns:a="http://schemas.openxmlformats.org/drawingml/2006/main">
            <a:srgbClr val="FEFEFE">
              <a:alpha val="13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5B53D-F274-48B8-A6E6-6DD2552A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995" y="3629143"/>
            <a:ext cx="9979" cy="23029"/>
          </a:xfrm>
          <a:custGeom xmlns:a="http://schemas.openxmlformats.org/drawingml/2006/main">
            <a:pathLst>
              <a:path w="9979" h="23029">
                <a:moveTo>
                  <a:pt x="0" y="0"/>
                </a:moveTo>
                <a:cubicBezTo>
                  <a:pt x="4946" y="6836"/>
                  <a:pt x="8272" y="14512"/>
                  <a:pt x="9979" y="23029"/>
                </a:cubicBezTo>
                <a:cubicBezTo>
                  <a:pt x="6683" y="15405"/>
                  <a:pt x="3356" y="7729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1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DEA74-C512-4E8F-98BE-80C90D66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577" y="3631446"/>
            <a:ext cx="5373" cy="11515"/>
          </a:xfrm>
          <a:custGeom xmlns:a="http://schemas.openxmlformats.org/drawingml/2006/main">
            <a:pathLst>
              <a:path w="5373" h="11515">
                <a:moveTo>
                  <a:pt x="5373" y="0"/>
                </a:moveTo>
                <a:cubicBezTo>
                  <a:pt x="3764" y="3983"/>
                  <a:pt x="1973" y="7821"/>
                  <a:pt x="0" y="11515"/>
                </a:cubicBezTo>
                <a:cubicBezTo>
                  <a:pt x="259" y="9708"/>
                  <a:pt x="643" y="7917"/>
                  <a:pt x="1151" y="6141"/>
                </a:cubicBezTo>
                <a:cubicBezTo>
                  <a:pt x="2218" y="3787"/>
                  <a:pt x="3625" y="1740"/>
                  <a:pt x="5373" y="0"/>
                </a:cubicBezTo>
                <a:close/>
              </a:path>
            </a:pathLst>
          </a:custGeom>
          <a:solidFill xmlns:a="http://schemas.openxmlformats.org/drawingml/2006/main">
            <a:srgbClr val="F9FAFB">
              <a:alpha val="17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EFB72-4428-4ED6-8663-D380948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915" y="3632981"/>
            <a:ext cx="2333" cy="4606"/>
          </a:xfrm>
          <a:custGeom xmlns:a="http://schemas.openxmlformats.org/drawingml/2006/main">
            <a:pathLst>
              <a:path w="2333" h="4606">
                <a:moveTo>
                  <a:pt x="30" y="0"/>
                </a:moveTo>
                <a:cubicBezTo>
                  <a:pt x="1188" y="1290"/>
                  <a:pt x="1955" y="2826"/>
                  <a:pt x="2333" y="4606"/>
                </a:cubicBezTo>
                <a:cubicBezTo>
                  <a:pt x="768" y="3523"/>
                  <a:pt x="0" y="1987"/>
                  <a:pt x="30" y="0"/>
                </a:cubicBezTo>
                <a:close/>
              </a:path>
            </a:pathLst>
          </a:custGeom>
          <a:solidFill xmlns:a="http://schemas.openxmlformats.org/drawingml/2006/main">
            <a:srgbClr val="FEFEFE">
              <a:alpha val="13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F2FF8-3ECB-41D5-B025-B28489DD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126" y="3642960"/>
            <a:ext cx="2451" cy="6141"/>
          </a:xfrm>
          <a:custGeom xmlns:a="http://schemas.openxmlformats.org/drawingml/2006/main">
            <a:pathLst>
              <a:path w="2451" h="6141">
                <a:moveTo>
                  <a:pt x="2451" y="0"/>
                </a:moveTo>
                <a:cubicBezTo>
                  <a:pt x="2083" y="2259"/>
                  <a:pt x="1315" y="4306"/>
                  <a:pt x="148" y="6141"/>
                </a:cubicBezTo>
                <a:cubicBezTo>
                  <a:pt x="0" y="3599"/>
                  <a:pt x="768" y="1552"/>
                  <a:pt x="2451" y="0"/>
                </a:cubicBezTo>
                <a:close/>
              </a:path>
            </a:pathLst>
          </a:custGeom>
          <a:solidFill xmlns:a="http://schemas.openxmlformats.org/drawingml/2006/main">
            <a:srgbClr val="F0F1F3">
              <a:alpha val="8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650CD-76E3-4751-87D3-D0A947A0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19" y="3632981"/>
            <a:ext cx="13818" cy="32241"/>
          </a:xfrm>
          <a:custGeom xmlns:a="http://schemas.openxmlformats.org/drawingml/2006/main">
            <a:pathLst>
              <a:path w="13818" h="32241">
                <a:moveTo>
                  <a:pt x="13818" y="0"/>
                </a:moveTo>
                <a:cubicBezTo>
                  <a:pt x="9048" y="10742"/>
                  <a:pt x="4442" y="21489"/>
                  <a:pt x="0" y="32241"/>
                </a:cubicBezTo>
                <a:cubicBezTo>
                  <a:pt x="2980" y="20725"/>
                  <a:pt x="7586" y="9978"/>
                  <a:pt x="13818" y="0"/>
                </a:cubicBezTo>
                <a:close/>
              </a:path>
            </a:pathLst>
          </a:custGeom>
          <a:solidFill xmlns:a="http://schemas.openxmlformats.org/drawingml/2006/main">
            <a:srgbClr val="F1F2F4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2FB40-BAC0-4C5A-AC53-1E6BC41A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015" y="3639122"/>
            <a:ext cx="13818" cy="39150"/>
          </a:xfrm>
          <a:custGeom xmlns:a="http://schemas.openxmlformats.org/drawingml/2006/main">
            <a:pathLst>
              <a:path w="13818" h="39150">
                <a:moveTo>
                  <a:pt x="0" y="0"/>
                </a:moveTo>
                <a:cubicBezTo>
                  <a:pt x="6721" y="12228"/>
                  <a:pt x="11327" y="25278"/>
                  <a:pt x="13818" y="39150"/>
                </a:cubicBezTo>
                <a:cubicBezTo>
                  <a:pt x="13344" y="39064"/>
                  <a:pt x="12960" y="38809"/>
                  <a:pt x="12666" y="38382"/>
                </a:cubicBezTo>
                <a:cubicBezTo>
                  <a:pt x="11835" y="33143"/>
                  <a:pt x="10556" y="28025"/>
                  <a:pt x="8828" y="23029"/>
                </a:cubicBezTo>
                <a:cubicBezTo>
                  <a:pt x="5872" y="15251"/>
                  <a:pt x="2929" y="757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9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B42E9-8223-4371-91DB-3FC64206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824" y="3649102"/>
            <a:ext cx="2451" cy="6141"/>
          </a:xfrm>
          <a:custGeom xmlns:a="http://schemas.openxmlformats.org/drawingml/2006/main">
            <a:pathLst>
              <a:path w="2451" h="6141">
                <a:moveTo>
                  <a:pt x="2451" y="0"/>
                </a:moveTo>
                <a:cubicBezTo>
                  <a:pt x="1968" y="2224"/>
                  <a:pt x="1201" y="4271"/>
                  <a:pt x="148" y="6141"/>
                </a:cubicBezTo>
                <a:cubicBezTo>
                  <a:pt x="0" y="3599"/>
                  <a:pt x="768" y="1552"/>
                  <a:pt x="2451" y="0"/>
                </a:cubicBezTo>
                <a:close/>
              </a:path>
            </a:pathLst>
          </a:custGeom>
          <a:solidFill xmlns:a="http://schemas.openxmlformats.org/drawingml/2006/main">
            <a:srgbClr val="F4F5F7">
              <a:alpha val="18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76EE9-3E96-404A-9715-A9EA86C2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330" y="3573646"/>
            <a:ext cx="99633" cy="192904"/>
          </a:xfrm>
          <a:custGeom xmlns:a="http://schemas.openxmlformats.org/drawingml/2006/main">
            <a:pathLst>
              <a:path w="99633" h="192904">
                <a:moveTo>
                  <a:pt x="8444" y="2529"/>
                </a:moveTo>
                <a:cubicBezTo>
                  <a:pt x="13278" y="6338"/>
                  <a:pt x="17884" y="10432"/>
                  <a:pt x="22262" y="14812"/>
                </a:cubicBezTo>
                <a:cubicBezTo>
                  <a:pt x="22665" y="16140"/>
                  <a:pt x="23433" y="17164"/>
                  <a:pt x="24564" y="17882"/>
                </a:cubicBezTo>
                <a:cubicBezTo>
                  <a:pt x="31281" y="26127"/>
                  <a:pt x="37677" y="34571"/>
                  <a:pt x="43755" y="43214"/>
                </a:cubicBezTo>
                <a:cubicBezTo>
                  <a:pt x="43947" y="44883"/>
                  <a:pt x="44715" y="46163"/>
                  <a:pt x="46058" y="47052"/>
                </a:cubicBezTo>
                <a:cubicBezTo>
                  <a:pt x="47012" y="50242"/>
                  <a:pt x="48547" y="53057"/>
                  <a:pt x="50664" y="55497"/>
                </a:cubicBezTo>
                <a:cubicBezTo>
                  <a:pt x="54020" y="63225"/>
                  <a:pt x="57347" y="70902"/>
                  <a:pt x="60644" y="78526"/>
                </a:cubicBezTo>
                <a:cubicBezTo>
                  <a:pt x="63082" y="86503"/>
                  <a:pt x="65385" y="94435"/>
                  <a:pt x="67552" y="102323"/>
                </a:cubicBezTo>
                <a:cubicBezTo>
                  <a:pt x="68143" y="106548"/>
                  <a:pt x="68910" y="110642"/>
                  <a:pt x="69855" y="114605"/>
                </a:cubicBezTo>
                <a:cubicBezTo>
                  <a:pt x="69855" y="115117"/>
                  <a:pt x="69855" y="115628"/>
                  <a:pt x="69855" y="116140"/>
                </a:cubicBezTo>
                <a:cubicBezTo>
                  <a:pt x="71808" y="132562"/>
                  <a:pt x="71808" y="148938"/>
                  <a:pt x="69855" y="165269"/>
                </a:cubicBezTo>
                <a:cubicBezTo>
                  <a:pt x="69855" y="166292"/>
                  <a:pt x="69855" y="167316"/>
                  <a:pt x="69855" y="168340"/>
                </a:cubicBezTo>
                <a:cubicBezTo>
                  <a:pt x="68878" y="168782"/>
                  <a:pt x="68878" y="169294"/>
                  <a:pt x="69855" y="169875"/>
                </a:cubicBezTo>
                <a:cubicBezTo>
                  <a:pt x="70640" y="169602"/>
                  <a:pt x="71152" y="169090"/>
                  <a:pt x="71390" y="168340"/>
                </a:cubicBezTo>
                <a:cubicBezTo>
                  <a:pt x="72414" y="167572"/>
                  <a:pt x="73438" y="166804"/>
                  <a:pt x="74461" y="166037"/>
                </a:cubicBezTo>
                <a:cubicBezTo>
                  <a:pt x="76187" y="165591"/>
                  <a:pt x="77466" y="164568"/>
                  <a:pt x="78299" y="162966"/>
                </a:cubicBezTo>
                <a:cubicBezTo>
                  <a:pt x="81996" y="160473"/>
                  <a:pt x="85578" y="157786"/>
                  <a:pt x="89046" y="154906"/>
                </a:cubicBezTo>
                <a:cubicBezTo>
                  <a:pt x="96690" y="152572"/>
                  <a:pt x="99633" y="155259"/>
                  <a:pt x="97874" y="162966"/>
                </a:cubicBezTo>
                <a:cubicBezTo>
                  <a:pt x="96308" y="164402"/>
                  <a:pt x="94901" y="165937"/>
                  <a:pt x="93652" y="167572"/>
                </a:cubicBezTo>
                <a:cubicBezTo>
                  <a:pt x="90291" y="169767"/>
                  <a:pt x="87221" y="172325"/>
                  <a:pt x="84440" y="175248"/>
                </a:cubicBezTo>
                <a:cubicBezTo>
                  <a:pt x="82431" y="176236"/>
                  <a:pt x="80641" y="177515"/>
                  <a:pt x="79067" y="179087"/>
                </a:cubicBezTo>
                <a:cubicBezTo>
                  <a:pt x="78044" y="179599"/>
                  <a:pt x="77276" y="180366"/>
                  <a:pt x="76764" y="181389"/>
                </a:cubicBezTo>
                <a:cubicBezTo>
                  <a:pt x="75038" y="181835"/>
                  <a:pt x="73759" y="182858"/>
                  <a:pt x="72926" y="184460"/>
                </a:cubicBezTo>
                <a:cubicBezTo>
                  <a:pt x="71464" y="184643"/>
                  <a:pt x="70440" y="185410"/>
                  <a:pt x="69855" y="186763"/>
                </a:cubicBezTo>
                <a:cubicBezTo>
                  <a:pt x="69855" y="187275"/>
                  <a:pt x="69600" y="187531"/>
                  <a:pt x="69088" y="187531"/>
                </a:cubicBezTo>
                <a:cubicBezTo>
                  <a:pt x="66253" y="188946"/>
                  <a:pt x="63695" y="190737"/>
                  <a:pt x="61411" y="192904"/>
                </a:cubicBezTo>
                <a:cubicBezTo>
                  <a:pt x="59876" y="192904"/>
                  <a:pt x="58341" y="192904"/>
                  <a:pt x="56805" y="192904"/>
                </a:cubicBezTo>
                <a:cubicBezTo>
                  <a:pt x="51670" y="186226"/>
                  <a:pt x="46808" y="179317"/>
                  <a:pt x="42220" y="172178"/>
                </a:cubicBezTo>
                <a:cubicBezTo>
                  <a:pt x="38785" y="165822"/>
                  <a:pt x="35331" y="159425"/>
                  <a:pt x="31857" y="152987"/>
                </a:cubicBezTo>
                <a:cubicBezTo>
                  <a:pt x="30866" y="146625"/>
                  <a:pt x="33553" y="144193"/>
                  <a:pt x="39917" y="145694"/>
                </a:cubicBezTo>
                <a:cubicBezTo>
                  <a:pt x="43027" y="149250"/>
                  <a:pt x="45842" y="152961"/>
                  <a:pt x="48361" y="156825"/>
                </a:cubicBezTo>
                <a:cubicBezTo>
                  <a:pt x="48553" y="158494"/>
                  <a:pt x="49321" y="159773"/>
                  <a:pt x="50664" y="160663"/>
                </a:cubicBezTo>
                <a:cubicBezTo>
                  <a:pt x="51309" y="162469"/>
                  <a:pt x="52333" y="164005"/>
                  <a:pt x="53735" y="165269"/>
                </a:cubicBezTo>
                <a:cubicBezTo>
                  <a:pt x="54452" y="166089"/>
                  <a:pt x="54708" y="167112"/>
                  <a:pt x="54502" y="168340"/>
                </a:cubicBezTo>
                <a:cubicBezTo>
                  <a:pt x="55270" y="168340"/>
                  <a:pt x="56038" y="168340"/>
                  <a:pt x="56805" y="168340"/>
                </a:cubicBezTo>
                <a:cubicBezTo>
                  <a:pt x="56805" y="167060"/>
                  <a:pt x="56805" y="165781"/>
                  <a:pt x="56805" y="164501"/>
                </a:cubicBezTo>
                <a:cubicBezTo>
                  <a:pt x="57421" y="163387"/>
                  <a:pt x="57805" y="162108"/>
                  <a:pt x="57957" y="160663"/>
                </a:cubicBezTo>
                <a:cubicBezTo>
                  <a:pt x="58559" y="153764"/>
                  <a:pt x="58943" y="146856"/>
                  <a:pt x="59108" y="139937"/>
                </a:cubicBezTo>
                <a:cubicBezTo>
                  <a:pt x="59108" y="139681"/>
                  <a:pt x="59108" y="139425"/>
                  <a:pt x="59108" y="139169"/>
                </a:cubicBezTo>
                <a:cubicBezTo>
                  <a:pt x="58812" y="131844"/>
                  <a:pt x="58044" y="124679"/>
                  <a:pt x="56805" y="117675"/>
                </a:cubicBezTo>
                <a:cubicBezTo>
                  <a:pt x="56805" y="116652"/>
                  <a:pt x="56805" y="115628"/>
                  <a:pt x="56805" y="114605"/>
                </a:cubicBezTo>
                <a:cubicBezTo>
                  <a:pt x="56316" y="111124"/>
                  <a:pt x="55549" y="107797"/>
                  <a:pt x="54502" y="104625"/>
                </a:cubicBezTo>
                <a:cubicBezTo>
                  <a:pt x="52012" y="90753"/>
                  <a:pt x="47406" y="77704"/>
                  <a:pt x="40685" y="65476"/>
                </a:cubicBezTo>
                <a:cubicBezTo>
                  <a:pt x="40042" y="65213"/>
                  <a:pt x="39785" y="64702"/>
                  <a:pt x="39917" y="63941"/>
                </a:cubicBezTo>
                <a:cubicBezTo>
                  <a:pt x="39540" y="62160"/>
                  <a:pt x="38772" y="60625"/>
                  <a:pt x="37614" y="59335"/>
                </a:cubicBezTo>
                <a:cubicBezTo>
                  <a:pt x="35888" y="55109"/>
                  <a:pt x="33585" y="51271"/>
                  <a:pt x="30706" y="47820"/>
                </a:cubicBezTo>
                <a:cubicBezTo>
                  <a:pt x="28129" y="42665"/>
                  <a:pt x="24802" y="38060"/>
                  <a:pt x="20726" y="34003"/>
                </a:cubicBezTo>
                <a:cubicBezTo>
                  <a:pt x="18708" y="30960"/>
                  <a:pt x="16405" y="28146"/>
                  <a:pt x="13818" y="25559"/>
                </a:cubicBezTo>
                <a:cubicBezTo>
                  <a:pt x="13305" y="24535"/>
                  <a:pt x="12538" y="23768"/>
                  <a:pt x="11515" y="23256"/>
                </a:cubicBezTo>
                <a:cubicBezTo>
                  <a:pt x="10747" y="20953"/>
                  <a:pt x="9212" y="19417"/>
                  <a:pt x="6909" y="18650"/>
                </a:cubicBezTo>
                <a:cubicBezTo>
                  <a:pt x="6440" y="17966"/>
                  <a:pt x="6185" y="17198"/>
                  <a:pt x="6141" y="16347"/>
                </a:cubicBezTo>
                <a:cubicBezTo>
                  <a:pt x="4251" y="14072"/>
                  <a:pt x="2204" y="11897"/>
                  <a:pt x="0" y="9822"/>
                </a:cubicBezTo>
                <a:cubicBezTo>
                  <a:pt x="635" y="8369"/>
                  <a:pt x="635" y="6706"/>
                  <a:pt x="0" y="4832"/>
                </a:cubicBezTo>
                <a:cubicBezTo>
                  <a:pt x="689" y="4703"/>
                  <a:pt x="1456" y="4447"/>
                  <a:pt x="2303" y="4065"/>
                </a:cubicBezTo>
                <a:cubicBezTo>
                  <a:pt x="2717" y="3107"/>
                  <a:pt x="3229" y="2211"/>
                  <a:pt x="3838" y="1378"/>
                </a:cubicBezTo>
                <a:cubicBezTo>
                  <a:pt x="3583" y="1122"/>
                  <a:pt x="3326" y="866"/>
                  <a:pt x="3071" y="610"/>
                </a:cubicBezTo>
                <a:cubicBezTo>
                  <a:pt x="5284" y="0"/>
                  <a:pt x="6435" y="895"/>
                  <a:pt x="6525" y="3297"/>
                </a:cubicBezTo>
                <a:cubicBezTo>
                  <a:pt x="7040" y="2720"/>
                  <a:pt x="7679" y="2463"/>
                  <a:pt x="8444" y="2529"/>
                </a:cubicBezTo>
                <a:close/>
              </a:path>
            </a:pathLst>
          </a:custGeom>
          <a:solidFill xmlns:a="http://schemas.openxmlformats.org/drawingml/2006/main">
            <a:srgbClr val="1E36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8FAD7-E439-4BB6-AFC9-0709720E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416" y="3665990"/>
            <a:ext cx="2572" cy="6909"/>
          </a:xfrm>
          <a:custGeom xmlns:a="http://schemas.openxmlformats.org/drawingml/2006/main">
            <a:pathLst>
              <a:path w="2572" h="6909">
                <a:moveTo>
                  <a:pt x="2303" y="0"/>
                </a:moveTo>
                <a:cubicBezTo>
                  <a:pt x="2572" y="2809"/>
                  <a:pt x="1805" y="5112"/>
                  <a:pt x="0" y="6909"/>
                </a:cubicBezTo>
                <a:cubicBezTo>
                  <a:pt x="329" y="4387"/>
                  <a:pt x="1096" y="2084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8F9FA">
              <a:alpha val="11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26717-5DDF-4008-AC8B-32B63192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974" y="3652172"/>
            <a:ext cx="6909" cy="23797"/>
          </a:xfrm>
          <a:custGeom xmlns:a="http://schemas.openxmlformats.org/drawingml/2006/main">
            <a:pathLst>
              <a:path w="6909" h="23797">
                <a:moveTo>
                  <a:pt x="0" y="0"/>
                </a:moveTo>
                <a:cubicBezTo>
                  <a:pt x="474" y="85"/>
                  <a:pt x="857" y="341"/>
                  <a:pt x="1151" y="768"/>
                </a:cubicBezTo>
                <a:cubicBezTo>
                  <a:pt x="2879" y="5316"/>
                  <a:pt x="4415" y="9922"/>
                  <a:pt x="5757" y="14585"/>
                </a:cubicBezTo>
                <a:cubicBezTo>
                  <a:pt x="6393" y="17630"/>
                  <a:pt x="6777" y="20700"/>
                  <a:pt x="6909" y="23797"/>
                </a:cubicBezTo>
                <a:cubicBezTo>
                  <a:pt x="4742" y="15909"/>
                  <a:pt x="2439" y="7977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9FAFA">
              <a:alpha val="6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77419-81AC-4665-A62B-D5DC5BAC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113" y="3673666"/>
            <a:ext cx="2336" cy="8444"/>
          </a:xfrm>
          <a:custGeom xmlns:a="http://schemas.openxmlformats.org/drawingml/2006/main">
            <a:pathLst>
              <a:path w="2336" h="8444">
                <a:moveTo>
                  <a:pt x="2303" y="0"/>
                </a:moveTo>
                <a:cubicBezTo>
                  <a:pt x="2336" y="2618"/>
                  <a:pt x="1952" y="5176"/>
                  <a:pt x="1151" y="7676"/>
                </a:cubicBezTo>
                <a:cubicBezTo>
                  <a:pt x="857" y="8103"/>
                  <a:pt x="474" y="8359"/>
                  <a:pt x="0" y="8444"/>
                </a:cubicBezTo>
                <a:cubicBezTo>
                  <a:pt x="426" y="5453"/>
                  <a:pt x="1194" y="2638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1F2F4">
              <a:alpha val="9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B13BB-8BF0-467C-BC28-7C12672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821" y="3678272"/>
            <a:ext cx="2314" cy="9979"/>
          </a:xfrm>
          <a:custGeom xmlns:a="http://schemas.openxmlformats.org/drawingml/2006/main">
            <a:pathLst>
              <a:path w="2314" h="9979">
                <a:moveTo>
                  <a:pt x="12" y="0"/>
                </a:moveTo>
                <a:cubicBezTo>
                  <a:pt x="1058" y="3172"/>
                  <a:pt x="1825" y="6498"/>
                  <a:pt x="2314" y="9979"/>
                </a:cubicBezTo>
                <a:cubicBezTo>
                  <a:pt x="1841" y="9894"/>
                  <a:pt x="1457" y="9638"/>
                  <a:pt x="1163" y="9212"/>
                </a:cubicBezTo>
                <a:cubicBezTo>
                  <a:pt x="384" y="6187"/>
                  <a:pt x="0" y="3117"/>
                  <a:pt x="12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12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EEA5F-3156-424C-A119-D04A5409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411" y="3655243"/>
            <a:ext cx="21702" cy="131588"/>
          </a:xfrm>
          <a:custGeom xmlns:a="http://schemas.openxmlformats.org/drawingml/2006/main">
            <a:pathLst>
              <a:path w="21702" h="131588">
                <a:moveTo>
                  <a:pt x="15561" y="0"/>
                </a:moveTo>
                <a:cubicBezTo>
                  <a:pt x="12154" y="11070"/>
                  <a:pt x="9467" y="22329"/>
                  <a:pt x="7501" y="33776"/>
                </a:cubicBezTo>
                <a:cubicBezTo>
                  <a:pt x="2577" y="66504"/>
                  <a:pt x="6159" y="98234"/>
                  <a:pt x="18248" y="128963"/>
                </a:cubicBezTo>
                <a:cubicBezTo>
                  <a:pt x="19516" y="129654"/>
                  <a:pt x="20667" y="130421"/>
                  <a:pt x="21702" y="131266"/>
                </a:cubicBezTo>
                <a:cubicBezTo>
                  <a:pt x="19533" y="131588"/>
                  <a:pt x="17871" y="130820"/>
                  <a:pt x="16712" y="128963"/>
                </a:cubicBezTo>
                <a:cubicBezTo>
                  <a:pt x="896" y="86915"/>
                  <a:pt x="0" y="44439"/>
                  <a:pt x="14026" y="1535"/>
                </a:cubicBezTo>
                <a:cubicBezTo>
                  <a:pt x="14215" y="604"/>
                  <a:pt x="14727" y="92"/>
                  <a:pt x="15561" y="0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18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870CF-ABC1-4719-8339-07ECC02A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83" y="3675969"/>
            <a:ext cx="2303" cy="12282"/>
          </a:xfrm>
          <a:custGeom xmlns:a="http://schemas.openxmlformats.org/drawingml/2006/main">
            <a:pathLst>
              <a:path w="2303" h="12282">
                <a:moveTo>
                  <a:pt x="0" y="0"/>
                </a:moveTo>
                <a:cubicBezTo>
                  <a:pt x="474" y="85"/>
                  <a:pt x="857" y="341"/>
                  <a:pt x="1151" y="768"/>
                </a:cubicBezTo>
                <a:cubicBezTo>
                  <a:pt x="1852" y="4578"/>
                  <a:pt x="2235" y="8416"/>
                  <a:pt x="2303" y="12282"/>
                </a:cubicBezTo>
                <a:cubicBezTo>
                  <a:pt x="1358" y="8320"/>
                  <a:pt x="590" y="422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F8F9">
              <a:alpha val="16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323E4-BD89-4C3D-8B1C-91A19885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810" y="3683645"/>
            <a:ext cx="2303" cy="12282"/>
          </a:xfrm>
          <a:custGeom xmlns:a="http://schemas.openxmlformats.org/drawingml/2006/main">
            <a:pathLst>
              <a:path w="2303" h="12282">
                <a:moveTo>
                  <a:pt x="2303" y="0"/>
                </a:moveTo>
                <a:cubicBezTo>
                  <a:pt x="2109" y="3853"/>
                  <a:pt x="1726" y="7691"/>
                  <a:pt x="1151" y="11515"/>
                </a:cubicBezTo>
                <a:cubicBezTo>
                  <a:pt x="857" y="11941"/>
                  <a:pt x="474" y="12197"/>
                  <a:pt x="0" y="12282"/>
                </a:cubicBezTo>
                <a:cubicBezTo>
                  <a:pt x="451" y="8032"/>
                  <a:pt x="1218" y="3938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11C96-8026-40E3-9D09-36A8A100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136" y="3691322"/>
            <a:ext cx="2303" cy="21494"/>
          </a:xfrm>
          <a:custGeom xmlns:a="http://schemas.openxmlformats.org/drawingml/2006/main">
            <a:pathLst>
              <a:path w="2303" h="21494">
                <a:moveTo>
                  <a:pt x="0" y="0"/>
                </a:moveTo>
                <a:cubicBezTo>
                  <a:pt x="1239" y="7004"/>
                  <a:pt x="2007" y="14168"/>
                  <a:pt x="2303" y="21494"/>
                </a:cubicBezTo>
                <a:cubicBezTo>
                  <a:pt x="1713" y="20908"/>
                  <a:pt x="1330" y="20141"/>
                  <a:pt x="1151" y="19191"/>
                </a:cubicBezTo>
                <a:cubicBezTo>
                  <a:pt x="474" y="12810"/>
                  <a:pt x="90" y="641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8F9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68E29-2B82-4419-A065-2819C799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513" y="3698998"/>
            <a:ext cx="1297" cy="23029"/>
          </a:xfrm>
          <a:custGeom xmlns:a="http://schemas.openxmlformats.org/drawingml/2006/main">
            <a:pathLst>
              <a:path w="1297" h="23029">
                <a:moveTo>
                  <a:pt x="530" y="0"/>
                </a:moveTo>
                <a:cubicBezTo>
                  <a:pt x="785" y="0"/>
                  <a:pt x="1042" y="0"/>
                  <a:pt x="1297" y="0"/>
                </a:cubicBezTo>
                <a:cubicBezTo>
                  <a:pt x="1257" y="7686"/>
                  <a:pt x="1000" y="15362"/>
                  <a:pt x="530" y="23029"/>
                </a:cubicBezTo>
                <a:cubicBezTo>
                  <a:pt x="0" y="15485"/>
                  <a:pt x="0" y="7808"/>
                  <a:pt x="530" y="0"/>
                </a:cubicBezTo>
                <a:close/>
              </a:path>
            </a:pathLst>
          </a:custGeom>
          <a:solidFill xmlns:a="http://schemas.openxmlformats.org/drawingml/2006/main">
            <a:srgbClr val="ECEFF1">
              <a:alpha val="34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86F70-4852-45F9-B35E-D5DEDBEA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186" y="3689786"/>
            <a:ext cx="2528" cy="49129"/>
          </a:xfrm>
          <a:custGeom xmlns:a="http://schemas.openxmlformats.org/drawingml/2006/main">
            <a:pathLst>
              <a:path w="2528" h="49129">
                <a:moveTo>
                  <a:pt x="0" y="0"/>
                </a:moveTo>
                <a:cubicBezTo>
                  <a:pt x="474" y="85"/>
                  <a:pt x="857" y="341"/>
                  <a:pt x="1151" y="768"/>
                </a:cubicBezTo>
                <a:cubicBezTo>
                  <a:pt x="2272" y="14825"/>
                  <a:pt x="2528" y="28898"/>
                  <a:pt x="1919" y="42988"/>
                </a:cubicBezTo>
                <a:cubicBezTo>
                  <a:pt x="1960" y="45425"/>
                  <a:pt x="1320" y="47472"/>
                  <a:pt x="0" y="49129"/>
                </a:cubicBezTo>
                <a:cubicBezTo>
                  <a:pt x="1953" y="32798"/>
                  <a:pt x="1953" y="1642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AFAFA">
              <a:alpha val="27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898AA-815E-459D-8008-64120515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136" y="3713583"/>
            <a:ext cx="2303" cy="24564"/>
          </a:xfrm>
          <a:custGeom xmlns:a="http://schemas.openxmlformats.org/drawingml/2006/main">
            <a:pathLst>
              <a:path w="2303" h="24564">
                <a:moveTo>
                  <a:pt x="2303" y="0"/>
                </a:moveTo>
                <a:cubicBezTo>
                  <a:pt x="2138" y="6919"/>
                  <a:pt x="1754" y="13827"/>
                  <a:pt x="1151" y="20726"/>
                </a:cubicBezTo>
                <a:cubicBezTo>
                  <a:pt x="999" y="22171"/>
                  <a:pt x="616" y="23450"/>
                  <a:pt x="0" y="24564"/>
                </a:cubicBezTo>
                <a:cubicBezTo>
                  <a:pt x="434" y="17406"/>
                  <a:pt x="818" y="10242"/>
                  <a:pt x="1151" y="3071"/>
                </a:cubicBezTo>
                <a:cubicBezTo>
                  <a:pt x="1313" y="1875"/>
                  <a:pt x="1696" y="851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7F8F8">
              <a:alpha val="6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BC0AB-3E65-4BDE-8821-C15F88A7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225" y="3716678"/>
            <a:ext cx="19467" cy="29146"/>
          </a:xfrm>
          <a:custGeom xmlns:a="http://schemas.openxmlformats.org/drawingml/2006/main">
            <a:pathLst>
              <a:path w="19467" h="29146">
                <a:moveTo>
                  <a:pt x="19467" y="13793"/>
                </a:moveTo>
                <a:cubicBezTo>
                  <a:pt x="16947" y="9929"/>
                  <a:pt x="14132" y="6218"/>
                  <a:pt x="11023" y="2662"/>
                </a:cubicBezTo>
                <a:cubicBezTo>
                  <a:pt x="4658" y="1161"/>
                  <a:pt x="1971" y="3593"/>
                  <a:pt x="2962" y="9955"/>
                </a:cubicBezTo>
                <a:cubicBezTo>
                  <a:pt x="6436" y="16393"/>
                  <a:pt x="9890" y="22790"/>
                  <a:pt x="13325" y="29146"/>
                </a:cubicBezTo>
                <a:cubicBezTo>
                  <a:pt x="9378" y="23799"/>
                  <a:pt x="5667" y="18170"/>
                  <a:pt x="2195" y="12258"/>
                </a:cubicBezTo>
                <a:cubicBezTo>
                  <a:pt x="0" y="3454"/>
                  <a:pt x="3198" y="0"/>
                  <a:pt x="11790" y="1895"/>
                </a:cubicBezTo>
                <a:cubicBezTo>
                  <a:pt x="15228" y="5324"/>
                  <a:pt x="17788" y="9289"/>
                  <a:pt x="19467" y="13793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14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7DEF9-A75B-4780-AB32-7777607B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019" y="3698998"/>
            <a:ext cx="2151" cy="39150"/>
          </a:xfrm>
          <a:custGeom xmlns:a="http://schemas.openxmlformats.org/drawingml/2006/main">
            <a:pathLst>
              <a:path w="2151" h="39150">
                <a:moveTo>
                  <a:pt x="2023" y="0"/>
                </a:moveTo>
                <a:cubicBezTo>
                  <a:pt x="1494" y="7808"/>
                  <a:pt x="1494" y="15485"/>
                  <a:pt x="2023" y="23029"/>
                </a:cubicBezTo>
                <a:cubicBezTo>
                  <a:pt x="2023" y="23285"/>
                  <a:pt x="2023" y="23541"/>
                  <a:pt x="2023" y="23797"/>
                </a:cubicBezTo>
                <a:cubicBezTo>
                  <a:pt x="2151" y="28921"/>
                  <a:pt x="2023" y="34039"/>
                  <a:pt x="1640" y="39150"/>
                </a:cubicBezTo>
                <a:cubicBezTo>
                  <a:pt x="0" y="25960"/>
                  <a:pt x="127" y="12910"/>
                  <a:pt x="2023" y="0"/>
                </a:cubicBezTo>
                <a:close/>
              </a:path>
            </a:pathLst>
          </a:custGeom>
          <a:solidFill xmlns:a="http://schemas.openxmlformats.org/drawingml/2006/main">
            <a:srgbClr val="0C1C32">
              <a:alpha val="9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8907D-8625-48C7-AADE-762CED58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630" y="3725866"/>
            <a:ext cx="23418" cy="15353"/>
          </a:xfrm>
          <a:custGeom xmlns:a="http://schemas.openxmlformats.org/drawingml/2006/main">
            <a:pathLst>
              <a:path w="23418" h="15353">
                <a:moveTo>
                  <a:pt x="15353" y="15353"/>
                </a:moveTo>
                <a:cubicBezTo>
                  <a:pt x="16602" y="13718"/>
                  <a:pt x="18009" y="12182"/>
                  <a:pt x="19575" y="10747"/>
                </a:cubicBezTo>
                <a:cubicBezTo>
                  <a:pt x="21333" y="3040"/>
                  <a:pt x="18390" y="353"/>
                  <a:pt x="10747" y="2687"/>
                </a:cubicBezTo>
                <a:cubicBezTo>
                  <a:pt x="7279" y="5567"/>
                  <a:pt x="3697" y="8254"/>
                  <a:pt x="0" y="10747"/>
                </a:cubicBezTo>
                <a:cubicBezTo>
                  <a:pt x="4051" y="5565"/>
                  <a:pt x="9297" y="1983"/>
                  <a:pt x="15737" y="0"/>
                </a:cubicBezTo>
                <a:cubicBezTo>
                  <a:pt x="21627" y="1547"/>
                  <a:pt x="23418" y="5129"/>
                  <a:pt x="21110" y="10747"/>
                </a:cubicBezTo>
                <a:cubicBezTo>
                  <a:pt x="19493" y="12757"/>
                  <a:pt x="17574" y="14292"/>
                  <a:pt x="15353" y="15353"/>
                </a:cubicBezTo>
                <a:close/>
              </a:path>
            </a:pathLst>
          </a:custGeom>
          <a:solidFill xmlns:a="http://schemas.openxmlformats.org/drawingml/2006/main">
            <a:srgbClr val="F8F8F9">
              <a:alpha val="1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99718-3AA1-4BB1-9C94-C9044E98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692" y="3730471"/>
            <a:ext cx="2488" cy="3838"/>
          </a:xfrm>
          <a:custGeom xmlns:a="http://schemas.openxmlformats.org/drawingml/2006/main">
            <a:pathLst>
              <a:path w="2488" h="3838">
                <a:moveTo>
                  <a:pt x="0" y="0"/>
                </a:moveTo>
                <a:cubicBezTo>
                  <a:pt x="1720" y="614"/>
                  <a:pt x="2488" y="1893"/>
                  <a:pt x="2303" y="3838"/>
                </a:cubicBezTo>
                <a:cubicBezTo>
                  <a:pt x="960" y="2949"/>
                  <a:pt x="192" y="1669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3F4F5">
              <a:alpha val="9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AF3B4-6D4D-4FB4-B5E8-8F55A7D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995" y="3734310"/>
            <a:ext cx="3071" cy="4606"/>
          </a:xfrm>
          <a:custGeom xmlns:a="http://schemas.openxmlformats.org/drawingml/2006/main">
            <a:pathLst>
              <a:path w="3071" h="4606">
                <a:moveTo>
                  <a:pt x="0" y="0"/>
                </a:moveTo>
                <a:cubicBezTo>
                  <a:pt x="1763" y="946"/>
                  <a:pt x="2787" y="2482"/>
                  <a:pt x="3071" y="4606"/>
                </a:cubicBezTo>
                <a:cubicBezTo>
                  <a:pt x="1669" y="3342"/>
                  <a:pt x="645" y="1806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6F8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7B89D-5855-45BF-AC99-06A019C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791" y="3736612"/>
            <a:ext cx="3838" cy="3071"/>
          </a:xfrm>
          <a:custGeom xmlns:a="http://schemas.openxmlformats.org/drawingml/2006/main">
            <a:pathLst>
              <a:path w="3838" h="3071">
                <a:moveTo>
                  <a:pt x="3838" y="0"/>
                </a:moveTo>
                <a:cubicBezTo>
                  <a:pt x="3005" y="1602"/>
                  <a:pt x="1726" y="2625"/>
                  <a:pt x="0" y="3071"/>
                </a:cubicBezTo>
                <a:cubicBezTo>
                  <a:pt x="833" y="1468"/>
                  <a:pt x="2112" y="445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A9AEB8">
              <a:alpha val="45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B1CE0-919C-4FA3-9ABB-8FF84A68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810" y="3741218"/>
            <a:ext cx="2303" cy="10747"/>
          </a:xfrm>
          <a:custGeom xmlns:a="http://schemas.openxmlformats.org/drawingml/2006/main">
            <a:pathLst>
              <a:path w="2303" h="10747">
                <a:moveTo>
                  <a:pt x="0" y="0"/>
                </a:moveTo>
                <a:cubicBezTo>
                  <a:pt x="958" y="640"/>
                  <a:pt x="1470" y="1663"/>
                  <a:pt x="1535" y="3071"/>
                </a:cubicBezTo>
                <a:cubicBezTo>
                  <a:pt x="1960" y="5617"/>
                  <a:pt x="2215" y="8175"/>
                  <a:pt x="2303" y="10747"/>
                </a:cubicBezTo>
                <a:cubicBezTo>
                  <a:pt x="1257" y="7310"/>
                  <a:pt x="490" y="3728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126F4-54B9-4F29-B2A3-0E26173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71" y="3741218"/>
            <a:ext cx="9212" cy="7676"/>
          </a:xfrm>
          <a:custGeom xmlns:a="http://schemas.openxmlformats.org/drawingml/2006/main">
            <a:pathLst>
              <a:path w="9212" h="7676">
                <a:moveTo>
                  <a:pt x="9212" y="0"/>
                </a:moveTo>
                <a:cubicBezTo>
                  <a:pt x="6872" y="3358"/>
                  <a:pt x="3801" y="5916"/>
                  <a:pt x="0" y="7676"/>
                </a:cubicBezTo>
                <a:cubicBezTo>
                  <a:pt x="2780" y="4753"/>
                  <a:pt x="5851" y="2195"/>
                  <a:pt x="9212" y="0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7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C67FB-E626-453C-9943-33F011B0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208" y="3741986"/>
            <a:ext cx="2512" cy="1535"/>
          </a:xfrm>
          <a:custGeom xmlns:a="http://schemas.openxmlformats.org/drawingml/2006/main">
            <a:pathLst>
              <a:path w="2512" h="1535">
                <a:moveTo>
                  <a:pt x="977" y="0"/>
                </a:moveTo>
                <a:cubicBezTo>
                  <a:pt x="1489" y="0"/>
                  <a:pt x="2000" y="0"/>
                  <a:pt x="2512" y="0"/>
                </a:cubicBezTo>
                <a:cubicBezTo>
                  <a:pt x="2274" y="751"/>
                  <a:pt x="1762" y="1263"/>
                  <a:pt x="977" y="1535"/>
                </a:cubicBezTo>
                <a:cubicBezTo>
                  <a:pt x="0" y="954"/>
                  <a:pt x="0" y="443"/>
                  <a:pt x="977" y="0"/>
                </a:cubicBezTo>
                <a:close/>
              </a:path>
            </a:pathLst>
          </a:custGeom>
          <a:solidFill xmlns:a="http://schemas.openxmlformats.org/drawingml/2006/main">
            <a:srgbClr val="F6F6F7">
              <a:alpha val="21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1A920-898F-47CA-8D8C-A5B4732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397" y="3748895"/>
            <a:ext cx="5373" cy="3838"/>
          </a:xfrm>
          <a:custGeom xmlns:a="http://schemas.openxmlformats.org/drawingml/2006/main">
            <a:pathLst>
              <a:path w="5373" h="3838">
                <a:moveTo>
                  <a:pt x="5373" y="0"/>
                </a:moveTo>
                <a:cubicBezTo>
                  <a:pt x="4204" y="2199"/>
                  <a:pt x="2413" y="3478"/>
                  <a:pt x="0" y="3838"/>
                </a:cubicBezTo>
                <a:cubicBezTo>
                  <a:pt x="1574" y="2267"/>
                  <a:pt x="3365" y="987"/>
                  <a:pt x="5373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6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509EB-9EE8-40F8-9469-36050E0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113" y="3753501"/>
            <a:ext cx="2303" cy="8444"/>
          </a:xfrm>
          <a:custGeom xmlns:a="http://schemas.openxmlformats.org/drawingml/2006/main">
            <a:pathLst>
              <a:path w="2303" h="8444">
                <a:moveTo>
                  <a:pt x="0" y="0"/>
                </a:moveTo>
                <a:cubicBezTo>
                  <a:pt x="474" y="85"/>
                  <a:pt x="857" y="341"/>
                  <a:pt x="1151" y="768"/>
                </a:cubicBezTo>
                <a:cubicBezTo>
                  <a:pt x="1786" y="3295"/>
                  <a:pt x="2169" y="5854"/>
                  <a:pt x="2303" y="8444"/>
                </a:cubicBezTo>
                <a:cubicBezTo>
                  <a:pt x="1194" y="5806"/>
                  <a:pt x="426" y="2991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8F8">
              <a:alpha val="5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63A0F-01A3-4688-A731-A50C2C6F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094" y="3752733"/>
            <a:ext cx="2303" cy="2303"/>
          </a:xfrm>
          <a:custGeom xmlns:a="http://schemas.openxmlformats.org/drawingml/2006/main">
            <a:pathLst>
              <a:path w="2303" h="2303">
                <a:moveTo>
                  <a:pt x="2303" y="0"/>
                </a:moveTo>
                <a:cubicBezTo>
                  <a:pt x="2303" y="1535"/>
                  <a:pt x="1535" y="2303"/>
                  <a:pt x="0" y="2303"/>
                </a:cubicBezTo>
                <a:cubicBezTo>
                  <a:pt x="512" y="1280"/>
                  <a:pt x="1280" y="512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DFDFD">
              <a:alpha val="4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40A40-C131-4E87-9D35-187BC34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51" y="3745824"/>
            <a:ext cx="14585" cy="20882"/>
          </a:xfrm>
          <a:custGeom xmlns:a="http://schemas.openxmlformats.org/drawingml/2006/main">
            <a:pathLst>
              <a:path w="14585" h="20882">
                <a:moveTo>
                  <a:pt x="0" y="0"/>
                </a:moveTo>
                <a:cubicBezTo>
                  <a:pt x="4588" y="7139"/>
                  <a:pt x="9450" y="14048"/>
                  <a:pt x="14585" y="20726"/>
                </a:cubicBezTo>
                <a:cubicBezTo>
                  <a:pt x="13134" y="20882"/>
                  <a:pt x="11983" y="20371"/>
                  <a:pt x="11131" y="19191"/>
                </a:cubicBezTo>
                <a:cubicBezTo>
                  <a:pt x="7805" y="14073"/>
                  <a:pt x="4478" y="8956"/>
                  <a:pt x="1151" y="3838"/>
                </a:cubicBezTo>
                <a:cubicBezTo>
                  <a:pt x="685" y="2569"/>
                  <a:pt x="301" y="1289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F9FA">
              <a:alpha val="7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A28CD-A56E-4004-8E57-10080CB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256" y="3755036"/>
            <a:ext cx="3838" cy="3071"/>
          </a:xfrm>
          <a:custGeom xmlns:a="http://schemas.openxmlformats.org/drawingml/2006/main">
            <a:pathLst>
              <a:path w="3838" h="3071">
                <a:moveTo>
                  <a:pt x="3838" y="0"/>
                </a:moveTo>
                <a:cubicBezTo>
                  <a:pt x="3005" y="1602"/>
                  <a:pt x="1726" y="2625"/>
                  <a:pt x="0" y="3071"/>
                </a:cubicBezTo>
                <a:cubicBezTo>
                  <a:pt x="833" y="1468"/>
                  <a:pt x="2112" y="445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FBFBFC">
              <a:alpha val="4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26A61-670B-46B8-8B27-78B91A0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186" y="3758106"/>
            <a:ext cx="3071" cy="2303"/>
          </a:xfrm>
          <a:custGeom xmlns:a="http://schemas.openxmlformats.org/drawingml/2006/main">
            <a:pathLst>
              <a:path w="3071" h="2303">
                <a:moveTo>
                  <a:pt x="3071" y="0"/>
                </a:moveTo>
                <a:cubicBezTo>
                  <a:pt x="2486" y="1353"/>
                  <a:pt x="1462" y="2120"/>
                  <a:pt x="0" y="2303"/>
                </a:cubicBezTo>
                <a:cubicBezTo>
                  <a:pt x="585" y="950"/>
                  <a:pt x="1609" y="183"/>
                  <a:pt x="3071" y="0"/>
                </a:cubicBezTo>
                <a:close/>
              </a:path>
            </a:pathLst>
          </a:custGeom>
          <a:solidFill xmlns:a="http://schemas.openxmlformats.org/drawingml/2006/main">
            <a:srgbClr val="FBFBFC">
              <a:alpha val="6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8A95C-D1D7-4EE2-8B37-4F8F0985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416" y="3762712"/>
            <a:ext cx="2572" cy="6909"/>
          </a:xfrm>
          <a:custGeom xmlns:a="http://schemas.openxmlformats.org/drawingml/2006/main">
            <a:pathLst>
              <a:path w="2572" h="6909">
                <a:moveTo>
                  <a:pt x="0" y="0"/>
                </a:moveTo>
                <a:cubicBezTo>
                  <a:pt x="1805" y="1797"/>
                  <a:pt x="2572" y="4100"/>
                  <a:pt x="2303" y="6909"/>
                </a:cubicBezTo>
                <a:cubicBezTo>
                  <a:pt x="1096" y="4825"/>
                  <a:pt x="329" y="252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7F7F8">
              <a:alpha val="9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EB2B9-94D4-459E-B4E1-89CFB522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742" y="3761177"/>
            <a:ext cx="7676" cy="5373"/>
          </a:xfrm>
          <a:custGeom xmlns:a="http://schemas.openxmlformats.org/drawingml/2006/main">
            <a:pathLst>
              <a:path w="7676" h="5373">
                <a:moveTo>
                  <a:pt x="7676" y="0"/>
                </a:moveTo>
                <a:cubicBezTo>
                  <a:pt x="5736" y="2714"/>
                  <a:pt x="3177" y="4505"/>
                  <a:pt x="0" y="5373"/>
                </a:cubicBezTo>
                <a:cubicBezTo>
                  <a:pt x="2284" y="3206"/>
                  <a:pt x="4842" y="1416"/>
                  <a:pt x="7676" y="0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6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7B1AB-248F-4073-9ADD-FC66745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136" y="3766550"/>
            <a:ext cx="4606" cy="2047"/>
          </a:xfrm>
          <a:custGeom xmlns:a="http://schemas.openxmlformats.org/drawingml/2006/main">
            <a:pathLst>
              <a:path w="4606" h="2047">
                <a:moveTo>
                  <a:pt x="0" y="0"/>
                </a:moveTo>
                <a:cubicBezTo>
                  <a:pt x="1535" y="0"/>
                  <a:pt x="3071" y="0"/>
                  <a:pt x="4606" y="0"/>
                </a:cubicBezTo>
                <a:cubicBezTo>
                  <a:pt x="3071" y="2047"/>
                  <a:pt x="1535" y="2047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E37C7-A05D-4A10-851A-65CD205E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183" y="3769621"/>
            <a:ext cx="5815" cy="17052"/>
          </a:xfrm>
          <a:custGeom xmlns:a="http://schemas.openxmlformats.org/drawingml/2006/main">
            <a:pathLst>
              <a:path w="5815" h="17052">
                <a:moveTo>
                  <a:pt x="1535" y="0"/>
                </a:moveTo>
                <a:cubicBezTo>
                  <a:pt x="3025" y="2070"/>
                  <a:pt x="4177" y="4373"/>
                  <a:pt x="4990" y="6909"/>
                </a:cubicBezTo>
                <a:cubicBezTo>
                  <a:pt x="5815" y="10254"/>
                  <a:pt x="5303" y="13325"/>
                  <a:pt x="3454" y="16120"/>
                </a:cubicBezTo>
                <a:cubicBezTo>
                  <a:pt x="2413" y="16796"/>
                  <a:pt x="1262" y="17052"/>
                  <a:pt x="0" y="16888"/>
                </a:cubicBezTo>
                <a:cubicBezTo>
                  <a:pt x="2553" y="15479"/>
                  <a:pt x="4088" y="13303"/>
                  <a:pt x="4606" y="10363"/>
                </a:cubicBezTo>
                <a:cubicBezTo>
                  <a:pt x="3348" y="6973"/>
                  <a:pt x="2324" y="3519"/>
                  <a:pt x="1535" y="0"/>
                </a:cubicBezTo>
                <a:close/>
              </a:path>
            </a:pathLst>
          </a:custGeom>
          <a:solidFill xmlns:a="http://schemas.openxmlformats.org/drawingml/2006/main">
            <a:srgbClr val="FAFBFB">
              <a:alpha val="10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6DB22-129A-46EB-9129-8DCA87AF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945" y="3788445"/>
            <a:ext cx="15481" cy="29537"/>
          </a:xfrm>
          <a:custGeom xmlns:a="http://schemas.openxmlformats.org/drawingml/2006/main">
            <a:pathLst>
              <a:path w="15481" h="29537">
                <a:moveTo>
                  <a:pt x="3838" y="29537"/>
                </a:moveTo>
                <a:cubicBezTo>
                  <a:pt x="7027" y="23672"/>
                  <a:pt x="10226" y="17788"/>
                  <a:pt x="13434" y="11882"/>
                </a:cubicBezTo>
                <a:cubicBezTo>
                  <a:pt x="15192" y="4751"/>
                  <a:pt x="12505" y="1809"/>
                  <a:pt x="5373" y="3054"/>
                </a:cubicBezTo>
                <a:cubicBezTo>
                  <a:pt x="3309" y="5010"/>
                  <a:pt x="1518" y="7185"/>
                  <a:pt x="0" y="9579"/>
                </a:cubicBezTo>
                <a:cubicBezTo>
                  <a:pt x="1488" y="2430"/>
                  <a:pt x="5838" y="0"/>
                  <a:pt x="13050" y="2286"/>
                </a:cubicBezTo>
                <a:cubicBezTo>
                  <a:pt x="13689" y="2925"/>
                  <a:pt x="14330" y="3566"/>
                  <a:pt x="14969" y="4205"/>
                </a:cubicBezTo>
                <a:cubicBezTo>
                  <a:pt x="15481" y="6764"/>
                  <a:pt x="15481" y="9323"/>
                  <a:pt x="14969" y="11882"/>
                </a:cubicBezTo>
                <a:cubicBezTo>
                  <a:pt x="12420" y="16090"/>
                  <a:pt x="10117" y="20441"/>
                  <a:pt x="8060" y="24931"/>
                </a:cubicBezTo>
                <a:cubicBezTo>
                  <a:pt x="6806" y="26725"/>
                  <a:pt x="5399" y="28261"/>
                  <a:pt x="3838" y="29537"/>
                </a:cubicBezTo>
                <a:close/>
              </a:path>
            </a:pathLst>
          </a:custGeom>
          <a:solidFill xmlns:a="http://schemas.openxmlformats.org/drawingml/2006/main">
            <a:srgbClr val="F3F4F6">
              <a:alpha val="21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57875-4FA4-4971-9C74-AD3A010D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562" y="3790254"/>
            <a:ext cx="238575" cy="119333"/>
          </a:xfrm>
          <a:custGeom xmlns:a="http://schemas.openxmlformats.org/drawingml/2006/main">
            <a:pathLst>
              <a:path w="238575" h="119333">
                <a:moveTo>
                  <a:pt x="227221" y="27729"/>
                </a:moveTo>
                <a:cubicBezTo>
                  <a:pt x="225133" y="30334"/>
                  <a:pt x="223342" y="33149"/>
                  <a:pt x="221848" y="36173"/>
                </a:cubicBezTo>
                <a:cubicBezTo>
                  <a:pt x="220005" y="37551"/>
                  <a:pt x="218726" y="39343"/>
                  <a:pt x="218010" y="41546"/>
                </a:cubicBezTo>
                <a:cubicBezTo>
                  <a:pt x="214419" y="45138"/>
                  <a:pt x="211092" y="48976"/>
                  <a:pt x="208030" y="53061"/>
                </a:cubicBezTo>
                <a:cubicBezTo>
                  <a:pt x="207272" y="54055"/>
                  <a:pt x="206504" y="55078"/>
                  <a:pt x="205727" y="56131"/>
                </a:cubicBezTo>
                <a:cubicBezTo>
                  <a:pt x="204704" y="56643"/>
                  <a:pt x="203936" y="57411"/>
                  <a:pt x="203424" y="58434"/>
                </a:cubicBezTo>
                <a:cubicBezTo>
                  <a:pt x="201634" y="59714"/>
                  <a:pt x="200098" y="61249"/>
                  <a:pt x="198819" y="63040"/>
                </a:cubicBezTo>
                <a:cubicBezTo>
                  <a:pt x="197539" y="63808"/>
                  <a:pt x="196516" y="64831"/>
                  <a:pt x="195748" y="66111"/>
                </a:cubicBezTo>
                <a:cubicBezTo>
                  <a:pt x="195748" y="66623"/>
                  <a:pt x="195492" y="66878"/>
                  <a:pt x="194980" y="66878"/>
                </a:cubicBezTo>
                <a:cubicBezTo>
                  <a:pt x="193254" y="67324"/>
                  <a:pt x="191975" y="68347"/>
                  <a:pt x="191142" y="69949"/>
                </a:cubicBezTo>
                <a:cubicBezTo>
                  <a:pt x="190119" y="70461"/>
                  <a:pt x="189351" y="71229"/>
                  <a:pt x="188839" y="72252"/>
                </a:cubicBezTo>
                <a:cubicBezTo>
                  <a:pt x="186852" y="72957"/>
                  <a:pt x="185317" y="74237"/>
                  <a:pt x="184233" y="76090"/>
                </a:cubicBezTo>
                <a:cubicBezTo>
                  <a:pt x="182772" y="76273"/>
                  <a:pt x="181748" y="77040"/>
                  <a:pt x="181163" y="78393"/>
                </a:cubicBezTo>
                <a:cubicBezTo>
                  <a:pt x="181163" y="78905"/>
                  <a:pt x="180907" y="79161"/>
                  <a:pt x="180395" y="79161"/>
                </a:cubicBezTo>
                <a:cubicBezTo>
                  <a:pt x="178192" y="79877"/>
                  <a:pt x="176400" y="81156"/>
                  <a:pt x="175022" y="82999"/>
                </a:cubicBezTo>
                <a:cubicBezTo>
                  <a:pt x="173850" y="82943"/>
                  <a:pt x="173082" y="83455"/>
                  <a:pt x="172719" y="84534"/>
                </a:cubicBezTo>
                <a:cubicBezTo>
                  <a:pt x="170913" y="85179"/>
                  <a:pt x="169377" y="86203"/>
                  <a:pt x="168113" y="87605"/>
                </a:cubicBezTo>
                <a:cubicBezTo>
                  <a:pt x="166941" y="87549"/>
                  <a:pt x="166173" y="88061"/>
                  <a:pt x="165810" y="89140"/>
                </a:cubicBezTo>
                <a:cubicBezTo>
                  <a:pt x="161972" y="90801"/>
                  <a:pt x="158389" y="92848"/>
                  <a:pt x="155063" y="95281"/>
                </a:cubicBezTo>
                <a:cubicBezTo>
                  <a:pt x="152890" y="95725"/>
                  <a:pt x="151099" y="96749"/>
                  <a:pt x="149690" y="98352"/>
                </a:cubicBezTo>
                <a:cubicBezTo>
                  <a:pt x="149434" y="98352"/>
                  <a:pt x="149178" y="98352"/>
                  <a:pt x="148922" y="98352"/>
                </a:cubicBezTo>
                <a:cubicBezTo>
                  <a:pt x="147142" y="98729"/>
                  <a:pt x="145607" y="99497"/>
                  <a:pt x="144316" y="100654"/>
                </a:cubicBezTo>
                <a:cubicBezTo>
                  <a:pt x="141871" y="101497"/>
                  <a:pt x="139568" y="102520"/>
                  <a:pt x="137407" y="103725"/>
                </a:cubicBezTo>
                <a:cubicBezTo>
                  <a:pt x="137145" y="104368"/>
                  <a:pt x="136634" y="104625"/>
                  <a:pt x="135872" y="104493"/>
                </a:cubicBezTo>
                <a:cubicBezTo>
                  <a:pt x="117448" y="111530"/>
                  <a:pt x="98513" y="116136"/>
                  <a:pt x="79067" y="118310"/>
                </a:cubicBezTo>
                <a:cubicBezTo>
                  <a:pt x="69088" y="119333"/>
                  <a:pt x="59108" y="119333"/>
                  <a:pt x="49129" y="118310"/>
                </a:cubicBezTo>
                <a:cubicBezTo>
                  <a:pt x="39178" y="117163"/>
                  <a:pt x="29199" y="115501"/>
                  <a:pt x="19191" y="113321"/>
                </a:cubicBezTo>
                <a:cubicBezTo>
                  <a:pt x="14631" y="112251"/>
                  <a:pt x="10282" y="110844"/>
                  <a:pt x="6141" y="109099"/>
                </a:cubicBezTo>
                <a:cubicBezTo>
                  <a:pt x="3965" y="108317"/>
                  <a:pt x="1918" y="107166"/>
                  <a:pt x="0" y="105644"/>
                </a:cubicBezTo>
                <a:cubicBezTo>
                  <a:pt x="1023" y="105132"/>
                  <a:pt x="1023" y="104621"/>
                  <a:pt x="0" y="104109"/>
                </a:cubicBezTo>
                <a:cubicBezTo>
                  <a:pt x="2014" y="102298"/>
                  <a:pt x="2526" y="102554"/>
                  <a:pt x="1535" y="104876"/>
                </a:cubicBezTo>
                <a:cubicBezTo>
                  <a:pt x="2864" y="106167"/>
                  <a:pt x="4271" y="107062"/>
                  <a:pt x="5757" y="107563"/>
                </a:cubicBezTo>
                <a:cubicBezTo>
                  <a:pt x="6576" y="107033"/>
                  <a:pt x="7472" y="106649"/>
                  <a:pt x="8444" y="106412"/>
                </a:cubicBezTo>
                <a:cubicBezTo>
                  <a:pt x="5793" y="106187"/>
                  <a:pt x="5536" y="105164"/>
                  <a:pt x="7676" y="103341"/>
                </a:cubicBezTo>
                <a:cubicBezTo>
                  <a:pt x="6921" y="101244"/>
                  <a:pt x="7689" y="99709"/>
                  <a:pt x="9979" y="98735"/>
                </a:cubicBezTo>
                <a:cubicBezTo>
                  <a:pt x="7695" y="98194"/>
                  <a:pt x="5648" y="97299"/>
                  <a:pt x="3838" y="96049"/>
                </a:cubicBezTo>
                <a:cubicBezTo>
                  <a:pt x="5373" y="96304"/>
                  <a:pt x="6909" y="96561"/>
                  <a:pt x="8444" y="96816"/>
                </a:cubicBezTo>
                <a:cubicBezTo>
                  <a:pt x="14825" y="99309"/>
                  <a:pt x="21479" y="101100"/>
                  <a:pt x="28403" y="102190"/>
                </a:cubicBezTo>
                <a:cubicBezTo>
                  <a:pt x="28658" y="102190"/>
                  <a:pt x="28915" y="102190"/>
                  <a:pt x="29170" y="102190"/>
                </a:cubicBezTo>
                <a:cubicBezTo>
                  <a:pt x="35628" y="103832"/>
                  <a:pt x="42281" y="104855"/>
                  <a:pt x="49129" y="105260"/>
                </a:cubicBezTo>
                <a:cubicBezTo>
                  <a:pt x="58596" y="105260"/>
                  <a:pt x="68064" y="105260"/>
                  <a:pt x="77532" y="105260"/>
                </a:cubicBezTo>
                <a:cubicBezTo>
                  <a:pt x="84381" y="104868"/>
                  <a:pt x="91034" y="103844"/>
                  <a:pt x="97490" y="102190"/>
                </a:cubicBezTo>
                <a:cubicBezTo>
                  <a:pt x="97746" y="102190"/>
                  <a:pt x="98002" y="102190"/>
                  <a:pt x="98258" y="102190"/>
                </a:cubicBezTo>
                <a:cubicBezTo>
                  <a:pt x="101529" y="101884"/>
                  <a:pt x="104599" y="101117"/>
                  <a:pt x="107470" y="99887"/>
                </a:cubicBezTo>
                <a:cubicBezTo>
                  <a:pt x="111260" y="99326"/>
                  <a:pt x="114843" y="98302"/>
                  <a:pt x="118216" y="96816"/>
                </a:cubicBezTo>
                <a:cubicBezTo>
                  <a:pt x="121315" y="96383"/>
                  <a:pt x="124130" y="95359"/>
                  <a:pt x="126661" y="93746"/>
                </a:cubicBezTo>
                <a:cubicBezTo>
                  <a:pt x="129452" y="93160"/>
                  <a:pt x="132011" y="92136"/>
                  <a:pt x="134337" y="90675"/>
                </a:cubicBezTo>
                <a:cubicBezTo>
                  <a:pt x="135606" y="90552"/>
                  <a:pt x="136629" y="90041"/>
                  <a:pt x="137407" y="89140"/>
                </a:cubicBezTo>
                <a:cubicBezTo>
                  <a:pt x="141951" y="87892"/>
                  <a:pt x="146046" y="85844"/>
                  <a:pt x="149690" y="82999"/>
                </a:cubicBezTo>
                <a:cubicBezTo>
                  <a:pt x="150234" y="82305"/>
                  <a:pt x="151002" y="82049"/>
                  <a:pt x="151993" y="82231"/>
                </a:cubicBezTo>
                <a:cubicBezTo>
                  <a:pt x="153321" y="81827"/>
                  <a:pt x="154345" y="81060"/>
                  <a:pt x="155063" y="79928"/>
                </a:cubicBezTo>
                <a:cubicBezTo>
                  <a:pt x="155326" y="79285"/>
                  <a:pt x="155837" y="79029"/>
                  <a:pt x="156598" y="79161"/>
                </a:cubicBezTo>
                <a:cubicBezTo>
                  <a:pt x="164408" y="74931"/>
                  <a:pt x="171573" y="69814"/>
                  <a:pt x="178092" y="63808"/>
                </a:cubicBezTo>
                <a:cubicBezTo>
                  <a:pt x="185466" y="58738"/>
                  <a:pt x="191863" y="52597"/>
                  <a:pt x="197283" y="45384"/>
                </a:cubicBezTo>
                <a:cubicBezTo>
                  <a:pt x="198307" y="44872"/>
                  <a:pt x="199074" y="44105"/>
                  <a:pt x="199586" y="43081"/>
                </a:cubicBezTo>
                <a:cubicBezTo>
                  <a:pt x="206100" y="36056"/>
                  <a:pt x="211729" y="28380"/>
                  <a:pt x="216474" y="20052"/>
                </a:cubicBezTo>
                <a:cubicBezTo>
                  <a:pt x="219567" y="16428"/>
                  <a:pt x="221870" y="12334"/>
                  <a:pt x="223383" y="7770"/>
                </a:cubicBezTo>
                <a:cubicBezTo>
                  <a:pt x="224901" y="5377"/>
                  <a:pt x="226692" y="3201"/>
                  <a:pt x="228757" y="1245"/>
                </a:cubicBezTo>
                <a:cubicBezTo>
                  <a:pt x="235888" y="0"/>
                  <a:pt x="238575" y="2942"/>
                  <a:pt x="236817" y="10073"/>
                </a:cubicBezTo>
                <a:cubicBezTo>
                  <a:pt x="233609" y="15979"/>
                  <a:pt x="230410" y="21864"/>
                  <a:pt x="227221" y="27729"/>
                </a:cubicBezTo>
                <a:close/>
              </a:path>
            </a:pathLst>
          </a:custGeom>
          <a:solidFill xmlns:a="http://schemas.openxmlformats.org/drawingml/2006/main">
            <a:srgbClr val="1F374D">
              <a:alpha val="9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54560-0DE8-4ED1-9B9B-F36A8E30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036" y="3798024"/>
            <a:ext cx="6909" cy="12282"/>
          </a:xfrm>
          <a:custGeom xmlns:a="http://schemas.openxmlformats.org/drawingml/2006/main">
            <a:pathLst>
              <a:path w="6909" h="12282">
                <a:moveTo>
                  <a:pt x="6909" y="0"/>
                </a:moveTo>
                <a:cubicBezTo>
                  <a:pt x="5396" y="4564"/>
                  <a:pt x="3093" y="8658"/>
                  <a:pt x="0" y="12282"/>
                </a:cubicBezTo>
                <a:cubicBezTo>
                  <a:pt x="1513" y="7718"/>
                  <a:pt x="3816" y="3624"/>
                  <a:pt x="6909" y="0"/>
                </a:cubicBezTo>
                <a:close/>
              </a:path>
            </a:pathLst>
          </a:custGeom>
          <a:solidFill xmlns:a="http://schemas.openxmlformats.org/drawingml/2006/main">
            <a:srgbClr val="F4F5F6">
              <a:alpha val="9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F36B7-C228-43FC-BDF1-1A52A688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007" y="3804714"/>
            <a:ext cx="14741" cy="4825"/>
          </a:xfrm>
          <a:custGeom xmlns:a="http://schemas.openxmlformats.org/drawingml/2006/main">
            <a:pathLst>
              <a:path w="14741" h="4825">
                <a:moveTo>
                  <a:pt x="14741" y="2522"/>
                </a:moveTo>
                <a:cubicBezTo>
                  <a:pt x="10911" y="1967"/>
                  <a:pt x="7073" y="1840"/>
                  <a:pt x="3226" y="2138"/>
                </a:cubicBezTo>
                <a:cubicBezTo>
                  <a:pt x="1806" y="2668"/>
                  <a:pt x="782" y="3563"/>
                  <a:pt x="156" y="4825"/>
                </a:cubicBezTo>
                <a:cubicBezTo>
                  <a:pt x="0" y="3374"/>
                  <a:pt x="511" y="2222"/>
                  <a:pt x="1691" y="1370"/>
                </a:cubicBezTo>
                <a:cubicBezTo>
                  <a:pt x="5767" y="0"/>
                  <a:pt x="9862" y="0"/>
                  <a:pt x="13973" y="1370"/>
                </a:cubicBezTo>
                <a:cubicBezTo>
                  <a:pt x="14400" y="1664"/>
                  <a:pt x="14656" y="2048"/>
                  <a:pt x="14741" y="2522"/>
                </a:cubicBezTo>
                <a:close/>
              </a:path>
            </a:pathLst>
          </a:custGeom>
          <a:solidFill xmlns:a="http://schemas.openxmlformats.org/drawingml/2006/main">
            <a:srgbClr val="FAFBFB">
              <a:alpha val="13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8962A-5852-4136-B021-6568AF4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092" y="3809538"/>
            <a:ext cx="14148" cy="53072"/>
          </a:xfrm>
          <a:custGeom xmlns:a="http://schemas.openxmlformats.org/drawingml/2006/main">
            <a:pathLst>
              <a:path w="14148" h="53072">
                <a:moveTo>
                  <a:pt x="3071" y="0"/>
                </a:moveTo>
                <a:cubicBezTo>
                  <a:pt x="2407" y="15352"/>
                  <a:pt x="2023" y="30705"/>
                  <a:pt x="1919" y="46058"/>
                </a:cubicBezTo>
                <a:cubicBezTo>
                  <a:pt x="4378" y="50216"/>
                  <a:pt x="7704" y="50984"/>
                  <a:pt x="11898" y="48361"/>
                </a:cubicBezTo>
                <a:cubicBezTo>
                  <a:pt x="12622" y="46250"/>
                  <a:pt x="13262" y="44203"/>
                  <a:pt x="13818" y="42220"/>
                </a:cubicBezTo>
                <a:cubicBezTo>
                  <a:pt x="14148" y="50385"/>
                  <a:pt x="10309" y="53072"/>
                  <a:pt x="2303" y="50280"/>
                </a:cubicBezTo>
                <a:cubicBezTo>
                  <a:pt x="1822" y="49705"/>
                  <a:pt x="1439" y="49064"/>
                  <a:pt x="1151" y="48361"/>
                </a:cubicBezTo>
                <a:cubicBezTo>
                  <a:pt x="993" y="45606"/>
                  <a:pt x="609" y="42920"/>
                  <a:pt x="0" y="40301"/>
                </a:cubicBezTo>
                <a:cubicBezTo>
                  <a:pt x="705" y="27174"/>
                  <a:pt x="1345" y="13996"/>
                  <a:pt x="1919" y="768"/>
                </a:cubicBezTo>
                <a:cubicBezTo>
                  <a:pt x="2213" y="341"/>
                  <a:pt x="2597" y="85"/>
                  <a:pt x="3071" y="0"/>
                </a:cubicBezTo>
                <a:close/>
              </a:path>
            </a:pathLst>
          </a:custGeom>
          <a:solidFill xmlns:a="http://schemas.openxmlformats.org/drawingml/2006/main">
            <a:srgbClr val="F4F5F6">
              <a:alpha val="21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A5D27-8896-4493-98E4-77EDD744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011" y="3806554"/>
            <a:ext cx="115530" cy="92798"/>
          </a:xfrm>
          <a:custGeom xmlns:a="http://schemas.openxmlformats.org/drawingml/2006/main">
            <a:pathLst>
              <a:path w="115530" h="92798">
                <a:moveTo>
                  <a:pt x="15737" y="682"/>
                </a:moveTo>
                <a:cubicBezTo>
                  <a:pt x="15992" y="682"/>
                  <a:pt x="16249" y="682"/>
                  <a:pt x="16504" y="682"/>
                </a:cubicBezTo>
                <a:cubicBezTo>
                  <a:pt x="27678" y="2482"/>
                  <a:pt x="38937" y="4401"/>
                  <a:pt x="50280" y="6439"/>
                </a:cubicBezTo>
                <a:cubicBezTo>
                  <a:pt x="54374" y="10022"/>
                  <a:pt x="54374" y="13603"/>
                  <a:pt x="50280" y="17186"/>
                </a:cubicBezTo>
                <a:cubicBezTo>
                  <a:pt x="45914" y="17611"/>
                  <a:pt x="41564" y="17483"/>
                  <a:pt x="37231" y="16802"/>
                </a:cubicBezTo>
                <a:cubicBezTo>
                  <a:pt x="36719" y="16802"/>
                  <a:pt x="36207" y="16802"/>
                  <a:pt x="35695" y="16802"/>
                </a:cubicBezTo>
                <a:cubicBezTo>
                  <a:pt x="31485" y="15675"/>
                  <a:pt x="27135" y="15036"/>
                  <a:pt x="22645" y="14883"/>
                </a:cubicBezTo>
                <a:cubicBezTo>
                  <a:pt x="23851" y="15955"/>
                  <a:pt x="24875" y="17107"/>
                  <a:pt x="25716" y="18337"/>
                </a:cubicBezTo>
                <a:cubicBezTo>
                  <a:pt x="26714" y="20588"/>
                  <a:pt x="28249" y="22380"/>
                  <a:pt x="30322" y="23711"/>
                </a:cubicBezTo>
                <a:cubicBezTo>
                  <a:pt x="30834" y="23711"/>
                  <a:pt x="31089" y="23966"/>
                  <a:pt x="31089" y="24478"/>
                </a:cubicBezTo>
                <a:cubicBezTo>
                  <a:pt x="31272" y="25940"/>
                  <a:pt x="32040" y="26964"/>
                  <a:pt x="33392" y="27549"/>
                </a:cubicBezTo>
                <a:cubicBezTo>
                  <a:pt x="33648" y="28317"/>
                  <a:pt x="34160" y="28829"/>
                  <a:pt x="34928" y="29084"/>
                </a:cubicBezTo>
                <a:cubicBezTo>
                  <a:pt x="35440" y="29084"/>
                  <a:pt x="35695" y="29340"/>
                  <a:pt x="35695" y="29852"/>
                </a:cubicBezTo>
                <a:cubicBezTo>
                  <a:pt x="36207" y="30875"/>
                  <a:pt x="36975" y="31643"/>
                  <a:pt x="37998" y="32155"/>
                </a:cubicBezTo>
                <a:cubicBezTo>
                  <a:pt x="39852" y="35166"/>
                  <a:pt x="42155" y="37852"/>
                  <a:pt x="44907" y="40215"/>
                </a:cubicBezTo>
                <a:cubicBezTo>
                  <a:pt x="49510" y="44555"/>
                  <a:pt x="54372" y="48521"/>
                  <a:pt x="59492" y="52114"/>
                </a:cubicBezTo>
                <a:cubicBezTo>
                  <a:pt x="60756" y="53515"/>
                  <a:pt x="62292" y="54539"/>
                  <a:pt x="64098" y="55184"/>
                </a:cubicBezTo>
                <a:cubicBezTo>
                  <a:pt x="69201" y="59530"/>
                  <a:pt x="74830" y="63113"/>
                  <a:pt x="80986" y="65931"/>
                </a:cubicBezTo>
                <a:cubicBezTo>
                  <a:pt x="88550" y="70991"/>
                  <a:pt x="96739" y="74830"/>
                  <a:pt x="105550" y="77446"/>
                </a:cubicBezTo>
                <a:cubicBezTo>
                  <a:pt x="106757" y="78357"/>
                  <a:pt x="108037" y="79124"/>
                  <a:pt x="109389" y="79749"/>
                </a:cubicBezTo>
                <a:cubicBezTo>
                  <a:pt x="111199" y="80999"/>
                  <a:pt x="113245" y="81894"/>
                  <a:pt x="115530" y="82435"/>
                </a:cubicBezTo>
                <a:cubicBezTo>
                  <a:pt x="113239" y="83409"/>
                  <a:pt x="112471" y="84944"/>
                  <a:pt x="113227" y="87041"/>
                </a:cubicBezTo>
                <a:cubicBezTo>
                  <a:pt x="111087" y="88864"/>
                  <a:pt x="111343" y="89887"/>
                  <a:pt x="113994" y="90112"/>
                </a:cubicBezTo>
                <a:cubicBezTo>
                  <a:pt x="113023" y="90349"/>
                  <a:pt x="112127" y="90733"/>
                  <a:pt x="111308" y="91263"/>
                </a:cubicBezTo>
                <a:cubicBezTo>
                  <a:pt x="109822" y="90762"/>
                  <a:pt x="108415" y="89867"/>
                  <a:pt x="107086" y="88576"/>
                </a:cubicBezTo>
                <a:cubicBezTo>
                  <a:pt x="108077" y="86254"/>
                  <a:pt x="107565" y="85998"/>
                  <a:pt x="105550" y="87809"/>
                </a:cubicBezTo>
                <a:cubicBezTo>
                  <a:pt x="106574" y="88321"/>
                  <a:pt x="106574" y="88832"/>
                  <a:pt x="105550" y="89344"/>
                </a:cubicBezTo>
                <a:cubicBezTo>
                  <a:pt x="107468" y="90866"/>
                  <a:pt x="109515" y="92017"/>
                  <a:pt x="111692" y="92798"/>
                </a:cubicBezTo>
                <a:cubicBezTo>
                  <a:pt x="99684" y="89394"/>
                  <a:pt x="88170" y="84788"/>
                  <a:pt x="77148" y="78981"/>
                </a:cubicBezTo>
                <a:cubicBezTo>
                  <a:pt x="75857" y="77823"/>
                  <a:pt x="74322" y="77056"/>
                  <a:pt x="72542" y="76678"/>
                </a:cubicBezTo>
                <a:cubicBezTo>
                  <a:pt x="65406" y="71827"/>
                  <a:pt x="58241" y="66964"/>
                  <a:pt x="51048" y="62093"/>
                </a:cubicBezTo>
                <a:cubicBezTo>
                  <a:pt x="48969" y="60013"/>
                  <a:pt x="46666" y="58222"/>
                  <a:pt x="44139" y="56719"/>
                </a:cubicBezTo>
                <a:cubicBezTo>
                  <a:pt x="42297" y="54107"/>
                  <a:pt x="39994" y="52060"/>
                  <a:pt x="37231" y="50578"/>
                </a:cubicBezTo>
                <a:cubicBezTo>
                  <a:pt x="36224" y="48037"/>
                  <a:pt x="34432" y="46245"/>
                  <a:pt x="31857" y="45205"/>
                </a:cubicBezTo>
                <a:cubicBezTo>
                  <a:pt x="26206" y="38788"/>
                  <a:pt x="20576" y="32391"/>
                  <a:pt x="14969" y="26014"/>
                </a:cubicBezTo>
                <a:cubicBezTo>
                  <a:pt x="14457" y="26014"/>
                  <a:pt x="14201" y="25758"/>
                  <a:pt x="14201" y="25246"/>
                </a:cubicBezTo>
                <a:cubicBezTo>
                  <a:pt x="13984" y="24640"/>
                  <a:pt x="13600" y="24128"/>
                  <a:pt x="13050" y="23711"/>
                </a:cubicBezTo>
                <a:cubicBezTo>
                  <a:pt x="12356" y="28037"/>
                  <a:pt x="11972" y="32387"/>
                  <a:pt x="11898" y="36761"/>
                </a:cubicBezTo>
                <a:cubicBezTo>
                  <a:pt x="11898" y="39576"/>
                  <a:pt x="11898" y="42390"/>
                  <a:pt x="11898" y="45205"/>
                </a:cubicBezTo>
                <a:cubicBezTo>
                  <a:pt x="11343" y="47188"/>
                  <a:pt x="10703" y="49234"/>
                  <a:pt x="9979" y="51346"/>
                </a:cubicBezTo>
                <a:cubicBezTo>
                  <a:pt x="5785" y="53968"/>
                  <a:pt x="2459" y="53201"/>
                  <a:pt x="0" y="49043"/>
                </a:cubicBezTo>
                <a:cubicBezTo>
                  <a:pt x="104" y="33689"/>
                  <a:pt x="487" y="18337"/>
                  <a:pt x="1151" y="2985"/>
                </a:cubicBezTo>
                <a:cubicBezTo>
                  <a:pt x="1778" y="1723"/>
                  <a:pt x="2802" y="828"/>
                  <a:pt x="4222" y="298"/>
                </a:cubicBezTo>
                <a:cubicBezTo>
                  <a:pt x="8069" y="0"/>
                  <a:pt x="11907" y="127"/>
                  <a:pt x="15737" y="682"/>
                </a:cubicBezTo>
                <a:close/>
              </a:path>
            </a:pathLst>
          </a:custGeom>
          <a:solidFill xmlns:a="http://schemas.openxmlformats.org/drawingml/2006/main">
            <a:srgbClr val="1E36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CDC72-7D04-4472-B955-56CE8155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515" y="3807235"/>
            <a:ext cx="37870" cy="17784"/>
          </a:xfrm>
          <a:custGeom xmlns:a="http://schemas.openxmlformats.org/drawingml/2006/main">
            <a:pathLst>
              <a:path w="37870" h="17784">
                <a:moveTo>
                  <a:pt x="0" y="0"/>
                </a:moveTo>
                <a:cubicBezTo>
                  <a:pt x="11445" y="489"/>
                  <a:pt x="22704" y="1896"/>
                  <a:pt x="33776" y="4222"/>
                </a:cubicBezTo>
                <a:cubicBezTo>
                  <a:pt x="34583" y="5285"/>
                  <a:pt x="35606" y="6053"/>
                  <a:pt x="36847" y="6525"/>
                </a:cubicBezTo>
                <a:cubicBezTo>
                  <a:pt x="37711" y="9399"/>
                  <a:pt x="37839" y="12341"/>
                  <a:pt x="37231" y="15353"/>
                </a:cubicBezTo>
                <a:cubicBezTo>
                  <a:pt x="36591" y="15992"/>
                  <a:pt x="35951" y="16632"/>
                  <a:pt x="35311" y="17272"/>
                </a:cubicBezTo>
                <a:cubicBezTo>
                  <a:pt x="30961" y="17784"/>
                  <a:pt x="26612" y="17784"/>
                  <a:pt x="22262" y="17272"/>
                </a:cubicBezTo>
                <a:cubicBezTo>
                  <a:pt x="21558" y="17058"/>
                  <a:pt x="21047" y="16675"/>
                  <a:pt x="20726" y="16120"/>
                </a:cubicBezTo>
                <a:cubicBezTo>
                  <a:pt x="25060" y="16801"/>
                  <a:pt x="29410" y="16930"/>
                  <a:pt x="33776" y="16504"/>
                </a:cubicBezTo>
                <a:cubicBezTo>
                  <a:pt x="37870" y="12922"/>
                  <a:pt x="37870" y="9340"/>
                  <a:pt x="33776" y="5757"/>
                </a:cubicBezTo>
                <a:cubicBezTo>
                  <a:pt x="22433" y="3719"/>
                  <a:pt x="11174" y="180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F9FA">
              <a:alpha val="8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E21D8-101F-442F-82EB-C2C44921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409" y="3817982"/>
            <a:ext cx="5373" cy="8444"/>
          </a:xfrm>
          <a:custGeom xmlns:a="http://schemas.openxmlformats.org/drawingml/2006/main">
            <a:pathLst>
              <a:path w="5373" h="8444">
                <a:moveTo>
                  <a:pt x="5373" y="0"/>
                </a:moveTo>
                <a:cubicBezTo>
                  <a:pt x="4518" y="3414"/>
                  <a:pt x="2727" y="6228"/>
                  <a:pt x="0" y="8444"/>
                </a:cubicBezTo>
                <a:cubicBezTo>
                  <a:pt x="1494" y="5420"/>
                  <a:pt x="3285" y="2605"/>
                  <a:pt x="5373" y="0"/>
                </a:cubicBezTo>
                <a:close/>
              </a:path>
            </a:pathLst>
          </a:custGeom>
          <a:solidFill xmlns:a="http://schemas.openxmlformats.org/drawingml/2006/main">
            <a:srgbClr val="F0F2F4">
              <a:alpha val="9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3E516-7320-4952-97CB-0E9E9567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657" y="3821437"/>
            <a:ext cx="13050" cy="3454"/>
          </a:xfrm>
          <a:custGeom xmlns:a="http://schemas.openxmlformats.org/drawingml/2006/main">
            <a:pathLst>
              <a:path w="13050" h="3454">
                <a:moveTo>
                  <a:pt x="13050" y="1919"/>
                </a:moveTo>
                <a:cubicBezTo>
                  <a:pt x="9705" y="1853"/>
                  <a:pt x="6379" y="1597"/>
                  <a:pt x="3071" y="1151"/>
                </a:cubicBezTo>
                <a:cubicBezTo>
                  <a:pt x="3071" y="1919"/>
                  <a:pt x="3071" y="2687"/>
                  <a:pt x="3071" y="3454"/>
                </a:cubicBezTo>
                <a:cubicBezTo>
                  <a:pt x="2229" y="2224"/>
                  <a:pt x="1205" y="1072"/>
                  <a:pt x="0" y="0"/>
                </a:cubicBezTo>
                <a:cubicBezTo>
                  <a:pt x="4489" y="153"/>
                  <a:pt x="8839" y="792"/>
                  <a:pt x="13050" y="1919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25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52C6B-EFAC-417F-8341-DB2393E3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034" y="3810306"/>
            <a:ext cx="17002" cy="23029"/>
          </a:xfrm>
          <a:custGeom xmlns:a="http://schemas.openxmlformats.org/drawingml/2006/main">
            <a:pathLst>
              <a:path w="17002" h="23029">
                <a:moveTo>
                  <a:pt x="17002" y="0"/>
                </a:moveTo>
                <a:cubicBezTo>
                  <a:pt x="12257" y="8327"/>
                  <a:pt x="6628" y="16004"/>
                  <a:pt x="114" y="23029"/>
                </a:cubicBezTo>
                <a:cubicBezTo>
                  <a:pt x="0" y="22222"/>
                  <a:pt x="127" y="21454"/>
                  <a:pt x="498" y="20726"/>
                </a:cubicBezTo>
                <a:cubicBezTo>
                  <a:pt x="6392" y="14012"/>
                  <a:pt x="11894" y="7104"/>
                  <a:pt x="17002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52A6A-CEBE-4F15-8DA4-2F04ADC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727" y="3824825"/>
            <a:ext cx="4606" cy="5439"/>
          </a:xfrm>
          <a:custGeom xmlns:a="http://schemas.openxmlformats.org/drawingml/2006/main">
            <a:pathLst>
              <a:path w="4606" h="5439">
                <a:moveTo>
                  <a:pt x="0" y="66"/>
                </a:moveTo>
                <a:cubicBezTo>
                  <a:pt x="765" y="0"/>
                  <a:pt x="1404" y="256"/>
                  <a:pt x="1919" y="834"/>
                </a:cubicBezTo>
                <a:cubicBezTo>
                  <a:pt x="3010" y="2296"/>
                  <a:pt x="3906" y="3831"/>
                  <a:pt x="4606" y="5439"/>
                </a:cubicBezTo>
                <a:cubicBezTo>
                  <a:pt x="2533" y="4108"/>
                  <a:pt x="998" y="2317"/>
                  <a:pt x="0" y="66"/>
                </a:cubicBezTo>
                <a:close/>
              </a:path>
            </a:pathLst>
          </a:custGeom>
          <a:solidFill xmlns:a="http://schemas.openxmlformats.org/drawingml/2006/main">
            <a:srgbClr val="F5F6F6">
              <a:alpha val="7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AA14D-9467-4D5D-8108-258F1A9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71" y="3826426"/>
            <a:ext cx="3838" cy="5474"/>
          </a:xfrm>
          <a:custGeom xmlns:a="http://schemas.openxmlformats.org/drawingml/2006/main">
            <a:pathLst>
              <a:path w="3838" h="5474">
                <a:moveTo>
                  <a:pt x="3838" y="0"/>
                </a:moveTo>
                <a:cubicBezTo>
                  <a:pt x="3444" y="1687"/>
                  <a:pt x="2676" y="3223"/>
                  <a:pt x="1535" y="4606"/>
                </a:cubicBezTo>
                <a:cubicBezTo>
                  <a:pt x="1184" y="5218"/>
                  <a:pt x="672" y="5474"/>
                  <a:pt x="0" y="5373"/>
                </a:cubicBezTo>
                <a:cubicBezTo>
                  <a:pt x="716" y="3170"/>
                  <a:pt x="1996" y="1379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9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1BA45-4F7B-4537-8EAB-DCDC00DB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910" y="3830265"/>
            <a:ext cx="2303" cy="13050"/>
          </a:xfrm>
          <a:custGeom xmlns:a="http://schemas.openxmlformats.org/drawingml/2006/main">
            <a:pathLst>
              <a:path w="2303" h="13050">
                <a:moveTo>
                  <a:pt x="2303" y="1535"/>
                </a:moveTo>
                <a:cubicBezTo>
                  <a:pt x="1669" y="4976"/>
                  <a:pt x="1285" y="8558"/>
                  <a:pt x="1151" y="12282"/>
                </a:cubicBezTo>
                <a:cubicBezTo>
                  <a:pt x="857" y="12709"/>
                  <a:pt x="474" y="12965"/>
                  <a:pt x="0" y="13050"/>
                </a:cubicBezTo>
                <a:cubicBezTo>
                  <a:pt x="74" y="8676"/>
                  <a:pt x="458" y="4326"/>
                  <a:pt x="1151" y="0"/>
                </a:cubicBezTo>
                <a:cubicBezTo>
                  <a:pt x="1702" y="418"/>
                  <a:pt x="2086" y="930"/>
                  <a:pt x="2303" y="1535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8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BE9E2-9BDD-49E2-B72E-018A15E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101" y="3831032"/>
            <a:ext cx="2303" cy="3071"/>
          </a:xfrm>
          <a:custGeom xmlns:a="http://schemas.openxmlformats.org/drawingml/2006/main">
            <a:pathLst>
              <a:path w="2303" h="3071">
                <a:moveTo>
                  <a:pt x="0" y="0"/>
                </a:moveTo>
                <a:cubicBezTo>
                  <a:pt x="1494" y="411"/>
                  <a:pt x="2261" y="1434"/>
                  <a:pt x="2303" y="3071"/>
                </a:cubicBezTo>
                <a:cubicBezTo>
                  <a:pt x="950" y="2486"/>
                  <a:pt x="183" y="146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3F3F6">
              <a:alpha val="3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C22E9-0FF3-4B8C-A29D-1329DB76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845" y="3833335"/>
            <a:ext cx="2303" cy="2303"/>
          </a:xfrm>
          <a:custGeom xmlns:a="http://schemas.openxmlformats.org/drawingml/2006/main">
            <a:pathLst>
              <a:path w="2303" h="2303">
                <a:moveTo>
                  <a:pt x="2303" y="0"/>
                </a:moveTo>
                <a:cubicBezTo>
                  <a:pt x="1791" y="1023"/>
                  <a:pt x="1023" y="1791"/>
                  <a:pt x="0" y="2303"/>
                </a:cubicBezTo>
                <a:cubicBezTo>
                  <a:pt x="0" y="768"/>
                  <a:pt x="768" y="0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1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88439-ECD6-45C8-90BB-FE36488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4" y="3834103"/>
            <a:ext cx="1535" cy="1535"/>
          </a:xfrm>
          <a:custGeom xmlns:a="http://schemas.openxmlformats.org/drawingml/2006/main">
            <a:pathLst>
              <a:path w="1535" h="1535">
                <a:moveTo>
                  <a:pt x="0" y="0"/>
                </a:moveTo>
                <a:cubicBezTo>
                  <a:pt x="1023" y="0"/>
                  <a:pt x="1535" y="512"/>
                  <a:pt x="1535" y="1535"/>
                </a:cubicBezTo>
                <a:cubicBezTo>
                  <a:pt x="768" y="1280"/>
                  <a:pt x="256" y="768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5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DA469-84F8-4428-8B71-6BC4B511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706" y="3836406"/>
            <a:ext cx="2303" cy="2303"/>
          </a:xfrm>
          <a:custGeom xmlns:a="http://schemas.openxmlformats.org/drawingml/2006/main">
            <a:pathLst>
              <a:path w="2303" h="2303">
                <a:moveTo>
                  <a:pt x="0" y="0"/>
                </a:moveTo>
                <a:cubicBezTo>
                  <a:pt x="1535" y="0"/>
                  <a:pt x="2303" y="768"/>
                  <a:pt x="2303" y="2303"/>
                </a:cubicBezTo>
                <a:cubicBezTo>
                  <a:pt x="1280" y="1791"/>
                  <a:pt x="512" y="1023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7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ECB81-3C7D-46C7-AB46-1D61CDF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592" y="3831800"/>
            <a:ext cx="9979" cy="11515"/>
          </a:xfrm>
          <a:custGeom xmlns:a="http://schemas.openxmlformats.org/drawingml/2006/main">
            <a:pathLst>
              <a:path w="9979" h="11515">
                <a:moveTo>
                  <a:pt x="9979" y="0"/>
                </a:moveTo>
                <a:cubicBezTo>
                  <a:pt x="8523" y="2646"/>
                  <a:pt x="6860" y="5205"/>
                  <a:pt x="4990" y="7676"/>
                </a:cubicBezTo>
                <a:cubicBezTo>
                  <a:pt x="3626" y="9434"/>
                  <a:pt x="1962" y="10714"/>
                  <a:pt x="0" y="11515"/>
                </a:cubicBezTo>
                <a:cubicBezTo>
                  <a:pt x="3062" y="7430"/>
                  <a:pt x="6388" y="3592"/>
                  <a:pt x="9979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DC1CA-7480-4FEC-879D-7A3356F3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654" y="3835638"/>
            <a:ext cx="19191" cy="18423"/>
          </a:xfrm>
          <a:custGeom xmlns:a="http://schemas.openxmlformats.org/drawingml/2006/main">
            <a:pathLst>
              <a:path w="19191" h="18423">
                <a:moveTo>
                  <a:pt x="19191" y="0"/>
                </a:moveTo>
                <a:cubicBezTo>
                  <a:pt x="13771" y="7213"/>
                  <a:pt x="7373" y="13354"/>
                  <a:pt x="0" y="18423"/>
                </a:cubicBezTo>
                <a:cubicBezTo>
                  <a:pt x="6275" y="12100"/>
                  <a:pt x="12671" y="5959"/>
                  <a:pt x="19191" y="0"/>
                </a:cubicBezTo>
                <a:close/>
              </a:path>
            </a:pathLst>
          </a:custGeom>
          <a:solidFill xmlns:a="http://schemas.openxmlformats.org/drawingml/2006/main">
            <a:srgbClr val="E3E5E8">
              <a:alpha val="42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6E025-3F60-4877-9921-761935D0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009" y="3838709"/>
            <a:ext cx="21560" cy="19959"/>
          </a:xfrm>
          <a:custGeom xmlns:a="http://schemas.openxmlformats.org/drawingml/2006/main">
            <a:pathLst>
              <a:path w="21560" h="19959">
                <a:moveTo>
                  <a:pt x="0" y="0"/>
                </a:moveTo>
                <a:cubicBezTo>
                  <a:pt x="6726" y="6077"/>
                  <a:pt x="13635" y="12090"/>
                  <a:pt x="20726" y="18040"/>
                </a:cubicBezTo>
                <a:cubicBezTo>
                  <a:pt x="21304" y="18555"/>
                  <a:pt x="21560" y="19194"/>
                  <a:pt x="21494" y="19959"/>
                </a:cubicBezTo>
                <a:cubicBezTo>
                  <a:pt x="16374" y="16366"/>
                  <a:pt x="11512" y="12400"/>
                  <a:pt x="6909" y="8060"/>
                </a:cubicBezTo>
                <a:cubicBezTo>
                  <a:pt x="4157" y="5697"/>
                  <a:pt x="1854" y="3011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3F4F5">
              <a:alpha val="7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A21FF-CC1D-40CC-8DE3-DFEBE0BD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89" y="3843314"/>
            <a:ext cx="2619" cy="3071"/>
          </a:xfrm>
          <a:custGeom xmlns:a="http://schemas.openxmlformats.org/drawingml/2006/main">
            <a:pathLst>
              <a:path w="2619" h="3071">
                <a:moveTo>
                  <a:pt x="2303" y="0"/>
                </a:moveTo>
                <a:cubicBezTo>
                  <a:pt x="2619" y="1898"/>
                  <a:pt x="1852" y="2922"/>
                  <a:pt x="0" y="3071"/>
                </a:cubicBezTo>
                <a:cubicBezTo>
                  <a:pt x="777" y="2017"/>
                  <a:pt x="1544" y="994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4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66412-1BCF-421A-BFBB-CBC749A7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980" y="3832567"/>
            <a:ext cx="16888" cy="19292"/>
          </a:xfrm>
          <a:custGeom xmlns:a="http://schemas.openxmlformats.org/drawingml/2006/main">
            <a:pathLst>
              <a:path w="16888" h="19292">
                <a:moveTo>
                  <a:pt x="0" y="0"/>
                </a:moveTo>
                <a:cubicBezTo>
                  <a:pt x="5607" y="6378"/>
                  <a:pt x="11237" y="12774"/>
                  <a:pt x="16888" y="19191"/>
                </a:cubicBezTo>
                <a:cubicBezTo>
                  <a:pt x="16321" y="19292"/>
                  <a:pt x="15809" y="19163"/>
                  <a:pt x="15353" y="18807"/>
                </a:cubicBezTo>
                <a:cubicBezTo>
                  <a:pt x="9444" y="13042"/>
                  <a:pt x="4326" y="6773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6F8">
              <a:alpha val="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FBE40-B546-4589-A391-C07292C5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986" y="3846385"/>
            <a:ext cx="2303" cy="2303"/>
          </a:xfrm>
          <a:custGeom xmlns:a="http://schemas.openxmlformats.org/drawingml/2006/main">
            <a:pathLst>
              <a:path w="2303" h="2303">
                <a:moveTo>
                  <a:pt x="2303" y="0"/>
                </a:moveTo>
                <a:cubicBezTo>
                  <a:pt x="2303" y="1535"/>
                  <a:pt x="1535" y="2303"/>
                  <a:pt x="0" y="2303"/>
                </a:cubicBezTo>
                <a:cubicBezTo>
                  <a:pt x="512" y="1280"/>
                  <a:pt x="1280" y="512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5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D73AA-F19B-4604-8009-F2144990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380" y="3848688"/>
            <a:ext cx="4606" cy="4606"/>
          </a:xfrm>
          <a:custGeom xmlns:a="http://schemas.openxmlformats.org/drawingml/2006/main">
            <a:pathLst>
              <a:path w="4606" h="4606">
                <a:moveTo>
                  <a:pt x="4606" y="0"/>
                </a:moveTo>
                <a:cubicBezTo>
                  <a:pt x="3838" y="2303"/>
                  <a:pt x="2303" y="3838"/>
                  <a:pt x="0" y="4606"/>
                </a:cubicBezTo>
                <a:cubicBezTo>
                  <a:pt x="1280" y="2815"/>
                  <a:pt x="2815" y="1280"/>
                  <a:pt x="4606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7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E02E4-4B09-4791-8069-F1411CC6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68" y="3851758"/>
            <a:ext cx="5373" cy="5373"/>
          </a:xfrm>
          <a:custGeom xmlns:a="http://schemas.openxmlformats.org/drawingml/2006/main">
            <a:pathLst>
              <a:path w="5373" h="5373">
                <a:moveTo>
                  <a:pt x="0" y="0"/>
                </a:moveTo>
                <a:cubicBezTo>
                  <a:pt x="2575" y="1040"/>
                  <a:pt x="4367" y="2832"/>
                  <a:pt x="5373" y="5373"/>
                </a:cubicBezTo>
                <a:cubicBezTo>
                  <a:pt x="3269" y="3781"/>
                  <a:pt x="1477" y="1989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ECEE">
              <a:alpha val="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01494-69C0-41CF-96BA-05A6911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10" y="3853294"/>
            <a:ext cx="3071" cy="3071"/>
          </a:xfrm>
          <a:custGeom xmlns:a="http://schemas.openxmlformats.org/drawingml/2006/main">
            <a:pathLst>
              <a:path w="3071" h="3071">
                <a:moveTo>
                  <a:pt x="3071" y="0"/>
                </a:moveTo>
                <a:cubicBezTo>
                  <a:pt x="2815" y="1791"/>
                  <a:pt x="1791" y="2815"/>
                  <a:pt x="0" y="3071"/>
                </a:cubicBezTo>
                <a:cubicBezTo>
                  <a:pt x="768" y="1791"/>
                  <a:pt x="1791" y="768"/>
                  <a:pt x="3071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5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13A0A-2355-486C-9929-648E867C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503" y="3858667"/>
            <a:ext cx="4606" cy="3071"/>
          </a:xfrm>
          <a:custGeom xmlns:a="http://schemas.openxmlformats.org/drawingml/2006/main">
            <a:pathLst>
              <a:path w="4606" h="3071">
                <a:moveTo>
                  <a:pt x="0" y="0"/>
                </a:moveTo>
                <a:cubicBezTo>
                  <a:pt x="2143" y="94"/>
                  <a:pt x="3679" y="1118"/>
                  <a:pt x="4606" y="3071"/>
                </a:cubicBezTo>
                <a:cubicBezTo>
                  <a:pt x="2800" y="2426"/>
                  <a:pt x="1264" y="140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F0F2">
              <a:alpha val="5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2EBEC-504E-4242-8EB6-FF5EFEAA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704" y="3857132"/>
            <a:ext cx="3838" cy="3071"/>
          </a:xfrm>
          <a:custGeom xmlns:a="http://schemas.openxmlformats.org/drawingml/2006/main">
            <a:pathLst>
              <a:path w="3838" h="3071">
                <a:moveTo>
                  <a:pt x="3838" y="0"/>
                </a:moveTo>
                <a:cubicBezTo>
                  <a:pt x="3005" y="1602"/>
                  <a:pt x="1726" y="2625"/>
                  <a:pt x="0" y="3071"/>
                </a:cubicBezTo>
                <a:cubicBezTo>
                  <a:pt x="833" y="1468"/>
                  <a:pt x="2112" y="445"/>
                  <a:pt x="3838" y="0"/>
                </a:cubicBezTo>
                <a:close/>
              </a:path>
            </a:pathLst>
          </a:custGeom>
          <a:solidFill xmlns:a="http://schemas.openxmlformats.org/drawingml/2006/main">
            <a:srgbClr val="F4F6F6">
              <a:alpha val="10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A72A3-6D27-4AEF-97E3-98C8A5AD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242" y="3857132"/>
            <a:ext cx="6909" cy="6141"/>
          </a:xfrm>
          <a:custGeom xmlns:a="http://schemas.openxmlformats.org/drawingml/2006/main">
            <a:pathLst>
              <a:path w="6909" h="6141">
                <a:moveTo>
                  <a:pt x="0" y="0"/>
                </a:moveTo>
                <a:cubicBezTo>
                  <a:pt x="2764" y="1482"/>
                  <a:pt x="5066" y="3529"/>
                  <a:pt x="6909" y="6141"/>
                </a:cubicBezTo>
                <a:cubicBezTo>
                  <a:pt x="4145" y="4660"/>
                  <a:pt x="1842" y="261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4F5F6">
              <a:alpha val="8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62689-DB31-4626-AA16-80103F4A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401" y="3860202"/>
            <a:ext cx="2303" cy="2303"/>
          </a:xfrm>
          <a:custGeom xmlns:a="http://schemas.openxmlformats.org/drawingml/2006/main">
            <a:pathLst>
              <a:path w="2303" h="2303">
                <a:moveTo>
                  <a:pt x="2303" y="0"/>
                </a:moveTo>
                <a:cubicBezTo>
                  <a:pt x="2303" y="1535"/>
                  <a:pt x="1535" y="2303"/>
                  <a:pt x="0" y="2303"/>
                </a:cubicBezTo>
                <a:cubicBezTo>
                  <a:pt x="512" y="1280"/>
                  <a:pt x="1280" y="512"/>
                  <a:pt x="2303" y="0"/>
                </a:cubicBezTo>
                <a:close/>
              </a:path>
            </a:pathLst>
          </a:custGeom>
          <a:solidFill xmlns:a="http://schemas.openxmlformats.org/drawingml/2006/main">
            <a:srgbClr val="FEFFFE">
              <a:alpha val="4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C644B-BE47-4D86-AD85-D1657132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150" y="3863273"/>
            <a:ext cx="6909" cy="5373"/>
          </a:xfrm>
          <a:custGeom xmlns:a="http://schemas.openxmlformats.org/drawingml/2006/main">
            <a:pathLst>
              <a:path w="6909" h="5373">
                <a:moveTo>
                  <a:pt x="0" y="0"/>
                </a:moveTo>
                <a:cubicBezTo>
                  <a:pt x="2527" y="1503"/>
                  <a:pt x="4830" y="3294"/>
                  <a:pt x="6909" y="5373"/>
                </a:cubicBezTo>
                <a:cubicBezTo>
                  <a:pt x="3909" y="4414"/>
                  <a:pt x="1606" y="2623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3F4F5">
              <a:alpha val="8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5B008-88E0-4F63-8E48-200FE124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795" y="3862505"/>
            <a:ext cx="4606" cy="3838"/>
          </a:xfrm>
          <a:custGeom xmlns:a="http://schemas.openxmlformats.org/drawingml/2006/main">
            <a:pathLst>
              <a:path w="4606" h="3838">
                <a:moveTo>
                  <a:pt x="4606" y="0"/>
                </a:moveTo>
                <a:cubicBezTo>
                  <a:pt x="3523" y="1853"/>
                  <a:pt x="1987" y="3133"/>
                  <a:pt x="0" y="3838"/>
                </a:cubicBezTo>
                <a:cubicBezTo>
                  <a:pt x="1083" y="1985"/>
                  <a:pt x="2618" y="705"/>
                  <a:pt x="4606" y="0"/>
                </a:cubicBezTo>
                <a:close/>
              </a:path>
            </a:pathLst>
          </a:custGeom>
          <a:solidFill xmlns:a="http://schemas.openxmlformats.org/drawingml/2006/main">
            <a:srgbClr val="F9FAFA">
              <a:alpha val="5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57E0D-C116-40B2-8185-CC915B36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109" y="3861623"/>
            <a:ext cx="16888" cy="10861"/>
          </a:xfrm>
          <a:custGeom xmlns:a="http://schemas.openxmlformats.org/drawingml/2006/main">
            <a:pathLst>
              <a:path w="16888" h="10861">
                <a:moveTo>
                  <a:pt x="0" y="114"/>
                </a:moveTo>
                <a:cubicBezTo>
                  <a:pt x="808" y="0"/>
                  <a:pt x="1575" y="127"/>
                  <a:pt x="2303" y="498"/>
                </a:cubicBezTo>
                <a:cubicBezTo>
                  <a:pt x="7249" y="3980"/>
                  <a:pt x="12110" y="7435"/>
                  <a:pt x="16888" y="10861"/>
                </a:cubicBezTo>
                <a:cubicBezTo>
                  <a:pt x="10732" y="8043"/>
                  <a:pt x="5103" y="4461"/>
                  <a:pt x="0" y="114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7905F-14C3-4884-97C0-E4B2293A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60" y="3854061"/>
            <a:ext cx="21594" cy="15353"/>
          </a:xfrm>
          <a:custGeom xmlns:a="http://schemas.openxmlformats.org/drawingml/2006/main">
            <a:pathLst>
              <a:path w="21594" h="15353">
                <a:moveTo>
                  <a:pt x="21594" y="0"/>
                </a:moveTo>
                <a:cubicBezTo>
                  <a:pt x="15075" y="6006"/>
                  <a:pt x="7911" y="11123"/>
                  <a:pt x="101" y="15353"/>
                </a:cubicBezTo>
                <a:cubicBezTo>
                  <a:pt x="0" y="14680"/>
                  <a:pt x="256" y="14168"/>
                  <a:pt x="868" y="13818"/>
                </a:cubicBezTo>
                <a:cubicBezTo>
                  <a:pt x="7953" y="9387"/>
                  <a:pt x="14862" y="4781"/>
                  <a:pt x="21594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6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DF2E4-3DBF-4B05-8BDF-BD76E9D2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725" y="3866344"/>
            <a:ext cx="3071" cy="2303"/>
          </a:xfrm>
          <a:custGeom xmlns:a="http://schemas.openxmlformats.org/drawingml/2006/main">
            <a:pathLst>
              <a:path w="3071" h="2303">
                <a:moveTo>
                  <a:pt x="3071" y="0"/>
                </a:moveTo>
                <a:cubicBezTo>
                  <a:pt x="2660" y="1494"/>
                  <a:pt x="1637" y="2261"/>
                  <a:pt x="0" y="2303"/>
                </a:cubicBezTo>
                <a:cubicBezTo>
                  <a:pt x="585" y="950"/>
                  <a:pt x="1609" y="183"/>
                  <a:pt x="3071" y="0"/>
                </a:cubicBezTo>
                <a:close/>
              </a:path>
            </a:pathLst>
          </a:custGeom>
          <a:solidFill xmlns:a="http://schemas.openxmlformats.org/drawingml/2006/main">
            <a:srgbClr val="F6F6F8">
              <a:alpha val="2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2A840-F7A9-45DC-B098-3860956F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993" y="3868647"/>
            <a:ext cx="21560" cy="14585"/>
          </a:xfrm>
          <a:custGeom xmlns:a="http://schemas.openxmlformats.org/drawingml/2006/main">
            <a:pathLst>
              <a:path w="21560" h="14585">
                <a:moveTo>
                  <a:pt x="66" y="0"/>
                </a:moveTo>
                <a:cubicBezTo>
                  <a:pt x="7259" y="4871"/>
                  <a:pt x="14424" y="9734"/>
                  <a:pt x="21560" y="14585"/>
                </a:cubicBezTo>
                <a:cubicBezTo>
                  <a:pt x="18344" y="13434"/>
                  <a:pt x="15273" y="11898"/>
                  <a:pt x="12348" y="9979"/>
                </a:cubicBezTo>
                <a:cubicBezTo>
                  <a:pt x="8807" y="6924"/>
                  <a:pt x="4969" y="4237"/>
                  <a:pt x="834" y="1919"/>
                </a:cubicBezTo>
                <a:cubicBezTo>
                  <a:pt x="256" y="1404"/>
                  <a:pt x="0" y="765"/>
                  <a:pt x="66" y="0"/>
                </a:cubicBezTo>
                <a:close/>
              </a:path>
            </a:pathLst>
          </a:custGeom>
          <a:solidFill xmlns:a="http://schemas.openxmlformats.org/drawingml/2006/main">
            <a:srgbClr val="F3F4F6">
              <a:alpha val="6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D4174-2635-485B-A8DE-B41576A4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54" y="3869866"/>
            <a:ext cx="3071" cy="2619"/>
          </a:xfrm>
          <a:custGeom xmlns:a="http://schemas.openxmlformats.org/drawingml/2006/main">
            <a:pathLst>
              <a:path w="3071" h="2619">
                <a:moveTo>
                  <a:pt x="3071" y="316"/>
                </a:moveTo>
                <a:cubicBezTo>
                  <a:pt x="2352" y="1448"/>
                  <a:pt x="1328" y="2215"/>
                  <a:pt x="0" y="2619"/>
                </a:cubicBezTo>
                <a:cubicBezTo>
                  <a:pt x="149" y="768"/>
                  <a:pt x="1172" y="0"/>
                  <a:pt x="3071" y="316"/>
                </a:cubicBezTo>
                <a:close/>
              </a:path>
            </a:pathLst>
          </a:custGeom>
          <a:solidFill xmlns:a="http://schemas.openxmlformats.org/drawingml/2006/main">
            <a:srgbClr val="F4F5F6">
              <a:alpha val="7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F5BBF-89E6-448A-8CD6-8602A22D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583" y="3869414"/>
            <a:ext cx="5373" cy="3838"/>
          </a:xfrm>
          <a:custGeom xmlns:a="http://schemas.openxmlformats.org/drawingml/2006/main">
            <a:pathLst>
              <a:path w="5373" h="3838">
                <a:moveTo>
                  <a:pt x="5373" y="0"/>
                </a:moveTo>
                <a:cubicBezTo>
                  <a:pt x="3995" y="1842"/>
                  <a:pt x="2203" y="3122"/>
                  <a:pt x="0" y="3838"/>
                </a:cubicBezTo>
                <a:cubicBezTo>
                  <a:pt x="1379" y="1996"/>
                  <a:pt x="3170" y="716"/>
                  <a:pt x="5373" y="0"/>
                </a:cubicBezTo>
                <a:close/>
              </a:path>
            </a:pathLst>
          </a:custGeom>
          <a:solidFill xmlns:a="http://schemas.openxmlformats.org/drawingml/2006/main">
            <a:srgbClr val="F8F8F9">
              <a:alpha val="5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4F785-A989-4AA5-9880-502525A6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281" y="3873196"/>
            <a:ext cx="2303" cy="1647"/>
          </a:xfrm>
          <a:custGeom xmlns:a="http://schemas.openxmlformats.org/drawingml/2006/main">
            <a:pathLst>
              <a:path w="2303" h="1647">
                <a:moveTo>
                  <a:pt x="2303" y="56"/>
                </a:moveTo>
                <a:cubicBezTo>
                  <a:pt x="1940" y="1135"/>
                  <a:pt x="1172" y="1647"/>
                  <a:pt x="0" y="1591"/>
                </a:cubicBezTo>
                <a:cubicBezTo>
                  <a:pt x="363" y="512"/>
                  <a:pt x="1131" y="0"/>
                  <a:pt x="2303" y="56"/>
                </a:cubicBezTo>
                <a:close/>
              </a:path>
            </a:pathLst>
          </a:custGeom>
          <a:solidFill xmlns:a="http://schemas.openxmlformats.org/drawingml/2006/main">
            <a:srgbClr val="FCFCFC">
              <a:alpha val="6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3240B-BFFA-4D42-A885-BA3B9D18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675" y="3874788"/>
            <a:ext cx="4606" cy="3071"/>
          </a:xfrm>
          <a:custGeom xmlns:a="http://schemas.openxmlformats.org/drawingml/2006/main">
            <a:pathLst>
              <a:path w="4606" h="3071">
                <a:moveTo>
                  <a:pt x="4606" y="0"/>
                </a:moveTo>
                <a:cubicBezTo>
                  <a:pt x="3606" y="1782"/>
                  <a:pt x="2071" y="2806"/>
                  <a:pt x="0" y="3071"/>
                </a:cubicBezTo>
                <a:cubicBezTo>
                  <a:pt x="1264" y="1669"/>
                  <a:pt x="2800" y="645"/>
                  <a:pt x="4606" y="0"/>
                </a:cubicBezTo>
                <a:close/>
              </a:path>
            </a:pathLst>
          </a:custGeom>
          <a:solidFill xmlns:a="http://schemas.openxmlformats.org/drawingml/2006/main">
            <a:srgbClr val="F5F6F7">
              <a:alpha val="8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AE19E-353C-4D20-B828-7540E70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997" y="3872485"/>
            <a:ext cx="24564" cy="11515"/>
          </a:xfrm>
          <a:custGeom xmlns:a="http://schemas.openxmlformats.org/drawingml/2006/main">
            <a:pathLst>
              <a:path w="24564" h="11515">
                <a:moveTo>
                  <a:pt x="0" y="0"/>
                </a:moveTo>
                <a:cubicBezTo>
                  <a:pt x="8212" y="3844"/>
                  <a:pt x="16400" y="7682"/>
                  <a:pt x="24564" y="11515"/>
                </a:cubicBezTo>
                <a:cubicBezTo>
                  <a:pt x="15753" y="8898"/>
                  <a:pt x="7564" y="506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F9FA">
              <a:alpha val="6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0D361-8418-45DC-8F19-6E866031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69" y="3873252"/>
            <a:ext cx="12282" cy="6141"/>
          </a:xfrm>
          <a:custGeom xmlns:a="http://schemas.openxmlformats.org/drawingml/2006/main">
            <a:pathLst>
              <a:path w="12282" h="6141">
                <a:moveTo>
                  <a:pt x="12282" y="0"/>
                </a:moveTo>
                <a:cubicBezTo>
                  <a:pt x="8638" y="2846"/>
                  <a:pt x="4544" y="4893"/>
                  <a:pt x="0" y="6141"/>
                </a:cubicBezTo>
                <a:cubicBezTo>
                  <a:pt x="3850" y="3705"/>
                  <a:pt x="7944" y="1657"/>
                  <a:pt x="12282" y="0"/>
                </a:cubicBezTo>
                <a:close/>
              </a:path>
            </a:pathLst>
          </a:custGeom>
          <a:solidFill xmlns:a="http://schemas.openxmlformats.org/drawingml/2006/main">
            <a:srgbClr val="EEF0F1">
              <a:alpha val="2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5E268-BB2C-4879-9071-79FA2FC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372" y="3877802"/>
            <a:ext cx="2303" cy="1647"/>
          </a:xfrm>
          <a:custGeom xmlns:a="http://schemas.openxmlformats.org/drawingml/2006/main">
            <a:pathLst>
              <a:path w="2303" h="1647">
                <a:moveTo>
                  <a:pt x="2303" y="56"/>
                </a:moveTo>
                <a:cubicBezTo>
                  <a:pt x="1940" y="1135"/>
                  <a:pt x="1172" y="1647"/>
                  <a:pt x="0" y="1591"/>
                </a:cubicBezTo>
                <a:cubicBezTo>
                  <a:pt x="363" y="512"/>
                  <a:pt x="1131" y="0"/>
                  <a:pt x="2303" y="56"/>
                </a:cubicBezTo>
                <a:close/>
              </a:path>
            </a:pathLst>
          </a:custGeom>
          <a:solidFill xmlns:a="http://schemas.openxmlformats.org/drawingml/2006/main">
            <a:srgbClr val="FBFBFC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A50D8-1CF5-4077-9E57-B8AA382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899" y="3879185"/>
            <a:ext cx="3071" cy="1743"/>
          </a:xfrm>
          <a:custGeom xmlns:a="http://schemas.openxmlformats.org/drawingml/2006/main">
            <a:pathLst>
              <a:path w="3071" h="1743">
                <a:moveTo>
                  <a:pt x="3071" y="208"/>
                </a:moveTo>
                <a:cubicBezTo>
                  <a:pt x="2292" y="1109"/>
                  <a:pt x="1269" y="1620"/>
                  <a:pt x="0" y="1743"/>
                </a:cubicBezTo>
                <a:cubicBezTo>
                  <a:pt x="604" y="512"/>
                  <a:pt x="1627" y="0"/>
                  <a:pt x="3071" y="208"/>
                </a:cubicBezTo>
                <a:close/>
              </a:path>
            </a:pathLst>
          </a:custGeom>
          <a:solidFill xmlns:a="http://schemas.openxmlformats.org/drawingml/2006/main">
            <a:srgbClr val="FCFFFE">
              <a:alpha val="15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8394E-96B4-4952-8E06-759DD87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22" y="3880929"/>
            <a:ext cx="7676" cy="3071"/>
          </a:xfrm>
          <a:custGeom xmlns:a="http://schemas.openxmlformats.org/drawingml/2006/main">
            <a:pathLst>
              <a:path w="7676" h="3071">
                <a:moveTo>
                  <a:pt x="7676" y="0"/>
                </a:moveTo>
                <a:cubicBezTo>
                  <a:pt x="5350" y="1461"/>
                  <a:pt x="2792" y="2485"/>
                  <a:pt x="0" y="3071"/>
                </a:cubicBezTo>
                <a:cubicBezTo>
                  <a:pt x="2176" y="1317"/>
                  <a:pt x="4735" y="293"/>
                  <a:pt x="7676" y="0"/>
                </a:cubicBezTo>
                <a:close/>
              </a:path>
            </a:pathLst>
          </a:custGeom>
          <a:solidFill xmlns:a="http://schemas.openxmlformats.org/drawingml/2006/main">
            <a:srgbClr val="F9F9FA">
              <a:alpha val="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07B51-F256-467D-BD00-59590BD4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53" y="3883232"/>
            <a:ext cx="4606" cy="2333"/>
          </a:xfrm>
          <a:custGeom xmlns:a="http://schemas.openxmlformats.org/drawingml/2006/main">
            <a:pathLst>
              <a:path w="4606" h="2333">
                <a:moveTo>
                  <a:pt x="0" y="0"/>
                </a:moveTo>
                <a:cubicBezTo>
                  <a:pt x="1780" y="378"/>
                  <a:pt x="3315" y="1145"/>
                  <a:pt x="4606" y="2303"/>
                </a:cubicBezTo>
                <a:cubicBezTo>
                  <a:pt x="2618" y="2333"/>
                  <a:pt x="1083" y="156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CFCFD">
              <a:alpha val="7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6AF47-6D0E-43A7-A0A0-8054E8C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625" y="3879393"/>
            <a:ext cx="10747" cy="6148"/>
          </a:xfrm>
          <a:custGeom xmlns:a="http://schemas.openxmlformats.org/drawingml/2006/main">
            <a:pathLst>
              <a:path w="10747" h="6148">
                <a:moveTo>
                  <a:pt x="10747" y="0"/>
                </a:moveTo>
                <a:cubicBezTo>
                  <a:pt x="8767" y="2023"/>
                  <a:pt x="6464" y="3685"/>
                  <a:pt x="3838" y="4990"/>
                </a:cubicBezTo>
                <a:cubicBezTo>
                  <a:pt x="2668" y="5764"/>
                  <a:pt x="1388" y="6148"/>
                  <a:pt x="0" y="6141"/>
                </a:cubicBezTo>
                <a:cubicBezTo>
                  <a:pt x="3326" y="3708"/>
                  <a:pt x="6909" y="1661"/>
                  <a:pt x="10747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4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EEE77-E8EF-41BD-93D8-880E874F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562" y="3883999"/>
            <a:ext cx="8444" cy="3071"/>
          </a:xfrm>
          <a:custGeom xmlns:a="http://schemas.openxmlformats.org/drawingml/2006/main">
            <a:pathLst>
              <a:path w="8444" h="3071">
                <a:moveTo>
                  <a:pt x="0" y="0"/>
                </a:moveTo>
                <a:cubicBezTo>
                  <a:pt x="3230" y="136"/>
                  <a:pt x="6044" y="1159"/>
                  <a:pt x="8444" y="3071"/>
                </a:cubicBezTo>
                <a:cubicBezTo>
                  <a:pt x="6909" y="2815"/>
                  <a:pt x="5373" y="2559"/>
                  <a:pt x="3838" y="2303"/>
                </a:cubicBezTo>
                <a:cubicBezTo>
                  <a:pt x="2486" y="1679"/>
                  <a:pt x="1207" y="911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6F7F8">
              <a:alpha val="95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40E05-6878-4B34-9131-848CBFDD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778" y="3883999"/>
            <a:ext cx="8444" cy="3071"/>
          </a:xfrm>
          <a:custGeom xmlns:a="http://schemas.openxmlformats.org/drawingml/2006/main">
            <a:pathLst>
              <a:path w="8444" h="3071">
                <a:moveTo>
                  <a:pt x="8444" y="0"/>
                </a:moveTo>
                <a:cubicBezTo>
                  <a:pt x="5913" y="1613"/>
                  <a:pt x="3099" y="2637"/>
                  <a:pt x="0" y="3071"/>
                </a:cubicBezTo>
                <a:cubicBezTo>
                  <a:pt x="85" y="2597"/>
                  <a:pt x="341" y="2213"/>
                  <a:pt x="768" y="1919"/>
                </a:cubicBezTo>
                <a:cubicBezTo>
                  <a:pt x="3319" y="1195"/>
                  <a:pt x="5878" y="556"/>
                  <a:pt x="8444" y="0"/>
                </a:cubicBezTo>
                <a:close/>
              </a:path>
            </a:pathLst>
          </a:custGeom>
          <a:solidFill xmlns:a="http://schemas.openxmlformats.org/drawingml/2006/main">
            <a:srgbClr val="F8F8F9">
              <a:alpha val="9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ED61B-15B1-4222-B300-4343E36A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251" y="3885535"/>
            <a:ext cx="5373" cy="3071"/>
          </a:xfrm>
          <a:custGeom xmlns:a="http://schemas.openxmlformats.org/drawingml/2006/main">
            <a:pathLst>
              <a:path w="5373" h="3071">
                <a:moveTo>
                  <a:pt x="5373" y="0"/>
                </a:moveTo>
                <a:cubicBezTo>
                  <a:pt x="4129" y="1875"/>
                  <a:pt x="2338" y="2898"/>
                  <a:pt x="0" y="3071"/>
                </a:cubicBezTo>
                <a:cubicBezTo>
                  <a:pt x="1409" y="1468"/>
                  <a:pt x="3200" y="444"/>
                  <a:pt x="5373" y="0"/>
                </a:cubicBezTo>
                <a:close/>
              </a:path>
            </a:pathLst>
          </a:custGeom>
          <a:solidFill xmlns:a="http://schemas.openxmlformats.org/drawingml/2006/main">
            <a:srgbClr val="EAECEE">
              <a:alpha val="3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74391-C52D-4309-AB82-FD9A6F16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031" y="3887070"/>
            <a:ext cx="10747" cy="3071"/>
          </a:xfrm>
          <a:custGeom xmlns:a="http://schemas.openxmlformats.org/drawingml/2006/main">
            <a:pathLst>
              <a:path w="10747" h="3071">
                <a:moveTo>
                  <a:pt x="10747" y="0"/>
                </a:moveTo>
                <a:cubicBezTo>
                  <a:pt x="7373" y="1485"/>
                  <a:pt x="3791" y="2509"/>
                  <a:pt x="0" y="3071"/>
                </a:cubicBezTo>
                <a:cubicBezTo>
                  <a:pt x="3250" y="1186"/>
                  <a:pt x="6832" y="162"/>
                  <a:pt x="10747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83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31E81-399E-478A-AE36-310709F8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878" y="3888605"/>
            <a:ext cx="4606" cy="2390"/>
          </a:xfrm>
          <a:custGeom xmlns:a="http://schemas.openxmlformats.org/drawingml/2006/main">
            <a:pathLst>
              <a:path w="4606" h="2390">
                <a:moveTo>
                  <a:pt x="4606" y="0"/>
                </a:moveTo>
                <a:cubicBezTo>
                  <a:pt x="3620" y="1623"/>
                  <a:pt x="2085" y="2390"/>
                  <a:pt x="0" y="2303"/>
                </a:cubicBezTo>
                <a:cubicBezTo>
                  <a:pt x="1290" y="1145"/>
                  <a:pt x="2826" y="378"/>
                  <a:pt x="4606" y="0"/>
                </a:cubicBezTo>
                <a:close/>
              </a:path>
            </a:pathLst>
          </a:custGeom>
          <a:solidFill xmlns:a="http://schemas.openxmlformats.org/drawingml/2006/main">
            <a:srgbClr val="DFE2E6">
              <a:alpha val="4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B942C-21AC-44AD-836F-9022F124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06" y="3887070"/>
            <a:ext cx="19959" cy="5373"/>
          </a:xfrm>
          <a:custGeom xmlns:a="http://schemas.openxmlformats.org/drawingml/2006/main">
            <a:pathLst>
              <a:path w="19959" h="5373">
                <a:moveTo>
                  <a:pt x="0" y="0"/>
                </a:moveTo>
                <a:cubicBezTo>
                  <a:pt x="6470" y="1064"/>
                  <a:pt x="12868" y="2471"/>
                  <a:pt x="19191" y="4222"/>
                </a:cubicBezTo>
                <a:cubicBezTo>
                  <a:pt x="19618" y="4516"/>
                  <a:pt x="19873" y="4900"/>
                  <a:pt x="19959" y="5373"/>
                </a:cubicBezTo>
                <a:cubicBezTo>
                  <a:pt x="13035" y="4283"/>
                  <a:pt x="6381" y="2493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5F5F7">
              <a:alpha val="97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9F1A6-9B2B-4E1A-A1E3-3EB78B9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819" y="3890140"/>
            <a:ext cx="9212" cy="2303"/>
          </a:xfrm>
          <a:custGeom xmlns:a="http://schemas.openxmlformats.org/drawingml/2006/main">
            <a:pathLst>
              <a:path w="9212" h="2303">
                <a:moveTo>
                  <a:pt x="9212" y="0"/>
                </a:moveTo>
                <a:cubicBezTo>
                  <a:pt x="6341" y="1230"/>
                  <a:pt x="3271" y="1997"/>
                  <a:pt x="0" y="2303"/>
                </a:cubicBezTo>
                <a:cubicBezTo>
                  <a:pt x="85" y="1829"/>
                  <a:pt x="341" y="1445"/>
                  <a:pt x="768" y="1151"/>
                </a:cubicBezTo>
                <a:cubicBezTo>
                  <a:pt x="3542" y="433"/>
                  <a:pt x="6356" y="49"/>
                  <a:pt x="9212" y="0"/>
                </a:cubicBezTo>
                <a:close/>
              </a:path>
            </a:pathLst>
          </a:custGeom>
          <a:solidFill xmlns:a="http://schemas.openxmlformats.org/drawingml/2006/main">
            <a:srgbClr val="F6F6F8">
              <a:alpha val="15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2564F-4260-49BE-8F80-B52AE05F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69" y="3890908"/>
            <a:ext cx="6909" cy="3071"/>
          </a:xfrm>
          <a:custGeom xmlns:a="http://schemas.openxmlformats.org/drawingml/2006/main">
            <a:pathLst>
              <a:path w="6909" h="3071">
                <a:moveTo>
                  <a:pt x="6909" y="0"/>
                </a:moveTo>
                <a:cubicBezTo>
                  <a:pt x="5116" y="2046"/>
                  <a:pt x="2813" y="3069"/>
                  <a:pt x="0" y="3071"/>
                </a:cubicBezTo>
                <a:cubicBezTo>
                  <a:pt x="2160" y="1865"/>
                  <a:pt x="4463" y="842"/>
                  <a:pt x="6909" y="0"/>
                </a:cubicBezTo>
                <a:close/>
              </a:path>
            </a:pathLst>
          </a:custGeom>
          <a:solidFill xmlns:a="http://schemas.openxmlformats.org/drawingml/2006/main">
            <a:srgbClr val="F1F2F4">
              <a:alpha val="8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4164C-C718-4585-923E-7BCB0BBE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732" y="3892443"/>
            <a:ext cx="19959" cy="3071"/>
          </a:xfrm>
          <a:custGeom xmlns:a="http://schemas.openxmlformats.org/drawingml/2006/main">
            <a:pathLst>
              <a:path w="19959" h="3071">
                <a:moveTo>
                  <a:pt x="0" y="0"/>
                </a:moveTo>
                <a:cubicBezTo>
                  <a:pt x="6413" y="437"/>
                  <a:pt x="12810" y="1076"/>
                  <a:pt x="19191" y="1919"/>
                </a:cubicBezTo>
                <a:cubicBezTo>
                  <a:pt x="19618" y="2213"/>
                  <a:pt x="19873" y="2597"/>
                  <a:pt x="19959" y="3071"/>
                </a:cubicBezTo>
                <a:cubicBezTo>
                  <a:pt x="13111" y="2665"/>
                  <a:pt x="6457" y="164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126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9ECB0-FD41-4AEA-9A16-F8CAEEC3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093" y="3892443"/>
            <a:ext cx="19959" cy="3071"/>
          </a:xfrm>
          <a:custGeom xmlns:a="http://schemas.openxmlformats.org/drawingml/2006/main">
            <a:pathLst>
              <a:path w="19959" h="3071">
                <a:moveTo>
                  <a:pt x="19959" y="0"/>
                </a:moveTo>
                <a:cubicBezTo>
                  <a:pt x="13502" y="1654"/>
                  <a:pt x="6850" y="2678"/>
                  <a:pt x="0" y="3071"/>
                </a:cubicBezTo>
                <a:cubicBezTo>
                  <a:pt x="321" y="2516"/>
                  <a:pt x="832" y="2133"/>
                  <a:pt x="1535" y="1919"/>
                </a:cubicBezTo>
                <a:cubicBezTo>
                  <a:pt x="7654" y="1026"/>
                  <a:pt x="13795" y="386"/>
                  <a:pt x="19959" y="0"/>
                </a:cubicBezTo>
                <a:close/>
              </a:path>
            </a:pathLst>
          </a:custGeom>
          <a:solidFill xmlns:a="http://schemas.openxmlformats.org/drawingml/2006/main">
            <a:srgbClr val="F7F8F9">
              <a:alpha val="16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049D9-DE7F-4990-873D-1E3771F1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159" y="3885535"/>
            <a:ext cx="77532" cy="23138"/>
          </a:xfrm>
          <a:custGeom xmlns:a="http://schemas.openxmlformats.org/drawingml/2006/main">
            <a:pathLst>
              <a:path w="77532" h="23138">
                <a:moveTo>
                  <a:pt x="0" y="0"/>
                </a:moveTo>
                <a:cubicBezTo>
                  <a:pt x="11022" y="5807"/>
                  <a:pt x="22536" y="10413"/>
                  <a:pt x="34544" y="13818"/>
                </a:cubicBezTo>
                <a:cubicBezTo>
                  <a:pt x="38684" y="15563"/>
                  <a:pt x="43034" y="16970"/>
                  <a:pt x="47594" y="18040"/>
                </a:cubicBezTo>
                <a:cubicBezTo>
                  <a:pt x="57601" y="20220"/>
                  <a:pt x="67581" y="21882"/>
                  <a:pt x="77532" y="23029"/>
                </a:cubicBezTo>
                <a:cubicBezTo>
                  <a:pt x="71615" y="23138"/>
                  <a:pt x="65729" y="22754"/>
                  <a:pt x="59876" y="21878"/>
                </a:cubicBezTo>
                <a:cubicBezTo>
                  <a:pt x="41022" y="18304"/>
                  <a:pt x="22855" y="12420"/>
                  <a:pt x="5373" y="4222"/>
                </a:cubicBezTo>
                <a:cubicBezTo>
                  <a:pt x="3196" y="3154"/>
                  <a:pt x="1406" y="1747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4F5F6">
              <a:alpha val="174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99CEA-F56F-497C-940E-609E70CB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628" y="3894746"/>
            <a:ext cx="56805" cy="13818"/>
          </a:xfrm>
          <a:custGeom xmlns:a="http://schemas.openxmlformats.org/drawingml/2006/main">
            <a:pathLst>
              <a:path w="56805" h="13818">
                <a:moveTo>
                  <a:pt x="56805" y="0"/>
                </a:moveTo>
                <a:cubicBezTo>
                  <a:pt x="55136" y="1214"/>
                  <a:pt x="53346" y="2365"/>
                  <a:pt x="51432" y="3454"/>
                </a:cubicBezTo>
                <a:cubicBezTo>
                  <a:pt x="34780" y="9505"/>
                  <a:pt x="17636" y="12959"/>
                  <a:pt x="0" y="13818"/>
                </a:cubicBezTo>
                <a:cubicBezTo>
                  <a:pt x="19446" y="11644"/>
                  <a:pt x="38381" y="7038"/>
                  <a:pt x="56805" y="0"/>
                </a:cubicBezTo>
                <a:close/>
              </a:path>
            </a:pathLst>
          </a:custGeom>
          <a:solidFill xmlns:a="http://schemas.openxmlformats.org/drawingml/2006/main">
            <a:srgbClr val="F9FAFA">
              <a:alpha val="13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B6BEF-4B88-465B-9AEC-74137FD2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431" y="3189932"/>
            <a:ext cx="814064" cy="316301"/>
          </a:xfrm>
          <a:custGeom xmlns:a="http://schemas.openxmlformats.org/drawingml/2006/main">
            <a:pathLst>
              <a:path w="814064" h="316301">
                <a:moveTo>
                  <a:pt x="730404" y="82953"/>
                </a:moveTo>
                <a:lnTo>
                  <a:pt x="814064" y="286877"/>
                </a:lnTo>
                <a:lnTo>
                  <a:pt x="595681" y="316301"/>
                </a:lnTo>
                <a:lnTo>
                  <a:pt x="633313" y="251120"/>
                </a:lnTo>
                <a:cubicBezTo>
                  <a:pt x="376587" y="102899"/>
                  <a:pt x="93027" y="113349"/>
                  <a:pt x="0" y="274477"/>
                </a:cubicBezTo>
                <a:cubicBezTo>
                  <a:pt x="125842" y="56512"/>
                  <a:pt x="435996" y="0"/>
                  <a:pt x="692722" y="148221"/>
                </a:cubicBezTo>
                <a:lnTo>
                  <a:pt x="730404" y="82953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9A436-5A24-43E1-8384-2A984F78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75" y="3583448"/>
            <a:ext cx="814114" cy="316388"/>
          </a:xfrm>
          <a:custGeom xmlns:a="http://schemas.openxmlformats.org/drawingml/2006/main">
            <a:pathLst>
              <a:path w="814114" h="316388">
                <a:moveTo>
                  <a:pt x="83709" y="233348"/>
                </a:moveTo>
                <a:lnTo>
                  <a:pt x="0" y="29511"/>
                </a:lnTo>
                <a:lnTo>
                  <a:pt x="218433" y="0"/>
                </a:lnTo>
                <a:lnTo>
                  <a:pt x="180751" y="65268"/>
                </a:lnTo>
                <a:cubicBezTo>
                  <a:pt x="437477" y="213489"/>
                  <a:pt x="721037" y="203039"/>
                  <a:pt x="814114" y="41824"/>
                </a:cubicBezTo>
                <a:cubicBezTo>
                  <a:pt x="688221" y="259876"/>
                  <a:pt x="378068" y="316388"/>
                  <a:pt x="121342" y="168167"/>
                </a:cubicBezTo>
                <a:lnTo>
                  <a:pt x="83709" y="233348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30787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2026-09-08T03:29:34.4180000Z</dcterms:created>
  <dcterms:modified xsi:type="dcterms:W3CDTF">2026-09-08T03:29:34.4180000Z</dcterms:modified>
</coreProperties>
</file>