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a0971d79634af6" /><Relationship Type="http://schemas.openxmlformats.org/officeDocument/2006/relationships/extended-properties" Target="/docProps/app.xml" Id="Ra23ae40bdc074ed8" /><Relationship Type="http://schemas.openxmlformats.org/officeDocument/2006/relationships/officeDocument" Target="/ppt/presentation.xml" Id="R914d0a486cd343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a7477ced564e66"/>
  </p:sldMasterIdLst>
  <p:notesMasterIdLst>
    <p:notesMasterId xmlns:r="http://schemas.openxmlformats.org/officeDocument/2006/relationships" r:id="Ra84e0765709544da"/>
  </p:notesMasterIdLst>
  <p:sldIdLst>
    <p:sldId xmlns:r="http://schemas.openxmlformats.org/officeDocument/2006/relationships" id="256" r:id="R2d38103041304650"/>
  </p:sldIdLst>
  <p:sldSz cx="13001625" cy="6572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c077a28a6c4b55" /><Relationship Type="http://schemas.openxmlformats.org/officeDocument/2006/relationships/slideMaster" Target="/ppt/slideMasters/slideMaster1.xml" Id="Rc6a7477ced564e66" /><Relationship Type="http://schemas.openxmlformats.org/officeDocument/2006/relationships/notesMaster" Target="/ppt/notesMasters/notesMaster1.xml" Id="Ra84e0765709544da" /><Relationship Type="http://schemas.openxmlformats.org/officeDocument/2006/relationships/presProps" Target="/ppt/presProps.xml" Id="R1e9adcf45dd14811" /><Relationship Type="http://schemas.openxmlformats.org/officeDocument/2006/relationships/tableStyles" Target="/ppt/tableStyles.xml" Id="R4495ef3b8b0a4771" /><Relationship Type="http://schemas.openxmlformats.org/officeDocument/2006/relationships/slide" Target="/ppt/slides/slide1.xml" Id="R2d381030413046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04995d8a2149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932093a28740a6" /><Relationship Type="http://schemas.openxmlformats.org/officeDocument/2006/relationships/notesMaster" Target="/ppt/notesMasters/notesMaster1.xml" Id="Re82b83d4669548e5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素材ID：AI-067</ns1:t>
            </ns1:r>
          </ns1:p>
          <ns1:p>
            <ns1:r>
              <ns1:t>论文：MediEval: A Unified Medical Benchmark for Patient-Contextual and Knowledge-Grounded Reasoning in LLMs</ns1:t>
            </ns1:r>
          </ns1:p>
          <ns1:p>
            <ns1:r>
              <ns1:t>会议：ACL 2026</ns1:t>
            </ns1:r>
          </ns1:p>
          <ns1:p>
            <ns1:r>
              <ns1:t>奖项：Outstanding Paper</ns1:t>
            </ns1:r>
          </ns1:p>
          <ns1:p>
            <ns1:r>
              <ns1:t>图号：Figure 1，PDF第2页</ns1:t>
            </ns1:r>
          </ns1:p>
          <ns1:p>
            <ns1:r>
              <ns1:t>类型：研究流程</ns1:t>
            </ns1:r>
          </ns1:p>
          <ns1:p>
            <ns1:r>
              <ns1:t>借鉴点：把病历抽取、代码映射、本体图和真假/支持四象限联结，并导向评测指标与偏好训练。</ns1:t>
            </ns1:r>
          </ns1:p>
          <ns1:p>
            <ns1:r>
              <ns1:t>论文URL：https://aclanthology.org/2026.acl-long.734/</ns1:t>
            </ns1:r>
          </ns1:p>
          <ns1:p>
            <ns1:r>
              <ns1:t>官方获奖URL：https://2026.aclweb.org/program/best_papers/</ns1:t>
            </ns1:r>
          </ns1:p>
          <ns1:p>
            <ns1:r>
              <ns1:t>原始论文与绘图来源：见本页论文链接及仓库 catalog/papers.md。</ns1:t>
            </ns1:r>
          </ns1:p>
          <ns1:p>
            <ns1:r>
              <ns1:t>编辑与保真说明：病历示例、三张EHR表、CUI映射、本体关系、四象限与评测/微调分支均为原生形状和文字，未用整图或局部图片代替。Arial替代源栅格字体，椭圆/虚线节距和少量字距有轻微近似；示例内容及ID属于原论文。</ns1:t>
            </ns1:r>
          </ns1:p>
          <ns1:p>
            <ns1:r>
              <ns1:t>复刻方式：Native reconstruction of the source benchmark framework and its illustrative tables, graph, example text and four-quadrant reasoning scheme.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162c5bcdc54a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890f0cfb3443f3" /><Relationship Type="http://schemas.openxmlformats.org/officeDocument/2006/relationships/slideLayout" Target="/ppt/slideLayouts/slideLayout1.xml" Id="Re198e0fe7ac44c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98e0fe7ac44c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f9bc036144817" /><Relationship Type="http://schemas.openxmlformats.org/officeDocument/2006/relationships/notesSlide" Target="/ppt/notesSlides/notesSlide1.xml" Id="R4fbe0ef710024d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5" name="AI067-route-1">
            <a:extLst xmlns:a="http://schemas.openxmlformats.org/drawingml/2006/main">
              <a:ext uri="{FF2B5EF4-FFF2-40B4-BE49-F238E27FC236}">
                <a16:creationId xmlns:a16="http://schemas.microsoft.com/office/drawing/2014/main" id="{97794344-C6E5-4C13-B01A-A8BDFA43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57150"/>
            <a:ext cx="12687300" cy="3752850"/>
          </a:xfrm>
          <a:custGeom xmlns:a="http://schemas.openxmlformats.org/drawingml/2006/main">
            <a:pathLst>
              <a:path w="12687300" h="3752850">
                <a:moveTo>
                  <a:pt x="0" y="0"/>
                </a:moveTo>
                <a:lnTo>
                  <a:pt x="12687300" y="0"/>
                </a:lnTo>
                <a:lnTo>
                  <a:pt x="12687300" y="2085975"/>
                </a:lnTo>
                <a:lnTo>
                  <a:pt x="5010150" y="2085975"/>
                </a:lnTo>
                <a:lnTo>
                  <a:pt x="5010150" y="3752850"/>
                </a:lnTo>
                <a:lnTo>
                  <a:pt x="0" y="37528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  <a:prstDash val="dash"/>
          </a:ln>
        </p:spPr>
      </p:sp>
      <p:sp>
        <p:nvSpPr>
          <p:cNvPr id="2" name="AI067-2">
            <a:extLst xmlns:a="http://schemas.openxmlformats.org/drawingml/2006/main">
              <a:ext uri="{FF2B5EF4-FFF2-40B4-BE49-F238E27FC236}">
                <a16:creationId xmlns:a16="http://schemas.microsoft.com/office/drawing/2014/main" id="{33EC0FA0-E79D-4441-89F0-406F335B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050" y="161925"/>
            <a:ext cx="3448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DF2"/>
          </a:solidFill>
          <a:ln xmlns:a="http://schemas.openxmlformats.org/drawingml/2006/main" w="6668">
            <a:solidFill>
              <a:srgbClr val="333333"/>
            </a:solidFill>
          </a:ln>
        </p:spPr>
      </p:sp>
      <p:sp>
        <p:nvSpPr>
          <p:cNvPr id="3" name="Text Electronic Health Records (EHRs)">
            <a:extLst xmlns:a="http://schemas.openxmlformats.org/drawingml/2006/main">
              <a:ext uri="{FF2B5EF4-FFF2-40B4-BE49-F238E27FC236}">
                <a16:creationId xmlns:a16="http://schemas.microsoft.com/office/drawing/2014/main" id="{443C94F9-0179-4B3A-81DC-6909CE38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0150" y="171450"/>
            <a:ext cx="3390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Electronic Health Records (EHRs)</a:t>
            </a:r>
          </a:p>
        </p:txBody>
      </p:sp>
      <p:sp>
        <p:nvSpPr>
          <p:cNvPr id="4" name="Text Discharge Summary">
            <a:extLst xmlns:a="http://schemas.openxmlformats.org/drawingml/2006/main">
              <a:ext uri="{FF2B5EF4-FFF2-40B4-BE49-F238E27FC236}">
                <a16:creationId xmlns:a16="http://schemas.microsoft.com/office/drawing/2014/main" id="{5C769068-90F2-4FAB-BB68-7310004B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" y="5429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Discharge Summary</a:t>
            </a:r>
          </a:p>
        </p:txBody>
      </p:sp>
      <p:sp>
        <p:nvSpPr>
          <p:cNvPr id="5" name="AI067-3">
            <a:extLst xmlns:a="http://schemas.openxmlformats.org/drawingml/2006/main">
              <a:ext uri="{FF2B5EF4-FFF2-40B4-BE49-F238E27FC236}">
                <a16:creationId xmlns:a16="http://schemas.microsoft.com/office/drawing/2014/main" id="{896A3FCB-33F6-4E62-A21D-6D939342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800100"/>
            <a:ext cx="47815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6668">
            <a:solidFill>
              <a:srgbClr val="555555"/>
            </a:solidFill>
          </a:ln>
        </p:spPr>
      </p:sp>
      <p:sp>
        <p:nvSpPr>
          <p:cNvPr id="6" name="Text Subject_ID: 15869025">
            <a:extLst xmlns:a="http://schemas.openxmlformats.org/drawingml/2006/main">
              <a:ext uri="{FF2B5EF4-FFF2-40B4-BE49-F238E27FC236}">
                <a16:creationId xmlns:a16="http://schemas.microsoft.com/office/drawing/2014/main" id="{3B1153A3-F50E-492A-A32F-27C5A3F7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" y="857250"/>
            <a:ext cx="4705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Subject_ID: 15869025</a:t>
            </a:r>
          </a:p>
        </p:txBody>
      </p:sp>
      <p:sp>
        <p:nvSpPr>
          <p:cNvPr id="7" name="Text Hadm_ID: 28089637">
            <a:extLst xmlns:a="http://schemas.openxmlformats.org/drawingml/2006/main">
              <a:ext uri="{FF2B5EF4-FFF2-40B4-BE49-F238E27FC236}">
                <a16:creationId xmlns:a16="http://schemas.microsoft.com/office/drawing/2014/main" id="{66C81B4E-3B20-42E5-A58B-698C302E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" y="1095375"/>
            <a:ext cx="4705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Hadm_ID: 28089637</a:t>
            </a:r>
          </a:p>
        </p:txBody>
      </p:sp>
      <p:sp>
        <p:nvSpPr>
          <p:cNvPr id="8" name="Text History of Present Illness:">
            <a:extLst xmlns:a="http://schemas.openxmlformats.org/drawingml/2006/main">
              <a:ext uri="{FF2B5EF4-FFF2-40B4-BE49-F238E27FC236}">
                <a16:creationId xmlns:a16="http://schemas.microsoft.com/office/drawing/2014/main" id="{152951B4-8D9E-43BB-AC58-DBC8E3B2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" y="1333500"/>
            <a:ext cx="4705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History of Present Illness:</a:t>
            </a:r>
          </a:p>
        </p:txBody>
      </p:sp>
      <p:sp>
        <p:nvSpPr>
          <p:cNvPr id="9" name="Text ... PMH: – NIDDM, well controlled with PO meds, diet, and exercise,">
            <a:extLst xmlns:a="http://schemas.openxmlformats.org/drawingml/2006/main">
              <a:ext uri="{FF2B5EF4-FFF2-40B4-BE49-F238E27FC236}">
                <a16:creationId xmlns:a16="http://schemas.microsoft.com/office/drawing/2014/main" id="{BF76A21B-EE91-4729-95E9-F71A83F9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" y="1514475"/>
            <a:ext cx="4705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 PMH: – </a:t>
            </a:r>
            <a:r>
              <a:rPr sz="1177" b="1" i="0">
                <a:solidFill>
                  <a:srgbClr val="00A7F3"/>
                </a:solidFill>
                <a:latin typeface="Arial"/>
                <a:ea typeface="Arial"/>
                <a:cs typeface="Arial"/>
              </a:rPr>
              <a:t>NIDDM</a:t>
            </a:r>
            <a:r>
              <a:rPr sz="11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well controlled with PO meds, diet, and exercise,</a:t>
            </a:r>
          </a:p>
        </p:txBody>
      </p:sp>
      <p:sp>
        <p:nvSpPr>
          <p:cNvPr id="10" name="Text microalbuminuria ...">
            <a:extLst xmlns:a="http://schemas.openxmlformats.org/drawingml/2006/main">
              <a:ext uri="{FF2B5EF4-FFF2-40B4-BE49-F238E27FC236}">
                <a16:creationId xmlns:a16="http://schemas.microsoft.com/office/drawing/2014/main" id="{426E23E6-2A3A-41A5-82FD-748EF4E8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" y="1695450"/>
            <a:ext cx="4705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microalbuminuria ...</a:t>
            </a:r>
          </a:p>
        </p:txBody>
      </p:sp>
      <p:sp>
        <p:nvSpPr>
          <p:cNvPr id="11" name="Text Major Invasive or Surgical Procedures:">
            <a:extLst xmlns:a="http://schemas.openxmlformats.org/drawingml/2006/main">
              <a:ext uri="{FF2B5EF4-FFF2-40B4-BE49-F238E27FC236}">
                <a16:creationId xmlns:a16="http://schemas.microsoft.com/office/drawing/2014/main" id="{35B229BC-10FE-4FF1-B3B1-C97C85BE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" y="1924050"/>
            <a:ext cx="4705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Major Invasive or Surgical Procedures:</a:t>
            </a:r>
          </a:p>
        </p:txBody>
      </p:sp>
      <p:sp>
        <p:nvSpPr>
          <p:cNvPr id="12" name="Text ...">
            <a:extLst xmlns:a="http://schemas.openxmlformats.org/drawingml/2006/main">
              <a:ext uri="{FF2B5EF4-FFF2-40B4-BE49-F238E27FC236}">
                <a16:creationId xmlns:a16="http://schemas.microsoft.com/office/drawing/2014/main" id="{42AF30F0-F12E-42C6-973F-77F38E57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" y="2114550"/>
            <a:ext cx="4705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13" name="Text Brief Hospital Course:">
            <a:extLst xmlns:a="http://schemas.openxmlformats.org/drawingml/2006/main">
              <a:ext uri="{FF2B5EF4-FFF2-40B4-BE49-F238E27FC236}">
                <a16:creationId xmlns:a16="http://schemas.microsoft.com/office/drawing/2014/main" id="{6044DA5C-AC58-4D58-8123-012DDBC4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" y="2333625"/>
            <a:ext cx="4705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Brief Hospital Course:</a:t>
            </a:r>
          </a:p>
        </p:txBody>
      </p:sp>
      <p:sp>
        <p:nvSpPr>
          <p:cNvPr id="14" name="Text .... DM2: Held metformin and gave HISS and glargine … On">
            <a:extLst xmlns:a="http://schemas.openxmlformats.org/drawingml/2006/main">
              <a:ext uri="{FF2B5EF4-FFF2-40B4-BE49-F238E27FC236}">
                <a16:creationId xmlns:a16="http://schemas.microsoft.com/office/drawing/2014/main" id="{41548AAE-4972-42E5-87DD-AFDA81E8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" y="2505075"/>
            <a:ext cx="4705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.... </a:t>
            </a:r>
            <a:r>
              <a:rPr sz="1177" b="1" i="0">
                <a:solidFill>
                  <a:srgbClr val="00A7F3"/>
                </a:solidFill>
                <a:latin typeface="Arial"/>
                <a:ea typeface="Arial"/>
                <a:cs typeface="Arial"/>
              </a:rPr>
              <a:t>DM2</a:t>
            </a:r>
            <a:r>
              <a:rPr sz="11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Held </a:t>
            </a:r>
            <a:r>
              <a:rPr sz="1177" b="1" i="0">
                <a:solidFill>
                  <a:srgbClr val="00A7F3"/>
                </a:solidFill>
                <a:latin typeface="Arial"/>
                <a:ea typeface="Arial"/>
                <a:cs typeface="Arial"/>
              </a:rPr>
              <a:t>metformin</a:t>
            </a:r>
            <a:r>
              <a:rPr sz="11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and gave HISS and glargine … On</a:t>
            </a:r>
          </a:p>
        </p:txBody>
      </p:sp>
      <p:sp>
        <p:nvSpPr>
          <p:cNvPr id="15" name="Text discharge, patient was restarted on home metformin …">
            <a:extLst xmlns:a="http://schemas.openxmlformats.org/drawingml/2006/main">
              <a:ext uri="{FF2B5EF4-FFF2-40B4-BE49-F238E27FC236}">
                <a16:creationId xmlns:a16="http://schemas.microsoft.com/office/drawing/2014/main" id="{E90A79EE-3F7F-4F07-9A9E-B2936E68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" y="2686050"/>
            <a:ext cx="4705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discharge, patient was restarted on home </a:t>
            </a:r>
            <a:r>
              <a:rPr sz="1177" b="1" i="0">
                <a:solidFill>
                  <a:srgbClr val="00A7F3"/>
                </a:solidFill>
                <a:latin typeface="Arial"/>
                <a:ea typeface="Arial"/>
                <a:cs typeface="Arial"/>
              </a:rPr>
              <a:t>metformin</a:t>
            </a:r>
            <a:r>
              <a:rPr sz="11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…</a:t>
            </a:r>
          </a:p>
        </p:txBody>
      </p:sp>
      <p:sp>
        <p:nvSpPr>
          <p:cNvPr id="16" name="Text Discharge Medications:">
            <a:extLst xmlns:a="http://schemas.openxmlformats.org/drawingml/2006/main">
              <a:ext uri="{FF2B5EF4-FFF2-40B4-BE49-F238E27FC236}">
                <a16:creationId xmlns:a16="http://schemas.microsoft.com/office/drawing/2014/main" id="{E040930A-8E19-4847-91F7-DBDB02CC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" y="2914650"/>
            <a:ext cx="4705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Discharge Medications:</a:t>
            </a:r>
          </a:p>
        </p:txBody>
      </p:sp>
      <p:sp>
        <p:nvSpPr>
          <p:cNvPr id="17" name="Text ... MetFORMIN (Glucophage) 1000 mg po BID ..">
            <a:extLst xmlns:a="http://schemas.openxmlformats.org/drawingml/2006/main">
              <a:ext uri="{FF2B5EF4-FFF2-40B4-BE49-F238E27FC236}">
                <a16:creationId xmlns:a16="http://schemas.microsoft.com/office/drawing/2014/main" id="{3703A06E-4661-4560-9C2E-FA199D00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" y="3095625"/>
            <a:ext cx="4705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 </a:t>
            </a:r>
            <a:r>
              <a:rPr sz="1177" b="1" i="0">
                <a:solidFill>
                  <a:srgbClr val="00A7F3"/>
                </a:solidFill>
                <a:latin typeface="Arial"/>
                <a:ea typeface="Arial"/>
                <a:cs typeface="Arial"/>
              </a:rPr>
              <a:t>MetFORMIN</a:t>
            </a:r>
            <a:r>
              <a:rPr sz="11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(Glucophage) 1000 mg po BID ..</a:t>
            </a:r>
          </a:p>
        </p:txBody>
      </p:sp>
      <p:sp>
        <p:nvSpPr>
          <p:cNvPr id="18" name="Text Discharge Diagnoses:">
            <a:extLst xmlns:a="http://schemas.openxmlformats.org/drawingml/2006/main">
              <a:ext uri="{FF2B5EF4-FFF2-40B4-BE49-F238E27FC236}">
                <a16:creationId xmlns:a16="http://schemas.microsoft.com/office/drawing/2014/main" id="{8F6AFF57-DF8F-45E3-86C0-B14CC547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" y="3333750"/>
            <a:ext cx="4705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Discharge Diagnoses:</a:t>
            </a:r>
          </a:p>
        </p:txBody>
      </p:sp>
      <p:sp>
        <p:nvSpPr>
          <p:cNvPr id="19" name="Text ... Type II Diabetes Mellitus (DMII) ...">
            <a:extLst xmlns:a="http://schemas.openxmlformats.org/drawingml/2006/main">
              <a:ext uri="{FF2B5EF4-FFF2-40B4-BE49-F238E27FC236}">
                <a16:creationId xmlns:a16="http://schemas.microsoft.com/office/drawing/2014/main" id="{C72CEC3C-16F7-4813-A726-491BB53B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" y="3514725"/>
            <a:ext cx="4705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 </a:t>
            </a:r>
            <a:r>
              <a:rPr sz="1177" b="1" i="0">
                <a:solidFill>
                  <a:srgbClr val="00A7F3"/>
                </a:solidFill>
                <a:latin typeface="Arial"/>
                <a:ea typeface="Arial"/>
                <a:cs typeface="Arial"/>
              </a:rPr>
              <a:t>Type II Diabetes Mellitus (DMII)</a:t>
            </a:r>
            <a:r>
              <a:rPr sz="11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...</a:t>
            </a:r>
          </a:p>
        </p:txBody>
      </p:sp>
      <p:sp>
        <p:nvSpPr>
          <p:cNvPr id="20" name="Text Medication">
            <a:extLst xmlns:a="http://schemas.openxmlformats.org/drawingml/2006/main">
              <a:ext uri="{FF2B5EF4-FFF2-40B4-BE49-F238E27FC236}">
                <a16:creationId xmlns:a16="http://schemas.microsoft.com/office/drawing/2014/main" id="{4CE01AC6-3520-48BF-8FFC-672298BC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552450"/>
            <a:ext cx="2305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Medication</a:t>
            </a:r>
          </a:p>
        </p:txBody>
      </p:sp>
      <p:sp>
        <p:nvSpPr>
          <p:cNvPr id="21" name="AI067-4">
            <a:extLst xmlns:a="http://schemas.openxmlformats.org/drawingml/2006/main">
              <a:ext uri="{FF2B5EF4-FFF2-40B4-BE49-F238E27FC236}">
                <a16:creationId xmlns:a16="http://schemas.microsoft.com/office/drawing/2014/main" id="{FE8C0148-B69B-4DC5-90AF-B91E02A5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819150"/>
            <a:ext cx="771525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DC"/>
          </a:solidFill>
          <a:ln xmlns:a="http://schemas.openxmlformats.org/drawingml/2006/main" w="6191">
            <a:solidFill>
              <a:srgbClr val="444444"/>
            </a:solidFill>
          </a:ln>
        </p:spPr>
      </p:sp>
      <p:sp>
        <p:nvSpPr>
          <p:cNvPr id="22" name="Text ID">
            <a:extLst xmlns:a="http://schemas.openxmlformats.org/drawingml/2006/main">
              <a:ext uri="{FF2B5EF4-FFF2-40B4-BE49-F238E27FC236}">
                <a16:creationId xmlns:a16="http://schemas.microsoft.com/office/drawing/2014/main" id="{051067E9-13E3-48EC-A21B-5FC718E1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819150"/>
            <a:ext cx="771525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23" name="AI067-5">
            <a:extLst xmlns:a="http://schemas.openxmlformats.org/drawingml/2006/main">
              <a:ext uri="{FF2B5EF4-FFF2-40B4-BE49-F238E27FC236}">
                <a16:creationId xmlns:a16="http://schemas.microsoft.com/office/drawing/2014/main" id="{7E3D8D76-A683-4C33-83E3-CDF595A4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1044893"/>
            <a:ext cx="771525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666666"/>
            </a:solidFill>
          </a:ln>
        </p:spPr>
      </p:sp>
      <p:sp>
        <p:nvSpPr>
          <p:cNvPr id="24" name="Text 15869025">
            <a:extLst xmlns:a="http://schemas.openxmlformats.org/drawingml/2006/main">
              <a:ext uri="{FF2B5EF4-FFF2-40B4-BE49-F238E27FC236}">
                <a16:creationId xmlns:a16="http://schemas.microsoft.com/office/drawing/2014/main" id="{E8225373-7970-4FAF-B676-67014E32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1044893"/>
            <a:ext cx="771525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15869025</a:t>
            </a:r>
          </a:p>
        </p:txBody>
      </p:sp>
      <p:sp>
        <p:nvSpPr>
          <p:cNvPr id="25" name="AI067-6">
            <a:extLst xmlns:a="http://schemas.openxmlformats.org/drawingml/2006/main">
              <a:ext uri="{FF2B5EF4-FFF2-40B4-BE49-F238E27FC236}">
                <a16:creationId xmlns:a16="http://schemas.microsoft.com/office/drawing/2014/main" id="{3DDFA83D-C4A3-40FB-A02E-30CA42FE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1270635"/>
            <a:ext cx="771525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666666"/>
            </a:solidFill>
          </a:ln>
        </p:spPr>
      </p:sp>
      <p:sp>
        <p:nvSpPr>
          <p:cNvPr id="26" name="Text 15869025">
            <a:extLst xmlns:a="http://schemas.openxmlformats.org/drawingml/2006/main">
              <a:ext uri="{FF2B5EF4-FFF2-40B4-BE49-F238E27FC236}">
                <a16:creationId xmlns:a16="http://schemas.microsoft.com/office/drawing/2014/main" id="{A54260F8-D98D-4EA3-8ABC-ED26EEB4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1270635"/>
            <a:ext cx="771525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15869025</a:t>
            </a:r>
          </a:p>
        </p:txBody>
      </p:sp>
      <p:sp>
        <p:nvSpPr>
          <p:cNvPr id="27" name="AI067-7">
            <a:extLst xmlns:a="http://schemas.openxmlformats.org/drawingml/2006/main">
              <a:ext uri="{FF2B5EF4-FFF2-40B4-BE49-F238E27FC236}">
                <a16:creationId xmlns:a16="http://schemas.microsoft.com/office/drawing/2014/main" id="{6FA6058F-3DF4-45CF-889E-9A342EA5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1496378"/>
            <a:ext cx="771525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666666"/>
            </a:solidFill>
          </a:ln>
        </p:spPr>
      </p:sp>
      <p:sp>
        <p:nvSpPr>
          <p:cNvPr id="28" name="Text 15869025">
            <a:extLst xmlns:a="http://schemas.openxmlformats.org/drawingml/2006/main">
              <a:ext uri="{FF2B5EF4-FFF2-40B4-BE49-F238E27FC236}">
                <a16:creationId xmlns:a16="http://schemas.microsoft.com/office/drawing/2014/main" id="{61935F46-DB3B-4C11-8306-C4F584D0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1496378"/>
            <a:ext cx="771525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15869025</a:t>
            </a:r>
          </a:p>
        </p:txBody>
      </p:sp>
      <p:sp>
        <p:nvSpPr>
          <p:cNvPr id="29" name="AI067-8">
            <a:extLst xmlns:a="http://schemas.openxmlformats.org/drawingml/2006/main">
              <a:ext uri="{FF2B5EF4-FFF2-40B4-BE49-F238E27FC236}">
                <a16:creationId xmlns:a16="http://schemas.microsoft.com/office/drawing/2014/main" id="{EBB3D207-E7E2-49D4-A332-920140CE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1722120"/>
            <a:ext cx="771525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666666"/>
            </a:solidFill>
          </a:ln>
        </p:spPr>
      </p:sp>
      <p:sp>
        <p:nvSpPr>
          <p:cNvPr id="30" name="Text 15869025">
            <a:extLst xmlns:a="http://schemas.openxmlformats.org/drawingml/2006/main">
              <a:ext uri="{FF2B5EF4-FFF2-40B4-BE49-F238E27FC236}">
                <a16:creationId xmlns:a16="http://schemas.microsoft.com/office/drawing/2014/main" id="{7DFF2365-A942-41BA-8120-B831A716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1722120"/>
            <a:ext cx="771525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15869025</a:t>
            </a:r>
          </a:p>
        </p:txBody>
      </p:sp>
      <p:sp>
        <p:nvSpPr>
          <p:cNvPr id="31" name="AI067-9">
            <a:extLst xmlns:a="http://schemas.openxmlformats.org/drawingml/2006/main">
              <a:ext uri="{FF2B5EF4-FFF2-40B4-BE49-F238E27FC236}">
                <a16:creationId xmlns:a16="http://schemas.microsoft.com/office/drawing/2014/main" id="{7F1865FA-437E-47E7-84B4-402DD51E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819150"/>
            <a:ext cx="771525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DC"/>
          </a:solidFill>
          <a:ln xmlns:a="http://schemas.openxmlformats.org/drawingml/2006/main" w="6191">
            <a:solidFill>
              <a:srgbClr val="444444"/>
            </a:solidFill>
          </a:ln>
        </p:spPr>
      </p:sp>
      <p:sp>
        <p:nvSpPr>
          <p:cNvPr id="32" name="Text Hadm">
            <a:extLst xmlns:a="http://schemas.openxmlformats.org/drawingml/2006/main">
              <a:ext uri="{FF2B5EF4-FFF2-40B4-BE49-F238E27FC236}">
                <a16:creationId xmlns:a16="http://schemas.microsoft.com/office/drawing/2014/main" id="{F1E608CC-EA13-4A51-8E32-135BD8E0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819150"/>
            <a:ext cx="771525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Hadm</a:t>
            </a:r>
          </a:p>
        </p:txBody>
      </p:sp>
      <p:sp>
        <p:nvSpPr>
          <p:cNvPr id="33" name="AI067-10">
            <a:extLst xmlns:a="http://schemas.openxmlformats.org/drawingml/2006/main">
              <a:ext uri="{FF2B5EF4-FFF2-40B4-BE49-F238E27FC236}">
                <a16:creationId xmlns:a16="http://schemas.microsoft.com/office/drawing/2014/main" id="{BFB5ABB4-B599-41F3-9CC1-260BD56B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1044893"/>
            <a:ext cx="771525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666666"/>
            </a:solidFill>
          </a:ln>
        </p:spPr>
      </p:sp>
      <p:sp>
        <p:nvSpPr>
          <p:cNvPr id="34" name="Text 28089637">
            <a:extLst xmlns:a="http://schemas.openxmlformats.org/drawingml/2006/main">
              <a:ext uri="{FF2B5EF4-FFF2-40B4-BE49-F238E27FC236}">
                <a16:creationId xmlns:a16="http://schemas.microsoft.com/office/drawing/2014/main" id="{7ED97E0C-8A00-4102-9E1B-156C826A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1044893"/>
            <a:ext cx="771525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28089637</a:t>
            </a:r>
          </a:p>
        </p:txBody>
      </p:sp>
      <p:sp>
        <p:nvSpPr>
          <p:cNvPr id="35" name="AI067-11">
            <a:extLst xmlns:a="http://schemas.openxmlformats.org/drawingml/2006/main">
              <a:ext uri="{FF2B5EF4-FFF2-40B4-BE49-F238E27FC236}">
                <a16:creationId xmlns:a16="http://schemas.microsoft.com/office/drawing/2014/main" id="{047BB358-B86A-4FAA-ADEB-C5B78E13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1270635"/>
            <a:ext cx="771525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666666"/>
            </a:solidFill>
          </a:ln>
        </p:spPr>
      </p:sp>
      <p:sp>
        <p:nvSpPr>
          <p:cNvPr id="36" name="Text 28089637">
            <a:extLst xmlns:a="http://schemas.openxmlformats.org/drawingml/2006/main">
              <a:ext uri="{FF2B5EF4-FFF2-40B4-BE49-F238E27FC236}">
                <a16:creationId xmlns:a16="http://schemas.microsoft.com/office/drawing/2014/main" id="{316EEBC0-BD08-4725-804D-0FB09C00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1270635"/>
            <a:ext cx="771525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28089637</a:t>
            </a:r>
          </a:p>
        </p:txBody>
      </p:sp>
      <p:sp>
        <p:nvSpPr>
          <p:cNvPr id="37" name="AI067-12">
            <a:extLst xmlns:a="http://schemas.openxmlformats.org/drawingml/2006/main">
              <a:ext uri="{FF2B5EF4-FFF2-40B4-BE49-F238E27FC236}">
                <a16:creationId xmlns:a16="http://schemas.microsoft.com/office/drawing/2014/main" id="{B27200F9-2150-4FA5-AD93-722FC1FD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1496378"/>
            <a:ext cx="771525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666666"/>
            </a:solidFill>
          </a:ln>
        </p:spPr>
      </p:sp>
      <p:sp>
        <p:nvSpPr>
          <p:cNvPr id="38" name="Text 28089637">
            <a:extLst xmlns:a="http://schemas.openxmlformats.org/drawingml/2006/main">
              <a:ext uri="{FF2B5EF4-FFF2-40B4-BE49-F238E27FC236}">
                <a16:creationId xmlns:a16="http://schemas.microsoft.com/office/drawing/2014/main" id="{8BE1D337-CB43-4A61-8DEE-6ABB3ED2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1496378"/>
            <a:ext cx="771525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28089637</a:t>
            </a:r>
          </a:p>
        </p:txBody>
      </p:sp>
      <p:sp>
        <p:nvSpPr>
          <p:cNvPr id="39" name="AI067-13">
            <a:extLst xmlns:a="http://schemas.openxmlformats.org/drawingml/2006/main">
              <a:ext uri="{FF2B5EF4-FFF2-40B4-BE49-F238E27FC236}">
                <a16:creationId xmlns:a16="http://schemas.microsoft.com/office/drawing/2014/main" id="{0836CA47-4AA4-40D7-B443-8B974673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1722120"/>
            <a:ext cx="771525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666666"/>
            </a:solidFill>
          </a:ln>
        </p:spPr>
      </p:sp>
      <p:sp>
        <p:nvSpPr>
          <p:cNvPr id="40" name="Text 28089637">
            <a:extLst xmlns:a="http://schemas.openxmlformats.org/drawingml/2006/main">
              <a:ext uri="{FF2B5EF4-FFF2-40B4-BE49-F238E27FC236}">
                <a16:creationId xmlns:a16="http://schemas.microsoft.com/office/drawing/2014/main" id="{0C8CF13B-84EB-4E2F-9B94-0BF14A30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1722120"/>
            <a:ext cx="771525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28089637</a:t>
            </a:r>
          </a:p>
        </p:txBody>
      </p:sp>
      <p:sp>
        <p:nvSpPr>
          <p:cNvPr id="41" name="AI067-14">
            <a:extLst xmlns:a="http://schemas.openxmlformats.org/drawingml/2006/main">
              <a:ext uri="{FF2B5EF4-FFF2-40B4-BE49-F238E27FC236}">
                <a16:creationId xmlns:a16="http://schemas.microsoft.com/office/drawing/2014/main" id="{61216F70-35AC-4795-8C95-7A1C3877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9400" y="819150"/>
            <a:ext cx="781050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DC"/>
          </a:solidFill>
          <a:ln xmlns:a="http://schemas.openxmlformats.org/drawingml/2006/main" w="6191">
            <a:solidFill>
              <a:srgbClr val="444444"/>
            </a:solidFill>
          </a:ln>
        </p:spPr>
      </p:sp>
      <p:sp>
        <p:nvSpPr>
          <p:cNvPr id="42" name="Text NDC">
            <a:extLst xmlns:a="http://schemas.openxmlformats.org/drawingml/2006/main">
              <a:ext uri="{FF2B5EF4-FFF2-40B4-BE49-F238E27FC236}">
                <a16:creationId xmlns:a16="http://schemas.microsoft.com/office/drawing/2014/main" id="{D8DAF1F1-5F82-416D-982D-3D51EC8E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9400" y="819150"/>
            <a:ext cx="781050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NDC</a:t>
            </a:r>
          </a:p>
        </p:txBody>
      </p:sp>
      <p:sp>
        <p:nvSpPr>
          <p:cNvPr id="43" name="AI067-15">
            <a:extLst xmlns:a="http://schemas.openxmlformats.org/drawingml/2006/main">
              <a:ext uri="{FF2B5EF4-FFF2-40B4-BE49-F238E27FC236}">
                <a16:creationId xmlns:a16="http://schemas.microsoft.com/office/drawing/2014/main" id="{F583E2A0-A0D1-451F-9926-1D8D0D6F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9400" y="1044893"/>
            <a:ext cx="781050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666666"/>
            </a:solidFill>
          </a:ln>
        </p:spPr>
      </p:sp>
      <p:sp>
        <p:nvSpPr>
          <p:cNvPr id="44" name="Text A06A">
            <a:extLst xmlns:a="http://schemas.openxmlformats.org/drawingml/2006/main">
              <a:ext uri="{FF2B5EF4-FFF2-40B4-BE49-F238E27FC236}">
                <a16:creationId xmlns:a16="http://schemas.microsoft.com/office/drawing/2014/main" id="{EE5D5157-A1E7-4B7D-9203-536890EB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9400" y="1044893"/>
            <a:ext cx="781050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A06A</a:t>
            </a:r>
          </a:p>
        </p:txBody>
      </p:sp>
      <p:sp>
        <p:nvSpPr>
          <p:cNvPr id="45" name="AI067-16">
            <a:extLst xmlns:a="http://schemas.openxmlformats.org/drawingml/2006/main">
              <a:ext uri="{FF2B5EF4-FFF2-40B4-BE49-F238E27FC236}">
                <a16:creationId xmlns:a16="http://schemas.microsoft.com/office/drawing/2014/main" id="{397CB5D4-8475-4DF3-ACCE-2274713E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9400" y="1270635"/>
            <a:ext cx="781050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666666"/>
            </a:solidFill>
          </a:ln>
        </p:spPr>
      </p:sp>
      <p:sp>
        <p:nvSpPr>
          <p:cNvPr id="46" name="Text C10A">
            <a:extLst xmlns:a="http://schemas.openxmlformats.org/drawingml/2006/main">
              <a:ext uri="{FF2B5EF4-FFF2-40B4-BE49-F238E27FC236}">
                <a16:creationId xmlns:a16="http://schemas.microsoft.com/office/drawing/2014/main" id="{A52E45EA-8E78-4FF1-A2EA-63E7BF99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9400" y="1270635"/>
            <a:ext cx="781050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C10A</a:t>
            </a:r>
          </a:p>
        </p:txBody>
      </p:sp>
      <p:sp>
        <p:nvSpPr>
          <p:cNvPr id="47" name="AI067-17">
            <a:extLst xmlns:a="http://schemas.openxmlformats.org/drawingml/2006/main">
              <a:ext uri="{FF2B5EF4-FFF2-40B4-BE49-F238E27FC236}">
                <a16:creationId xmlns:a16="http://schemas.microsoft.com/office/drawing/2014/main" id="{15248CA0-243A-4E00-A167-D03E84FA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9400" y="1496378"/>
            <a:ext cx="781050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666666"/>
            </a:solidFill>
          </a:ln>
        </p:spPr>
      </p:sp>
      <p:sp>
        <p:nvSpPr>
          <p:cNvPr id="48" name="Text B05C">
            <a:extLst xmlns:a="http://schemas.openxmlformats.org/drawingml/2006/main">
              <a:ext uri="{FF2B5EF4-FFF2-40B4-BE49-F238E27FC236}">
                <a16:creationId xmlns:a16="http://schemas.microsoft.com/office/drawing/2014/main" id="{FAF57C6F-B905-46D9-9F11-B8DEC17D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9400" y="1496378"/>
            <a:ext cx="781050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B05C</a:t>
            </a:r>
          </a:p>
        </p:txBody>
      </p:sp>
      <p:sp>
        <p:nvSpPr>
          <p:cNvPr id="49" name="AI067-18">
            <a:extLst xmlns:a="http://schemas.openxmlformats.org/drawingml/2006/main">
              <a:ext uri="{FF2B5EF4-FFF2-40B4-BE49-F238E27FC236}">
                <a16:creationId xmlns:a16="http://schemas.microsoft.com/office/drawing/2014/main" id="{3F1CF0A8-E878-4DD1-A595-EF6697B5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9400" y="1722120"/>
            <a:ext cx="781050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666666"/>
            </a:solidFill>
          </a:ln>
        </p:spPr>
      </p:sp>
      <p:sp>
        <p:nvSpPr>
          <p:cNvPr id="50" name="Text A10B">
            <a:extLst xmlns:a="http://schemas.openxmlformats.org/drawingml/2006/main">
              <a:ext uri="{FF2B5EF4-FFF2-40B4-BE49-F238E27FC236}">
                <a16:creationId xmlns:a16="http://schemas.microsoft.com/office/drawing/2014/main" id="{9187E739-F495-45B7-92C3-C02ED8F2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9400" y="1722120"/>
            <a:ext cx="781050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0A7F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A7F3"/>
                </a:solidFill>
                <a:latin typeface="Arial"/>
                <a:ea typeface="Arial"/>
                <a:cs typeface="Arial"/>
              </a:rPr>
              <a:t>A10B</a:t>
            </a:r>
          </a:p>
        </p:txBody>
      </p:sp>
      <p:sp>
        <p:nvSpPr>
          <p:cNvPr id="51" name="Text Procedure">
            <a:extLst xmlns:a="http://schemas.openxmlformats.org/drawingml/2006/main">
              <a:ext uri="{FF2B5EF4-FFF2-40B4-BE49-F238E27FC236}">
                <a16:creationId xmlns:a16="http://schemas.microsoft.com/office/drawing/2014/main" id="{F7C301CE-FF16-42AE-A1E3-81C57FF4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6675" y="552450"/>
            <a:ext cx="2305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Procedure</a:t>
            </a:r>
          </a:p>
        </p:txBody>
      </p:sp>
      <p:sp>
        <p:nvSpPr>
          <p:cNvPr id="52" name="AI067-19">
            <a:extLst xmlns:a="http://schemas.openxmlformats.org/drawingml/2006/main">
              <a:ext uri="{FF2B5EF4-FFF2-40B4-BE49-F238E27FC236}">
                <a16:creationId xmlns:a16="http://schemas.microsoft.com/office/drawing/2014/main" id="{08973D31-784C-4614-8D6E-290D530F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6675" y="819150"/>
            <a:ext cx="771525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DC"/>
          </a:solidFill>
          <a:ln xmlns:a="http://schemas.openxmlformats.org/drawingml/2006/main" w="6191">
            <a:solidFill>
              <a:srgbClr val="444444"/>
            </a:solidFill>
          </a:ln>
        </p:spPr>
      </p:sp>
      <p:sp>
        <p:nvSpPr>
          <p:cNvPr id="53" name="Text ID">
            <a:extLst xmlns:a="http://schemas.openxmlformats.org/drawingml/2006/main">
              <a:ext uri="{FF2B5EF4-FFF2-40B4-BE49-F238E27FC236}">
                <a16:creationId xmlns:a16="http://schemas.microsoft.com/office/drawing/2014/main" id="{E7221B8B-0F39-43EA-ACD8-992B68D7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6675" y="819150"/>
            <a:ext cx="771525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54" name="AI067-20">
            <a:extLst xmlns:a="http://schemas.openxmlformats.org/drawingml/2006/main">
              <a:ext uri="{FF2B5EF4-FFF2-40B4-BE49-F238E27FC236}">
                <a16:creationId xmlns:a16="http://schemas.microsoft.com/office/drawing/2014/main" id="{F431FF40-79C4-410E-B68F-E7997DAF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6675" y="1044893"/>
            <a:ext cx="771525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666666"/>
            </a:solidFill>
          </a:ln>
        </p:spPr>
      </p:sp>
      <p:sp>
        <p:nvSpPr>
          <p:cNvPr id="55" name="Text 15869025">
            <a:extLst xmlns:a="http://schemas.openxmlformats.org/drawingml/2006/main">
              <a:ext uri="{FF2B5EF4-FFF2-40B4-BE49-F238E27FC236}">
                <a16:creationId xmlns:a16="http://schemas.microsoft.com/office/drawing/2014/main" id="{930E118A-1106-4710-9117-29B69F9B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6675" y="1044893"/>
            <a:ext cx="771525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15869025</a:t>
            </a:r>
          </a:p>
        </p:txBody>
      </p:sp>
      <p:sp>
        <p:nvSpPr>
          <p:cNvPr id="56" name="AI067-21">
            <a:extLst xmlns:a="http://schemas.openxmlformats.org/drawingml/2006/main">
              <a:ext uri="{FF2B5EF4-FFF2-40B4-BE49-F238E27FC236}">
                <a16:creationId xmlns:a16="http://schemas.microsoft.com/office/drawing/2014/main" id="{412CF25C-626A-4F34-91D8-87F00348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6675" y="1270635"/>
            <a:ext cx="771525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666666"/>
            </a:solidFill>
          </a:ln>
        </p:spPr>
      </p:sp>
      <p:sp>
        <p:nvSpPr>
          <p:cNvPr id="57" name="Text 15869025">
            <a:extLst xmlns:a="http://schemas.openxmlformats.org/drawingml/2006/main">
              <a:ext uri="{FF2B5EF4-FFF2-40B4-BE49-F238E27FC236}">
                <a16:creationId xmlns:a16="http://schemas.microsoft.com/office/drawing/2014/main" id="{AAD07CD3-7A84-4C11-9F3B-D65AD1B2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6675" y="1270635"/>
            <a:ext cx="771525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15869025</a:t>
            </a:r>
          </a:p>
        </p:txBody>
      </p:sp>
      <p:sp>
        <p:nvSpPr>
          <p:cNvPr id="58" name="AI067-22">
            <a:extLst xmlns:a="http://schemas.openxmlformats.org/drawingml/2006/main">
              <a:ext uri="{FF2B5EF4-FFF2-40B4-BE49-F238E27FC236}">
                <a16:creationId xmlns:a16="http://schemas.microsoft.com/office/drawing/2014/main" id="{BA905B64-FC90-4EF0-8BB8-2053EB7D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6675" y="1496378"/>
            <a:ext cx="771525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666666"/>
            </a:solidFill>
          </a:ln>
        </p:spPr>
      </p:sp>
      <p:sp>
        <p:nvSpPr>
          <p:cNvPr id="59" name="Text 15869025">
            <a:extLst xmlns:a="http://schemas.openxmlformats.org/drawingml/2006/main">
              <a:ext uri="{FF2B5EF4-FFF2-40B4-BE49-F238E27FC236}">
                <a16:creationId xmlns:a16="http://schemas.microsoft.com/office/drawing/2014/main" id="{0D9434EC-BC5F-4FFF-8927-0CD4CE6A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6675" y="1496378"/>
            <a:ext cx="771525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15869025</a:t>
            </a:r>
          </a:p>
        </p:txBody>
      </p:sp>
      <p:sp>
        <p:nvSpPr>
          <p:cNvPr id="60" name="AI067-23">
            <a:extLst xmlns:a="http://schemas.openxmlformats.org/drawingml/2006/main">
              <a:ext uri="{FF2B5EF4-FFF2-40B4-BE49-F238E27FC236}">
                <a16:creationId xmlns:a16="http://schemas.microsoft.com/office/drawing/2014/main" id="{FD3A3E91-A527-4D16-8223-11267A55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6675" y="1722120"/>
            <a:ext cx="771525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666666"/>
            </a:solidFill>
          </a:ln>
        </p:spPr>
      </p:sp>
      <p:sp>
        <p:nvSpPr>
          <p:cNvPr id="61" name="Text 15869025">
            <a:extLst xmlns:a="http://schemas.openxmlformats.org/drawingml/2006/main">
              <a:ext uri="{FF2B5EF4-FFF2-40B4-BE49-F238E27FC236}">
                <a16:creationId xmlns:a16="http://schemas.microsoft.com/office/drawing/2014/main" id="{F5CE9791-EB12-4106-BEA6-A4426C23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6675" y="1722120"/>
            <a:ext cx="771525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15869025</a:t>
            </a:r>
          </a:p>
        </p:txBody>
      </p:sp>
      <p:sp>
        <p:nvSpPr>
          <p:cNvPr id="62" name="AI067-24">
            <a:extLst xmlns:a="http://schemas.openxmlformats.org/drawingml/2006/main">
              <a:ext uri="{FF2B5EF4-FFF2-40B4-BE49-F238E27FC236}">
                <a16:creationId xmlns:a16="http://schemas.microsoft.com/office/drawing/2014/main" id="{4F9B011E-6B63-4431-BF79-A53DDC81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8200" y="819150"/>
            <a:ext cx="771525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DC"/>
          </a:solidFill>
          <a:ln xmlns:a="http://schemas.openxmlformats.org/drawingml/2006/main" w="6191">
            <a:solidFill>
              <a:srgbClr val="444444"/>
            </a:solidFill>
          </a:ln>
        </p:spPr>
      </p:sp>
      <p:sp>
        <p:nvSpPr>
          <p:cNvPr id="63" name="Text Hadm">
            <a:extLst xmlns:a="http://schemas.openxmlformats.org/drawingml/2006/main">
              <a:ext uri="{FF2B5EF4-FFF2-40B4-BE49-F238E27FC236}">
                <a16:creationId xmlns:a16="http://schemas.microsoft.com/office/drawing/2014/main" id="{B7B833AB-7347-4C2C-84F2-1C274C72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8200" y="819150"/>
            <a:ext cx="771525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Hadm</a:t>
            </a:r>
          </a:p>
        </p:txBody>
      </p:sp>
      <p:sp>
        <p:nvSpPr>
          <p:cNvPr id="64" name="AI067-25">
            <a:extLst xmlns:a="http://schemas.openxmlformats.org/drawingml/2006/main">
              <a:ext uri="{FF2B5EF4-FFF2-40B4-BE49-F238E27FC236}">
                <a16:creationId xmlns:a16="http://schemas.microsoft.com/office/drawing/2014/main" id="{3DFEE98B-9899-4940-9A08-B48510FC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8200" y="1044893"/>
            <a:ext cx="771525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666666"/>
            </a:solidFill>
          </a:ln>
        </p:spPr>
      </p:sp>
      <p:sp>
        <p:nvSpPr>
          <p:cNvPr id="65" name="Text 28089637">
            <a:extLst xmlns:a="http://schemas.openxmlformats.org/drawingml/2006/main">
              <a:ext uri="{FF2B5EF4-FFF2-40B4-BE49-F238E27FC236}">
                <a16:creationId xmlns:a16="http://schemas.microsoft.com/office/drawing/2014/main" id="{734ED615-69C1-41DD-A823-75F02B55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8200" y="1044893"/>
            <a:ext cx="771525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28089637</a:t>
            </a:r>
          </a:p>
        </p:txBody>
      </p:sp>
      <p:sp>
        <p:nvSpPr>
          <p:cNvPr id="66" name="AI067-26">
            <a:extLst xmlns:a="http://schemas.openxmlformats.org/drawingml/2006/main">
              <a:ext uri="{FF2B5EF4-FFF2-40B4-BE49-F238E27FC236}">
                <a16:creationId xmlns:a16="http://schemas.microsoft.com/office/drawing/2014/main" id="{F8998945-2E45-473E-A20F-456B8D94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8200" y="1270635"/>
            <a:ext cx="771525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666666"/>
            </a:solidFill>
          </a:ln>
        </p:spPr>
      </p:sp>
      <p:sp>
        <p:nvSpPr>
          <p:cNvPr id="67" name="Text 28089637">
            <a:extLst xmlns:a="http://schemas.openxmlformats.org/drawingml/2006/main">
              <a:ext uri="{FF2B5EF4-FFF2-40B4-BE49-F238E27FC236}">
                <a16:creationId xmlns:a16="http://schemas.microsoft.com/office/drawing/2014/main" id="{06C307B1-7C18-44FE-B032-29C4111C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8200" y="1270635"/>
            <a:ext cx="771525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28089637</a:t>
            </a:r>
          </a:p>
        </p:txBody>
      </p:sp>
      <p:sp>
        <p:nvSpPr>
          <p:cNvPr id="68" name="AI067-27">
            <a:extLst xmlns:a="http://schemas.openxmlformats.org/drawingml/2006/main">
              <a:ext uri="{FF2B5EF4-FFF2-40B4-BE49-F238E27FC236}">
                <a16:creationId xmlns:a16="http://schemas.microsoft.com/office/drawing/2014/main" id="{3F1FCE0A-99D5-442E-B38A-06DF3F46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8200" y="1496378"/>
            <a:ext cx="771525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666666"/>
            </a:solidFill>
          </a:ln>
        </p:spPr>
      </p:sp>
      <p:sp>
        <p:nvSpPr>
          <p:cNvPr id="69" name="Text 28089637">
            <a:extLst xmlns:a="http://schemas.openxmlformats.org/drawingml/2006/main">
              <a:ext uri="{FF2B5EF4-FFF2-40B4-BE49-F238E27FC236}">
                <a16:creationId xmlns:a16="http://schemas.microsoft.com/office/drawing/2014/main" id="{C6E5989C-C787-4D95-AA48-4F1129F9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8200" y="1496378"/>
            <a:ext cx="771525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28089637</a:t>
            </a:r>
          </a:p>
        </p:txBody>
      </p:sp>
      <p:sp>
        <p:nvSpPr>
          <p:cNvPr id="70" name="AI067-28">
            <a:extLst xmlns:a="http://schemas.openxmlformats.org/drawingml/2006/main">
              <a:ext uri="{FF2B5EF4-FFF2-40B4-BE49-F238E27FC236}">
                <a16:creationId xmlns:a16="http://schemas.microsoft.com/office/drawing/2014/main" id="{BAD8FB44-F036-4B07-9DD9-0805D744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8200" y="1722120"/>
            <a:ext cx="771525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666666"/>
            </a:solidFill>
          </a:ln>
        </p:spPr>
      </p:sp>
      <p:sp>
        <p:nvSpPr>
          <p:cNvPr id="71" name="Text 28089637">
            <a:extLst xmlns:a="http://schemas.openxmlformats.org/drawingml/2006/main">
              <a:ext uri="{FF2B5EF4-FFF2-40B4-BE49-F238E27FC236}">
                <a16:creationId xmlns:a16="http://schemas.microsoft.com/office/drawing/2014/main" id="{A30C3E7B-E2B5-4B04-80B7-16703046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8200" y="1722120"/>
            <a:ext cx="771525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28089637</a:t>
            </a:r>
          </a:p>
        </p:txBody>
      </p:sp>
      <p:sp>
        <p:nvSpPr>
          <p:cNvPr id="72" name="AI067-29">
            <a:extLst xmlns:a="http://schemas.openxmlformats.org/drawingml/2006/main">
              <a:ext uri="{FF2B5EF4-FFF2-40B4-BE49-F238E27FC236}">
                <a16:creationId xmlns:a16="http://schemas.microsoft.com/office/drawing/2014/main" id="{F172EF49-0E2C-435C-AF35-9320AA34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9725" y="819150"/>
            <a:ext cx="781050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DC"/>
          </a:solidFill>
          <a:ln xmlns:a="http://schemas.openxmlformats.org/drawingml/2006/main" w="6191">
            <a:solidFill>
              <a:srgbClr val="444444"/>
            </a:solidFill>
          </a:ln>
        </p:spPr>
      </p:sp>
      <p:sp>
        <p:nvSpPr>
          <p:cNvPr id="73" name="Text ICD_PCS">
            <a:extLst xmlns:a="http://schemas.openxmlformats.org/drawingml/2006/main">
              <a:ext uri="{FF2B5EF4-FFF2-40B4-BE49-F238E27FC236}">
                <a16:creationId xmlns:a16="http://schemas.microsoft.com/office/drawing/2014/main" id="{14126E8E-1FCE-45EF-BAC9-DE1A34B0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9725" y="819150"/>
            <a:ext cx="781050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ICD_PCS</a:t>
            </a:r>
          </a:p>
        </p:txBody>
      </p:sp>
      <p:sp>
        <p:nvSpPr>
          <p:cNvPr id="74" name="AI067-30">
            <a:extLst xmlns:a="http://schemas.openxmlformats.org/drawingml/2006/main">
              <a:ext uri="{FF2B5EF4-FFF2-40B4-BE49-F238E27FC236}">
                <a16:creationId xmlns:a16="http://schemas.microsoft.com/office/drawing/2014/main" id="{201D3CD6-EF74-4CAE-B47C-6C6A41C4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9725" y="1044893"/>
            <a:ext cx="781050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666666"/>
            </a:solidFill>
          </a:ln>
        </p:spPr>
      </p:sp>
      <p:sp>
        <p:nvSpPr>
          <p:cNvPr id="75" name="Text 03.31">
            <a:extLst xmlns:a="http://schemas.openxmlformats.org/drawingml/2006/main">
              <a:ext uri="{FF2B5EF4-FFF2-40B4-BE49-F238E27FC236}">
                <a16:creationId xmlns:a16="http://schemas.microsoft.com/office/drawing/2014/main" id="{91636A54-B76C-4083-896A-6BCED151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9725" y="1044893"/>
            <a:ext cx="781050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03.31</a:t>
            </a:r>
          </a:p>
        </p:txBody>
      </p:sp>
      <p:sp>
        <p:nvSpPr>
          <p:cNvPr id="76" name="AI067-31">
            <a:extLst xmlns:a="http://schemas.openxmlformats.org/drawingml/2006/main">
              <a:ext uri="{FF2B5EF4-FFF2-40B4-BE49-F238E27FC236}">
                <a16:creationId xmlns:a16="http://schemas.microsoft.com/office/drawing/2014/main" id="{2A22E146-A8AA-4D3B-94FF-D82C4E56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9725" y="1270635"/>
            <a:ext cx="781050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666666"/>
            </a:solidFill>
          </a:ln>
        </p:spPr>
      </p:sp>
      <p:sp>
        <p:nvSpPr>
          <p:cNvPr id="77" name="Text 38.97">
            <a:extLst xmlns:a="http://schemas.openxmlformats.org/drawingml/2006/main">
              <a:ext uri="{FF2B5EF4-FFF2-40B4-BE49-F238E27FC236}">
                <a16:creationId xmlns:a16="http://schemas.microsoft.com/office/drawing/2014/main" id="{16DE7BA6-3B4F-4DE5-BD0D-61F9D24B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9725" y="1270635"/>
            <a:ext cx="781050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38.97</a:t>
            </a:r>
          </a:p>
        </p:txBody>
      </p:sp>
      <p:sp>
        <p:nvSpPr>
          <p:cNvPr id="78" name="AI067-32">
            <a:extLst xmlns:a="http://schemas.openxmlformats.org/drawingml/2006/main">
              <a:ext uri="{FF2B5EF4-FFF2-40B4-BE49-F238E27FC236}">
                <a16:creationId xmlns:a16="http://schemas.microsoft.com/office/drawing/2014/main" id="{9F1E2990-651C-47FA-83EB-9234FAA1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9725" y="1496378"/>
            <a:ext cx="781050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666666"/>
            </a:solidFill>
          </a:ln>
        </p:spPr>
      </p:sp>
      <p:sp>
        <p:nvSpPr>
          <p:cNvPr id="79" name="Text ....">
            <a:extLst xmlns:a="http://schemas.openxmlformats.org/drawingml/2006/main">
              <a:ext uri="{FF2B5EF4-FFF2-40B4-BE49-F238E27FC236}">
                <a16:creationId xmlns:a16="http://schemas.microsoft.com/office/drawing/2014/main" id="{E8FC413A-D6C0-42E7-A9E2-7EF04D29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9725" y="1496378"/>
            <a:ext cx="781050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....</a:t>
            </a:r>
          </a:p>
        </p:txBody>
      </p:sp>
      <p:sp>
        <p:nvSpPr>
          <p:cNvPr id="80" name="AI067-33">
            <a:extLst xmlns:a="http://schemas.openxmlformats.org/drawingml/2006/main">
              <a:ext uri="{FF2B5EF4-FFF2-40B4-BE49-F238E27FC236}">
                <a16:creationId xmlns:a16="http://schemas.microsoft.com/office/drawing/2014/main" id="{D4320F11-ADC5-43E0-AEAD-74F45725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9725" y="1722120"/>
            <a:ext cx="781050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666666"/>
            </a:solidFill>
          </a:ln>
        </p:spPr>
      </p:sp>
      <p:sp>
        <p:nvSpPr>
          <p:cNvPr id="81" name="Text ....">
            <a:extLst xmlns:a="http://schemas.openxmlformats.org/drawingml/2006/main">
              <a:ext uri="{FF2B5EF4-FFF2-40B4-BE49-F238E27FC236}">
                <a16:creationId xmlns:a16="http://schemas.microsoft.com/office/drawing/2014/main" id="{34D5AEAB-67CB-4D60-80CB-BF513FAE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9725" y="1722120"/>
            <a:ext cx="781050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....</a:t>
            </a:r>
          </a:p>
        </p:txBody>
      </p:sp>
      <p:sp>
        <p:nvSpPr>
          <p:cNvPr id="82" name="Text Diagnosis">
            <a:extLst xmlns:a="http://schemas.openxmlformats.org/drawingml/2006/main">
              <a:ext uri="{FF2B5EF4-FFF2-40B4-BE49-F238E27FC236}">
                <a16:creationId xmlns:a16="http://schemas.microsoft.com/office/drawing/2014/main" id="{9B4C19F9-7F25-40E8-BD4F-CD32E781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552450"/>
            <a:ext cx="2305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Diagnosis</a:t>
            </a:r>
          </a:p>
        </p:txBody>
      </p:sp>
      <p:sp>
        <p:nvSpPr>
          <p:cNvPr id="83" name="AI067-34">
            <a:extLst xmlns:a="http://schemas.openxmlformats.org/drawingml/2006/main">
              <a:ext uri="{FF2B5EF4-FFF2-40B4-BE49-F238E27FC236}">
                <a16:creationId xmlns:a16="http://schemas.microsoft.com/office/drawing/2014/main" id="{7AC9FD28-B593-4EF1-8ED5-26478658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819150"/>
            <a:ext cx="771525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DC"/>
          </a:solidFill>
          <a:ln xmlns:a="http://schemas.openxmlformats.org/drawingml/2006/main" w="6191">
            <a:solidFill>
              <a:srgbClr val="444444"/>
            </a:solidFill>
          </a:ln>
        </p:spPr>
      </p:sp>
      <p:sp>
        <p:nvSpPr>
          <p:cNvPr id="84" name="Text ID">
            <a:extLst xmlns:a="http://schemas.openxmlformats.org/drawingml/2006/main">
              <a:ext uri="{FF2B5EF4-FFF2-40B4-BE49-F238E27FC236}">
                <a16:creationId xmlns:a16="http://schemas.microsoft.com/office/drawing/2014/main" id="{58C42971-CB1C-419C-994F-EC534734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819150"/>
            <a:ext cx="771525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85" name="AI067-35">
            <a:extLst xmlns:a="http://schemas.openxmlformats.org/drawingml/2006/main">
              <a:ext uri="{FF2B5EF4-FFF2-40B4-BE49-F238E27FC236}">
                <a16:creationId xmlns:a16="http://schemas.microsoft.com/office/drawing/2014/main" id="{108943FF-64A5-4A84-84C3-CE73E01E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1044893"/>
            <a:ext cx="771525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666666"/>
            </a:solidFill>
          </a:ln>
        </p:spPr>
      </p:sp>
      <p:sp>
        <p:nvSpPr>
          <p:cNvPr id="86" name="Text 15869025">
            <a:extLst xmlns:a="http://schemas.openxmlformats.org/drawingml/2006/main">
              <a:ext uri="{FF2B5EF4-FFF2-40B4-BE49-F238E27FC236}">
                <a16:creationId xmlns:a16="http://schemas.microsoft.com/office/drawing/2014/main" id="{C30A4B05-72B0-4CC7-809B-AEF2A928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1044893"/>
            <a:ext cx="771525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15869025</a:t>
            </a:r>
          </a:p>
        </p:txBody>
      </p:sp>
      <p:sp>
        <p:nvSpPr>
          <p:cNvPr id="87" name="AI067-36">
            <a:extLst xmlns:a="http://schemas.openxmlformats.org/drawingml/2006/main">
              <a:ext uri="{FF2B5EF4-FFF2-40B4-BE49-F238E27FC236}">
                <a16:creationId xmlns:a16="http://schemas.microsoft.com/office/drawing/2014/main" id="{C5E73A16-AEE3-4F01-AEEB-29080CB7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1270635"/>
            <a:ext cx="771525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666666"/>
            </a:solidFill>
          </a:ln>
        </p:spPr>
      </p:sp>
      <p:sp>
        <p:nvSpPr>
          <p:cNvPr id="88" name="Text 15869025">
            <a:extLst xmlns:a="http://schemas.openxmlformats.org/drawingml/2006/main">
              <a:ext uri="{FF2B5EF4-FFF2-40B4-BE49-F238E27FC236}">
                <a16:creationId xmlns:a16="http://schemas.microsoft.com/office/drawing/2014/main" id="{898D801B-0FDC-43B3-8028-CB1E02D6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1270635"/>
            <a:ext cx="771525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15869025</a:t>
            </a:r>
          </a:p>
        </p:txBody>
      </p:sp>
      <p:sp>
        <p:nvSpPr>
          <p:cNvPr id="89" name="AI067-37">
            <a:extLst xmlns:a="http://schemas.openxmlformats.org/drawingml/2006/main">
              <a:ext uri="{FF2B5EF4-FFF2-40B4-BE49-F238E27FC236}">
                <a16:creationId xmlns:a16="http://schemas.microsoft.com/office/drawing/2014/main" id="{EA50A13C-3351-4C09-94A5-D9E30626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1496378"/>
            <a:ext cx="771525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666666"/>
            </a:solidFill>
          </a:ln>
        </p:spPr>
      </p:sp>
      <p:sp>
        <p:nvSpPr>
          <p:cNvPr id="90" name="Text 15869025">
            <a:extLst xmlns:a="http://schemas.openxmlformats.org/drawingml/2006/main">
              <a:ext uri="{FF2B5EF4-FFF2-40B4-BE49-F238E27FC236}">
                <a16:creationId xmlns:a16="http://schemas.microsoft.com/office/drawing/2014/main" id="{E1FFFA2C-E4F4-419D-A1A3-1EE34618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1496378"/>
            <a:ext cx="771525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15869025</a:t>
            </a:r>
          </a:p>
        </p:txBody>
      </p:sp>
      <p:sp>
        <p:nvSpPr>
          <p:cNvPr id="91" name="AI067-38">
            <a:extLst xmlns:a="http://schemas.openxmlformats.org/drawingml/2006/main">
              <a:ext uri="{FF2B5EF4-FFF2-40B4-BE49-F238E27FC236}">
                <a16:creationId xmlns:a16="http://schemas.microsoft.com/office/drawing/2014/main" id="{EF907D65-57E4-418C-B244-0F8A86C0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1722120"/>
            <a:ext cx="771525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666666"/>
            </a:solidFill>
          </a:ln>
        </p:spPr>
      </p:sp>
      <p:sp>
        <p:nvSpPr>
          <p:cNvPr id="92" name="Text 15869025">
            <a:extLst xmlns:a="http://schemas.openxmlformats.org/drawingml/2006/main">
              <a:ext uri="{FF2B5EF4-FFF2-40B4-BE49-F238E27FC236}">
                <a16:creationId xmlns:a16="http://schemas.microsoft.com/office/drawing/2014/main" id="{0B0660FF-1774-4886-89BB-10AA8D9E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1722120"/>
            <a:ext cx="771525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15869025</a:t>
            </a:r>
          </a:p>
        </p:txBody>
      </p:sp>
      <p:sp>
        <p:nvSpPr>
          <p:cNvPr id="93" name="AI067-39">
            <a:extLst xmlns:a="http://schemas.openxmlformats.org/drawingml/2006/main">
              <a:ext uri="{FF2B5EF4-FFF2-40B4-BE49-F238E27FC236}">
                <a16:creationId xmlns:a16="http://schemas.microsoft.com/office/drawing/2014/main" id="{75677738-AF2C-4D52-9401-02102BBD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58525" y="819150"/>
            <a:ext cx="771525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DC"/>
          </a:solidFill>
          <a:ln xmlns:a="http://schemas.openxmlformats.org/drawingml/2006/main" w="6191">
            <a:solidFill>
              <a:srgbClr val="444444"/>
            </a:solidFill>
          </a:ln>
        </p:spPr>
      </p:sp>
      <p:sp>
        <p:nvSpPr>
          <p:cNvPr id="94" name="Text Hadm">
            <a:extLst xmlns:a="http://schemas.openxmlformats.org/drawingml/2006/main">
              <a:ext uri="{FF2B5EF4-FFF2-40B4-BE49-F238E27FC236}">
                <a16:creationId xmlns:a16="http://schemas.microsoft.com/office/drawing/2014/main" id="{2536F54C-8F80-448B-A282-2DD7BB43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58525" y="819150"/>
            <a:ext cx="771525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Hadm</a:t>
            </a:r>
          </a:p>
        </p:txBody>
      </p:sp>
      <p:sp>
        <p:nvSpPr>
          <p:cNvPr id="95" name="AI067-40">
            <a:extLst xmlns:a="http://schemas.openxmlformats.org/drawingml/2006/main">
              <a:ext uri="{FF2B5EF4-FFF2-40B4-BE49-F238E27FC236}">
                <a16:creationId xmlns:a16="http://schemas.microsoft.com/office/drawing/2014/main" id="{5A3BEC15-F285-4E66-9DA6-32EBD7B3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58525" y="1044893"/>
            <a:ext cx="771525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666666"/>
            </a:solidFill>
          </a:ln>
        </p:spPr>
      </p:sp>
      <p:sp>
        <p:nvSpPr>
          <p:cNvPr id="96" name="Text 28089637">
            <a:extLst xmlns:a="http://schemas.openxmlformats.org/drawingml/2006/main">
              <a:ext uri="{FF2B5EF4-FFF2-40B4-BE49-F238E27FC236}">
                <a16:creationId xmlns:a16="http://schemas.microsoft.com/office/drawing/2014/main" id="{0D6D0718-B994-4F33-A0C6-AB6E9DE2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58525" y="1044893"/>
            <a:ext cx="771525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28089637</a:t>
            </a:r>
          </a:p>
        </p:txBody>
      </p:sp>
      <p:sp>
        <p:nvSpPr>
          <p:cNvPr id="97" name="AI067-41">
            <a:extLst xmlns:a="http://schemas.openxmlformats.org/drawingml/2006/main">
              <a:ext uri="{FF2B5EF4-FFF2-40B4-BE49-F238E27FC236}">
                <a16:creationId xmlns:a16="http://schemas.microsoft.com/office/drawing/2014/main" id="{B975224F-0A7B-42B7-A83C-682F967C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58525" y="1270635"/>
            <a:ext cx="771525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666666"/>
            </a:solidFill>
          </a:ln>
        </p:spPr>
      </p:sp>
      <p:sp>
        <p:nvSpPr>
          <p:cNvPr id="98" name="Text 28089637">
            <a:extLst xmlns:a="http://schemas.openxmlformats.org/drawingml/2006/main">
              <a:ext uri="{FF2B5EF4-FFF2-40B4-BE49-F238E27FC236}">
                <a16:creationId xmlns:a16="http://schemas.microsoft.com/office/drawing/2014/main" id="{C79CA2FF-D5A8-43D4-A83D-8B573036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58525" y="1270635"/>
            <a:ext cx="771525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28089637</a:t>
            </a:r>
          </a:p>
        </p:txBody>
      </p:sp>
      <p:sp>
        <p:nvSpPr>
          <p:cNvPr id="99" name="AI067-42">
            <a:extLst xmlns:a="http://schemas.openxmlformats.org/drawingml/2006/main">
              <a:ext uri="{FF2B5EF4-FFF2-40B4-BE49-F238E27FC236}">
                <a16:creationId xmlns:a16="http://schemas.microsoft.com/office/drawing/2014/main" id="{61BC607B-EC8D-4AA7-BC3B-F1450EDE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58525" y="1496378"/>
            <a:ext cx="771525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666666"/>
            </a:solidFill>
          </a:ln>
        </p:spPr>
      </p:sp>
      <p:sp>
        <p:nvSpPr>
          <p:cNvPr id="100" name="Text 28089637">
            <a:extLst xmlns:a="http://schemas.openxmlformats.org/drawingml/2006/main">
              <a:ext uri="{FF2B5EF4-FFF2-40B4-BE49-F238E27FC236}">
                <a16:creationId xmlns:a16="http://schemas.microsoft.com/office/drawing/2014/main" id="{4149E6AB-82A5-4E60-857A-695C77CD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58525" y="1496378"/>
            <a:ext cx="771525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28089637</a:t>
            </a:r>
          </a:p>
        </p:txBody>
      </p:sp>
      <p:sp>
        <p:nvSpPr>
          <p:cNvPr id="101" name="AI067-43">
            <a:extLst xmlns:a="http://schemas.openxmlformats.org/drawingml/2006/main">
              <a:ext uri="{FF2B5EF4-FFF2-40B4-BE49-F238E27FC236}">
                <a16:creationId xmlns:a16="http://schemas.microsoft.com/office/drawing/2014/main" id="{FBC32878-E004-4175-B1E7-0612588C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58525" y="1722120"/>
            <a:ext cx="771525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666666"/>
            </a:solidFill>
          </a:ln>
        </p:spPr>
      </p:sp>
      <p:sp>
        <p:nvSpPr>
          <p:cNvPr id="102" name="Text 28089637">
            <a:extLst xmlns:a="http://schemas.openxmlformats.org/drawingml/2006/main">
              <a:ext uri="{FF2B5EF4-FFF2-40B4-BE49-F238E27FC236}">
                <a16:creationId xmlns:a16="http://schemas.microsoft.com/office/drawing/2014/main" id="{14E9F75B-49E1-4365-8873-95F3BA13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58525" y="1722120"/>
            <a:ext cx="771525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28089637</a:t>
            </a:r>
          </a:p>
        </p:txBody>
      </p:sp>
      <p:sp>
        <p:nvSpPr>
          <p:cNvPr id="103" name="AI067-44">
            <a:extLst xmlns:a="http://schemas.openxmlformats.org/drawingml/2006/main">
              <a:ext uri="{FF2B5EF4-FFF2-40B4-BE49-F238E27FC236}">
                <a16:creationId xmlns:a16="http://schemas.microsoft.com/office/drawing/2014/main" id="{240214D5-ECC9-4CE2-AA64-654B6417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0050" y="819150"/>
            <a:ext cx="781050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DC"/>
          </a:solidFill>
          <a:ln xmlns:a="http://schemas.openxmlformats.org/drawingml/2006/main" w="6191">
            <a:solidFill>
              <a:srgbClr val="444444"/>
            </a:solidFill>
          </a:ln>
        </p:spPr>
      </p:sp>
      <p:sp>
        <p:nvSpPr>
          <p:cNvPr id="104" name="Text ICD_CM">
            <a:extLst xmlns:a="http://schemas.openxmlformats.org/drawingml/2006/main">
              <a:ext uri="{FF2B5EF4-FFF2-40B4-BE49-F238E27FC236}">
                <a16:creationId xmlns:a16="http://schemas.microsoft.com/office/drawing/2014/main" id="{C197401E-028F-42FB-ADD1-A3178B4E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0050" y="819150"/>
            <a:ext cx="781050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ICD_CM</a:t>
            </a:r>
          </a:p>
        </p:txBody>
      </p:sp>
      <p:sp>
        <p:nvSpPr>
          <p:cNvPr id="105" name="AI067-45">
            <a:extLst xmlns:a="http://schemas.openxmlformats.org/drawingml/2006/main">
              <a:ext uri="{FF2B5EF4-FFF2-40B4-BE49-F238E27FC236}">
                <a16:creationId xmlns:a16="http://schemas.microsoft.com/office/drawing/2014/main" id="{FFDAF341-04EE-46F9-9DBD-FD5D6F59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0050" y="1044893"/>
            <a:ext cx="781050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666666"/>
            </a:solidFill>
          </a:ln>
        </p:spPr>
      </p:sp>
      <p:sp>
        <p:nvSpPr>
          <p:cNvPr id="106" name="Text 780.60">
            <a:extLst xmlns:a="http://schemas.openxmlformats.org/drawingml/2006/main">
              <a:ext uri="{FF2B5EF4-FFF2-40B4-BE49-F238E27FC236}">
                <a16:creationId xmlns:a16="http://schemas.microsoft.com/office/drawing/2014/main" id="{EC50EB45-4493-4794-AABB-EABF0710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0050" y="1044893"/>
            <a:ext cx="781050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780.60</a:t>
            </a:r>
          </a:p>
        </p:txBody>
      </p:sp>
      <p:sp>
        <p:nvSpPr>
          <p:cNvPr id="107" name="AI067-46">
            <a:extLst xmlns:a="http://schemas.openxmlformats.org/drawingml/2006/main">
              <a:ext uri="{FF2B5EF4-FFF2-40B4-BE49-F238E27FC236}">
                <a16:creationId xmlns:a16="http://schemas.microsoft.com/office/drawing/2014/main" id="{46DC5B10-2D13-41F0-96EB-770AB012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0050" y="1270635"/>
            <a:ext cx="781050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666666"/>
            </a:solidFill>
          </a:ln>
        </p:spPr>
      </p:sp>
      <p:sp>
        <p:nvSpPr>
          <p:cNvPr id="108" name="Text 348.30">
            <a:extLst xmlns:a="http://schemas.openxmlformats.org/drawingml/2006/main">
              <a:ext uri="{FF2B5EF4-FFF2-40B4-BE49-F238E27FC236}">
                <a16:creationId xmlns:a16="http://schemas.microsoft.com/office/drawing/2014/main" id="{9078A108-F520-4227-8A2F-2D1A9E62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0050" y="1270635"/>
            <a:ext cx="781050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348.30</a:t>
            </a:r>
          </a:p>
        </p:txBody>
      </p:sp>
      <p:sp>
        <p:nvSpPr>
          <p:cNvPr id="109" name="AI067-47">
            <a:extLst xmlns:a="http://schemas.openxmlformats.org/drawingml/2006/main">
              <a:ext uri="{FF2B5EF4-FFF2-40B4-BE49-F238E27FC236}">
                <a16:creationId xmlns:a16="http://schemas.microsoft.com/office/drawing/2014/main" id="{37B352EF-5068-4D91-A13C-FA05FD42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0050" y="1496378"/>
            <a:ext cx="781050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666666"/>
            </a:solidFill>
          </a:ln>
        </p:spPr>
      </p:sp>
      <p:sp>
        <p:nvSpPr>
          <p:cNvPr id="110" name="Text 357.2">
            <a:extLst xmlns:a="http://schemas.openxmlformats.org/drawingml/2006/main">
              <a:ext uri="{FF2B5EF4-FFF2-40B4-BE49-F238E27FC236}">
                <a16:creationId xmlns:a16="http://schemas.microsoft.com/office/drawing/2014/main" id="{A8C0A15D-C38D-4DDE-B32F-DBCFF818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0050" y="1496378"/>
            <a:ext cx="781050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357.2</a:t>
            </a:r>
          </a:p>
        </p:txBody>
      </p:sp>
      <p:sp>
        <p:nvSpPr>
          <p:cNvPr id="111" name="AI067-48">
            <a:extLst xmlns:a="http://schemas.openxmlformats.org/drawingml/2006/main">
              <a:ext uri="{FF2B5EF4-FFF2-40B4-BE49-F238E27FC236}">
                <a16:creationId xmlns:a16="http://schemas.microsoft.com/office/drawing/2014/main" id="{A8417067-4644-4DBB-8AE6-83C823A7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0050" y="1722120"/>
            <a:ext cx="781050" cy="225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666666"/>
            </a:solidFill>
          </a:ln>
        </p:spPr>
      </p:sp>
      <p:sp>
        <p:nvSpPr>
          <p:cNvPr id="112" name="Text 250.60">
            <a:extLst xmlns:a="http://schemas.openxmlformats.org/drawingml/2006/main">
              <a:ext uri="{FF2B5EF4-FFF2-40B4-BE49-F238E27FC236}">
                <a16:creationId xmlns:a16="http://schemas.microsoft.com/office/drawing/2014/main" id="{8B6B1F70-E781-475F-AFF8-50979B7B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0050" y="1722120"/>
            <a:ext cx="781050" cy="225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0A7F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A7F3"/>
                </a:solidFill>
                <a:latin typeface="Arial"/>
                <a:ea typeface="Arial"/>
                <a:cs typeface="Arial"/>
              </a:rPr>
              <a:t>250.60</a:t>
            </a:r>
          </a:p>
        </p:txBody>
      </p:sp>
      <p:sp>
        <p:nvSpPr>
          <p:cNvPr id="113" name="AI067-49">
            <a:extLst xmlns:a="http://schemas.openxmlformats.org/drawingml/2006/main">
              <a:ext uri="{FF2B5EF4-FFF2-40B4-BE49-F238E27FC236}">
                <a16:creationId xmlns:a16="http://schemas.microsoft.com/office/drawing/2014/main" id="{B9845246-9C8D-4C19-91B7-F99BE44D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6075" y="1704975"/>
            <a:ext cx="714375" cy="285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2544D"/>
            </a:solidFill>
          </a:ln>
        </p:spPr>
      </p:sp>
      <p:sp>
        <p:nvSpPr>
          <p:cNvPr id="114" name="AI067-50">
            <a:extLst xmlns:a="http://schemas.openxmlformats.org/drawingml/2006/main">
              <a:ext uri="{FF2B5EF4-FFF2-40B4-BE49-F238E27FC236}">
                <a16:creationId xmlns:a16="http://schemas.microsoft.com/office/drawing/2014/main" id="{715050DF-CB91-4F8B-83C6-698C8E78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49100" y="1714500"/>
            <a:ext cx="733425" cy="285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2544D"/>
            </a:solidFill>
          </a:ln>
        </p:spPr>
      </p:sp>
      <p:sp>
        <p:nvSpPr>
          <p:cNvPr id="115" name="AI067-route-51">
            <a:extLst xmlns:a="http://schemas.openxmlformats.org/drawingml/2006/main">
              <a:ext uri="{FF2B5EF4-FFF2-40B4-BE49-F238E27FC236}">
                <a16:creationId xmlns:a16="http://schemas.microsoft.com/office/drawing/2014/main" id="{717FDB2D-F980-4C8A-9D03-3566B218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57425"/>
            <a:ext cx="2428875" cy="981075"/>
          </a:xfrm>
          <a:custGeom xmlns:a="http://schemas.openxmlformats.org/drawingml/2006/main">
            <a:pathLst>
              <a:path w="2428875" h="981075">
                <a:moveTo>
                  <a:pt x="0" y="0"/>
                </a:moveTo>
                <a:lnTo>
                  <a:pt x="2428875" y="0"/>
                </a:lnTo>
                <a:lnTo>
                  <a:pt x="2428875" y="98107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00000"/>
            </a:solidFill>
          </a:ln>
        </p:spPr>
      </p:sp>
      <p:sp>
        <p:nvSpPr>
          <p:cNvPr id="116" name="AI067-route-52">
            <a:extLst xmlns:a="http://schemas.openxmlformats.org/drawingml/2006/main">
              <a:ext uri="{FF2B5EF4-FFF2-40B4-BE49-F238E27FC236}">
                <a16:creationId xmlns:a16="http://schemas.microsoft.com/office/drawing/2014/main" id="{6F2D9F48-C98C-4378-B58B-3278F674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4961" y="3177088"/>
            <a:ext cx="51929" cy="61412"/>
          </a:xfrm>
          <a:custGeom xmlns:a="http://schemas.openxmlformats.org/drawingml/2006/main">
            <a:pathLst>
              <a:path w="51929" h="61412">
                <a:moveTo>
                  <a:pt x="25964" y="61412"/>
                </a:moveTo>
                <a:lnTo>
                  <a:pt x="0" y="0"/>
                </a:lnTo>
                <a:lnTo>
                  <a:pt x="5192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17" name="AI067-route-53">
            <a:extLst xmlns:a="http://schemas.openxmlformats.org/drawingml/2006/main">
              <a:ext uri="{FF2B5EF4-FFF2-40B4-BE49-F238E27FC236}">
                <a16:creationId xmlns:a16="http://schemas.microsoft.com/office/drawing/2014/main" id="{D147B869-14D9-4573-9D9D-C2956610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257425"/>
            <a:ext cx="10" cy="981075"/>
          </a:xfrm>
          <a:custGeom xmlns:a="http://schemas.openxmlformats.org/drawingml/2006/main">
            <a:pathLst>
              <a:path w="10" h="981075">
                <a:moveTo>
                  <a:pt x="0" y="0"/>
                </a:moveTo>
                <a:lnTo>
                  <a:pt x="0" y="9810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</a:ln>
        </p:spPr>
      </p:sp>
      <p:sp>
        <p:nvSpPr>
          <p:cNvPr id="118" name="AI067-route-54">
            <a:extLst xmlns:a="http://schemas.openxmlformats.org/drawingml/2006/main">
              <a:ext uri="{FF2B5EF4-FFF2-40B4-BE49-F238E27FC236}">
                <a16:creationId xmlns:a16="http://schemas.microsoft.com/office/drawing/2014/main" id="{F33D2D85-E000-4122-A67C-814C7FB4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6211" y="3177088"/>
            <a:ext cx="51929" cy="61412"/>
          </a:xfrm>
          <a:custGeom xmlns:a="http://schemas.openxmlformats.org/drawingml/2006/main">
            <a:pathLst>
              <a:path w="51929" h="61412">
                <a:moveTo>
                  <a:pt x="25964" y="61412"/>
                </a:moveTo>
                <a:lnTo>
                  <a:pt x="0" y="0"/>
                </a:lnTo>
                <a:lnTo>
                  <a:pt x="5192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19" name="Text Extraction">
            <a:extLst xmlns:a="http://schemas.openxmlformats.org/drawingml/2006/main">
              <a:ext uri="{FF2B5EF4-FFF2-40B4-BE49-F238E27FC236}">
                <a16:creationId xmlns:a16="http://schemas.microsoft.com/office/drawing/2014/main" id="{A078719F-0B31-4CC2-A15D-9A42DE74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4925" y="2266950"/>
            <a:ext cx="895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Extraction</a:t>
            </a:r>
          </a:p>
        </p:txBody>
      </p:sp>
      <p:sp>
        <p:nvSpPr>
          <p:cNvPr id="120" name="Text Mismatch with&#10;the Statement">
            <a:extLst xmlns:a="http://schemas.openxmlformats.org/drawingml/2006/main">
              <a:ext uri="{FF2B5EF4-FFF2-40B4-BE49-F238E27FC236}">
                <a16:creationId xmlns:a16="http://schemas.microsoft.com/office/drawing/2014/main" id="{BF256FDA-1CD7-49A0-AB0A-F2E94D35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22669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Mismatch with</a:t>
            </a:r>
          </a:p>
          <a:p xmlns:a="http://schemas.openxmlformats.org/drawingml/2006/main">
            <a:pPr algn="ctr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Statement</a:t>
            </a:r>
          </a:p>
        </p:txBody>
      </p:sp>
      <p:sp>
        <p:nvSpPr>
          <p:cNvPr id="121" name="AI067-55">
            <a:extLst xmlns:a="http://schemas.openxmlformats.org/drawingml/2006/main">
              <a:ext uri="{FF2B5EF4-FFF2-40B4-BE49-F238E27FC236}">
                <a16:creationId xmlns:a16="http://schemas.microsoft.com/office/drawing/2014/main" id="{5C30A43E-B795-4866-AAB9-766E9B10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8775" y="3248025"/>
            <a:ext cx="1057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444444"/>
            </a:solidFill>
          </a:ln>
        </p:spPr>
      </p:sp>
      <p:sp>
        <p:nvSpPr>
          <p:cNvPr id="122" name="Text True Context">
            <a:extLst xmlns:a="http://schemas.openxmlformats.org/drawingml/2006/main">
              <a:ext uri="{FF2B5EF4-FFF2-40B4-BE49-F238E27FC236}">
                <a16:creationId xmlns:a16="http://schemas.microsoft.com/office/drawing/2014/main" id="{29CC6800-7C92-426B-8D60-A0B11141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8300" y="3257550"/>
            <a:ext cx="1038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True Context</a:t>
            </a:r>
          </a:p>
        </p:txBody>
      </p:sp>
      <p:sp>
        <p:nvSpPr>
          <p:cNvPr id="123" name="AI067-56">
            <a:extLst xmlns:a="http://schemas.openxmlformats.org/drawingml/2006/main">
              <a:ext uri="{FF2B5EF4-FFF2-40B4-BE49-F238E27FC236}">
                <a16:creationId xmlns:a16="http://schemas.microsoft.com/office/drawing/2014/main" id="{96F24226-1D65-47A8-A5D3-18D34412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9900" y="3248025"/>
            <a:ext cx="1152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444444"/>
            </a:solidFill>
          </a:ln>
        </p:spPr>
      </p:sp>
      <p:sp>
        <p:nvSpPr>
          <p:cNvPr id="124" name="Text False Context">
            <a:extLst xmlns:a="http://schemas.openxmlformats.org/drawingml/2006/main">
              <a:ext uri="{FF2B5EF4-FFF2-40B4-BE49-F238E27FC236}">
                <a16:creationId xmlns:a16="http://schemas.microsoft.com/office/drawing/2014/main" id="{3723E87D-F83E-424F-8C8E-146125FB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9425" y="3257550"/>
            <a:ext cx="1133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False Context</a:t>
            </a:r>
          </a:p>
        </p:txBody>
      </p:sp>
      <p:sp>
        <p:nvSpPr>
          <p:cNvPr id="125" name="AI067-57">
            <a:extLst xmlns:a="http://schemas.openxmlformats.org/drawingml/2006/main">
              <a:ext uri="{FF2B5EF4-FFF2-40B4-BE49-F238E27FC236}">
                <a16:creationId xmlns:a16="http://schemas.microsoft.com/office/drawing/2014/main" id="{8BDCDA77-D779-4974-9526-F5698535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3100" y="3609975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FC7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126" name="Text Quadrant Reasoning">
            <a:extLst xmlns:a="http://schemas.openxmlformats.org/drawingml/2006/main">
              <a:ext uri="{FF2B5EF4-FFF2-40B4-BE49-F238E27FC236}">
                <a16:creationId xmlns:a16="http://schemas.microsoft.com/office/drawing/2014/main" id="{C1444C88-9E88-496F-860C-7A63671F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3609975"/>
            <a:ext cx="180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Quadrant Reasoning</a:t>
            </a:r>
          </a:p>
        </p:txBody>
      </p:sp>
      <p:sp>
        <p:nvSpPr>
          <p:cNvPr id="127" name="AI067-58">
            <a:extLst xmlns:a="http://schemas.openxmlformats.org/drawingml/2006/main">
              <a:ext uri="{FF2B5EF4-FFF2-40B4-BE49-F238E27FC236}">
                <a16:creationId xmlns:a16="http://schemas.microsoft.com/office/drawing/2014/main" id="{E55C5F36-953A-48A1-835A-60E8C04C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8300" y="3895725"/>
            <a:ext cx="1266825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FF1"/>
          </a:solidFill>
          <a:ln xmlns:a="http://schemas.openxmlformats.org/drawingml/2006/main" w="13335">
            <a:solidFill>
              <a:srgbClr val="111111"/>
            </a:solidFill>
          </a:ln>
        </p:spPr>
      </p:sp>
      <p:sp>
        <p:nvSpPr>
          <p:cNvPr id="128" name="Text Q1">
            <a:extLst xmlns:a="http://schemas.openxmlformats.org/drawingml/2006/main">
              <a:ext uri="{FF2B5EF4-FFF2-40B4-BE49-F238E27FC236}">
                <a16:creationId xmlns:a16="http://schemas.microsoft.com/office/drawing/2014/main" id="{41795D26-281F-4789-9E30-FDF14AA3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8300" y="4019550"/>
            <a:ext cx="12668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29" name="Text True&#10;-&#10;Supported">
            <a:extLst xmlns:a="http://schemas.openxmlformats.org/drawingml/2006/main">
              <a:ext uri="{FF2B5EF4-FFF2-40B4-BE49-F238E27FC236}">
                <a16:creationId xmlns:a16="http://schemas.microsoft.com/office/drawing/2014/main" id="{9C651E6B-3311-493F-8720-71C5A7EE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8300" y="4305300"/>
            <a:ext cx="12668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True</a:t>
            </a:r>
          </a:p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130" name="AI067-59">
            <a:extLst xmlns:a="http://schemas.openxmlformats.org/drawingml/2006/main">
              <a:ext uri="{FF2B5EF4-FFF2-40B4-BE49-F238E27FC236}">
                <a16:creationId xmlns:a16="http://schemas.microsoft.com/office/drawing/2014/main" id="{DC28CE2B-8E74-4CDA-B011-C646CBC0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3895725"/>
            <a:ext cx="1266825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FF1"/>
          </a:solidFill>
          <a:ln xmlns:a="http://schemas.openxmlformats.org/drawingml/2006/main" w="13335">
            <a:solidFill>
              <a:srgbClr val="111111"/>
            </a:solidFill>
          </a:ln>
        </p:spPr>
      </p:sp>
      <p:sp>
        <p:nvSpPr>
          <p:cNvPr id="131" name="Text Q2">
            <a:extLst xmlns:a="http://schemas.openxmlformats.org/drawingml/2006/main">
              <a:ext uri="{FF2B5EF4-FFF2-40B4-BE49-F238E27FC236}">
                <a16:creationId xmlns:a16="http://schemas.microsoft.com/office/drawing/2014/main" id="{5CCE323E-2071-4720-846D-B51F3061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4019550"/>
            <a:ext cx="12668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32" name="Text True&#10;-&#10;Not Supported">
            <a:extLst xmlns:a="http://schemas.openxmlformats.org/drawingml/2006/main">
              <a:ext uri="{FF2B5EF4-FFF2-40B4-BE49-F238E27FC236}">
                <a16:creationId xmlns:a16="http://schemas.microsoft.com/office/drawing/2014/main" id="{B140291A-51E6-4A0A-AE7E-44F23828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4305300"/>
            <a:ext cx="12668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True</a:t>
            </a:r>
          </a:p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 Supported</a:t>
            </a:r>
          </a:p>
        </p:txBody>
      </p:sp>
      <p:sp>
        <p:nvSpPr>
          <p:cNvPr id="133" name="AI067-60">
            <a:extLst xmlns:a="http://schemas.openxmlformats.org/drawingml/2006/main">
              <a:ext uri="{FF2B5EF4-FFF2-40B4-BE49-F238E27FC236}">
                <a16:creationId xmlns:a16="http://schemas.microsoft.com/office/drawing/2014/main" id="{0DB51FC0-44EB-40F0-B76F-1D935596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8300" y="5162550"/>
            <a:ext cx="1266825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FF1"/>
          </a:solidFill>
          <a:ln xmlns:a="http://schemas.openxmlformats.org/drawingml/2006/main" w="13335">
            <a:solidFill>
              <a:srgbClr val="111111"/>
            </a:solidFill>
          </a:ln>
        </p:spPr>
      </p:sp>
      <p:sp>
        <p:nvSpPr>
          <p:cNvPr id="134" name="Text Q3">
            <a:extLst xmlns:a="http://schemas.openxmlformats.org/drawingml/2006/main">
              <a:ext uri="{FF2B5EF4-FFF2-40B4-BE49-F238E27FC236}">
                <a16:creationId xmlns:a16="http://schemas.microsoft.com/office/drawing/2014/main" id="{843EDEAD-0376-4B5C-B197-32AEAACF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8300" y="5286375"/>
            <a:ext cx="12668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35" name="Text False&#10;-&#10;Supported">
            <a:extLst xmlns:a="http://schemas.openxmlformats.org/drawingml/2006/main">
              <a:ext uri="{FF2B5EF4-FFF2-40B4-BE49-F238E27FC236}">
                <a16:creationId xmlns:a16="http://schemas.microsoft.com/office/drawing/2014/main" id="{A26B593F-36F2-41BD-A341-02BE970A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8300" y="5572125"/>
            <a:ext cx="12668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False</a:t>
            </a:r>
          </a:p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136" name="AI067-61">
            <a:extLst xmlns:a="http://schemas.openxmlformats.org/drawingml/2006/main">
              <a:ext uri="{FF2B5EF4-FFF2-40B4-BE49-F238E27FC236}">
                <a16:creationId xmlns:a16="http://schemas.microsoft.com/office/drawing/2014/main" id="{DBCE3C39-350F-4119-920D-6C5818FA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5162550"/>
            <a:ext cx="1266825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FF1"/>
          </a:solidFill>
          <a:ln xmlns:a="http://schemas.openxmlformats.org/drawingml/2006/main" w="13335">
            <a:solidFill>
              <a:srgbClr val="111111"/>
            </a:solidFill>
          </a:ln>
        </p:spPr>
      </p:sp>
      <p:sp>
        <p:nvSpPr>
          <p:cNvPr id="137" name="Text Q4">
            <a:extLst xmlns:a="http://schemas.openxmlformats.org/drawingml/2006/main">
              <a:ext uri="{FF2B5EF4-FFF2-40B4-BE49-F238E27FC236}">
                <a16:creationId xmlns:a16="http://schemas.microsoft.com/office/drawing/2014/main" id="{2CC6B9E5-9022-4898-A063-5009DFE2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5286375"/>
            <a:ext cx="12668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38" name="Text False&#10;-&#10;Not Supported">
            <a:extLst xmlns:a="http://schemas.openxmlformats.org/drawingml/2006/main">
              <a:ext uri="{FF2B5EF4-FFF2-40B4-BE49-F238E27FC236}">
                <a16:creationId xmlns:a16="http://schemas.microsoft.com/office/drawing/2014/main" id="{48241817-3FC4-4429-B516-691BC81E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5572125"/>
            <a:ext cx="12668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False</a:t>
            </a:r>
          </a:p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 Supported</a:t>
            </a:r>
          </a:p>
        </p:txBody>
      </p:sp>
      <p:sp>
        <p:nvSpPr>
          <p:cNvPr id="139" name="AI067-62">
            <a:extLst xmlns:a="http://schemas.openxmlformats.org/drawingml/2006/main">
              <a:ext uri="{FF2B5EF4-FFF2-40B4-BE49-F238E27FC236}">
                <a16:creationId xmlns:a16="http://schemas.microsoft.com/office/drawing/2014/main" id="{EA4B60D5-6C89-4143-8FBE-7B0329A5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8275" y="2924175"/>
            <a:ext cx="1409700" cy="34575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DDBD"/>
            </a:solidFill>
            <a:prstDash val="dot"/>
          </a:ln>
        </p:spPr>
      </p:sp>
      <p:sp>
        <p:nvSpPr>
          <p:cNvPr id="140" name="AI067-63">
            <a:extLst xmlns:a="http://schemas.openxmlformats.org/drawingml/2006/main">
              <a:ext uri="{FF2B5EF4-FFF2-40B4-BE49-F238E27FC236}">
                <a16:creationId xmlns:a16="http://schemas.microsoft.com/office/drawing/2014/main" id="{A4D4F0EB-367C-49AD-BA06-FF16D993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2933700"/>
            <a:ext cx="1371600" cy="3448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DDBD"/>
            </a:solidFill>
            <a:prstDash val="dot"/>
          </a:ln>
        </p:spPr>
      </p:sp>
      <p:sp>
        <p:nvSpPr>
          <p:cNvPr id="141" name="AI067-64">
            <a:extLst xmlns:a="http://schemas.openxmlformats.org/drawingml/2006/main">
              <a:ext uri="{FF2B5EF4-FFF2-40B4-BE49-F238E27FC236}">
                <a16:creationId xmlns:a16="http://schemas.microsoft.com/office/drawing/2014/main" id="{F3E0E54A-295C-4E1B-A24B-4AD2EAAF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1125" y="3943350"/>
            <a:ext cx="4505325" cy="1181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7575"/>
            </a:solidFill>
            <a:prstDash val="dot"/>
          </a:ln>
        </p:spPr>
      </p:sp>
      <p:sp>
        <p:nvSpPr>
          <p:cNvPr id="142" name="AI067-65">
            <a:extLst xmlns:a="http://schemas.openxmlformats.org/drawingml/2006/main">
              <a:ext uri="{FF2B5EF4-FFF2-40B4-BE49-F238E27FC236}">
                <a16:creationId xmlns:a16="http://schemas.microsoft.com/office/drawing/2014/main" id="{5B425494-FBCA-43E5-8B72-393122C6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5143500"/>
            <a:ext cx="4476750" cy="1219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7575"/>
            </a:solidFill>
            <a:prstDash val="dot"/>
          </a:ln>
        </p:spPr>
      </p:sp>
      <p:sp>
        <p:nvSpPr>
          <p:cNvPr id="143" name="AI067-66">
            <a:extLst xmlns:a="http://schemas.openxmlformats.org/drawingml/2006/main">
              <a:ext uri="{FF2B5EF4-FFF2-40B4-BE49-F238E27FC236}">
                <a16:creationId xmlns:a16="http://schemas.microsoft.com/office/drawing/2014/main" id="{F5B7D542-7889-4FFA-B5AA-57DEBDCF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3600" y="2981325"/>
            <a:ext cx="3152775" cy="2114550"/>
          </a:xfrm>
          <a:prstGeom xmlns:a="http://schemas.openxmlformats.org/drawingml/2006/main" prst="roundRect">
            <a:avLst>
              <a:gd name="adj" fmla="val 11261"/>
            </a:avLst>
          </a:prstGeom>
          <a:solidFill xmlns:a="http://schemas.openxmlformats.org/drawingml/2006/main">
            <a:srgbClr val="DFFFEA"/>
          </a:solidFill>
          <a:ln xmlns:a="http://schemas.openxmlformats.org/drawingml/2006/main" w="0">
            <a:noFill/>
          </a:ln>
        </p:spPr>
      </p:sp>
      <p:sp>
        <p:nvSpPr>
          <p:cNvPr id="144" name="AI067-67">
            <a:extLst xmlns:a="http://schemas.openxmlformats.org/drawingml/2006/main">
              <a:ext uri="{FF2B5EF4-FFF2-40B4-BE49-F238E27FC236}">
                <a16:creationId xmlns:a16="http://schemas.microsoft.com/office/drawing/2014/main" id="{751BC329-8A16-4D9C-841C-8A1A9964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39425" y="263842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FB90"/>
          </a:solidFill>
          <a:ln xmlns:a="http://schemas.openxmlformats.org/drawingml/2006/main" w="6668">
            <a:solidFill>
              <a:srgbClr val="333333"/>
            </a:solidFill>
          </a:ln>
        </p:spPr>
      </p:sp>
      <p:sp>
        <p:nvSpPr>
          <p:cNvPr id="145" name="Text UMLS Graph">
            <a:extLst xmlns:a="http://schemas.openxmlformats.org/drawingml/2006/main">
              <a:ext uri="{FF2B5EF4-FFF2-40B4-BE49-F238E27FC236}">
                <a16:creationId xmlns:a16="http://schemas.microsoft.com/office/drawing/2014/main" id="{16D7D259-E0D3-4E86-9802-C9B90A77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0" y="263842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UMLS Graph</a:t>
            </a:r>
          </a:p>
        </p:txBody>
      </p:sp>
      <p:sp>
        <p:nvSpPr>
          <p:cNvPr id="146" name="AI067-route-68">
            <a:extLst xmlns:a="http://schemas.openxmlformats.org/drawingml/2006/main">
              <a:ext uri="{FF2B5EF4-FFF2-40B4-BE49-F238E27FC236}">
                <a16:creationId xmlns:a16="http://schemas.microsoft.com/office/drawing/2014/main" id="{D19F943E-6BD7-4FDA-A1A8-A9925495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514725"/>
            <a:ext cx="657225" cy="190500"/>
          </a:xfrm>
          <a:custGeom xmlns:a="http://schemas.openxmlformats.org/drawingml/2006/main">
            <a:pathLst>
              <a:path w="657225" h="190500">
                <a:moveTo>
                  <a:pt x="657225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47" name="AI067-route-69">
            <a:extLst xmlns:a="http://schemas.openxmlformats.org/drawingml/2006/main">
              <a:ext uri="{FF2B5EF4-FFF2-40B4-BE49-F238E27FC236}">
                <a16:creationId xmlns:a16="http://schemas.microsoft.com/office/drawing/2014/main" id="{F89CB18E-A8BC-437A-871C-3AEDBF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663190"/>
            <a:ext cx="66212" cy="49876"/>
          </a:xfrm>
          <a:custGeom xmlns:a="http://schemas.openxmlformats.org/drawingml/2006/main">
            <a:pathLst>
              <a:path w="66212" h="49876">
                <a:moveTo>
                  <a:pt x="0" y="42035"/>
                </a:moveTo>
                <a:lnTo>
                  <a:pt x="51756" y="0"/>
                </a:lnTo>
                <a:lnTo>
                  <a:pt x="66212" y="49876"/>
                </a:lnTo>
                <a:close/>
              </a:path>
            </a:pathLst>
          </a:cu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148" name="Text affected_by">
            <a:extLst xmlns:a="http://schemas.openxmlformats.org/drawingml/2006/main">
              <a:ext uri="{FF2B5EF4-FFF2-40B4-BE49-F238E27FC236}">
                <a16:creationId xmlns:a16="http://schemas.microsoft.com/office/drawing/2014/main" id="{78457339-6FC2-47F0-BF0A-A62535BB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40000">
            <a:off x="10401300" y="3495675"/>
            <a:ext cx="866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affected_by</a:t>
            </a:r>
          </a:p>
        </p:txBody>
      </p:sp>
      <p:sp>
        <p:nvSpPr>
          <p:cNvPr id="149" name="AI067-route-70">
            <a:extLst xmlns:a="http://schemas.openxmlformats.org/drawingml/2006/main">
              <a:ext uri="{FF2B5EF4-FFF2-40B4-BE49-F238E27FC236}">
                <a16:creationId xmlns:a16="http://schemas.microsoft.com/office/drawing/2014/main" id="{AE443753-A31C-40EC-9546-5C07C7A2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467100"/>
            <a:ext cx="857250" cy="247650"/>
          </a:xfrm>
          <a:custGeom xmlns:a="http://schemas.openxmlformats.org/drawingml/2006/main">
            <a:pathLst>
              <a:path w="857250" h="247650">
                <a:moveTo>
                  <a:pt x="857250" y="247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50" name="AI067-route-71">
            <a:extLst xmlns:a="http://schemas.openxmlformats.org/drawingml/2006/main">
              <a:ext uri="{FF2B5EF4-FFF2-40B4-BE49-F238E27FC236}">
                <a16:creationId xmlns:a16="http://schemas.microsoft.com/office/drawing/2014/main" id="{B3FA52D3-0785-45D1-9A6F-71F943ED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459200"/>
            <a:ext cx="66205" cy="49889"/>
          </a:xfrm>
          <a:custGeom xmlns:a="http://schemas.openxmlformats.org/drawingml/2006/main">
            <a:pathLst>
              <a:path w="66205" h="49889">
                <a:moveTo>
                  <a:pt x="0" y="7900"/>
                </a:moveTo>
                <a:lnTo>
                  <a:pt x="66205" y="0"/>
                </a:lnTo>
                <a:lnTo>
                  <a:pt x="51793" y="49889"/>
                </a:lnTo>
                <a:close/>
              </a:path>
            </a:pathLst>
          </a:cu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151" name="Text has_finding_site">
            <a:extLst xmlns:a="http://schemas.openxmlformats.org/drawingml/2006/main">
              <a:ext uri="{FF2B5EF4-FFF2-40B4-BE49-F238E27FC236}">
                <a16:creationId xmlns:a16="http://schemas.microsoft.com/office/drawing/2014/main" id="{CB42B401-C3CF-4772-91E8-83BEF971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20000">
            <a:off x="11410950" y="3495675"/>
            <a:ext cx="7524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has_finding_site</a:t>
            </a:r>
          </a:p>
        </p:txBody>
      </p:sp>
      <p:sp>
        <p:nvSpPr>
          <p:cNvPr id="152" name="AI067-route-72">
            <a:extLst xmlns:a="http://schemas.openxmlformats.org/drawingml/2006/main">
              <a:ext uri="{FF2B5EF4-FFF2-40B4-BE49-F238E27FC236}">
                <a16:creationId xmlns:a16="http://schemas.microsoft.com/office/drawing/2014/main" id="{E046BCF6-C3A5-4287-8643-35CA3EF0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90950"/>
            <a:ext cx="1790700" cy="257175"/>
          </a:xfrm>
          <a:custGeom xmlns:a="http://schemas.openxmlformats.org/drawingml/2006/main">
            <a:pathLst>
              <a:path w="1790700" h="257175">
                <a:moveTo>
                  <a:pt x="0" y="257175"/>
                </a:moveTo>
                <a:lnTo>
                  <a:pt x="1790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53" name="AI067-route-73">
            <a:extLst xmlns:a="http://schemas.openxmlformats.org/drawingml/2006/main">
              <a:ext uri="{FF2B5EF4-FFF2-40B4-BE49-F238E27FC236}">
                <a16:creationId xmlns:a16="http://schemas.microsoft.com/office/drawing/2014/main" id="{12E0FC63-1000-443E-AC51-B788EFFE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8471" y="3773979"/>
            <a:ext cx="64479" cy="51402"/>
          </a:xfrm>
          <a:custGeom xmlns:a="http://schemas.openxmlformats.org/drawingml/2006/main">
            <a:pathLst>
              <a:path w="64479" h="51402">
                <a:moveTo>
                  <a:pt x="64479" y="16971"/>
                </a:moveTo>
                <a:lnTo>
                  <a:pt x="7382" y="5140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154" name="Text may_treat">
            <a:extLst xmlns:a="http://schemas.openxmlformats.org/drawingml/2006/main">
              <a:ext uri="{FF2B5EF4-FFF2-40B4-BE49-F238E27FC236}">
                <a16:creationId xmlns:a16="http://schemas.microsoft.com/office/drawing/2014/main" id="{57DF819A-B2E7-481E-9FB9-76ED98D4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0829925" y="3733800"/>
            <a:ext cx="1076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ABDF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ABDF4"/>
                </a:solidFill>
                <a:latin typeface="Arial"/>
                <a:ea typeface="Arial"/>
                <a:cs typeface="Arial"/>
              </a:rPr>
              <a:t>may_treat</a:t>
            </a:r>
          </a:p>
        </p:txBody>
      </p:sp>
      <p:sp>
        <p:nvSpPr>
          <p:cNvPr id="155" name="AI067-route-74">
            <a:extLst xmlns:a="http://schemas.openxmlformats.org/drawingml/2006/main">
              <a:ext uri="{FF2B5EF4-FFF2-40B4-BE49-F238E27FC236}">
                <a16:creationId xmlns:a16="http://schemas.microsoft.com/office/drawing/2014/main" id="{8D8F8BCF-A23B-4153-8711-3A33A878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4152900"/>
            <a:ext cx="733425" cy="533400"/>
          </a:xfrm>
          <a:custGeom xmlns:a="http://schemas.openxmlformats.org/drawingml/2006/main">
            <a:pathLst>
              <a:path w="733425" h="533400">
                <a:moveTo>
                  <a:pt x="0" y="0"/>
                </a:moveTo>
                <a:lnTo>
                  <a:pt x="733425" y="533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56" name="AI067-route-75">
            <a:extLst xmlns:a="http://schemas.openxmlformats.org/drawingml/2006/main">
              <a:ext uri="{FF2B5EF4-FFF2-40B4-BE49-F238E27FC236}">
                <a16:creationId xmlns:a16="http://schemas.microsoft.com/office/drawing/2014/main" id="{397B232F-201F-4380-86D5-5F9CF827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1213" y="4629181"/>
            <a:ext cx="64937" cy="57119"/>
          </a:xfrm>
          <a:custGeom xmlns:a="http://schemas.openxmlformats.org/drawingml/2006/main">
            <a:pathLst>
              <a:path w="64937" h="57119">
                <a:moveTo>
                  <a:pt x="64937" y="57119"/>
                </a:moveTo>
                <a:lnTo>
                  <a:pt x="0" y="41997"/>
                </a:lnTo>
                <a:lnTo>
                  <a:pt x="30543" y="0"/>
                </a:lnTo>
                <a:close/>
              </a:path>
            </a:pathLst>
          </a:cu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157" name="Text has_mechanism">
            <a:extLst xmlns:a="http://schemas.openxmlformats.org/drawingml/2006/main">
              <a:ext uri="{FF2B5EF4-FFF2-40B4-BE49-F238E27FC236}">
                <a16:creationId xmlns:a16="http://schemas.microsoft.com/office/drawing/2014/main" id="{81D3AB7A-B268-44CB-8FE5-74985355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60000">
            <a:off x="10287000" y="4276725"/>
            <a:ext cx="9810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has_mechanism</a:t>
            </a:r>
          </a:p>
        </p:txBody>
      </p:sp>
      <p:sp>
        <p:nvSpPr>
          <p:cNvPr id="158" name="AI067-route-76">
            <a:extLst xmlns:a="http://schemas.openxmlformats.org/drawingml/2006/main">
              <a:ext uri="{FF2B5EF4-FFF2-40B4-BE49-F238E27FC236}">
                <a16:creationId xmlns:a16="http://schemas.microsoft.com/office/drawing/2014/main" id="{BFC81244-A04C-480A-A705-C11F726F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886200"/>
            <a:ext cx="523875" cy="800100"/>
          </a:xfrm>
          <a:custGeom xmlns:a="http://schemas.openxmlformats.org/drawingml/2006/main">
            <a:pathLst>
              <a:path w="523875" h="800100">
                <a:moveTo>
                  <a:pt x="0" y="800100"/>
                </a:move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</a:ln>
        </p:spPr>
      </p:sp>
      <p:sp>
        <p:nvSpPr>
          <p:cNvPr id="159" name="AI067-route-77">
            <a:extLst xmlns:a="http://schemas.openxmlformats.org/drawingml/2006/main">
              <a:ext uri="{FF2B5EF4-FFF2-40B4-BE49-F238E27FC236}">
                <a16:creationId xmlns:a16="http://schemas.microsoft.com/office/drawing/2014/main" id="{4370AE55-51D2-4524-B363-155A4283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4262" y="3886200"/>
            <a:ext cx="55363" cy="65601"/>
          </a:xfrm>
          <a:custGeom xmlns:a="http://schemas.openxmlformats.org/drawingml/2006/main">
            <a:pathLst>
              <a:path w="55363" h="65601">
                <a:moveTo>
                  <a:pt x="55363" y="0"/>
                </a:moveTo>
                <a:lnTo>
                  <a:pt x="43445" y="65601"/>
                </a:lnTo>
                <a:lnTo>
                  <a:pt x="0" y="37155"/>
                </a:lnTo>
                <a:close/>
              </a:path>
            </a:pathLst>
          </a:cu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160" name="Text affected_by">
            <a:extLst xmlns:a="http://schemas.openxmlformats.org/drawingml/2006/main">
              <a:ext uri="{FF2B5EF4-FFF2-40B4-BE49-F238E27FC236}">
                <a16:creationId xmlns:a16="http://schemas.microsoft.com/office/drawing/2014/main" id="{E832CA53-FA9C-407D-B125-3C28B0A3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360000">
            <a:off x="11811000" y="4152900"/>
            <a:ext cx="876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affected_by</a:t>
            </a:r>
          </a:p>
        </p:txBody>
      </p:sp>
      <p:sp>
        <p:nvSpPr>
          <p:cNvPr id="161" name="AI067-78">
            <a:extLst xmlns:a="http://schemas.openxmlformats.org/drawingml/2006/main">
              <a:ext uri="{FF2B5EF4-FFF2-40B4-BE49-F238E27FC236}">
                <a16:creationId xmlns:a16="http://schemas.microsoft.com/office/drawing/2014/main" id="{C608E585-41E8-43CE-A287-D6F25681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12818" y="3388043"/>
            <a:ext cx="139065" cy="1390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2D10"/>
          </a:solidFill>
          <a:ln xmlns:a="http://schemas.openxmlformats.org/drawingml/2006/main" w="0">
            <a:noFill/>
          </a:ln>
        </p:spPr>
      </p:sp>
      <p:sp>
        <p:nvSpPr>
          <p:cNvPr id="162" name="AI067-79">
            <a:extLst xmlns:a="http://schemas.openxmlformats.org/drawingml/2006/main">
              <a:ext uri="{FF2B5EF4-FFF2-40B4-BE49-F238E27FC236}">
                <a16:creationId xmlns:a16="http://schemas.microsoft.com/office/drawing/2014/main" id="{5BFC1141-4485-4D32-A084-92C09407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07943" y="3978593"/>
            <a:ext cx="139065" cy="1390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EB"/>
          </a:solidFill>
          <a:ln xmlns:a="http://schemas.openxmlformats.org/drawingml/2006/main" w="0">
            <a:noFill/>
          </a:ln>
        </p:spPr>
      </p:sp>
      <p:sp>
        <p:nvSpPr>
          <p:cNvPr id="163" name="AI067-80">
            <a:extLst xmlns:a="http://schemas.openxmlformats.org/drawingml/2006/main">
              <a:ext uri="{FF2B5EF4-FFF2-40B4-BE49-F238E27FC236}">
                <a16:creationId xmlns:a16="http://schemas.microsoft.com/office/drawing/2014/main" id="{46A39021-C07E-4341-9F2F-B3DC89BA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6768" y="3711893"/>
            <a:ext cx="139065" cy="1390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64" name="AI067-81">
            <a:extLst xmlns:a="http://schemas.openxmlformats.org/drawingml/2006/main">
              <a:ext uri="{FF2B5EF4-FFF2-40B4-BE49-F238E27FC236}">
                <a16:creationId xmlns:a16="http://schemas.microsoft.com/office/drawing/2014/main" id="{64674C8E-2624-4490-9F49-7B16ED2C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4743" y="4654868"/>
            <a:ext cx="139065" cy="1390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00"/>
          </a:solidFill>
          <a:ln xmlns:a="http://schemas.openxmlformats.org/drawingml/2006/main" w="0">
            <a:noFill/>
          </a:ln>
        </p:spPr>
      </p:sp>
      <p:sp>
        <p:nvSpPr>
          <p:cNvPr id="165" name="Text C0001624">
            <a:extLst xmlns:a="http://schemas.openxmlformats.org/drawingml/2006/main">
              <a:ext uri="{FF2B5EF4-FFF2-40B4-BE49-F238E27FC236}">
                <a16:creationId xmlns:a16="http://schemas.microsoft.com/office/drawing/2014/main" id="{C590EE9E-BB52-4004-9DBD-7444E33D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0850" y="3133725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C0001624</a:t>
            </a:r>
          </a:p>
        </p:txBody>
      </p:sp>
      <p:sp>
        <p:nvSpPr>
          <p:cNvPr id="166" name="Text C0025598">
            <a:extLst xmlns:a="http://schemas.openxmlformats.org/drawingml/2006/main">
              <a:ext uri="{FF2B5EF4-FFF2-40B4-BE49-F238E27FC236}">
                <a16:creationId xmlns:a16="http://schemas.microsoft.com/office/drawing/2014/main" id="{5189657D-4335-4DF4-A9C6-6D508A9E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6950" y="37147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0A7F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A7F3"/>
                </a:solidFill>
                <a:latin typeface="Arial"/>
                <a:ea typeface="Arial"/>
                <a:cs typeface="Arial"/>
              </a:rPr>
              <a:t>C0025598</a:t>
            </a:r>
          </a:p>
        </p:txBody>
      </p:sp>
      <p:sp>
        <p:nvSpPr>
          <p:cNvPr id="167" name="Text C0011860">
            <a:extLst xmlns:a="http://schemas.openxmlformats.org/drawingml/2006/main">
              <a:ext uri="{FF2B5EF4-FFF2-40B4-BE49-F238E27FC236}">
                <a16:creationId xmlns:a16="http://schemas.microsoft.com/office/drawing/2014/main" id="{7F60A474-D7DA-408C-ADF6-B5ECEFCB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15775" y="3448050"/>
            <a:ext cx="990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0A7F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A7F3"/>
                </a:solidFill>
                <a:latin typeface="Arial"/>
                <a:ea typeface="Arial"/>
                <a:cs typeface="Arial"/>
              </a:rPr>
              <a:t>C0011860</a:t>
            </a:r>
          </a:p>
        </p:txBody>
      </p:sp>
      <p:sp>
        <p:nvSpPr>
          <p:cNvPr id="168" name="Text C0596956">
            <a:extLst xmlns:a="http://schemas.openxmlformats.org/drawingml/2006/main">
              <a:ext uri="{FF2B5EF4-FFF2-40B4-BE49-F238E27FC236}">
                <a16:creationId xmlns:a16="http://schemas.microsoft.com/office/drawing/2014/main" id="{40B0D3CD-FEDA-4AAA-8D0B-B10B6D48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0" y="4400550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C0596956</a:t>
            </a:r>
          </a:p>
        </p:txBody>
      </p:sp>
      <p:sp>
        <p:nvSpPr>
          <p:cNvPr id="169" name="AI067-route-82">
            <a:extLst xmlns:a="http://schemas.openxmlformats.org/drawingml/2006/main">
              <a:ext uri="{FF2B5EF4-FFF2-40B4-BE49-F238E27FC236}">
                <a16:creationId xmlns:a16="http://schemas.microsoft.com/office/drawing/2014/main" id="{E9C41B1A-3642-49ED-AAD0-8CA435E2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52625"/>
            <a:ext cx="2667000" cy="1866900"/>
          </a:xfrm>
          <a:custGeom xmlns:a="http://schemas.openxmlformats.org/drawingml/2006/main">
            <a:pathLst>
              <a:path w="2667000" h="1866900">
                <a:moveTo>
                  <a:pt x="0" y="0"/>
                </a:moveTo>
                <a:lnTo>
                  <a:pt x="2667000" y="186690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222222"/>
            </a:solidFill>
            <a:prstDash val="dash"/>
          </a:ln>
        </p:spPr>
      </p:sp>
      <p:sp>
        <p:nvSpPr>
          <p:cNvPr id="170" name="AI067-route-83">
            <a:extLst xmlns:a="http://schemas.openxmlformats.org/drawingml/2006/main">
              <a:ext uri="{FF2B5EF4-FFF2-40B4-BE49-F238E27FC236}">
                <a16:creationId xmlns:a16="http://schemas.microsoft.com/office/drawing/2014/main" id="{34F76795-1BA0-4595-87AF-70AA7A1A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550" y="3763037"/>
            <a:ext cx="65200" cy="56488"/>
          </a:xfrm>
          <a:custGeom xmlns:a="http://schemas.openxmlformats.org/drawingml/2006/main">
            <a:pathLst>
              <a:path w="65200" h="56488">
                <a:moveTo>
                  <a:pt x="65200" y="56488"/>
                </a:moveTo>
                <a:lnTo>
                  <a:pt x="0" y="42542"/>
                </a:lnTo>
                <a:lnTo>
                  <a:pt x="29779" y="0"/>
                </a:lnTo>
                <a:close/>
              </a:path>
            </a:pathLst>
          </a:cu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171" name="Text CUI Conversion">
            <a:extLst xmlns:a="http://schemas.openxmlformats.org/drawingml/2006/main">
              <a:ext uri="{FF2B5EF4-FFF2-40B4-BE49-F238E27FC236}">
                <a16:creationId xmlns:a16="http://schemas.microsoft.com/office/drawing/2014/main" id="{822FD8DA-0000-4134-AF26-9B8E9C53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60000">
            <a:off x="7981950" y="26098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CUI Conversion</a:t>
            </a:r>
          </a:p>
        </p:txBody>
      </p:sp>
      <p:sp>
        <p:nvSpPr>
          <p:cNvPr id="172" name="Text Metformin">
            <a:extLst xmlns:a="http://schemas.openxmlformats.org/drawingml/2006/main">
              <a:ext uri="{FF2B5EF4-FFF2-40B4-BE49-F238E27FC236}">
                <a16:creationId xmlns:a16="http://schemas.microsoft.com/office/drawing/2014/main" id="{DF8AC953-34E2-4638-9930-E5A8A4E9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60000">
            <a:off x="8039100" y="2857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0A7F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A7F3"/>
                </a:solidFill>
                <a:latin typeface="Arial"/>
                <a:ea typeface="Arial"/>
                <a:cs typeface="Arial"/>
              </a:rPr>
              <a:t>Metformin</a:t>
            </a:r>
          </a:p>
        </p:txBody>
      </p:sp>
      <p:sp>
        <p:nvSpPr>
          <p:cNvPr id="173" name="AI067-route-84">
            <a:extLst xmlns:a="http://schemas.openxmlformats.org/drawingml/2006/main">
              <a:ext uri="{FF2B5EF4-FFF2-40B4-BE49-F238E27FC236}">
                <a16:creationId xmlns:a16="http://schemas.microsoft.com/office/drawing/2014/main" id="{D27D6CBA-B2D1-4BB2-AA66-DBC36B88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981200"/>
            <a:ext cx="123825" cy="1419225"/>
          </a:xfrm>
          <a:custGeom xmlns:a="http://schemas.openxmlformats.org/drawingml/2006/main">
            <a:pathLst>
              <a:path w="123825" h="1419225">
                <a:moveTo>
                  <a:pt x="0" y="0"/>
                </a:moveTo>
                <a:lnTo>
                  <a:pt x="123825" y="141922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11111"/>
            </a:solidFill>
            <a:prstDash val="dash"/>
          </a:ln>
        </p:spPr>
      </p:sp>
      <p:sp>
        <p:nvSpPr>
          <p:cNvPr id="174" name="AI067-route-85">
            <a:extLst xmlns:a="http://schemas.openxmlformats.org/drawingml/2006/main">
              <a:ext uri="{FF2B5EF4-FFF2-40B4-BE49-F238E27FC236}">
                <a16:creationId xmlns:a16="http://schemas.microsoft.com/office/drawing/2014/main" id="{2969F1B4-CD3D-4058-BFF2-5E901314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4621" y="3336989"/>
            <a:ext cx="51732" cy="63436"/>
          </a:xfrm>
          <a:custGeom xmlns:a="http://schemas.openxmlformats.org/drawingml/2006/main">
            <a:pathLst>
              <a:path w="51732" h="63436">
                <a:moveTo>
                  <a:pt x="31204" y="63436"/>
                </a:moveTo>
                <a:lnTo>
                  <a:pt x="0" y="4514"/>
                </a:lnTo>
                <a:lnTo>
                  <a:pt x="51732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75" name="Text CUI Conversion">
            <a:extLst xmlns:a="http://schemas.openxmlformats.org/drawingml/2006/main">
              <a:ext uri="{FF2B5EF4-FFF2-40B4-BE49-F238E27FC236}">
                <a16:creationId xmlns:a16="http://schemas.microsoft.com/office/drawing/2014/main" id="{26DABB9A-8631-40BC-82E3-6019B4D8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60000">
            <a:off x="12049125" y="2609850"/>
            <a:ext cx="13430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CUI Conversion</a:t>
            </a:r>
          </a:p>
        </p:txBody>
      </p:sp>
      <p:sp>
        <p:nvSpPr>
          <p:cNvPr id="176" name="Text Type II Diabetes">
            <a:extLst xmlns:a="http://schemas.openxmlformats.org/drawingml/2006/main">
              <a:ext uri="{FF2B5EF4-FFF2-40B4-BE49-F238E27FC236}">
                <a16:creationId xmlns:a16="http://schemas.microsoft.com/office/drawing/2014/main" id="{EE529296-82A3-4AB2-B95F-71EAE090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040000">
            <a:off x="11487150" y="2628900"/>
            <a:ext cx="14001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A7F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A7F3"/>
                </a:solidFill>
                <a:latin typeface="Arial"/>
                <a:ea typeface="Arial"/>
                <a:cs typeface="Arial"/>
              </a:rPr>
              <a:t>Type II Diabetes</a:t>
            </a:r>
          </a:p>
        </p:txBody>
      </p:sp>
      <p:sp>
        <p:nvSpPr>
          <p:cNvPr id="177" name="AI067-route-86">
            <a:extLst xmlns:a="http://schemas.openxmlformats.org/drawingml/2006/main">
              <a:ext uri="{FF2B5EF4-FFF2-40B4-BE49-F238E27FC236}">
                <a16:creationId xmlns:a16="http://schemas.microsoft.com/office/drawing/2014/main" id="{8E82626D-3B39-43A1-ADD3-DF561EF6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48125"/>
            <a:ext cx="914400" cy="180975"/>
          </a:xfrm>
          <a:custGeom xmlns:a="http://schemas.openxmlformats.org/drawingml/2006/main">
            <a:pathLst>
              <a:path w="914400" h="180975">
                <a:moveTo>
                  <a:pt x="914400" y="0"/>
                </a:moveTo>
                <a:lnTo>
                  <a:pt x="0" y="0"/>
                </a:ln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178" name="AI067-route-87">
            <a:extLst xmlns:a="http://schemas.openxmlformats.org/drawingml/2006/main">
              <a:ext uri="{FF2B5EF4-FFF2-40B4-BE49-F238E27FC236}">
                <a16:creationId xmlns:a16="http://schemas.microsoft.com/office/drawing/2014/main" id="{3DE505BD-B1E4-4587-BD9D-659374B6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3236" y="4167688"/>
            <a:ext cx="51929" cy="61412"/>
          </a:xfrm>
          <a:custGeom xmlns:a="http://schemas.openxmlformats.org/drawingml/2006/main">
            <a:pathLst>
              <a:path w="51929" h="61412">
                <a:moveTo>
                  <a:pt x="25964" y="61412"/>
                </a:moveTo>
                <a:lnTo>
                  <a:pt x="0" y="0"/>
                </a:lnTo>
                <a:lnTo>
                  <a:pt x="51929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79" name="Text Extraction">
            <a:extLst xmlns:a="http://schemas.openxmlformats.org/drawingml/2006/main">
              <a:ext uri="{FF2B5EF4-FFF2-40B4-BE49-F238E27FC236}">
                <a16:creationId xmlns:a16="http://schemas.microsoft.com/office/drawing/2014/main" id="{AFAEE37E-471D-4C81-BEA4-CDE6D289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6350" y="38100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Extraction</a:t>
            </a:r>
          </a:p>
        </p:txBody>
      </p:sp>
      <p:sp>
        <p:nvSpPr>
          <p:cNvPr id="180" name="AI067-88">
            <a:extLst xmlns:a="http://schemas.openxmlformats.org/drawingml/2006/main">
              <a:ext uri="{FF2B5EF4-FFF2-40B4-BE49-F238E27FC236}">
                <a16:creationId xmlns:a16="http://schemas.microsoft.com/office/drawing/2014/main" id="{E1BDF142-C0FD-4013-AD24-D0C03ED9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05775" y="4229100"/>
            <a:ext cx="14763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555555"/>
            </a:solidFill>
          </a:ln>
        </p:spPr>
      </p:sp>
      <p:sp>
        <p:nvSpPr>
          <p:cNvPr id="181" name="Text True Statement">
            <a:extLst xmlns:a="http://schemas.openxmlformats.org/drawingml/2006/main">
              <a:ext uri="{FF2B5EF4-FFF2-40B4-BE49-F238E27FC236}">
                <a16:creationId xmlns:a16="http://schemas.microsoft.com/office/drawing/2014/main" id="{DDE4AB12-0351-4D02-9472-09339CCE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400" y="4257675"/>
            <a:ext cx="1400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True Statement</a:t>
            </a:r>
          </a:p>
        </p:txBody>
      </p:sp>
      <p:sp>
        <p:nvSpPr>
          <p:cNvPr id="182" name="Text Metformin may treat&#10;Type II Diabetes">
            <a:extLst xmlns:a="http://schemas.openxmlformats.org/drawingml/2006/main">
              <a:ext uri="{FF2B5EF4-FFF2-40B4-BE49-F238E27FC236}">
                <a16:creationId xmlns:a16="http://schemas.microsoft.com/office/drawing/2014/main" id="{09D6B3CA-E4BD-4AEF-AC1B-247F9869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400" y="44672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00A7F3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00A7F3"/>
                </a:solidFill>
                <a:latin typeface="Arial"/>
                <a:ea typeface="Arial"/>
                <a:cs typeface="Arial"/>
              </a:rPr>
              <a:t>Metformin may treat</a:t>
            </a:r>
          </a:p>
          <a:p xmlns:a="http://schemas.openxmlformats.org/drawingml/2006/main">
            <a:pPr algn="l">
              <a:defRPr sz="1088" b="0" i="0">
                <a:solidFill>
                  <a:srgbClr val="00A7F3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00A7F3"/>
                </a:solidFill>
                <a:latin typeface="Arial"/>
                <a:ea typeface="Arial"/>
                <a:cs typeface="Arial"/>
              </a:rPr>
              <a:t>Type II Diabetes</a:t>
            </a:r>
          </a:p>
        </p:txBody>
      </p:sp>
      <p:sp>
        <p:nvSpPr>
          <p:cNvPr id="183" name="AI067-route-89">
            <a:extLst xmlns:a="http://schemas.openxmlformats.org/drawingml/2006/main">
              <a:ext uri="{FF2B5EF4-FFF2-40B4-BE49-F238E27FC236}">
                <a16:creationId xmlns:a16="http://schemas.microsoft.com/office/drawing/2014/main" id="{BE0B1189-81AC-4D97-8819-AE9EA653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095875"/>
            <a:ext cx="2495550" cy="438150"/>
          </a:xfrm>
          <a:custGeom xmlns:a="http://schemas.openxmlformats.org/drawingml/2006/main">
            <a:pathLst>
              <a:path w="2495550" h="438150">
                <a:moveTo>
                  <a:pt x="2495550" y="0"/>
                </a:moveTo>
                <a:lnTo>
                  <a:pt x="2495550" y="152400"/>
                </a:lnTo>
                <a:lnTo>
                  <a:pt x="0" y="152400"/>
                </a:ln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184" name="AI067-route-90">
            <a:extLst xmlns:a="http://schemas.openxmlformats.org/drawingml/2006/main">
              <a:ext uri="{FF2B5EF4-FFF2-40B4-BE49-F238E27FC236}">
                <a16:creationId xmlns:a16="http://schemas.microsoft.com/office/drawing/2014/main" id="{AE4ABA32-0F87-4289-825E-E120F167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3236" y="5472613"/>
            <a:ext cx="51929" cy="61412"/>
          </a:xfrm>
          <a:custGeom xmlns:a="http://schemas.openxmlformats.org/drawingml/2006/main">
            <a:pathLst>
              <a:path w="51929" h="61412">
                <a:moveTo>
                  <a:pt x="25964" y="61412"/>
                </a:moveTo>
                <a:lnTo>
                  <a:pt x="0" y="0"/>
                </a:lnTo>
                <a:lnTo>
                  <a:pt x="51929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85" name="Text Replace Entity">
            <a:extLst xmlns:a="http://schemas.openxmlformats.org/drawingml/2006/main">
              <a:ext uri="{FF2B5EF4-FFF2-40B4-BE49-F238E27FC236}">
                <a16:creationId xmlns:a16="http://schemas.microsoft.com/office/drawing/2014/main" id="{04086700-A7D1-4490-8AD6-71B70832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6925" y="5248275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Replace Entity</a:t>
            </a:r>
          </a:p>
        </p:txBody>
      </p:sp>
      <p:sp>
        <p:nvSpPr>
          <p:cNvPr id="186" name="AI067-91">
            <a:extLst xmlns:a="http://schemas.openxmlformats.org/drawingml/2006/main">
              <a:ext uri="{FF2B5EF4-FFF2-40B4-BE49-F238E27FC236}">
                <a16:creationId xmlns:a16="http://schemas.microsoft.com/office/drawing/2014/main" id="{7E47B765-6915-4AC1-96DF-3412F78D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1975" y="5534025"/>
            <a:ext cx="1285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555555"/>
            </a:solidFill>
          </a:ln>
        </p:spPr>
      </p:sp>
      <p:sp>
        <p:nvSpPr>
          <p:cNvPr id="187" name="Text False Statement">
            <a:extLst xmlns:a="http://schemas.openxmlformats.org/drawingml/2006/main">
              <a:ext uri="{FF2B5EF4-FFF2-40B4-BE49-F238E27FC236}">
                <a16:creationId xmlns:a16="http://schemas.microsoft.com/office/drawing/2014/main" id="{1FB3F39C-7ECE-44B7-B7D3-95A952A9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5543550"/>
            <a:ext cx="1228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False Statement</a:t>
            </a:r>
          </a:p>
        </p:txBody>
      </p:sp>
      <p:sp>
        <p:nvSpPr>
          <p:cNvPr id="188" name="AI067-92">
            <a:extLst xmlns:a="http://schemas.openxmlformats.org/drawingml/2006/main">
              <a:ext uri="{FF2B5EF4-FFF2-40B4-BE49-F238E27FC236}">
                <a16:creationId xmlns:a16="http://schemas.microsoft.com/office/drawing/2014/main" id="{F184BD54-B079-4DD9-877F-27B68A7F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" y="3829050"/>
            <a:ext cx="9810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723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189" name="Text MediEval">
            <a:extLst xmlns:a="http://schemas.openxmlformats.org/drawingml/2006/main">
              <a:ext uri="{FF2B5EF4-FFF2-40B4-BE49-F238E27FC236}">
                <a16:creationId xmlns:a16="http://schemas.microsoft.com/office/drawing/2014/main" id="{54C2E0CD-FAD0-4D0E-A8A8-906A21D8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" y="3829050"/>
            <a:ext cx="933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MediEval</a:t>
            </a:r>
          </a:p>
        </p:txBody>
      </p:sp>
      <p:sp>
        <p:nvSpPr>
          <p:cNvPr id="190" name="AI067-route-93">
            <a:extLst xmlns:a="http://schemas.openxmlformats.org/drawingml/2006/main">
              <a:ext uri="{FF2B5EF4-FFF2-40B4-BE49-F238E27FC236}">
                <a16:creationId xmlns:a16="http://schemas.microsoft.com/office/drawing/2014/main" id="{708C67A7-4977-4EC8-B3C4-F60D402A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00525"/>
            <a:ext cx="3009900" cy="133350"/>
          </a:xfrm>
          <a:custGeom xmlns:a="http://schemas.openxmlformats.org/drawingml/2006/main">
            <a:pathLst>
              <a:path w="3009900" h="133350">
                <a:moveTo>
                  <a:pt x="0" y="0"/>
                </a:moveTo>
                <a:lnTo>
                  <a:pt x="3009900" y="0"/>
                </a:lnTo>
                <a:lnTo>
                  <a:pt x="300990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191" name="AI067-route-94">
            <a:extLst xmlns:a="http://schemas.openxmlformats.org/drawingml/2006/main">
              <a:ext uri="{FF2B5EF4-FFF2-40B4-BE49-F238E27FC236}">
                <a16:creationId xmlns:a16="http://schemas.microsoft.com/office/drawing/2014/main" id="{16511BBD-8ADB-405F-BDD8-894B4B52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7811" y="4272463"/>
            <a:ext cx="51929" cy="61412"/>
          </a:xfrm>
          <a:custGeom xmlns:a="http://schemas.openxmlformats.org/drawingml/2006/main">
            <a:pathLst>
              <a:path w="51929" h="61412">
                <a:moveTo>
                  <a:pt x="25964" y="61412"/>
                </a:moveTo>
                <a:lnTo>
                  <a:pt x="0" y="0"/>
                </a:lnTo>
                <a:lnTo>
                  <a:pt x="51929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92" name="AI067-route-95">
            <a:extLst xmlns:a="http://schemas.openxmlformats.org/drawingml/2006/main">
              <a:ext uri="{FF2B5EF4-FFF2-40B4-BE49-F238E27FC236}">
                <a16:creationId xmlns:a16="http://schemas.microsoft.com/office/drawing/2014/main" id="{5C393DDB-DDE2-4F2B-9B5B-468FFC1A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10" cy="276225"/>
          </a:xfrm>
          <a:custGeom xmlns:a="http://schemas.openxmlformats.org/drawingml/2006/main">
            <a:pathLst>
              <a:path w="10" h="276225">
                <a:moveTo>
                  <a:pt x="0" y="0"/>
                </a:moveTo>
                <a:lnTo>
                  <a:pt x="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193" name="AI067-route-96">
            <a:extLst xmlns:a="http://schemas.openxmlformats.org/drawingml/2006/main">
              <a:ext uri="{FF2B5EF4-FFF2-40B4-BE49-F238E27FC236}">
                <a16:creationId xmlns:a16="http://schemas.microsoft.com/office/drawing/2014/main" id="{E3F620AE-BBE0-4F3B-B2C1-9AF509A1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436" y="4415338"/>
            <a:ext cx="51929" cy="61412"/>
          </a:xfrm>
          <a:custGeom xmlns:a="http://schemas.openxmlformats.org/drawingml/2006/main">
            <a:pathLst>
              <a:path w="51929" h="61412">
                <a:moveTo>
                  <a:pt x="25964" y="61412"/>
                </a:moveTo>
                <a:lnTo>
                  <a:pt x="0" y="0"/>
                </a:lnTo>
                <a:lnTo>
                  <a:pt x="51929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94" name="AI067-97">
            <a:extLst xmlns:a="http://schemas.openxmlformats.org/drawingml/2006/main">
              <a:ext uri="{FF2B5EF4-FFF2-40B4-BE49-F238E27FC236}">
                <a16:creationId xmlns:a16="http://schemas.microsoft.com/office/drawing/2014/main" id="{C07AC3B1-AC8D-4035-A7A1-C4C591B7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" y="4476750"/>
            <a:ext cx="1752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666666"/>
            </a:solidFill>
          </a:ln>
        </p:spPr>
      </p:sp>
      <p:sp>
        <p:nvSpPr>
          <p:cNvPr id="195" name="Text LLM Evaluation&#10;- 2 Proprietary&#10;- 10 Open-Source&#10;- 3 Biomedical">
            <a:extLst xmlns:a="http://schemas.openxmlformats.org/drawingml/2006/main">
              <a:ext uri="{FF2B5EF4-FFF2-40B4-BE49-F238E27FC236}">
                <a16:creationId xmlns:a16="http://schemas.microsoft.com/office/drawing/2014/main" id="{6FA47DC2-D412-4C92-B2E8-E60CE94F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" y="4514850"/>
            <a:ext cx="1695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LLM Evaluation</a:t>
            </a:r>
          </a:p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- 2 Proprietary</a:t>
            </a:r>
          </a:p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- 10 Open-Source</a:t>
            </a:r>
          </a:p>
          <a:p xmlns:a="http://schemas.openxmlformats.org/drawingml/2006/main">
            <a: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- 3 Biomedical</a:t>
            </a:r>
          </a:p>
        </p:txBody>
      </p:sp>
      <p:sp>
        <p:nvSpPr>
          <p:cNvPr id="196" name="AI067-98">
            <a:extLst xmlns:a="http://schemas.openxmlformats.org/drawingml/2006/main">
              <a:ext uri="{FF2B5EF4-FFF2-40B4-BE49-F238E27FC236}">
                <a16:creationId xmlns:a16="http://schemas.microsoft.com/office/drawing/2014/main" id="{1241CEBD-4537-4D13-89D8-94337458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2625" y="4343400"/>
            <a:ext cx="31718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666666"/>
            </a:solidFill>
          </a:ln>
        </p:spPr>
      </p:sp>
      <p:sp>
        <p:nvSpPr>
          <p:cNvPr id="197" name="Text Novel Evaluation Metrics">
            <a:extLst xmlns:a="http://schemas.openxmlformats.org/drawingml/2006/main">
              <a:ext uri="{FF2B5EF4-FFF2-40B4-BE49-F238E27FC236}">
                <a16:creationId xmlns:a16="http://schemas.microsoft.com/office/drawing/2014/main" id="{62C88E85-344C-43D1-8563-5FC7E059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9775" y="4362450"/>
            <a:ext cx="30575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Novel Evaluation Metrics</a:t>
            </a:r>
          </a:p>
        </p:txBody>
      </p:sp>
      <p:sp>
        <p:nvSpPr>
          <p:cNvPr id="198" name="Text Critical-Error Rates:">
            <a:extLst xmlns:a="http://schemas.openxmlformats.org/drawingml/2006/main">
              <a:ext uri="{FF2B5EF4-FFF2-40B4-BE49-F238E27FC236}">
                <a16:creationId xmlns:a16="http://schemas.microsoft.com/office/drawing/2014/main" id="{1F4ABE76-121F-4B54-8C3F-2567679F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0725" y="4581525"/>
            <a:ext cx="3095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Critical-Error Rates:</a:t>
            </a:r>
          </a:p>
        </p:txBody>
      </p:sp>
      <p:sp>
        <p:nvSpPr>
          <p:cNvPr id="199" name="Text Q2-&gt;Q1 HSR: Hallucinated Support Rate&#10;Q3-&gt;Q1 TIR: Truth Inversion Rate">
            <a:extLst xmlns:a="http://schemas.openxmlformats.org/drawingml/2006/main">
              <a:ext uri="{FF2B5EF4-FFF2-40B4-BE49-F238E27FC236}">
                <a16:creationId xmlns:a16="http://schemas.microsoft.com/office/drawing/2014/main" id="{E02F0672-3792-4BB2-923D-C798BCD4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4781550"/>
            <a:ext cx="3105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Q2-&gt;Q1 HSR: Hallucinated Support Rate</a:t>
            </a:r>
          </a:p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Q3-&gt;Q1 TIR: Truth Inversion Rate</a:t>
            </a:r>
          </a:p>
        </p:txBody>
      </p:sp>
      <p:sp>
        <p:nvSpPr>
          <p:cNvPr id="200" name="AI067-route-99">
            <a:extLst xmlns:a="http://schemas.openxmlformats.org/drawingml/2006/main">
              <a:ext uri="{FF2B5EF4-FFF2-40B4-BE49-F238E27FC236}">
                <a16:creationId xmlns:a16="http://schemas.microsoft.com/office/drawing/2014/main" id="{B38FF841-FBAF-4B97-80D2-98FEE23F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867275"/>
            <a:ext cx="314325" cy="10"/>
          </a:xfrm>
          <a:custGeom xmlns:a="http://schemas.openxmlformats.org/drawingml/2006/main">
            <a:pathLst>
              <a:path w="314325" h="10">
                <a:moveTo>
                  <a:pt x="3143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11111"/>
            </a:solidFill>
          </a:ln>
        </p:spPr>
      </p:sp>
      <p:sp>
        <p:nvSpPr>
          <p:cNvPr id="201" name="AI067-route-100">
            <a:extLst xmlns:a="http://schemas.openxmlformats.org/drawingml/2006/main">
              <a:ext uri="{FF2B5EF4-FFF2-40B4-BE49-F238E27FC236}">
                <a16:creationId xmlns:a16="http://schemas.microsoft.com/office/drawing/2014/main" id="{7004DC53-2888-4F93-A0B8-1A92B842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841311"/>
            <a:ext cx="61412" cy="51929"/>
          </a:xfrm>
          <a:custGeom xmlns:a="http://schemas.openxmlformats.org/drawingml/2006/main">
            <a:pathLst>
              <a:path w="61412" h="51929">
                <a:moveTo>
                  <a:pt x="0" y="25964"/>
                </a:moveTo>
                <a:lnTo>
                  <a:pt x="61412" y="0"/>
                </a:lnTo>
                <a:lnTo>
                  <a:pt x="61412" y="51929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02" name="AI067-route-101">
            <a:extLst xmlns:a="http://schemas.openxmlformats.org/drawingml/2006/main">
              <a:ext uri="{FF2B5EF4-FFF2-40B4-BE49-F238E27FC236}">
                <a16:creationId xmlns:a16="http://schemas.microsoft.com/office/drawing/2014/main" id="{F3260D7F-140D-4FB0-959A-EDD685AB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29225"/>
            <a:ext cx="1628775" cy="533400"/>
          </a:xfrm>
          <a:custGeom xmlns:a="http://schemas.openxmlformats.org/drawingml/2006/main">
            <a:pathLst>
              <a:path w="1628775" h="533400">
                <a:moveTo>
                  <a:pt x="0" y="533400"/>
                </a:moveTo>
                <a:lnTo>
                  <a:pt x="1628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203" name="AI067-route-102">
            <a:extLst xmlns:a="http://schemas.openxmlformats.org/drawingml/2006/main">
              <a:ext uri="{FF2B5EF4-FFF2-40B4-BE49-F238E27FC236}">
                <a16:creationId xmlns:a16="http://schemas.microsoft.com/office/drawing/2014/main" id="{1A8EA2E2-102F-478E-BF29-DB009220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282" y="5223663"/>
            <a:ext cx="66443" cy="49350"/>
          </a:xfrm>
          <a:custGeom xmlns:a="http://schemas.openxmlformats.org/drawingml/2006/main">
            <a:pathLst>
              <a:path w="66443" h="49350">
                <a:moveTo>
                  <a:pt x="66443" y="5562"/>
                </a:moveTo>
                <a:lnTo>
                  <a:pt x="16161" y="493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04" name="Text Improves">
            <a:extLst xmlns:a="http://schemas.openxmlformats.org/drawingml/2006/main">
              <a:ext uri="{FF2B5EF4-FFF2-40B4-BE49-F238E27FC236}">
                <a16:creationId xmlns:a16="http://schemas.microsoft.com/office/drawing/2014/main" id="{CC756942-CBEA-4683-8433-45D8F886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40000">
            <a:off x="1676400" y="5295900"/>
            <a:ext cx="1162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382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382E"/>
                </a:solidFill>
                <a:latin typeface="Arial"/>
                <a:ea typeface="Arial"/>
                <a:cs typeface="Arial"/>
              </a:rPr>
              <a:t>Improves</a:t>
            </a:r>
          </a:p>
        </p:txBody>
      </p:sp>
      <p:sp>
        <p:nvSpPr>
          <p:cNvPr id="205" name="AI067-103">
            <a:extLst xmlns:a="http://schemas.openxmlformats.org/drawingml/2006/main">
              <a:ext uri="{FF2B5EF4-FFF2-40B4-BE49-F238E27FC236}">
                <a16:creationId xmlns:a16="http://schemas.microsoft.com/office/drawing/2014/main" id="{CCE7E7DA-5FA1-40C4-A11A-20556FDF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5175" y="5238750"/>
            <a:ext cx="1657350" cy="1228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666666"/>
            </a:solidFill>
          </a:ln>
        </p:spPr>
      </p:sp>
      <p:sp>
        <p:nvSpPr>
          <p:cNvPr id="206" name="Text Preference Pairs:">
            <a:extLst xmlns:a="http://schemas.openxmlformats.org/drawingml/2006/main">
              <a:ext uri="{FF2B5EF4-FFF2-40B4-BE49-F238E27FC236}">
                <a16:creationId xmlns:a16="http://schemas.microsoft.com/office/drawing/2014/main" id="{868E3130-38E3-442B-8F58-53523981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9475" y="5248275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Preference Pairs:</a:t>
            </a:r>
          </a:p>
        </p:txBody>
      </p:sp>
      <p:sp>
        <p:nvSpPr>
          <p:cNvPr id="207" name="Text › Q1 vs. Q2&#10;› Q1 vs. Q3&#10;› Q1 vs. Q4&#10;› Q1 vs. Q2+Q3+Q4&#10;› Curriculum">
            <a:extLst xmlns:a="http://schemas.openxmlformats.org/drawingml/2006/main">
              <a:ext uri="{FF2B5EF4-FFF2-40B4-BE49-F238E27FC236}">
                <a16:creationId xmlns:a16="http://schemas.microsoft.com/office/drawing/2014/main" id="{148B6B3C-224F-457A-B3FF-67177E33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43275" y="5495925"/>
            <a:ext cx="1600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› Q1 vs. Q2</a:t>
            </a:r>
          </a:p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› Q1 vs. Q3</a:t>
            </a:r>
          </a:p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› Q1 vs. Q4</a:t>
            </a:r>
          </a:p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› Q1 vs. Q2+Q3+Q4</a:t>
            </a:r>
          </a:p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› Curriculum</a:t>
            </a:r>
          </a:p>
        </p:txBody>
      </p:sp>
      <p:sp>
        <p:nvSpPr>
          <p:cNvPr id="208" name="AI067-route-104">
            <a:extLst xmlns:a="http://schemas.openxmlformats.org/drawingml/2006/main">
              <a:ext uri="{FF2B5EF4-FFF2-40B4-BE49-F238E27FC236}">
                <a16:creationId xmlns:a16="http://schemas.microsoft.com/office/drawing/2014/main" id="{FC83CDD5-E7B0-47B7-BB2C-CA3E6791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5267325"/>
            <a:ext cx="361950" cy="542925"/>
          </a:xfrm>
          <a:custGeom xmlns:a="http://schemas.openxmlformats.org/drawingml/2006/main">
            <a:pathLst>
              <a:path w="361950" h="542925">
                <a:moveTo>
                  <a:pt x="361950" y="0"/>
                </a:moveTo>
                <a:lnTo>
                  <a:pt x="0" y="5429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209" name="AI067-route-105">
            <a:extLst xmlns:a="http://schemas.openxmlformats.org/drawingml/2006/main">
              <a:ext uri="{FF2B5EF4-FFF2-40B4-BE49-F238E27FC236}">
                <a16:creationId xmlns:a16="http://schemas.microsoft.com/office/drawing/2014/main" id="{3A8D7B7F-9CF3-4C3C-84C5-5FBE7D08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5744750"/>
            <a:ext cx="55669" cy="65500"/>
          </a:xfrm>
          <a:custGeom xmlns:a="http://schemas.openxmlformats.org/drawingml/2006/main">
            <a:pathLst>
              <a:path w="55669" h="65500">
                <a:moveTo>
                  <a:pt x="0" y="65500"/>
                </a:moveTo>
                <a:lnTo>
                  <a:pt x="12461" y="0"/>
                </a:lnTo>
                <a:lnTo>
                  <a:pt x="55669" y="2880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10" name="AI067-106">
            <a:extLst xmlns:a="http://schemas.openxmlformats.org/drawingml/2006/main">
              <a:ext uri="{FF2B5EF4-FFF2-40B4-BE49-F238E27FC236}">
                <a16:creationId xmlns:a16="http://schemas.microsoft.com/office/drawing/2014/main" id="{955B3B5C-5940-4414-A4CF-71682079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" y="5791200"/>
            <a:ext cx="25431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DAEB"/>
          </a:solidFill>
          <a:ln xmlns:a="http://schemas.openxmlformats.org/drawingml/2006/main" w="6668">
            <a:solidFill>
              <a:srgbClr val="333333"/>
            </a:solidFill>
          </a:ln>
        </p:spPr>
      </p:sp>
      <p:sp>
        <p:nvSpPr>
          <p:cNvPr id="211" name="Text CoRFu">
            <a:extLst xmlns:a="http://schemas.openxmlformats.org/drawingml/2006/main">
              <a:ext uri="{FF2B5EF4-FFF2-40B4-BE49-F238E27FC236}">
                <a16:creationId xmlns:a16="http://schemas.microsoft.com/office/drawing/2014/main" id="{B5F1034B-A1DE-4EA9-913B-93F0ACAA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" y="58007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CoRFu</a:t>
            </a:r>
          </a:p>
        </p:txBody>
      </p:sp>
      <p:sp>
        <p:nvSpPr>
          <p:cNvPr id="212" name="Text Counterfactual Risk-Aware Fine-Tuning">
            <a:extLst xmlns:a="http://schemas.openxmlformats.org/drawingml/2006/main">
              <a:ext uri="{FF2B5EF4-FFF2-40B4-BE49-F238E27FC236}">
                <a16:creationId xmlns:a16="http://schemas.microsoft.com/office/drawing/2014/main" id="{12228B99-338D-4677-8349-D0C1AC94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" y="60579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Counterfactual Risk-Aware Fine-Tuning</a:t>
            </a:r>
          </a:p>
        </p:txBody>
      </p:sp>
      <p:sp>
        <p:nvSpPr>
          <p:cNvPr id="213" name="AI067-route-107">
            <a:extLst xmlns:a="http://schemas.openxmlformats.org/drawingml/2006/main">
              <a:ext uri="{FF2B5EF4-FFF2-40B4-BE49-F238E27FC236}">
                <a16:creationId xmlns:a16="http://schemas.microsoft.com/office/drawing/2014/main" id="{A1169645-E8A1-43F6-9849-4CE0F4D6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019800"/>
            <a:ext cx="542925" cy="10"/>
          </a:xfrm>
          <a:custGeom xmlns:a="http://schemas.openxmlformats.org/drawingml/2006/main">
            <a:pathLst>
              <a:path w="542925" h="10">
                <a:moveTo>
                  <a:pt x="5429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11111"/>
            </a:solidFill>
          </a:ln>
        </p:spPr>
      </p:sp>
      <p:sp>
        <p:nvSpPr>
          <p:cNvPr id="214" name="AI067-route-108">
            <a:extLst xmlns:a="http://schemas.openxmlformats.org/drawingml/2006/main">
              <a:ext uri="{FF2B5EF4-FFF2-40B4-BE49-F238E27FC236}">
                <a16:creationId xmlns:a16="http://schemas.microsoft.com/office/drawing/2014/main" id="{83348AE7-EF7D-41F8-921D-62A490D2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993836"/>
            <a:ext cx="61412" cy="51929"/>
          </a:xfrm>
          <a:custGeom xmlns:a="http://schemas.openxmlformats.org/drawingml/2006/main">
            <a:pathLst>
              <a:path w="61412" h="51929">
                <a:moveTo>
                  <a:pt x="0" y="25964"/>
                </a:moveTo>
                <a:lnTo>
                  <a:pt x="61412" y="0"/>
                </a:lnTo>
                <a:lnTo>
                  <a:pt x="61412" y="51929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441732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2026-09-08T02:24:28.0840000Z</dcterms:created>
  <dcterms:modified xsi:type="dcterms:W3CDTF">2026-09-08T02:24:28.0840000Z</dcterms:modified>
</coreProperties>
</file>