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6b6e8389f044cb" /><Relationship Type="http://schemas.openxmlformats.org/officeDocument/2006/relationships/extended-properties" Target="/docProps/app.xml" Id="Rb8ecc621a9af4250" /><Relationship Type="http://schemas.openxmlformats.org/officeDocument/2006/relationships/officeDocument" Target="/ppt/presentation.xml" Id="Re51e3af8c6e648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7cbf41386d490a"/>
  </p:sldMasterIdLst>
  <p:notesMasterIdLst>
    <p:notesMasterId xmlns:r="http://schemas.openxmlformats.org/officeDocument/2006/relationships" r:id="R7e4eda2051b04c73"/>
  </p:notesMasterIdLst>
  <p:sldIdLst>
    <p:sldId xmlns:r="http://schemas.openxmlformats.org/officeDocument/2006/relationships" id="256" r:id="R1192bb64240140b0"/>
  </p:sldIdLst>
  <p:sldSz cx="12773025" cy="44862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63e9127cf048d6" /><Relationship Type="http://schemas.openxmlformats.org/officeDocument/2006/relationships/slideMaster" Target="/ppt/slideMasters/slideMaster1.xml" Id="R287cbf41386d490a" /><Relationship Type="http://schemas.openxmlformats.org/officeDocument/2006/relationships/notesMaster" Target="/ppt/notesMasters/notesMaster1.xml" Id="R7e4eda2051b04c73" /><Relationship Type="http://schemas.openxmlformats.org/officeDocument/2006/relationships/presProps" Target="/ppt/presProps.xml" Id="R2fa09476c95f4a64" /><Relationship Type="http://schemas.openxmlformats.org/officeDocument/2006/relationships/tableStyles" Target="/ppt/tableStyles.xml" Id="Re408511ce53948b0" /><Relationship Type="http://schemas.openxmlformats.org/officeDocument/2006/relationships/slide" Target="/ppt/slides/slide1.xml" Id="R1192bb64240140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fe0b37f5c646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4d0a1fe0354163" /><Relationship Type="http://schemas.openxmlformats.org/officeDocument/2006/relationships/notesMaster" Target="/ppt/notesMasters/notesMaster1.xml" Id="R8ba66efc3db942b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素材ID：AI-059</ns1:t>
            </ns1:r>
          </ns1:p>
          <ns1:p>
            <ns1:r>
              <ns1:t>论文：HALoGEN: Fantastic LLM Hallucinations and Where to Find Them</ns1:t>
            </ns1:r>
          </ns1:p>
          <ns1:p>
            <ns1:r>
              <ns1:t>会议：ACL 2025</ns1:t>
            </ns1:r>
          </ns1:p>
          <ns1:p>
            <ns1:r>
              <ns1:t>奖项：Outstanding Paper</ns1:t>
            </ns1:r>
          </ns1:p>
          <ns1:p>
            <ns1:r>
              <ns1:t>图号：Figure 1，PDF第2页</ns1:t>
            </ns1:r>
          </ns1:p>
          <ns1:p>
            <ns1:r>
              <ns1:t>类型：研究流程</ns1:t>
            </ns1:r>
          </ns1:p>
          <ns1:p>
            <ns1:r>
              <ns1:t>借鉴点：两行真实例子按提示、回答分解、外部验证、错误来源分类四阶段对齐。</ns1:t>
            </ns1:r>
          </ns1:p>
          <ns1:p>
            <ns1:r>
              <ns1:t>论文URL：https://aclanthology.org/2025.acl-long.71/</ns1:t>
            </ns1:r>
          </ns1:p>
          <ns1:p>
            <ns1:r>
              <ns1:t>官方获奖URL：https://2025.aclweb.org/program/awards/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c044585484b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104da989c54e5a" /><Relationship Type="http://schemas.openxmlformats.org/officeDocument/2006/relationships/slideLayout" Target="/ppt/slideLayouts/slideLayout1.xml" Id="Rf5af8c852e4d4e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af8c852e4d4e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e51333daf4d84" /><Relationship Type="http://schemas.openxmlformats.org/officeDocument/2006/relationships/image" Target="/ppt/media/image.png" Id="R251633cf93c94d6b" /><Relationship Type="http://schemas.openxmlformats.org/officeDocument/2006/relationships/image" Target="/ppt/media/image2.png" Id="R6cbdcf887a8a45de" /><Relationship Type="http://schemas.openxmlformats.org/officeDocument/2006/relationships/image" Target="/ppt/media/image3.png" Id="R4b948a900aae437b" /><Relationship Type="http://schemas.openxmlformats.org/officeDocument/2006/relationships/image" Target="/ppt/media/image4.png" Id="Rae6a0bca2f0a4409" /><Relationship Type="http://schemas.openxmlformats.org/officeDocument/2006/relationships/notesSlide" Target="/ppt/notesSlides/notesSlide1.xml" Id="Re95543af5df04e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7" name="AI-059-1">
            <a:extLst xmlns:a="http://schemas.openxmlformats.org/drawingml/2006/main">
              <a:ext uri="{FF2B5EF4-FFF2-40B4-BE49-F238E27FC236}">
                <a16:creationId xmlns:a16="http://schemas.microsoft.com/office/drawing/2014/main" id="{598745B7-9304-433B-B183-2F7E802A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190500"/>
            <a:ext cx="1552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2" name="AI-059-2">
            <a:extLst xmlns:a="http://schemas.openxmlformats.org/drawingml/2006/main">
              <a:ext uri="{FF2B5EF4-FFF2-40B4-BE49-F238E27FC236}">
                <a16:creationId xmlns:a16="http://schemas.microsoft.com/office/drawing/2014/main" id="{4ACE094B-6D0C-4C65-9A88-CE19F90B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28575"/>
            <a:ext cx="33623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Model response</a:t>
            </a:r>
          </a:p>
          <a:p xmlns:a="http://schemas.openxmlformats.org/drawingml/2006/main">
            <a:pPr algn="ctr">
              <a:defRPr sz="19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decomposition</a:t>
            </a:r>
          </a:p>
        </p:txBody>
      </p:sp>
      <p:sp>
        <p:nvSpPr>
          <p:cNvPr id="3" name="AI-059-3">
            <a:extLst xmlns:a="http://schemas.openxmlformats.org/drawingml/2006/main">
              <a:ext uri="{FF2B5EF4-FFF2-40B4-BE49-F238E27FC236}">
                <a16:creationId xmlns:a16="http://schemas.microsoft.com/office/drawing/2014/main" id="{0E9789EB-77B8-4F39-B6C0-8B982A8D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28575"/>
            <a:ext cx="20574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Hallucination</a:t>
            </a:r>
          </a:p>
          <a:p xmlns:a="http://schemas.openxmlformats.org/drawingml/2006/main">
            <a:pPr algn="ctr">
              <a:defRPr sz="19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4" name="AI-059-4">
            <a:extLst xmlns:a="http://schemas.openxmlformats.org/drawingml/2006/main">
              <a:ext uri="{FF2B5EF4-FFF2-40B4-BE49-F238E27FC236}">
                <a16:creationId xmlns:a16="http://schemas.microsoft.com/office/drawing/2014/main" id="{EB5041FC-08EF-4C97-A95A-4A2EFA31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2300" y="285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Error</a:t>
            </a:r>
          </a:p>
          <a:p xmlns:a="http://schemas.openxmlformats.org/drawingml/2006/main">
            <a:pPr algn="ctr">
              <a:defRPr sz="195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5" name="AI-059-5">
            <a:extLst xmlns:a="http://schemas.openxmlformats.org/drawingml/2006/main">
              <a:ext uri="{FF2B5EF4-FFF2-40B4-BE49-F238E27FC236}">
                <a16:creationId xmlns:a16="http://schemas.microsoft.com/office/drawing/2014/main" id="{696931C6-2CD2-4EA4-A4A0-F5D61503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1390650"/>
            <a:ext cx="128587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</a:ln>
        </p:spPr>
      </p:sp>
      <p:sp>
        <p:nvSpPr>
          <p:cNvPr id="6" name="AI-059-6">
            <a:extLst xmlns:a="http://schemas.openxmlformats.org/drawingml/2006/main">
              <a:ext uri="{FF2B5EF4-FFF2-40B4-BE49-F238E27FC236}">
                <a16:creationId xmlns:a16="http://schemas.microsoft.com/office/drawing/2014/main" id="{C3E9FBE0-2BB9-4186-B4DF-B61C7531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1390650"/>
            <a:ext cx="1285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7" name="AI-059-7">
            <a:extLst xmlns:a="http://schemas.openxmlformats.org/drawingml/2006/main">
              <a:ext uri="{FF2B5EF4-FFF2-40B4-BE49-F238E27FC236}">
                <a16:creationId xmlns:a16="http://schemas.microsoft.com/office/drawing/2014/main" id="{1AC169DD-9C0F-4BEF-A99A-7416C9DB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3381375"/>
            <a:ext cx="128587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</a:ln>
        </p:spPr>
      </p:sp>
      <p:sp>
        <p:nvSpPr>
          <p:cNvPr id="8" name="AI-059-8">
            <a:extLst xmlns:a="http://schemas.openxmlformats.org/drawingml/2006/main">
              <a:ext uri="{FF2B5EF4-FFF2-40B4-BE49-F238E27FC236}">
                <a16:creationId xmlns:a16="http://schemas.microsoft.com/office/drawing/2014/main" id="{F18CC60B-1C9A-45B0-90BC-2A82D1D5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3381375"/>
            <a:ext cx="1285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Citation</a:t>
            </a:r>
          </a:p>
        </p:txBody>
      </p:sp>
      <p:sp>
        <p:nvSpPr>
          <p:cNvPr id="9" name="AI-059-9">
            <a:extLst xmlns:a="http://schemas.openxmlformats.org/drawingml/2006/main">
              <a:ext uri="{FF2B5EF4-FFF2-40B4-BE49-F238E27FC236}">
                <a16:creationId xmlns:a16="http://schemas.microsoft.com/office/drawing/2014/main" id="{4B87BDD5-57E8-40B4-AF6A-9AC2BECE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" y="1057275"/>
            <a:ext cx="2362200" cy="1476375"/>
          </a:xfrm>
          <a:prstGeom xmlns:a="http://schemas.openxmlformats.org/drawingml/2006/main" prst="roundRect">
            <a:avLst>
              <a:gd name="adj" fmla="val 16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27272"/>
            </a:solidFill>
          </a:ln>
        </p:spPr>
      </p:sp>
      <p:sp>
        <p:nvSpPr>
          <p:cNvPr id="10" name="AI-059-10">
            <a:extLst xmlns:a="http://schemas.openxmlformats.org/drawingml/2006/main">
              <a:ext uri="{FF2B5EF4-FFF2-40B4-BE49-F238E27FC236}">
                <a16:creationId xmlns:a16="http://schemas.microsoft.com/office/drawing/2014/main" id="{EA119C7C-EDAD-4ED8-A9F9-55300480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3050" y="3133725"/>
            <a:ext cx="2371725" cy="125730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27272"/>
            </a:solidFill>
          </a:ln>
        </p:spPr>
      </p:sp>
      <p:sp>
        <p:nvSpPr>
          <p:cNvPr id="11" name="AI-059-11">
            <a:extLst xmlns:a="http://schemas.openxmlformats.org/drawingml/2006/main">
              <a:ext uri="{FF2B5EF4-FFF2-40B4-BE49-F238E27FC236}">
                <a16:creationId xmlns:a16="http://schemas.microsoft.com/office/drawing/2014/main" id="{CAB13F88-13AA-4EF2-9EFD-4A3E7E42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7620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573F75CF-58F7-4BD9-B70F-4ABAAF93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2975"/>
            <a:ext cx="361950" cy="228600"/>
          </a:xfrm>
          <a:custGeom xmlns:a="http://schemas.openxmlformats.org/drawingml/2006/main">
            <a:pathLst>
              <a:path w="361950" h="228600">
                <a:moveTo>
                  <a:pt x="76200" y="0"/>
                </a:moveTo>
                <a:lnTo>
                  <a:pt x="285750" y="0"/>
                </a:lnTo>
                <a:lnTo>
                  <a:pt x="361950" y="95250"/>
                </a:lnTo>
                <a:lnTo>
                  <a:pt x="361950" y="228600"/>
                </a:lnTo>
                <a:lnTo>
                  <a:pt x="0" y="22860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D2965653-20F9-4610-8582-821F1E49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95350"/>
            <a:ext cx="381000" cy="238125"/>
          </a:xfrm>
          <a:custGeom xmlns:a="http://schemas.openxmlformats.org/drawingml/2006/main">
            <a:pathLst>
              <a:path w="381000" h="238125">
                <a:moveTo>
                  <a:pt x="0" y="0"/>
                </a:moveTo>
                <a:lnTo>
                  <a:pt x="381000" y="238125"/>
                </a:lnTo>
                <a:lnTo>
                  <a:pt x="114300" y="190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27272"/>
            </a:solidFill>
          </a:ln>
        </p:spPr>
      </p:sp>
      <p:sp>
        <p:nvSpPr>
          <p:cNvPr id="14" name="AI-059-14">
            <a:extLst xmlns:a="http://schemas.openxmlformats.org/drawingml/2006/main">
              <a:ext uri="{FF2B5EF4-FFF2-40B4-BE49-F238E27FC236}">
                <a16:creationId xmlns:a16="http://schemas.microsoft.com/office/drawing/2014/main" id="{7F7AA6D7-94A6-4AF2-95C1-784E6C4F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8479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F41693B9-78B7-4A61-A57F-380A7840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361950" cy="228600"/>
          </a:xfrm>
          <a:custGeom xmlns:a="http://schemas.openxmlformats.org/drawingml/2006/main">
            <a:pathLst>
              <a:path w="361950" h="228600">
                <a:moveTo>
                  <a:pt x="76200" y="0"/>
                </a:moveTo>
                <a:lnTo>
                  <a:pt x="285750" y="0"/>
                </a:lnTo>
                <a:lnTo>
                  <a:pt x="361950" y="95250"/>
                </a:lnTo>
                <a:lnTo>
                  <a:pt x="361950" y="228600"/>
                </a:lnTo>
                <a:lnTo>
                  <a:pt x="0" y="22860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B305DEEE-1A43-43DF-BEF8-5F29C724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81325"/>
            <a:ext cx="381000" cy="238125"/>
          </a:xfrm>
          <a:custGeom xmlns:a="http://schemas.openxmlformats.org/drawingml/2006/main">
            <a:pathLst>
              <a:path w="381000" h="238125">
                <a:moveTo>
                  <a:pt x="0" y="0"/>
                </a:moveTo>
                <a:lnTo>
                  <a:pt x="381000" y="238125"/>
                </a:lnTo>
                <a:lnTo>
                  <a:pt x="114300" y="190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27272"/>
            </a:solidFill>
          </a:ln>
        </p:spPr>
      </p:sp>
      <p:sp>
        <p:nvSpPr>
          <p:cNvPr id="17" name="AI-059-17">
            <a:extLst xmlns:a="http://schemas.openxmlformats.org/drawingml/2006/main">
              <a:ext uri="{FF2B5EF4-FFF2-40B4-BE49-F238E27FC236}">
                <a16:creationId xmlns:a16="http://schemas.microsoft.com/office/drawing/2014/main" id="{78B8F393-F775-4476-8966-A925640C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819150"/>
            <a:ext cx="371475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</p:sp>
      <p:sp>
        <p:nvSpPr>
          <p:cNvPr id="18" name="line-18">
            <a:extLst xmlns:a="http://schemas.openxmlformats.org/drawingml/2006/main">
              <a:ext uri="{FF2B5EF4-FFF2-40B4-BE49-F238E27FC236}">
                <a16:creationId xmlns:a16="http://schemas.microsoft.com/office/drawing/2014/main" id="{611A8AAF-9955-4966-A12B-A6D543B1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057275"/>
            <a:ext cx="371475" cy="10"/>
          </a:xfrm>
          <a:custGeom xmlns:a="http://schemas.openxmlformats.org/drawingml/2006/main">
            <a:pathLst>
              <a:path w="371475" h="10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33333"/>
            </a:solidFill>
          </a:ln>
        </p:spPr>
      </p:sp>
      <p:sp>
        <p:nvSpPr>
          <p:cNvPr id="19" name="line-19">
            <a:extLst xmlns:a="http://schemas.openxmlformats.org/drawingml/2006/main">
              <a:ext uri="{FF2B5EF4-FFF2-40B4-BE49-F238E27FC236}">
                <a16:creationId xmlns:a16="http://schemas.microsoft.com/office/drawing/2014/main" id="{16086B11-68DC-4880-AD54-A0B70DA6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085850"/>
            <a:ext cx="10" cy="66675"/>
          </a:xfrm>
          <a:custGeom xmlns:a="http://schemas.openxmlformats.org/drawingml/2006/main">
            <a:pathLst>
              <a:path w="10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33333"/>
            </a:solidFill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FC1D94DA-81D1-4DC8-BBC4-BEE66710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143000"/>
            <a:ext cx="171450" cy="28575"/>
          </a:xfrm>
          <a:custGeom xmlns:a="http://schemas.openxmlformats.org/drawingml/2006/main">
            <a:pathLst>
              <a:path w="171450" h="28575">
                <a:moveTo>
                  <a:pt x="0" y="28575"/>
                </a:moveTo>
                <a:lnTo>
                  <a:pt x="171450" y="28575"/>
                </a:ln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1" name="AI-059-21">
            <a:extLst xmlns:a="http://schemas.openxmlformats.org/drawingml/2006/main">
              <a:ext uri="{FF2B5EF4-FFF2-40B4-BE49-F238E27FC236}">
                <a16:creationId xmlns:a16="http://schemas.microsoft.com/office/drawing/2014/main" id="{C605B6DD-B458-4202-AF7E-E11CC9B4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2971800"/>
            <a:ext cx="371475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</p:sp>
      <p:sp>
        <p:nvSpPr>
          <p:cNvPr id="22" name="line-22">
            <a:extLst xmlns:a="http://schemas.openxmlformats.org/drawingml/2006/main">
              <a:ext uri="{FF2B5EF4-FFF2-40B4-BE49-F238E27FC236}">
                <a16:creationId xmlns:a16="http://schemas.microsoft.com/office/drawing/2014/main" id="{43BB8B0C-9349-40BE-8F58-EC069F4D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209925"/>
            <a:ext cx="371475" cy="10"/>
          </a:xfrm>
          <a:custGeom xmlns:a="http://schemas.openxmlformats.org/drawingml/2006/main">
            <a:pathLst>
              <a:path w="371475" h="10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33333"/>
            </a:solidFill>
          </a:ln>
        </p:spPr>
      </p:sp>
      <p:sp>
        <p:nvSpPr>
          <p:cNvPr id="23" name="line-23">
            <a:extLst xmlns:a="http://schemas.openxmlformats.org/drawingml/2006/main">
              <a:ext uri="{FF2B5EF4-FFF2-40B4-BE49-F238E27FC236}">
                <a16:creationId xmlns:a16="http://schemas.microsoft.com/office/drawing/2014/main" id="{27F6B72C-4111-469B-97BF-89FB9B5E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38500"/>
            <a:ext cx="10" cy="66675"/>
          </a:xfrm>
          <a:custGeom xmlns:a="http://schemas.openxmlformats.org/drawingml/2006/main">
            <a:pathLst>
              <a:path w="10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333333"/>
            </a:solidFill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B9FACDA3-F044-41DD-B662-42133936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295650"/>
            <a:ext cx="171450" cy="28575"/>
          </a:xfrm>
          <a:custGeom xmlns:a="http://schemas.openxmlformats.org/drawingml/2006/main">
            <a:pathLst>
              <a:path w="171450" h="28575">
                <a:moveTo>
                  <a:pt x="0" y="28575"/>
                </a:moveTo>
                <a:lnTo>
                  <a:pt x="171450" y="28575"/>
                </a:ln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25" name="AI-059-25">
            <a:extLst xmlns:a="http://schemas.openxmlformats.org/drawingml/2006/main">
              <a:ext uri="{FF2B5EF4-FFF2-40B4-BE49-F238E27FC236}">
                <a16:creationId xmlns:a16="http://schemas.microsoft.com/office/drawing/2014/main" id="{DAAC776E-242C-42EC-96F1-4716F6A4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1152525"/>
            <a:ext cx="2095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4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Load fname into a</a:t>
            </a:r>
          </a:p>
          <a:p xmlns:a="http://schemas.openxmlformats.org/drawingml/2006/main">
            <a:pPr algn="l">
              <a:defRPr sz="174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DataFrame and run</a:t>
            </a:r>
          </a:p>
          <a:p xmlns:a="http://schemas.openxmlformats.org/drawingml/2006/main">
            <a:pPr algn="l">
              <a:defRPr sz="174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linear regression</a:t>
            </a:r>
          </a:p>
          <a:p xmlns:a="http://schemas.openxmlformats.org/drawingml/2006/main">
            <a:pPr algn="l">
              <a:defRPr sz="174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predicting sales</a:t>
            </a:r>
          </a:p>
          <a:p xmlns:a="http://schemas.openxmlformats.org/drawingml/2006/main">
            <a:pPr algn="l">
              <a:defRPr sz="174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from ad spending.</a:t>
            </a:r>
          </a:p>
        </p:txBody>
      </p:sp>
      <p:sp>
        <p:nvSpPr>
          <p:cNvPr id="26" name="AI-059-26">
            <a:extLst xmlns:a="http://schemas.openxmlformats.org/drawingml/2006/main">
              <a:ext uri="{FF2B5EF4-FFF2-40B4-BE49-F238E27FC236}">
                <a16:creationId xmlns:a16="http://schemas.microsoft.com/office/drawing/2014/main" id="{D3636641-3892-4667-AAA1-7EDFBEB3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3219450"/>
            <a:ext cx="209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4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Have any papers</a:t>
            </a:r>
          </a:p>
          <a:p xmlns:a="http://schemas.openxmlformats.org/drawingml/2006/main">
            <a:pPr algn="l">
              <a:defRPr sz="174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shown that COVID</a:t>
            </a:r>
          </a:p>
          <a:p xmlns:a="http://schemas.openxmlformats.org/drawingml/2006/main">
            <a:pPr algn="l">
              <a:defRPr sz="174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vaccines can affect</a:t>
            </a:r>
          </a:p>
          <a:p xmlns:a="http://schemas.openxmlformats.org/drawingml/2006/main">
            <a:pPr algn="l">
              <a:defRPr sz="174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your DNA?</a:t>
            </a:r>
          </a:p>
        </p:txBody>
      </p:sp>
      <p:sp>
        <p:nvSpPr>
          <p:cNvPr id="27" name="AI-059-27">
            <a:extLst xmlns:a="http://schemas.openxmlformats.org/drawingml/2006/main">
              <a:ext uri="{FF2B5EF4-FFF2-40B4-BE49-F238E27FC236}">
                <a16:creationId xmlns:a16="http://schemas.microsoft.com/office/drawing/2014/main" id="{85073604-0F7F-43CD-B967-496E0996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1114425"/>
            <a:ext cx="33909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27272"/>
            </a:solidFill>
          </a:ln>
        </p:spPr>
      </p:sp>
      <p:sp>
        <p:nvSpPr>
          <p:cNvPr id="28" name="AI-059-28">
            <a:extLst xmlns:a="http://schemas.openxmlformats.org/drawingml/2006/main">
              <a:ext uri="{FF2B5EF4-FFF2-40B4-BE49-F238E27FC236}">
                <a16:creationId xmlns:a16="http://schemas.microsoft.com/office/drawing/2014/main" id="{DBAA46A3-552E-41FD-A443-443428CB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3295650"/>
            <a:ext cx="33813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27272"/>
            </a:solidFill>
          </a:ln>
        </p:spPr>
      </p:sp>
      <p:sp>
        <p:nvSpPr>
          <p:cNvPr id="29" name="AI-059-29">
            <a:extLst xmlns:a="http://schemas.openxmlformats.org/drawingml/2006/main">
              <a:ext uri="{FF2B5EF4-FFF2-40B4-BE49-F238E27FC236}">
                <a16:creationId xmlns:a16="http://schemas.microsoft.com/office/drawing/2014/main" id="{3B92C5DD-7011-4A84-A5BA-935FB320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1247775"/>
            <a:ext cx="2238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3F3"/>
          </a:solidFill>
          <a:ln xmlns:a="http://schemas.openxmlformats.org/drawingml/2006/main" w="0">
            <a:noFill/>
          </a:ln>
        </p:spPr>
      </p:sp>
      <p:sp>
        <p:nvSpPr>
          <p:cNvPr id="30" name="AI-059-30">
            <a:extLst xmlns:a="http://schemas.openxmlformats.org/drawingml/2006/main">
              <a:ext uri="{FF2B5EF4-FFF2-40B4-BE49-F238E27FC236}">
                <a16:creationId xmlns:a16="http://schemas.microsoft.com/office/drawing/2014/main" id="{643D1416-C2E4-4F8B-8314-07DFF916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14954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3F3"/>
          </a:solidFill>
          <a:ln xmlns:a="http://schemas.openxmlformats.org/drawingml/2006/main" w="0">
            <a:noFill/>
          </a:ln>
        </p:spPr>
      </p:sp>
      <p:sp>
        <p:nvSpPr>
          <p:cNvPr id="31" name="AI-059-31">
            <a:extLst xmlns:a="http://schemas.openxmlformats.org/drawingml/2006/main">
              <a:ext uri="{FF2B5EF4-FFF2-40B4-BE49-F238E27FC236}">
                <a16:creationId xmlns:a16="http://schemas.microsoft.com/office/drawing/2014/main" id="{407B0ADB-5D96-49A9-BB98-CF27FA59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i</a:t>
            </a:r>
          </a:p>
        </p:txBody>
      </p:sp>
      <p:sp>
        <p:nvSpPr>
          <p:cNvPr id="32" name="AI-059-32">
            <a:extLst xmlns:a="http://schemas.openxmlformats.org/drawingml/2006/main">
              <a:ext uri="{FF2B5EF4-FFF2-40B4-BE49-F238E27FC236}">
                <a16:creationId xmlns:a16="http://schemas.microsoft.com/office/drawing/2014/main" id="{027D0DD5-DAD7-4877-A1D9-A4892F1A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2460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m</a:t>
            </a:r>
          </a:p>
        </p:txBody>
      </p:sp>
      <p:sp>
        <p:nvSpPr>
          <p:cNvPr id="33" name="AI-059-33">
            <a:extLst xmlns:a="http://schemas.openxmlformats.org/drawingml/2006/main">
              <a:ext uri="{FF2B5EF4-FFF2-40B4-BE49-F238E27FC236}">
                <a16:creationId xmlns:a16="http://schemas.microsoft.com/office/drawing/2014/main" id="{E2A52A94-AA97-48BC-B312-87957B1C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1045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p</a:t>
            </a:r>
          </a:p>
        </p:txBody>
      </p:sp>
      <p:sp>
        <p:nvSpPr>
          <p:cNvPr id="34" name="AI-059-34">
            <a:extLst xmlns:a="http://schemas.openxmlformats.org/drawingml/2006/main">
              <a:ext uri="{FF2B5EF4-FFF2-40B4-BE49-F238E27FC236}">
                <a16:creationId xmlns:a16="http://schemas.microsoft.com/office/drawing/2014/main" id="{CD8C7C0E-D057-4C07-940A-3D78ED07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9630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o</a:t>
            </a:r>
          </a:p>
        </p:txBody>
      </p:sp>
      <p:sp>
        <p:nvSpPr>
          <p:cNvPr id="35" name="AI-059-35">
            <a:extLst xmlns:a="http://schemas.openxmlformats.org/drawingml/2006/main">
              <a:ext uri="{FF2B5EF4-FFF2-40B4-BE49-F238E27FC236}">
                <a16:creationId xmlns:a16="http://schemas.microsoft.com/office/drawing/2014/main" id="{E4F9AC29-3AFD-4C3D-9C56-A225C285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8215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r</a:t>
            </a:r>
          </a:p>
        </p:txBody>
      </p:sp>
      <p:sp>
        <p:nvSpPr>
          <p:cNvPr id="36" name="AI-059-36">
            <a:extLst xmlns:a="http://schemas.openxmlformats.org/drawingml/2006/main">
              <a:ext uri="{FF2B5EF4-FFF2-40B4-BE49-F238E27FC236}">
                <a16:creationId xmlns:a16="http://schemas.microsoft.com/office/drawing/2014/main" id="{5CD8260D-32B4-4B77-9D5E-14D81F0D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t</a:t>
            </a:r>
          </a:p>
        </p:txBody>
      </p:sp>
      <p:sp>
        <p:nvSpPr>
          <p:cNvPr id="37" name="AI-059-37">
            <a:extLst xmlns:a="http://schemas.openxmlformats.org/drawingml/2006/main">
              <a:ext uri="{FF2B5EF4-FFF2-40B4-BE49-F238E27FC236}">
                <a16:creationId xmlns:a16="http://schemas.microsoft.com/office/drawing/2014/main" id="{C094C037-E411-4080-AC5A-B6C96F6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5385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38" name="AI-059-38">
            <a:extLst xmlns:a="http://schemas.openxmlformats.org/drawingml/2006/main">
              <a:ext uri="{FF2B5EF4-FFF2-40B4-BE49-F238E27FC236}">
                <a16:creationId xmlns:a16="http://schemas.microsoft.com/office/drawing/2014/main" id="{9FF830E7-7530-4BB3-80C0-14F02CCB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3970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p</a:t>
            </a:r>
          </a:p>
        </p:txBody>
      </p:sp>
      <p:sp>
        <p:nvSpPr>
          <p:cNvPr id="39" name="AI-059-39">
            <a:extLst xmlns:a="http://schemas.openxmlformats.org/drawingml/2006/main">
              <a:ext uri="{FF2B5EF4-FFF2-40B4-BE49-F238E27FC236}">
                <a16:creationId xmlns:a16="http://schemas.microsoft.com/office/drawing/2014/main" id="{F3DB4C08-67C7-45D3-A877-B1182114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2555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a</a:t>
            </a:r>
          </a:p>
        </p:txBody>
      </p:sp>
      <p:sp>
        <p:nvSpPr>
          <p:cNvPr id="40" name="AI-059-40">
            <a:extLst xmlns:a="http://schemas.openxmlformats.org/drawingml/2006/main">
              <a:ext uri="{FF2B5EF4-FFF2-40B4-BE49-F238E27FC236}">
                <a16:creationId xmlns:a16="http://schemas.microsoft.com/office/drawing/2014/main" id="{03AAE932-7584-4696-8403-CF768315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1140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n</a:t>
            </a:r>
          </a:p>
        </p:txBody>
      </p:sp>
      <p:sp>
        <p:nvSpPr>
          <p:cNvPr id="41" name="AI-059-41">
            <a:extLst xmlns:a="http://schemas.openxmlformats.org/drawingml/2006/main">
              <a:ext uri="{FF2B5EF4-FFF2-40B4-BE49-F238E27FC236}">
                <a16:creationId xmlns:a16="http://schemas.microsoft.com/office/drawing/2014/main" id="{AE1DBBFD-B92B-4653-82C4-F505E4E9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d</a:t>
            </a:r>
          </a:p>
        </p:txBody>
      </p:sp>
      <p:sp>
        <p:nvSpPr>
          <p:cNvPr id="42" name="AI-059-42">
            <a:extLst xmlns:a="http://schemas.openxmlformats.org/drawingml/2006/main">
              <a:ext uri="{FF2B5EF4-FFF2-40B4-BE49-F238E27FC236}">
                <a16:creationId xmlns:a16="http://schemas.microsoft.com/office/drawing/2014/main" id="{3F84A706-5EB8-4E6C-972A-96D873E1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8310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a</a:t>
            </a:r>
          </a:p>
        </p:txBody>
      </p:sp>
      <p:sp>
        <p:nvSpPr>
          <p:cNvPr id="43" name="AI-059-43">
            <a:extLst xmlns:a="http://schemas.openxmlformats.org/drawingml/2006/main">
              <a:ext uri="{FF2B5EF4-FFF2-40B4-BE49-F238E27FC236}">
                <a16:creationId xmlns:a16="http://schemas.microsoft.com/office/drawing/2014/main" id="{7709D8F6-B33E-4065-A70F-43A7EE86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6895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s</a:t>
            </a:r>
          </a:p>
        </p:txBody>
      </p:sp>
      <p:sp>
        <p:nvSpPr>
          <p:cNvPr id="44" name="AI-059-44">
            <a:extLst xmlns:a="http://schemas.openxmlformats.org/drawingml/2006/main">
              <a:ext uri="{FF2B5EF4-FFF2-40B4-BE49-F238E27FC236}">
                <a16:creationId xmlns:a16="http://schemas.microsoft.com/office/drawing/2014/main" id="{C8180A4A-675E-4951-A2BA-B2301BE0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5480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45" name="AI-059-45">
            <a:extLst xmlns:a="http://schemas.openxmlformats.org/drawingml/2006/main">
              <a:ext uri="{FF2B5EF4-FFF2-40B4-BE49-F238E27FC236}">
                <a16:creationId xmlns:a16="http://schemas.microsoft.com/office/drawing/2014/main" id="{E542FAAF-CE44-4ACE-9164-12179E98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4065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a</a:t>
            </a:r>
          </a:p>
        </p:txBody>
      </p:sp>
      <p:sp>
        <p:nvSpPr>
          <p:cNvPr id="46" name="AI-059-46">
            <a:extLst xmlns:a="http://schemas.openxmlformats.org/drawingml/2006/main">
              <a:ext uri="{FF2B5EF4-FFF2-40B4-BE49-F238E27FC236}">
                <a16:creationId xmlns:a16="http://schemas.microsoft.com/office/drawing/2014/main" id="{A94CE205-FCBD-4648-B6CB-62643262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s</a:t>
            </a:r>
          </a:p>
        </p:txBody>
      </p:sp>
      <p:sp>
        <p:nvSpPr>
          <p:cNvPr id="47" name="AI-059-47">
            <a:extLst xmlns:a="http://schemas.openxmlformats.org/drawingml/2006/main">
              <a:ext uri="{FF2B5EF4-FFF2-40B4-BE49-F238E27FC236}">
                <a16:creationId xmlns:a16="http://schemas.microsoft.com/office/drawing/2014/main" id="{B408EB46-37AB-4A32-B021-F01C2E20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1235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48" name="AI-059-48">
            <a:extLst xmlns:a="http://schemas.openxmlformats.org/drawingml/2006/main">
              <a:ext uri="{FF2B5EF4-FFF2-40B4-BE49-F238E27FC236}">
                <a16:creationId xmlns:a16="http://schemas.microsoft.com/office/drawing/2014/main" id="{21A30821-B8F9-4C25-9A86-FADE743C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9820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p</a:t>
            </a:r>
          </a:p>
        </p:txBody>
      </p:sp>
      <p:sp>
        <p:nvSpPr>
          <p:cNvPr id="49" name="AI-059-49">
            <a:extLst xmlns:a="http://schemas.openxmlformats.org/drawingml/2006/main">
              <a:ext uri="{FF2B5EF4-FFF2-40B4-BE49-F238E27FC236}">
                <a16:creationId xmlns:a16="http://schemas.microsoft.com/office/drawing/2014/main" id="{7BBA71A9-B6AE-4AB9-831F-C100EFF9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8405" y="12096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d</a:t>
            </a:r>
          </a:p>
        </p:txBody>
      </p:sp>
      <p:sp>
        <p:nvSpPr>
          <p:cNvPr id="50" name="AI-059-50">
            <a:extLst xmlns:a="http://schemas.openxmlformats.org/drawingml/2006/main">
              <a:ext uri="{FF2B5EF4-FFF2-40B4-BE49-F238E27FC236}">
                <a16:creationId xmlns:a16="http://schemas.microsoft.com/office/drawing/2014/main" id="{71A45C12-12DA-420C-B2F0-BE609C14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i</a:t>
            </a:r>
          </a:p>
        </p:txBody>
      </p:sp>
      <p:sp>
        <p:nvSpPr>
          <p:cNvPr id="51" name="AI-059-51">
            <a:extLst xmlns:a="http://schemas.openxmlformats.org/drawingml/2006/main">
              <a:ext uri="{FF2B5EF4-FFF2-40B4-BE49-F238E27FC236}">
                <a16:creationId xmlns:a16="http://schemas.microsoft.com/office/drawing/2014/main" id="{D095821E-F37D-4BDA-8644-4D1A5B09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2460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m</a:t>
            </a:r>
          </a:p>
        </p:txBody>
      </p:sp>
      <p:sp>
        <p:nvSpPr>
          <p:cNvPr id="52" name="AI-059-52">
            <a:extLst xmlns:a="http://schemas.openxmlformats.org/drawingml/2006/main">
              <a:ext uri="{FF2B5EF4-FFF2-40B4-BE49-F238E27FC236}">
                <a16:creationId xmlns:a16="http://schemas.microsoft.com/office/drawing/2014/main" id="{2F6C68D5-4F5F-4010-8E08-8A5A05B5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1045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p</a:t>
            </a:r>
          </a:p>
        </p:txBody>
      </p:sp>
      <p:sp>
        <p:nvSpPr>
          <p:cNvPr id="53" name="AI-059-53">
            <a:extLst xmlns:a="http://schemas.openxmlformats.org/drawingml/2006/main">
              <a:ext uri="{FF2B5EF4-FFF2-40B4-BE49-F238E27FC236}">
                <a16:creationId xmlns:a16="http://schemas.microsoft.com/office/drawing/2014/main" id="{1833C510-320C-4ACF-875D-D311088B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9630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o</a:t>
            </a:r>
          </a:p>
        </p:txBody>
      </p:sp>
      <p:sp>
        <p:nvSpPr>
          <p:cNvPr id="54" name="AI-059-54">
            <a:extLst xmlns:a="http://schemas.openxmlformats.org/drawingml/2006/main">
              <a:ext uri="{FF2B5EF4-FFF2-40B4-BE49-F238E27FC236}">
                <a16:creationId xmlns:a16="http://schemas.microsoft.com/office/drawing/2014/main" id="{97F6E906-46FD-4C53-95FE-47F27A3E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8215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r</a:t>
            </a:r>
          </a:p>
        </p:txBody>
      </p:sp>
      <p:sp>
        <p:nvSpPr>
          <p:cNvPr id="55" name="AI-059-55">
            <a:extLst xmlns:a="http://schemas.openxmlformats.org/drawingml/2006/main">
              <a:ext uri="{FF2B5EF4-FFF2-40B4-BE49-F238E27FC236}">
                <a16:creationId xmlns:a16="http://schemas.microsoft.com/office/drawing/2014/main" id="{A567F245-24D2-42FB-9E43-B8E31A72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t</a:t>
            </a:r>
          </a:p>
        </p:txBody>
      </p:sp>
      <p:sp>
        <p:nvSpPr>
          <p:cNvPr id="56" name="AI-059-56">
            <a:extLst xmlns:a="http://schemas.openxmlformats.org/drawingml/2006/main">
              <a:ext uri="{FF2B5EF4-FFF2-40B4-BE49-F238E27FC236}">
                <a16:creationId xmlns:a16="http://schemas.microsoft.com/office/drawing/2014/main" id="{61EF83C3-A5B0-480C-BF7F-DA3E97EB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5385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57" name="AI-059-57">
            <a:extLst xmlns:a="http://schemas.openxmlformats.org/drawingml/2006/main">
              <a:ext uri="{FF2B5EF4-FFF2-40B4-BE49-F238E27FC236}">
                <a16:creationId xmlns:a16="http://schemas.microsoft.com/office/drawing/2014/main" id="{AC8D42CD-E82C-44DA-9909-4E60600D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3970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p</a:t>
            </a:r>
          </a:p>
        </p:txBody>
      </p:sp>
      <p:sp>
        <p:nvSpPr>
          <p:cNvPr id="58" name="AI-059-58">
            <a:extLst xmlns:a="http://schemas.openxmlformats.org/drawingml/2006/main">
              <a:ext uri="{FF2B5EF4-FFF2-40B4-BE49-F238E27FC236}">
                <a16:creationId xmlns:a16="http://schemas.microsoft.com/office/drawing/2014/main" id="{467F41BD-5EDF-444B-8AFF-B91C5FEE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2555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y</a:t>
            </a:r>
          </a:p>
        </p:txBody>
      </p:sp>
      <p:sp>
        <p:nvSpPr>
          <p:cNvPr id="59" name="AI-059-59">
            <a:extLst xmlns:a="http://schemas.openxmlformats.org/drawingml/2006/main">
              <a:ext uri="{FF2B5EF4-FFF2-40B4-BE49-F238E27FC236}">
                <a16:creationId xmlns:a16="http://schemas.microsoft.com/office/drawing/2014/main" id="{CC415A8C-622B-4EF7-A516-18B0DB20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1140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l</a:t>
            </a:r>
          </a:p>
        </p:txBody>
      </p:sp>
      <p:sp>
        <p:nvSpPr>
          <p:cNvPr id="60" name="AI-059-60">
            <a:extLst xmlns:a="http://schemas.openxmlformats.org/drawingml/2006/main">
              <a:ext uri="{FF2B5EF4-FFF2-40B4-BE49-F238E27FC236}">
                <a16:creationId xmlns:a16="http://schemas.microsoft.com/office/drawing/2014/main" id="{1B428B0A-1195-4D0A-8440-2CCCB67C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i</a:t>
            </a:r>
          </a:p>
        </p:txBody>
      </p:sp>
      <p:sp>
        <p:nvSpPr>
          <p:cNvPr id="61" name="AI-059-61">
            <a:extLst xmlns:a="http://schemas.openxmlformats.org/drawingml/2006/main">
              <a:ext uri="{FF2B5EF4-FFF2-40B4-BE49-F238E27FC236}">
                <a16:creationId xmlns:a16="http://schemas.microsoft.com/office/drawing/2014/main" id="{4874B613-4B84-4128-BFC6-73F7C399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8310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n</a:t>
            </a:r>
          </a:p>
        </p:txBody>
      </p:sp>
      <p:sp>
        <p:nvSpPr>
          <p:cNvPr id="62" name="AI-059-62">
            <a:extLst xmlns:a="http://schemas.openxmlformats.org/drawingml/2006/main">
              <a:ext uri="{FF2B5EF4-FFF2-40B4-BE49-F238E27FC236}">
                <a16:creationId xmlns:a16="http://schemas.microsoft.com/office/drawing/2014/main" id="{403A6DB2-9440-425D-BF5B-903D3F72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6895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r</a:t>
            </a:r>
          </a:p>
        </p:txBody>
      </p:sp>
      <p:sp>
        <p:nvSpPr>
          <p:cNvPr id="63" name="AI-059-63">
            <a:extLst xmlns:a="http://schemas.openxmlformats.org/drawingml/2006/main">
              <a:ext uri="{FF2B5EF4-FFF2-40B4-BE49-F238E27FC236}">
                <a16:creationId xmlns:a16="http://schemas.microsoft.com/office/drawing/2014/main" id="{5C8E1455-5A61-4831-9FC3-9FFCD8A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5480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e</a:t>
            </a:r>
          </a:p>
        </p:txBody>
      </p:sp>
      <p:sp>
        <p:nvSpPr>
          <p:cNvPr id="64" name="AI-059-64">
            <a:extLst xmlns:a="http://schemas.openxmlformats.org/drawingml/2006/main">
              <a:ext uri="{FF2B5EF4-FFF2-40B4-BE49-F238E27FC236}">
                <a16:creationId xmlns:a16="http://schemas.microsoft.com/office/drawing/2014/main" id="{6AE9A59A-1BAB-4A8D-9526-831AE4CD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4065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g</a:t>
            </a:r>
          </a:p>
        </p:txBody>
      </p:sp>
      <p:sp>
        <p:nvSpPr>
          <p:cNvPr id="65" name="AI-059-65">
            <a:extLst xmlns:a="http://schemas.openxmlformats.org/drawingml/2006/main">
              <a:ext uri="{FF2B5EF4-FFF2-40B4-BE49-F238E27FC236}">
                <a16:creationId xmlns:a16="http://schemas.microsoft.com/office/drawing/2014/main" id="{787ED07A-A8B6-4CA2-B2BE-2138E9FB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66" name="AI-059-66">
            <a:extLst xmlns:a="http://schemas.openxmlformats.org/drawingml/2006/main">
              <a:ext uri="{FF2B5EF4-FFF2-40B4-BE49-F238E27FC236}">
                <a16:creationId xmlns:a16="http://schemas.microsoft.com/office/drawing/2014/main" id="{BA1F4AAA-7C11-419F-B883-D11DFEAC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1235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a</a:t>
            </a:r>
          </a:p>
        </p:txBody>
      </p:sp>
      <p:sp>
        <p:nvSpPr>
          <p:cNvPr id="67" name="AI-059-67">
            <a:extLst xmlns:a="http://schemas.openxmlformats.org/drawingml/2006/main">
              <a:ext uri="{FF2B5EF4-FFF2-40B4-BE49-F238E27FC236}">
                <a16:creationId xmlns:a16="http://schemas.microsoft.com/office/drawing/2014/main" id="{C4A5D668-9FDC-4C56-AFFE-9F3ECA12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9820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s</a:t>
            </a:r>
          </a:p>
        </p:txBody>
      </p:sp>
      <p:sp>
        <p:nvSpPr>
          <p:cNvPr id="68" name="AI-059-68">
            <a:extLst xmlns:a="http://schemas.openxmlformats.org/drawingml/2006/main">
              <a:ext uri="{FF2B5EF4-FFF2-40B4-BE49-F238E27FC236}">
                <a16:creationId xmlns:a16="http://schemas.microsoft.com/office/drawing/2014/main" id="{A18F59D1-941C-49C4-94F5-DEBAA289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8405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69" name="AI-059-69">
            <a:extLst xmlns:a="http://schemas.openxmlformats.org/drawingml/2006/main">
              <a:ext uri="{FF2B5EF4-FFF2-40B4-BE49-F238E27FC236}">
                <a16:creationId xmlns:a16="http://schemas.microsoft.com/office/drawing/2014/main" id="{35491F70-6D8B-44DD-801C-43C38DD2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6990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p</a:t>
            </a:r>
          </a:p>
        </p:txBody>
      </p:sp>
      <p:sp>
        <p:nvSpPr>
          <p:cNvPr id="70" name="AI-059-70">
            <a:extLst xmlns:a="http://schemas.openxmlformats.org/drawingml/2006/main">
              <a:ext uri="{FF2B5EF4-FFF2-40B4-BE49-F238E27FC236}">
                <a16:creationId xmlns:a16="http://schemas.microsoft.com/office/drawing/2014/main" id="{2F661C36-6175-49C8-87D1-136DF9CE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5575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l</a:t>
            </a:r>
          </a:p>
        </p:txBody>
      </p:sp>
      <p:sp>
        <p:nvSpPr>
          <p:cNvPr id="71" name="AI-059-71">
            <a:extLst xmlns:a="http://schemas.openxmlformats.org/drawingml/2006/main">
              <a:ext uri="{FF2B5EF4-FFF2-40B4-BE49-F238E27FC236}">
                <a16:creationId xmlns:a16="http://schemas.microsoft.com/office/drawing/2014/main" id="{C474AE43-CA1C-4617-B88E-30059107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4160" y="14573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35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r</a:t>
            </a:r>
          </a:p>
        </p:txBody>
      </p:sp>
      <p:sp>
        <p:nvSpPr>
          <p:cNvPr id="72" name="AI-059-72">
            <a:extLst xmlns:a="http://schemas.openxmlformats.org/drawingml/2006/main">
              <a:ext uri="{FF2B5EF4-FFF2-40B4-BE49-F238E27FC236}">
                <a16:creationId xmlns:a16="http://schemas.microsoft.com/office/drawing/2014/main" id="{29339909-0294-4392-BA3D-754338E4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d</a:t>
            </a:r>
          </a:p>
        </p:txBody>
      </p:sp>
      <p:sp>
        <p:nvSpPr>
          <p:cNvPr id="73" name="AI-059-73">
            <a:extLst xmlns:a="http://schemas.openxmlformats.org/drawingml/2006/main">
              <a:ext uri="{FF2B5EF4-FFF2-40B4-BE49-F238E27FC236}">
                <a16:creationId xmlns:a16="http://schemas.microsoft.com/office/drawing/2014/main" id="{468F8718-BA27-4F38-BF79-484CD61A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2460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f</a:t>
            </a:r>
          </a:p>
        </p:txBody>
      </p:sp>
      <p:sp>
        <p:nvSpPr>
          <p:cNvPr id="74" name="AI-059-74">
            <a:extLst xmlns:a="http://schemas.openxmlformats.org/drawingml/2006/main">
              <a:ext uri="{FF2B5EF4-FFF2-40B4-BE49-F238E27FC236}">
                <a16:creationId xmlns:a16="http://schemas.microsoft.com/office/drawing/2014/main" id="{0D23E691-4C5F-4AA1-8F19-BD9EA9D1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1045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75" name="AI-059-75">
            <a:extLst xmlns:a="http://schemas.openxmlformats.org/drawingml/2006/main">
              <a:ext uri="{FF2B5EF4-FFF2-40B4-BE49-F238E27FC236}">
                <a16:creationId xmlns:a16="http://schemas.microsoft.com/office/drawing/2014/main" id="{A68748F6-627D-438D-B5AF-AABC1538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9630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=</a:t>
            </a:r>
          </a:p>
        </p:txBody>
      </p:sp>
      <p:sp>
        <p:nvSpPr>
          <p:cNvPr id="76" name="AI-059-76">
            <a:extLst xmlns:a="http://schemas.openxmlformats.org/drawingml/2006/main">
              <a:ext uri="{FF2B5EF4-FFF2-40B4-BE49-F238E27FC236}">
                <a16:creationId xmlns:a16="http://schemas.microsoft.com/office/drawing/2014/main" id="{4999FFFD-0732-4775-8CCD-93B36E47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8215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77" name="AI-059-77">
            <a:extLst xmlns:a="http://schemas.openxmlformats.org/drawingml/2006/main">
              <a:ext uri="{FF2B5EF4-FFF2-40B4-BE49-F238E27FC236}">
                <a16:creationId xmlns:a16="http://schemas.microsoft.com/office/drawing/2014/main" id="{85691E33-FE3C-4E78-AA39-43A2ABC0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p</a:t>
            </a:r>
          </a:p>
        </p:txBody>
      </p:sp>
      <p:sp>
        <p:nvSpPr>
          <p:cNvPr id="78" name="AI-059-78">
            <a:extLst xmlns:a="http://schemas.openxmlformats.org/drawingml/2006/main">
              <a:ext uri="{FF2B5EF4-FFF2-40B4-BE49-F238E27FC236}">
                <a16:creationId xmlns:a16="http://schemas.microsoft.com/office/drawing/2014/main" id="{B3586638-3180-45CB-BDD9-D5233C52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5385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d</a:t>
            </a:r>
          </a:p>
        </p:txBody>
      </p:sp>
      <p:sp>
        <p:nvSpPr>
          <p:cNvPr id="79" name="AI-059-79">
            <a:extLst xmlns:a="http://schemas.openxmlformats.org/drawingml/2006/main">
              <a:ext uri="{FF2B5EF4-FFF2-40B4-BE49-F238E27FC236}">
                <a16:creationId xmlns:a16="http://schemas.microsoft.com/office/drawing/2014/main" id="{DDE09BA2-D4CE-42E3-915C-BA1EFCE0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3970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.</a:t>
            </a:r>
          </a:p>
        </p:txBody>
      </p:sp>
      <p:sp>
        <p:nvSpPr>
          <p:cNvPr id="80" name="AI-059-80">
            <a:extLst xmlns:a="http://schemas.openxmlformats.org/drawingml/2006/main">
              <a:ext uri="{FF2B5EF4-FFF2-40B4-BE49-F238E27FC236}">
                <a16:creationId xmlns:a16="http://schemas.microsoft.com/office/drawing/2014/main" id="{6939D078-4B01-46F9-91C2-B9F88033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2555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r</a:t>
            </a:r>
          </a:p>
        </p:txBody>
      </p:sp>
      <p:sp>
        <p:nvSpPr>
          <p:cNvPr id="81" name="AI-059-81">
            <a:extLst xmlns:a="http://schemas.openxmlformats.org/drawingml/2006/main">
              <a:ext uri="{FF2B5EF4-FFF2-40B4-BE49-F238E27FC236}">
                <a16:creationId xmlns:a16="http://schemas.microsoft.com/office/drawing/2014/main" id="{C18FF64E-8372-4178-8CC1-AAC27032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1140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e</a:t>
            </a:r>
          </a:p>
        </p:txBody>
      </p:sp>
      <p:sp>
        <p:nvSpPr>
          <p:cNvPr id="82" name="AI-059-82">
            <a:extLst xmlns:a="http://schemas.openxmlformats.org/drawingml/2006/main">
              <a:ext uri="{FF2B5EF4-FFF2-40B4-BE49-F238E27FC236}">
                <a16:creationId xmlns:a16="http://schemas.microsoft.com/office/drawing/2014/main" id="{428C4EE0-B679-48D8-BCCF-391B7FAB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a</a:t>
            </a:r>
          </a:p>
        </p:txBody>
      </p:sp>
      <p:sp>
        <p:nvSpPr>
          <p:cNvPr id="83" name="AI-059-83">
            <a:extLst xmlns:a="http://schemas.openxmlformats.org/drawingml/2006/main">
              <a:ext uri="{FF2B5EF4-FFF2-40B4-BE49-F238E27FC236}">
                <a16:creationId xmlns:a16="http://schemas.microsoft.com/office/drawing/2014/main" id="{4FEE0827-517B-4162-A8EF-B38901E1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8310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d</a:t>
            </a:r>
          </a:p>
        </p:txBody>
      </p:sp>
      <p:sp>
        <p:nvSpPr>
          <p:cNvPr id="84" name="AI-059-84">
            <a:extLst xmlns:a="http://schemas.openxmlformats.org/drawingml/2006/main">
              <a:ext uri="{FF2B5EF4-FFF2-40B4-BE49-F238E27FC236}">
                <a16:creationId xmlns:a16="http://schemas.microsoft.com/office/drawing/2014/main" id="{C4FB0D04-7732-4CDF-B81E-65E258BD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6895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_</a:t>
            </a:r>
          </a:p>
        </p:txBody>
      </p:sp>
      <p:sp>
        <p:nvSpPr>
          <p:cNvPr id="85" name="AI-059-85">
            <a:extLst xmlns:a="http://schemas.openxmlformats.org/drawingml/2006/main">
              <a:ext uri="{FF2B5EF4-FFF2-40B4-BE49-F238E27FC236}">
                <a16:creationId xmlns:a16="http://schemas.microsoft.com/office/drawing/2014/main" id="{7C855883-6128-43D1-95B7-E8D59725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5480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t</a:t>
            </a:r>
          </a:p>
        </p:txBody>
      </p:sp>
      <p:sp>
        <p:nvSpPr>
          <p:cNvPr id="86" name="AI-059-86">
            <a:extLst xmlns:a="http://schemas.openxmlformats.org/drawingml/2006/main">
              <a:ext uri="{FF2B5EF4-FFF2-40B4-BE49-F238E27FC236}">
                <a16:creationId xmlns:a16="http://schemas.microsoft.com/office/drawing/2014/main" id="{2FF68E82-6033-4597-9415-2B8306E1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4065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a</a:t>
            </a:r>
          </a:p>
        </p:txBody>
      </p:sp>
      <p:sp>
        <p:nvSpPr>
          <p:cNvPr id="87" name="AI-059-87">
            <a:extLst xmlns:a="http://schemas.openxmlformats.org/drawingml/2006/main">
              <a:ext uri="{FF2B5EF4-FFF2-40B4-BE49-F238E27FC236}">
                <a16:creationId xmlns:a16="http://schemas.microsoft.com/office/drawing/2014/main" id="{AB5EA9D3-5B2A-4A9E-8BB8-F891872C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b</a:t>
            </a:r>
          </a:p>
        </p:txBody>
      </p:sp>
      <p:sp>
        <p:nvSpPr>
          <p:cNvPr id="88" name="AI-059-88">
            <a:extLst xmlns:a="http://schemas.openxmlformats.org/drawingml/2006/main">
              <a:ext uri="{FF2B5EF4-FFF2-40B4-BE49-F238E27FC236}">
                <a16:creationId xmlns:a16="http://schemas.microsoft.com/office/drawing/2014/main" id="{B2B133EA-164D-4ED0-AA5E-62B32460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1235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l</a:t>
            </a:r>
          </a:p>
        </p:txBody>
      </p:sp>
      <p:sp>
        <p:nvSpPr>
          <p:cNvPr id="89" name="AI-059-89">
            <a:extLst xmlns:a="http://schemas.openxmlformats.org/drawingml/2006/main">
              <a:ext uri="{FF2B5EF4-FFF2-40B4-BE49-F238E27FC236}">
                <a16:creationId xmlns:a16="http://schemas.microsoft.com/office/drawing/2014/main" id="{BC283D7C-B40D-4AF5-BC68-81B1E0BF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9820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e</a:t>
            </a:r>
          </a:p>
        </p:txBody>
      </p:sp>
      <p:sp>
        <p:nvSpPr>
          <p:cNvPr id="90" name="AI-059-90">
            <a:extLst xmlns:a="http://schemas.openxmlformats.org/drawingml/2006/main">
              <a:ext uri="{FF2B5EF4-FFF2-40B4-BE49-F238E27FC236}">
                <a16:creationId xmlns:a16="http://schemas.microsoft.com/office/drawing/2014/main" id="{8337D2ED-1BFB-486C-A2F1-C5244577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8405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91" name="AI-059-91">
            <a:extLst xmlns:a="http://schemas.openxmlformats.org/drawingml/2006/main">
              <a:ext uri="{FF2B5EF4-FFF2-40B4-BE49-F238E27FC236}">
                <a16:creationId xmlns:a16="http://schemas.microsoft.com/office/drawing/2014/main" id="{C3CBAC02-3949-437E-A6EE-78B02AD7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6990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f</a:t>
            </a:r>
          </a:p>
        </p:txBody>
      </p:sp>
      <p:sp>
        <p:nvSpPr>
          <p:cNvPr id="92" name="AI-059-92">
            <a:extLst xmlns:a="http://schemas.openxmlformats.org/drawingml/2006/main">
              <a:ext uri="{FF2B5EF4-FFF2-40B4-BE49-F238E27FC236}">
                <a16:creationId xmlns:a16="http://schemas.microsoft.com/office/drawing/2014/main" id="{3CDB33AF-1A84-4080-A77B-57577286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5575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n</a:t>
            </a:r>
          </a:p>
        </p:txBody>
      </p:sp>
      <p:sp>
        <p:nvSpPr>
          <p:cNvPr id="93" name="AI-059-93">
            <a:extLst xmlns:a="http://schemas.openxmlformats.org/drawingml/2006/main">
              <a:ext uri="{FF2B5EF4-FFF2-40B4-BE49-F238E27FC236}">
                <a16:creationId xmlns:a16="http://schemas.microsoft.com/office/drawing/2014/main" id="{04E0C49A-E087-4440-A20C-7E8D266A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4160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a</a:t>
            </a:r>
          </a:p>
        </p:txBody>
      </p:sp>
      <p:sp>
        <p:nvSpPr>
          <p:cNvPr id="94" name="AI-059-94">
            <a:extLst xmlns:a="http://schemas.openxmlformats.org/drawingml/2006/main">
              <a:ext uri="{FF2B5EF4-FFF2-40B4-BE49-F238E27FC236}">
                <a16:creationId xmlns:a16="http://schemas.microsoft.com/office/drawing/2014/main" id="{8E8E77B5-0F7A-4C4B-AD3C-B4E6A8EB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2745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m</a:t>
            </a:r>
          </a:p>
        </p:txBody>
      </p:sp>
      <p:sp>
        <p:nvSpPr>
          <p:cNvPr id="95" name="AI-059-95">
            <a:extLst xmlns:a="http://schemas.openxmlformats.org/drawingml/2006/main">
              <a:ext uri="{FF2B5EF4-FFF2-40B4-BE49-F238E27FC236}">
                <a16:creationId xmlns:a16="http://schemas.microsoft.com/office/drawing/2014/main" id="{5001CB93-C2B0-461E-BEB6-7006FCC1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1330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e</a:t>
            </a:r>
          </a:p>
        </p:txBody>
      </p:sp>
      <p:sp>
        <p:nvSpPr>
          <p:cNvPr id="96" name="AI-059-96">
            <a:extLst xmlns:a="http://schemas.openxmlformats.org/drawingml/2006/main">
              <a:ext uri="{FF2B5EF4-FFF2-40B4-BE49-F238E27FC236}">
                <a16:creationId xmlns:a16="http://schemas.microsoft.com/office/drawing/2014/main" id="{8BE3727F-02D6-4F92-9229-76CCD011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9915" y="19145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97" name="AI-059-97">
            <a:extLst xmlns:a="http://schemas.openxmlformats.org/drawingml/2006/main">
              <a:ext uri="{FF2B5EF4-FFF2-40B4-BE49-F238E27FC236}">
                <a16:creationId xmlns:a16="http://schemas.microsoft.com/office/drawing/2014/main" id="{E9DCB53E-1BFF-4488-9E58-DDB001BF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m</a:t>
            </a:r>
          </a:p>
        </p:txBody>
      </p:sp>
      <p:sp>
        <p:nvSpPr>
          <p:cNvPr id="98" name="AI-059-98">
            <a:extLst xmlns:a="http://schemas.openxmlformats.org/drawingml/2006/main">
              <a:ext uri="{FF2B5EF4-FFF2-40B4-BE49-F238E27FC236}">
                <a16:creationId xmlns:a16="http://schemas.microsoft.com/office/drawing/2014/main" id="{5ED1F7CD-E762-4E13-966E-99DFF7B8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2460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99" name="AI-059-99">
            <a:extLst xmlns:a="http://schemas.openxmlformats.org/drawingml/2006/main">
              <a:ext uri="{FF2B5EF4-FFF2-40B4-BE49-F238E27FC236}">
                <a16:creationId xmlns:a16="http://schemas.microsoft.com/office/drawing/2014/main" id="{ECBB1769-CEC4-45B4-BE33-34A29351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1045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=</a:t>
            </a:r>
          </a:p>
        </p:txBody>
      </p:sp>
      <p:sp>
        <p:nvSpPr>
          <p:cNvPr id="100" name="AI-059-100">
            <a:extLst xmlns:a="http://schemas.openxmlformats.org/drawingml/2006/main">
              <a:ext uri="{FF2B5EF4-FFF2-40B4-BE49-F238E27FC236}">
                <a16:creationId xmlns:a16="http://schemas.microsoft.com/office/drawing/2014/main" id="{F95E2625-B5C2-44B4-B3C4-9A02C412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9630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101" name="AI-059-101">
            <a:extLst xmlns:a="http://schemas.openxmlformats.org/drawingml/2006/main">
              <a:ext uri="{FF2B5EF4-FFF2-40B4-BE49-F238E27FC236}">
                <a16:creationId xmlns:a16="http://schemas.microsoft.com/office/drawing/2014/main" id="{01D0CCF0-0D64-4C50-8DDD-6D3C06F9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8215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p</a:t>
            </a:r>
          </a:p>
        </p:txBody>
      </p:sp>
      <p:sp>
        <p:nvSpPr>
          <p:cNvPr id="102" name="AI-059-102">
            <a:extLst xmlns:a="http://schemas.openxmlformats.org/drawingml/2006/main">
              <a:ext uri="{FF2B5EF4-FFF2-40B4-BE49-F238E27FC236}">
                <a16:creationId xmlns:a16="http://schemas.microsoft.com/office/drawing/2014/main" id="{9C2EE7F5-BD89-4FDF-8E5D-2814E952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l</a:t>
            </a:r>
          </a:p>
        </p:txBody>
      </p:sp>
      <p:sp>
        <p:nvSpPr>
          <p:cNvPr id="103" name="AI-059-103">
            <a:extLst xmlns:a="http://schemas.openxmlformats.org/drawingml/2006/main">
              <a:ext uri="{FF2B5EF4-FFF2-40B4-BE49-F238E27FC236}">
                <a16:creationId xmlns:a16="http://schemas.microsoft.com/office/drawing/2014/main" id="{6BCE7AAD-F5F5-4B40-A14F-522DC2C6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5385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r</a:t>
            </a:r>
          </a:p>
        </p:txBody>
      </p:sp>
      <p:sp>
        <p:nvSpPr>
          <p:cNvPr id="104" name="AI-059-104">
            <a:extLst xmlns:a="http://schemas.openxmlformats.org/drawingml/2006/main">
              <a:ext uri="{FF2B5EF4-FFF2-40B4-BE49-F238E27FC236}">
                <a16:creationId xmlns:a16="http://schemas.microsoft.com/office/drawing/2014/main" id="{54A1A759-2FDB-4A89-85ED-D6AC81C7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3970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105" name="AI-059-105">
            <a:extLst xmlns:a="http://schemas.openxmlformats.org/drawingml/2006/main">
              <a:ext uri="{FF2B5EF4-FFF2-40B4-BE49-F238E27FC236}">
                <a16:creationId xmlns:a16="http://schemas.microsoft.com/office/drawing/2014/main" id="{56F07129-AC6C-4799-8008-67EDE1EC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2555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d</a:t>
            </a:r>
          </a:p>
        </p:txBody>
      </p:sp>
      <p:sp>
        <p:nvSpPr>
          <p:cNvPr id="106" name="AI-059-106">
            <a:extLst xmlns:a="http://schemas.openxmlformats.org/drawingml/2006/main">
              <a:ext uri="{FF2B5EF4-FFF2-40B4-BE49-F238E27FC236}">
                <a16:creationId xmlns:a16="http://schemas.microsoft.com/office/drawing/2014/main" id="{F9FA1BDE-45C2-4643-9BEC-59423E76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1140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f</a:t>
            </a:r>
          </a:p>
        </p:txBody>
      </p:sp>
      <p:sp>
        <p:nvSpPr>
          <p:cNvPr id="107" name="AI-059-107">
            <a:extLst xmlns:a="http://schemas.openxmlformats.org/drawingml/2006/main">
              <a:ext uri="{FF2B5EF4-FFF2-40B4-BE49-F238E27FC236}">
                <a16:creationId xmlns:a16="http://schemas.microsoft.com/office/drawing/2014/main" id="{0DA378DE-D2B6-4B5B-A2B7-51CBE1BD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108" name="AI-059-108">
            <a:extLst xmlns:a="http://schemas.openxmlformats.org/drawingml/2006/main">
              <a:ext uri="{FF2B5EF4-FFF2-40B4-BE49-F238E27FC236}">
                <a16:creationId xmlns:a16="http://schemas.microsoft.com/office/drawing/2014/main" id="{5E1C7EA0-488A-4DF0-B1DD-C233A4EF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8310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109" name="AI-059-109">
            <a:extLst xmlns:a="http://schemas.openxmlformats.org/drawingml/2006/main">
              <a:ext uri="{FF2B5EF4-FFF2-40B4-BE49-F238E27FC236}">
                <a16:creationId xmlns:a16="http://schemas.microsoft.com/office/drawing/2014/main" id="{C0622BC1-9D55-4EE7-B7BB-8BA177FE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6895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“</a:t>
            </a:r>
          </a:p>
        </p:txBody>
      </p:sp>
      <p:sp>
        <p:nvSpPr>
          <p:cNvPr id="110" name="AI-059-110">
            <a:extLst xmlns:a="http://schemas.openxmlformats.org/drawingml/2006/main">
              <a:ext uri="{FF2B5EF4-FFF2-40B4-BE49-F238E27FC236}">
                <a16:creationId xmlns:a16="http://schemas.microsoft.com/office/drawing/2014/main" id="{00A75D54-B6B8-4BEE-8EB3-F72FB728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5480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s</a:t>
            </a:r>
          </a:p>
        </p:txBody>
      </p:sp>
      <p:sp>
        <p:nvSpPr>
          <p:cNvPr id="111" name="AI-059-111">
            <a:extLst xmlns:a="http://schemas.openxmlformats.org/drawingml/2006/main">
              <a:ext uri="{FF2B5EF4-FFF2-40B4-BE49-F238E27FC236}">
                <a16:creationId xmlns:a16="http://schemas.microsoft.com/office/drawing/2014/main" id="{8EA2DBD0-CADE-4397-BC45-DD32FC66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4065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a</a:t>
            </a:r>
          </a:p>
        </p:txBody>
      </p:sp>
      <p:sp>
        <p:nvSpPr>
          <p:cNvPr id="112" name="AI-059-112">
            <a:extLst xmlns:a="http://schemas.openxmlformats.org/drawingml/2006/main">
              <a:ext uri="{FF2B5EF4-FFF2-40B4-BE49-F238E27FC236}">
                <a16:creationId xmlns:a16="http://schemas.microsoft.com/office/drawing/2014/main" id="{9FECBAEE-A3CD-413F-BA66-DE78105A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l</a:t>
            </a:r>
          </a:p>
        </p:txBody>
      </p:sp>
      <p:sp>
        <p:nvSpPr>
          <p:cNvPr id="113" name="AI-059-113">
            <a:extLst xmlns:a="http://schemas.openxmlformats.org/drawingml/2006/main">
              <a:ext uri="{FF2B5EF4-FFF2-40B4-BE49-F238E27FC236}">
                <a16:creationId xmlns:a16="http://schemas.microsoft.com/office/drawing/2014/main" id="{EABDB42D-D680-4C83-93C7-C4FBCBE1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1235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e</a:t>
            </a:r>
          </a:p>
        </p:txBody>
      </p:sp>
      <p:sp>
        <p:nvSpPr>
          <p:cNvPr id="114" name="AI-059-114">
            <a:extLst xmlns:a="http://schemas.openxmlformats.org/drawingml/2006/main">
              <a:ext uri="{FF2B5EF4-FFF2-40B4-BE49-F238E27FC236}">
                <a16:creationId xmlns:a16="http://schemas.microsoft.com/office/drawing/2014/main" id="{B39ED597-85EC-4BA2-A2D4-909175E3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9820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s</a:t>
            </a:r>
          </a:p>
        </p:txBody>
      </p:sp>
      <p:sp>
        <p:nvSpPr>
          <p:cNvPr id="115" name="AI-059-115">
            <a:extLst xmlns:a="http://schemas.openxmlformats.org/drawingml/2006/main">
              <a:ext uri="{FF2B5EF4-FFF2-40B4-BE49-F238E27FC236}">
                <a16:creationId xmlns:a16="http://schemas.microsoft.com/office/drawing/2014/main" id="{37DF6268-984B-462E-8BBE-1089A678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8405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116" name="AI-059-116">
            <a:extLst xmlns:a="http://schemas.openxmlformats.org/drawingml/2006/main">
              <a:ext uri="{FF2B5EF4-FFF2-40B4-BE49-F238E27FC236}">
                <a16:creationId xmlns:a16="http://schemas.microsoft.com/office/drawing/2014/main" id="{17F2741A-E7DD-4E43-B79B-6FF55E32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6990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~</a:t>
            </a:r>
          </a:p>
        </p:txBody>
      </p:sp>
      <p:sp>
        <p:nvSpPr>
          <p:cNvPr id="117" name="AI-059-117">
            <a:extLst xmlns:a="http://schemas.openxmlformats.org/drawingml/2006/main">
              <a:ext uri="{FF2B5EF4-FFF2-40B4-BE49-F238E27FC236}">
                <a16:creationId xmlns:a16="http://schemas.microsoft.com/office/drawing/2014/main" id="{98606736-3572-4286-A622-E51EDF30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5575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118" name="AI-059-118">
            <a:extLst xmlns:a="http://schemas.openxmlformats.org/drawingml/2006/main">
              <a:ext uri="{FF2B5EF4-FFF2-40B4-BE49-F238E27FC236}">
                <a16:creationId xmlns:a16="http://schemas.microsoft.com/office/drawing/2014/main" id="{D5CB49E7-FC4D-4D5B-A6EC-B53C668C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4160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a</a:t>
            </a:r>
          </a:p>
        </p:txBody>
      </p:sp>
      <p:sp>
        <p:nvSpPr>
          <p:cNvPr id="119" name="AI-059-119">
            <a:extLst xmlns:a="http://schemas.openxmlformats.org/drawingml/2006/main">
              <a:ext uri="{FF2B5EF4-FFF2-40B4-BE49-F238E27FC236}">
                <a16:creationId xmlns:a16="http://schemas.microsoft.com/office/drawing/2014/main" id="{6CF3C616-C431-4073-821B-6514738E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2745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d</a:t>
            </a:r>
          </a:p>
        </p:txBody>
      </p:sp>
      <p:sp>
        <p:nvSpPr>
          <p:cNvPr id="120" name="AI-059-120">
            <a:extLst xmlns:a="http://schemas.openxmlformats.org/drawingml/2006/main">
              <a:ext uri="{FF2B5EF4-FFF2-40B4-BE49-F238E27FC236}">
                <a16:creationId xmlns:a16="http://schemas.microsoft.com/office/drawing/2014/main" id="{B9FEE3B4-0F79-4690-A632-8B5D0CAB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1330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s</a:t>
            </a:r>
          </a:p>
        </p:txBody>
      </p:sp>
      <p:sp>
        <p:nvSpPr>
          <p:cNvPr id="121" name="AI-059-121">
            <a:extLst xmlns:a="http://schemas.openxmlformats.org/drawingml/2006/main">
              <a:ext uri="{FF2B5EF4-FFF2-40B4-BE49-F238E27FC236}">
                <a16:creationId xmlns:a16="http://schemas.microsoft.com/office/drawing/2014/main" id="{148273C1-B8B6-46D5-8BA1-69241A63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9915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”</a:t>
            </a:r>
          </a:p>
        </p:txBody>
      </p:sp>
      <p:sp>
        <p:nvSpPr>
          <p:cNvPr id="122" name="AI-059-122">
            <a:extLst xmlns:a="http://schemas.openxmlformats.org/drawingml/2006/main">
              <a:ext uri="{FF2B5EF4-FFF2-40B4-BE49-F238E27FC236}">
                <a16:creationId xmlns:a16="http://schemas.microsoft.com/office/drawing/2014/main" id="{377BCB13-BB03-4C35-8279-FF39E462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21621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123" name="AI-059-123">
            <a:extLst xmlns:a="http://schemas.openxmlformats.org/drawingml/2006/main">
              <a:ext uri="{FF2B5EF4-FFF2-40B4-BE49-F238E27FC236}">
                <a16:creationId xmlns:a16="http://schemas.microsoft.com/office/drawing/2014/main" id="{97DD822C-3D7D-4C74-B8D4-C1355C22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3381375"/>
            <a:ext cx="2028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6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6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Yes, see the paper</a:t>
            </a:r>
          </a:p>
        </p:txBody>
      </p:sp>
      <p:sp>
        <p:nvSpPr>
          <p:cNvPr id="124" name="AI-059-124">
            <a:extLst xmlns:a="http://schemas.openxmlformats.org/drawingml/2006/main">
              <a:ext uri="{FF2B5EF4-FFF2-40B4-BE49-F238E27FC236}">
                <a16:creationId xmlns:a16="http://schemas.microsoft.com/office/drawing/2014/main" id="{1342D161-B790-4810-8E66-03D69BBB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34099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3F3"/>
          </a:solidFill>
          <a:ln xmlns:a="http://schemas.openxmlformats.org/drawingml/2006/main" w="0">
            <a:noFill/>
          </a:ln>
        </p:spPr>
      </p:sp>
      <p:sp>
        <p:nvSpPr>
          <p:cNvPr id="125" name="AI-059-125">
            <a:extLst xmlns:a="http://schemas.openxmlformats.org/drawingml/2006/main">
              <a:ext uri="{FF2B5EF4-FFF2-40B4-BE49-F238E27FC236}">
                <a16:creationId xmlns:a16="http://schemas.microsoft.com/office/drawing/2014/main" id="{7006E4BF-158E-415D-BB00-CBFD1736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3381375"/>
            <a:ext cx="1304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6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6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J. Doe et al.</a:t>
            </a:r>
          </a:p>
        </p:txBody>
      </p:sp>
      <p:sp>
        <p:nvSpPr>
          <p:cNvPr id="126" name="AI-059-126">
            <a:extLst xmlns:a="http://schemas.openxmlformats.org/drawingml/2006/main">
              <a:ext uri="{FF2B5EF4-FFF2-40B4-BE49-F238E27FC236}">
                <a16:creationId xmlns:a16="http://schemas.microsoft.com/office/drawing/2014/main" id="{628EDFCB-DB22-452E-9437-C6C52AA5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3676650"/>
            <a:ext cx="3038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3F3"/>
          </a:solidFill>
          <a:ln xmlns:a="http://schemas.openxmlformats.org/drawingml/2006/main" w="0">
            <a:noFill/>
          </a:ln>
        </p:spPr>
      </p:sp>
      <p:sp>
        <p:nvSpPr>
          <p:cNvPr id="127" name="AI-059-127">
            <a:extLst xmlns:a="http://schemas.openxmlformats.org/drawingml/2006/main">
              <a:ext uri="{FF2B5EF4-FFF2-40B4-BE49-F238E27FC236}">
                <a16:creationId xmlns:a16="http://schemas.microsoft.com/office/drawing/2014/main" id="{A869DC1B-7B85-40AE-8858-E6801CEF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3943350"/>
            <a:ext cx="2352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3F3"/>
          </a:solidFill>
          <a:ln xmlns:a="http://schemas.openxmlformats.org/drawingml/2006/main" w="0">
            <a:noFill/>
          </a:ln>
        </p:spPr>
      </p:sp>
      <p:sp>
        <p:nvSpPr>
          <p:cNvPr id="128" name="AI-059-128">
            <a:extLst xmlns:a="http://schemas.openxmlformats.org/drawingml/2006/main">
              <a:ext uri="{FF2B5EF4-FFF2-40B4-BE49-F238E27FC236}">
                <a16:creationId xmlns:a16="http://schemas.microsoft.com/office/drawing/2014/main" id="{CEEE3DC4-C2FC-4459-9BC3-9A17E7A0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3638550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65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65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Alterations in DNA caused by</a:t>
            </a:r>
          </a:p>
        </p:txBody>
      </p:sp>
      <p:sp>
        <p:nvSpPr>
          <p:cNvPr id="129" name="AI-059-129">
            <a:extLst xmlns:a="http://schemas.openxmlformats.org/drawingml/2006/main">
              <a:ext uri="{FF2B5EF4-FFF2-40B4-BE49-F238E27FC236}">
                <a16:creationId xmlns:a16="http://schemas.microsoft.com/office/drawing/2014/main" id="{79136415-2D53-419A-84B2-9BD7E975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3905250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65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65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COVID 19 vaccination.</a:t>
            </a:r>
          </a:p>
        </p:txBody>
      </p:sp>
      <p:sp>
        <p:nvSpPr>
          <p:cNvPr id="130" name="line-130">
            <a:extLst xmlns:a="http://schemas.openxmlformats.org/drawingml/2006/main">
              <a:ext uri="{FF2B5EF4-FFF2-40B4-BE49-F238E27FC236}">
                <a16:creationId xmlns:a16="http://schemas.microsoft.com/office/drawing/2014/main" id="{4F15A08F-98D7-4048-896B-A242E979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743200"/>
            <a:ext cx="12611100" cy="10"/>
          </a:xfrm>
          <a:custGeom xmlns:a="http://schemas.openxmlformats.org/drawingml/2006/main">
            <a:pathLst>
              <a:path w="12611100" h="10">
                <a:moveTo>
                  <a:pt x="0" y="0"/>
                </a:moveTo>
                <a:lnTo>
                  <a:pt x="12611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27272"/>
            </a:solidFill>
          </a:ln>
        </p:spPr>
      </p:sp>
      <p:pic>
        <p:nvPicPr>
          <p:cNvPr id="3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633cf93c94d6b"/>
          <a:stretch xmlns:a="http://schemas.openxmlformats.org/drawingml/2006/main"/>
        </p:blipFill>
        <p:spPr>
          <a:xfrm xmlns:a="http://schemas.openxmlformats.org/drawingml/2006/main">
            <a:off x="8220075" y="904875"/>
            <a:ext cx="1219200" cy="952500"/>
          </a:xfrm>
          <a:prstGeom xmlns:a="http://schemas.openxmlformats.org/drawingml/2006/main" prst="rect">
            <a:avLst/>
          </a:prstGeom>
        </p:spPr>
      </p:pic>
      <p:pic>
        <p:nvPicPr>
          <p:cNvPr id="3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dcf887a8a45de"/>
          <a:stretch xmlns:a="http://schemas.openxmlformats.org/drawingml/2006/main"/>
        </p:blipFill>
        <p:spPr>
          <a:xfrm xmlns:a="http://schemas.openxmlformats.org/drawingml/2006/main">
            <a:off x="7953375" y="2990850"/>
            <a:ext cx="1790700" cy="838200"/>
          </a:xfrm>
          <a:prstGeom xmlns:a="http://schemas.openxmlformats.org/drawingml/2006/main" prst="rect">
            <a:avLst/>
          </a:prstGeom>
        </p:spPr>
      </p:pic>
      <p:pic>
        <p:nvPicPr>
          <p:cNvPr id="3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48a900aae437b"/>
          <a:stretch xmlns:a="http://schemas.openxmlformats.org/drawingml/2006/main"/>
        </p:blipFill>
        <p:spPr>
          <a:xfrm xmlns:a="http://schemas.openxmlformats.org/drawingml/2006/main">
            <a:off x="10058400" y="914400"/>
            <a:ext cx="771525" cy="838200"/>
          </a:xfrm>
          <a:prstGeom xmlns:a="http://schemas.openxmlformats.org/drawingml/2006/main" prst="rect">
            <a:avLst/>
          </a:prstGeom>
        </p:spPr>
      </p:pic>
      <p:pic>
        <p:nvPicPr>
          <p:cNvPr id="3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a0bca2f0a4409"/>
          <a:stretch xmlns:a="http://schemas.openxmlformats.org/drawingml/2006/main"/>
        </p:blipFill>
        <p:spPr>
          <a:xfrm xmlns:a="http://schemas.openxmlformats.org/drawingml/2006/main">
            <a:off x="10144125" y="3429000"/>
            <a:ext cx="771525" cy="838200"/>
          </a:xfrm>
          <a:prstGeom xmlns:a="http://schemas.openxmlformats.org/drawingml/2006/main" prst="rect">
            <a:avLst/>
          </a:prstGeom>
        </p:spPr>
      </p:pic>
      <p:sp>
        <p:nvSpPr>
          <p:cNvPr id="135" name="AI-059-131">
            <a:extLst xmlns:a="http://schemas.openxmlformats.org/drawingml/2006/main">
              <a:ext uri="{FF2B5EF4-FFF2-40B4-BE49-F238E27FC236}">
                <a16:creationId xmlns:a16="http://schemas.microsoft.com/office/drawing/2014/main" id="{4528DC21-C539-4D01-AF30-2D395B06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0025" y="2047875"/>
            <a:ext cx="1543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D1"/>
          </a:solidFill>
          <a:ln xmlns:a="http://schemas.openxmlformats.org/drawingml/2006/main" w="0">
            <a:noFill/>
          </a:ln>
        </p:spPr>
      </p:sp>
      <p:sp>
        <p:nvSpPr>
          <p:cNvPr id="136" name="AI-059-132">
            <a:extLst xmlns:a="http://schemas.openxmlformats.org/drawingml/2006/main">
              <a:ext uri="{FF2B5EF4-FFF2-40B4-BE49-F238E27FC236}">
                <a16:creationId xmlns:a16="http://schemas.microsoft.com/office/drawing/2014/main" id="{7D069203-4847-47E1-AF54-11419FC4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0025" y="2286000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0D0"/>
          </a:solidFill>
          <a:ln xmlns:a="http://schemas.openxmlformats.org/drawingml/2006/main" w="0">
            <a:noFill/>
          </a:ln>
        </p:spPr>
      </p:sp>
      <p:sp>
        <p:nvSpPr>
          <p:cNvPr id="137" name="AI-059-133">
            <a:extLst xmlns:a="http://schemas.openxmlformats.org/drawingml/2006/main">
              <a:ext uri="{FF2B5EF4-FFF2-40B4-BE49-F238E27FC236}">
                <a16:creationId xmlns:a16="http://schemas.microsoft.com/office/drawing/2014/main" id="{C33A033A-66DB-48A4-9606-529A9144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19907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i</a:t>
            </a:r>
          </a:p>
        </p:txBody>
      </p:sp>
      <p:sp>
        <p:nvSpPr>
          <p:cNvPr id="138" name="AI-059-134">
            <a:extLst xmlns:a="http://schemas.openxmlformats.org/drawingml/2006/main">
              <a:ext uri="{FF2B5EF4-FFF2-40B4-BE49-F238E27FC236}">
                <a16:creationId xmlns:a16="http://schemas.microsoft.com/office/drawing/2014/main" id="{A0CB4C60-B50D-4774-9C2A-6C2C3A57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8135" y="19907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m</a:t>
            </a:r>
          </a:p>
        </p:txBody>
      </p:sp>
      <p:sp>
        <p:nvSpPr>
          <p:cNvPr id="139" name="AI-059-135">
            <a:extLst xmlns:a="http://schemas.openxmlformats.org/drawingml/2006/main">
              <a:ext uri="{FF2B5EF4-FFF2-40B4-BE49-F238E27FC236}">
                <a16:creationId xmlns:a16="http://schemas.microsoft.com/office/drawing/2014/main" id="{6FAF88DF-1518-46C8-9D51-DEB7FA5C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6720" y="19907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p</a:t>
            </a:r>
          </a:p>
        </p:txBody>
      </p:sp>
      <p:sp>
        <p:nvSpPr>
          <p:cNvPr id="140" name="AI-059-136">
            <a:extLst xmlns:a="http://schemas.openxmlformats.org/drawingml/2006/main">
              <a:ext uri="{FF2B5EF4-FFF2-40B4-BE49-F238E27FC236}">
                <a16:creationId xmlns:a16="http://schemas.microsoft.com/office/drawing/2014/main" id="{33E530A5-1ADB-450A-9FCC-A85507DF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5305" y="19907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o</a:t>
            </a:r>
          </a:p>
        </p:txBody>
      </p:sp>
      <p:sp>
        <p:nvSpPr>
          <p:cNvPr id="141" name="AI-059-137">
            <a:extLst xmlns:a="http://schemas.openxmlformats.org/drawingml/2006/main">
              <a:ext uri="{FF2B5EF4-FFF2-40B4-BE49-F238E27FC236}">
                <a16:creationId xmlns:a16="http://schemas.microsoft.com/office/drawing/2014/main" id="{9B835383-4AE2-4151-B5E5-78C17A9C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3890" y="19907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r</a:t>
            </a:r>
          </a:p>
        </p:txBody>
      </p:sp>
      <p:sp>
        <p:nvSpPr>
          <p:cNvPr id="142" name="AI-059-138">
            <a:extLst xmlns:a="http://schemas.openxmlformats.org/drawingml/2006/main">
              <a:ext uri="{FF2B5EF4-FFF2-40B4-BE49-F238E27FC236}">
                <a16:creationId xmlns:a16="http://schemas.microsoft.com/office/drawing/2014/main" id="{BF356C0D-3B42-49A4-B193-ED10173F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475" y="19907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t</a:t>
            </a:r>
          </a:p>
        </p:txBody>
      </p:sp>
      <p:sp>
        <p:nvSpPr>
          <p:cNvPr id="143" name="AI-059-139">
            <a:extLst xmlns:a="http://schemas.openxmlformats.org/drawingml/2006/main">
              <a:ext uri="{FF2B5EF4-FFF2-40B4-BE49-F238E27FC236}">
                <a16:creationId xmlns:a16="http://schemas.microsoft.com/office/drawing/2014/main" id="{432CD993-7344-45A6-B2A1-3D71AFDF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1060" y="19907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144" name="AI-059-140">
            <a:extLst xmlns:a="http://schemas.openxmlformats.org/drawingml/2006/main">
              <a:ext uri="{FF2B5EF4-FFF2-40B4-BE49-F238E27FC236}">
                <a16:creationId xmlns:a16="http://schemas.microsoft.com/office/drawing/2014/main" id="{A2ED33B3-40C1-49A4-8BC8-4722A434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9645" y="19907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p</a:t>
            </a:r>
          </a:p>
        </p:txBody>
      </p:sp>
      <p:sp>
        <p:nvSpPr>
          <p:cNvPr id="145" name="AI-059-141">
            <a:extLst xmlns:a="http://schemas.openxmlformats.org/drawingml/2006/main">
              <a:ext uri="{FF2B5EF4-FFF2-40B4-BE49-F238E27FC236}">
                <a16:creationId xmlns:a16="http://schemas.microsoft.com/office/drawing/2014/main" id="{39841312-250A-42ED-86CC-B94F2E5D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8230" y="19907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a</a:t>
            </a:r>
          </a:p>
        </p:txBody>
      </p:sp>
      <p:sp>
        <p:nvSpPr>
          <p:cNvPr id="146" name="AI-059-142">
            <a:extLst xmlns:a="http://schemas.openxmlformats.org/drawingml/2006/main">
              <a:ext uri="{FF2B5EF4-FFF2-40B4-BE49-F238E27FC236}">
                <a16:creationId xmlns:a16="http://schemas.microsoft.com/office/drawing/2014/main" id="{16CCFF8C-3963-4068-88E8-B7859CBB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6815" y="19907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n</a:t>
            </a:r>
          </a:p>
        </p:txBody>
      </p:sp>
      <p:sp>
        <p:nvSpPr>
          <p:cNvPr id="147" name="AI-059-143">
            <a:extLst xmlns:a="http://schemas.openxmlformats.org/drawingml/2006/main">
              <a:ext uri="{FF2B5EF4-FFF2-40B4-BE49-F238E27FC236}">
                <a16:creationId xmlns:a16="http://schemas.microsoft.com/office/drawing/2014/main" id="{93690071-FA98-4E7B-89EF-A2C8988D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19907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d</a:t>
            </a:r>
          </a:p>
        </p:txBody>
      </p:sp>
      <p:sp>
        <p:nvSpPr>
          <p:cNvPr id="148" name="AI-059-144">
            <a:extLst xmlns:a="http://schemas.openxmlformats.org/drawingml/2006/main">
              <a:ext uri="{FF2B5EF4-FFF2-40B4-BE49-F238E27FC236}">
                <a16:creationId xmlns:a16="http://schemas.microsoft.com/office/drawing/2014/main" id="{8E32B73E-DA4B-4DC1-BEAB-537BC091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3985" y="19907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a</a:t>
            </a:r>
          </a:p>
        </p:txBody>
      </p:sp>
      <p:sp>
        <p:nvSpPr>
          <p:cNvPr id="149" name="AI-059-145">
            <a:extLst xmlns:a="http://schemas.openxmlformats.org/drawingml/2006/main">
              <a:ext uri="{FF2B5EF4-FFF2-40B4-BE49-F238E27FC236}">
                <a16:creationId xmlns:a16="http://schemas.microsoft.com/office/drawing/2014/main" id="{36900727-C5E7-43E2-A15C-3ED4FBDB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2570" y="199072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s</a:t>
            </a:r>
          </a:p>
        </p:txBody>
      </p:sp>
      <p:sp>
        <p:nvSpPr>
          <p:cNvPr id="150" name="AI-059-146">
            <a:extLst xmlns:a="http://schemas.openxmlformats.org/drawingml/2006/main">
              <a:ext uri="{FF2B5EF4-FFF2-40B4-BE49-F238E27FC236}">
                <a16:creationId xmlns:a16="http://schemas.microsoft.com/office/drawing/2014/main" id="{1C18E19D-E280-4C4B-8849-1919DB1A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2383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i</a:t>
            </a:r>
          </a:p>
        </p:txBody>
      </p:sp>
      <p:sp>
        <p:nvSpPr>
          <p:cNvPr id="151" name="AI-059-147">
            <a:extLst xmlns:a="http://schemas.openxmlformats.org/drawingml/2006/main">
              <a:ext uri="{FF2B5EF4-FFF2-40B4-BE49-F238E27FC236}">
                <a16:creationId xmlns:a16="http://schemas.microsoft.com/office/drawing/2014/main" id="{788DC832-259A-4D0E-A7CD-880E3059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8135" y="22383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m</a:t>
            </a:r>
          </a:p>
        </p:txBody>
      </p:sp>
      <p:sp>
        <p:nvSpPr>
          <p:cNvPr id="152" name="AI-059-148">
            <a:extLst xmlns:a="http://schemas.openxmlformats.org/drawingml/2006/main">
              <a:ext uri="{FF2B5EF4-FFF2-40B4-BE49-F238E27FC236}">
                <a16:creationId xmlns:a16="http://schemas.microsoft.com/office/drawing/2014/main" id="{653FD01C-B334-405F-A8AF-E938600D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6720" y="22383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p</a:t>
            </a:r>
          </a:p>
        </p:txBody>
      </p:sp>
      <p:sp>
        <p:nvSpPr>
          <p:cNvPr id="153" name="AI-059-149">
            <a:extLst xmlns:a="http://schemas.openxmlformats.org/drawingml/2006/main">
              <a:ext uri="{FF2B5EF4-FFF2-40B4-BE49-F238E27FC236}">
                <a16:creationId xmlns:a16="http://schemas.microsoft.com/office/drawing/2014/main" id="{99E23470-7B6E-4F19-9565-019DC0A0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5305" y="22383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o</a:t>
            </a:r>
          </a:p>
        </p:txBody>
      </p:sp>
      <p:sp>
        <p:nvSpPr>
          <p:cNvPr id="154" name="AI-059-150">
            <a:extLst xmlns:a="http://schemas.openxmlformats.org/drawingml/2006/main">
              <a:ext uri="{FF2B5EF4-FFF2-40B4-BE49-F238E27FC236}">
                <a16:creationId xmlns:a16="http://schemas.microsoft.com/office/drawing/2014/main" id="{0BFC75C0-D695-4014-AC75-4CA4E5B3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3890" y="22383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r</a:t>
            </a:r>
          </a:p>
        </p:txBody>
      </p:sp>
      <p:sp>
        <p:nvSpPr>
          <p:cNvPr id="155" name="AI-059-151">
            <a:extLst xmlns:a="http://schemas.openxmlformats.org/drawingml/2006/main">
              <a:ext uri="{FF2B5EF4-FFF2-40B4-BE49-F238E27FC236}">
                <a16:creationId xmlns:a16="http://schemas.microsoft.com/office/drawing/2014/main" id="{FDE7A6BC-7902-436A-B2F7-46D91BB1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475" y="22383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t</a:t>
            </a:r>
          </a:p>
        </p:txBody>
      </p:sp>
      <p:sp>
        <p:nvSpPr>
          <p:cNvPr id="156" name="AI-059-152">
            <a:extLst xmlns:a="http://schemas.openxmlformats.org/drawingml/2006/main">
              <a:ext uri="{FF2B5EF4-FFF2-40B4-BE49-F238E27FC236}">
                <a16:creationId xmlns:a16="http://schemas.microsoft.com/office/drawing/2014/main" id="{8606AEF3-D7D6-48E8-890C-36643B22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1060" y="22383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 </a:t>
            </a:r>
          </a:p>
        </p:txBody>
      </p:sp>
      <p:sp>
        <p:nvSpPr>
          <p:cNvPr id="157" name="AI-059-153">
            <a:extLst xmlns:a="http://schemas.openxmlformats.org/drawingml/2006/main">
              <a:ext uri="{FF2B5EF4-FFF2-40B4-BE49-F238E27FC236}">
                <a16:creationId xmlns:a16="http://schemas.microsoft.com/office/drawing/2014/main" id="{3A5F9C56-3DA7-4BBC-9D08-6B08B174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9645" y="22383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p</a:t>
            </a:r>
          </a:p>
        </p:txBody>
      </p:sp>
      <p:sp>
        <p:nvSpPr>
          <p:cNvPr id="158" name="AI-059-154">
            <a:extLst xmlns:a="http://schemas.openxmlformats.org/drawingml/2006/main">
              <a:ext uri="{FF2B5EF4-FFF2-40B4-BE49-F238E27FC236}">
                <a16:creationId xmlns:a16="http://schemas.microsoft.com/office/drawing/2014/main" id="{26D78961-80D3-42FD-87AB-76FA8C9F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8230" y="22383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y</a:t>
            </a:r>
          </a:p>
        </p:txBody>
      </p:sp>
      <p:sp>
        <p:nvSpPr>
          <p:cNvPr id="159" name="AI-059-155">
            <a:extLst xmlns:a="http://schemas.openxmlformats.org/drawingml/2006/main">
              <a:ext uri="{FF2B5EF4-FFF2-40B4-BE49-F238E27FC236}">
                <a16:creationId xmlns:a16="http://schemas.microsoft.com/office/drawing/2014/main" id="{EAB3B725-09D8-457D-AF2C-477676A2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6815" y="22383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l</a:t>
            </a:r>
          </a:p>
        </p:txBody>
      </p:sp>
      <p:sp>
        <p:nvSpPr>
          <p:cNvPr id="160" name="AI-059-156">
            <a:extLst xmlns:a="http://schemas.openxmlformats.org/drawingml/2006/main">
              <a:ext uri="{FF2B5EF4-FFF2-40B4-BE49-F238E27FC236}">
                <a16:creationId xmlns:a16="http://schemas.microsoft.com/office/drawing/2014/main" id="{3F91DCDD-D698-4535-A9A9-8586D315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22383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i</a:t>
            </a:r>
          </a:p>
        </p:txBody>
      </p:sp>
      <p:sp>
        <p:nvSpPr>
          <p:cNvPr id="161" name="AI-059-157">
            <a:extLst xmlns:a="http://schemas.openxmlformats.org/drawingml/2006/main">
              <a:ext uri="{FF2B5EF4-FFF2-40B4-BE49-F238E27FC236}">
                <a16:creationId xmlns:a16="http://schemas.microsoft.com/office/drawing/2014/main" id="{19835D48-CAEE-49A6-AFB4-662E2BCA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3985" y="22383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n</a:t>
            </a:r>
          </a:p>
        </p:txBody>
      </p:sp>
      <p:sp>
        <p:nvSpPr>
          <p:cNvPr id="162" name="AI-059-158">
            <a:extLst xmlns:a="http://schemas.openxmlformats.org/drawingml/2006/main">
              <a:ext uri="{FF2B5EF4-FFF2-40B4-BE49-F238E27FC236}">
                <a16:creationId xmlns:a16="http://schemas.microsoft.com/office/drawing/2014/main" id="{9368FE57-29F7-44E6-94A3-63225DE3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2570" y="22383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r</a:t>
            </a:r>
          </a:p>
        </p:txBody>
      </p:sp>
      <p:sp>
        <p:nvSpPr>
          <p:cNvPr id="163" name="AI-059-159">
            <a:extLst xmlns:a="http://schemas.openxmlformats.org/drawingml/2006/main">
              <a:ext uri="{FF2B5EF4-FFF2-40B4-BE49-F238E27FC236}">
                <a16:creationId xmlns:a16="http://schemas.microsoft.com/office/drawing/2014/main" id="{E49E03AD-F706-49A0-AA1B-1624A8AB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1155" y="22383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e</a:t>
            </a:r>
          </a:p>
        </p:txBody>
      </p:sp>
      <p:sp>
        <p:nvSpPr>
          <p:cNvPr id="164" name="AI-059-160">
            <a:extLst xmlns:a="http://schemas.openxmlformats.org/drawingml/2006/main">
              <a:ext uri="{FF2B5EF4-FFF2-40B4-BE49-F238E27FC236}">
                <a16:creationId xmlns:a16="http://schemas.microsoft.com/office/drawing/2014/main" id="{93CB351A-434B-4AF5-B2E6-2ACCFE7A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9740" y="2238375"/>
            <a:ext cx="19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62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g</a:t>
            </a:r>
          </a:p>
        </p:txBody>
      </p:sp>
      <p:sp>
        <p:nvSpPr>
          <p:cNvPr id="165" name="path-161">
            <a:extLst xmlns:a="http://schemas.openxmlformats.org/drawingml/2006/main">
              <a:ext uri="{FF2B5EF4-FFF2-40B4-BE49-F238E27FC236}">
                <a16:creationId xmlns:a16="http://schemas.microsoft.com/office/drawing/2014/main" id="{542B98C9-F8C5-41B0-B800-37F385CA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924050"/>
            <a:ext cx="209550" cy="219075"/>
          </a:xfrm>
          <a:custGeom xmlns:a="http://schemas.openxmlformats.org/drawingml/2006/main">
            <a:pathLst>
              <a:path w="209550" h="219075">
                <a:moveTo>
                  <a:pt x="0" y="123825"/>
                </a:moveTo>
                <a:lnTo>
                  <a:pt x="66675" y="219075"/>
                </a:ln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45782C"/>
            </a:solidFill>
          </a:ln>
        </p:spPr>
      </p:sp>
      <p:sp>
        <p:nvSpPr>
          <p:cNvPr id="166" name="path-162">
            <a:extLst xmlns:a="http://schemas.openxmlformats.org/drawingml/2006/main">
              <a:ext uri="{FF2B5EF4-FFF2-40B4-BE49-F238E27FC236}">
                <a16:creationId xmlns:a16="http://schemas.microsoft.com/office/drawing/2014/main" id="{423CA5B5-9302-42BB-8DE2-3D29B5F5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71700"/>
            <a:ext cx="142875" cy="142875"/>
          </a:xfrm>
          <a:custGeom xmlns:a="http://schemas.openxmlformats.org/drawingml/2006/main">
            <a:pathLst>
              <a:path w="142875" h="142875">
                <a:moveTo>
                  <a:pt x="0" y="0"/>
                </a:moveTo>
                <a:lnTo>
                  <a:pt x="142875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A80000"/>
            </a:solidFill>
          </a:ln>
        </p:spPr>
      </p:sp>
      <p:sp>
        <p:nvSpPr>
          <p:cNvPr id="167" name="path-163">
            <a:extLst xmlns:a="http://schemas.openxmlformats.org/drawingml/2006/main">
              <a:ext uri="{FF2B5EF4-FFF2-40B4-BE49-F238E27FC236}">
                <a16:creationId xmlns:a16="http://schemas.microsoft.com/office/drawing/2014/main" id="{27EC2A3B-6F92-43F7-9E6D-2ABA4BDC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71700"/>
            <a:ext cx="142875" cy="142875"/>
          </a:xfrm>
          <a:custGeom xmlns:a="http://schemas.openxmlformats.org/drawingml/2006/main">
            <a:pathLst>
              <a:path w="142875" h="142875">
                <a:moveTo>
                  <a:pt x="142875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A80000"/>
            </a:solidFill>
          </a:ln>
        </p:spPr>
      </p:sp>
      <p:sp>
        <p:nvSpPr>
          <p:cNvPr id="168" name="AI-059-164">
            <a:extLst xmlns:a="http://schemas.openxmlformats.org/drawingml/2006/main">
              <a:ext uri="{FF2B5EF4-FFF2-40B4-BE49-F238E27FC236}">
                <a16:creationId xmlns:a16="http://schemas.microsoft.com/office/drawing/2014/main" id="{AA424902-6CD8-414E-AEDB-489EF3D5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9052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0D0"/>
          </a:solidFill>
          <a:ln xmlns:a="http://schemas.openxmlformats.org/drawingml/2006/main" w="0">
            <a:noFill/>
          </a:ln>
        </p:spPr>
      </p:sp>
      <p:sp>
        <p:nvSpPr>
          <p:cNvPr id="169" name="AI-059-165">
            <a:extLst xmlns:a="http://schemas.openxmlformats.org/drawingml/2006/main">
              <a:ext uri="{FF2B5EF4-FFF2-40B4-BE49-F238E27FC236}">
                <a16:creationId xmlns:a16="http://schemas.microsoft.com/office/drawing/2014/main" id="{6DA77CF4-2851-4D12-BAD7-5D086F9B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152900"/>
            <a:ext cx="1085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0D0"/>
          </a:solidFill>
          <a:ln xmlns:a="http://schemas.openxmlformats.org/drawingml/2006/main" w="0">
            <a:noFill/>
          </a:ln>
        </p:spPr>
      </p:sp>
      <p:sp>
        <p:nvSpPr>
          <p:cNvPr id="170" name="AI-059-166">
            <a:extLst xmlns:a="http://schemas.openxmlformats.org/drawingml/2006/main">
              <a:ext uri="{FF2B5EF4-FFF2-40B4-BE49-F238E27FC236}">
                <a16:creationId xmlns:a16="http://schemas.microsoft.com/office/drawing/2014/main" id="{9B04C5CD-866A-497C-8E3E-5CBFC5F2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867150"/>
            <a:ext cx="1304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9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9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J. Doe et al.</a:t>
            </a:r>
          </a:p>
        </p:txBody>
      </p:sp>
      <p:sp>
        <p:nvSpPr>
          <p:cNvPr id="171" name="AI-059-167">
            <a:extLst xmlns:a="http://schemas.openxmlformats.org/drawingml/2006/main">
              <a:ext uri="{FF2B5EF4-FFF2-40B4-BE49-F238E27FC236}">
                <a16:creationId xmlns:a16="http://schemas.microsoft.com/office/drawing/2014/main" id="{1F461C77-CBDA-439D-BB17-4A930776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114800"/>
            <a:ext cx="1304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95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95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Alterations...</a:t>
            </a:r>
          </a:p>
        </p:txBody>
      </p:sp>
      <p:sp>
        <p:nvSpPr>
          <p:cNvPr id="172" name="path-168">
            <a:extLst xmlns:a="http://schemas.openxmlformats.org/drawingml/2006/main">
              <a:ext uri="{FF2B5EF4-FFF2-40B4-BE49-F238E27FC236}">
                <a16:creationId xmlns:a16="http://schemas.microsoft.com/office/drawing/2014/main" id="{E44C1D69-09A0-4C15-9F79-33169FF9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43350"/>
            <a:ext cx="142875" cy="142875"/>
          </a:xfrm>
          <a:custGeom xmlns:a="http://schemas.openxmlformats.org/drawingml/2006/main">
            <a:pathLst>
              <a:path w="142875" h="142875">
                <a:moveTo>
                  <a:pt x="0" y="0"/>
                </a:moveTo>
                <a:lnTo>
                  <a:pt x="142875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A80000"/>
            </a:solidFill>
          </a:ln>
        </p:spPr>
      </p:sp>
      <p:sp>
        <p:nvSpPr>
          <p:cNvPr id="173" name="path-169">
            <a:extLst xmlns:a="http://schemas.openxmlformats.org/drawingml/2006/main">
              <a:ext uri="{FF2B5EF4-FFF2-40B4-BE49-F238E27FC236}">
                <a16:creationId xmlns:a16="http://schemas.microsoft.com/office/drawing/2014/main" id="{3B968983-4B9D-44C5-B7D4-43990E95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43350"/>
            <a:ext cx="142875" cy="142875"/>
          </a:xfrm>
          <a:custGeom xmlns:a="http://schemas.openxmlformats.org/drawingml/2006/main">
            <a:pathLst>
              <a:path w="142875" h="142875">
                <a:moveTo>
                  <a:pt x="142875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A80000"/>
            </a:solidFill>
          </a:ln>
        </p:spPr>
      </p:sp>
      <p:sp>
        <p:nvSpPr>
          <p:cNvPr id="174" name="AI-059-170">
            <a:extLst xmlns:a="http://schemas.openxmlformats.org/drawingml/2006/main">
              <a:ext uri="{FF2B5EF4-FFF2-40B4-BE49-F238E27FC236}">
                <a16:creationId xmlns:a16="http://schemas.microsoft.com/office/drawing/2014/main" id="{C5F2643E-F966-45F5-B20A-AC5F6B87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866775"/>
            <a:ext cx="13049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33333"/>
            </a:solidFill>
          </a:ln>
        </p:spPr>
      </p:sp>
      <p:sp>
        <p:nvSpPr>
          <p:cNvPr id="175" name="AI-059-171">
            <a:extLst xmlns:a="http://schemas.openxmlformats.org/drawingml/2006/main">
              <a:ext uri="{FF2B5EF4-FFF2-40B4-BE49-F238E27FC236}">
                <a16:creationId xmlns:a16="http://schemas.microsoft.com/office/drawing/2014/main" id="{6AADD591-C16D-43AD-AAAC-2C634E64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981075"/>
            <a:ext cx="13049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33333"/>
            </a:solidFill>
          </a:ln>
        </p:spPr>
      </p:sp>
      <p:sp>
        <p:nvSpPr>
          <p:cNvPr id="176" name="AI-059-172">
            <a:extLst xmlns:a="http://schemas.openxmlformats.org/drawingml/2006/main">
              <a:ext uri="{FF2B5EF4-FFF2-40B4-BE49-F238E27FC236}">
                <a16:creationId xmlns:a16="http://schemas.microsoft.com/office/drawing/2014/main" id="{7B9CFB46-D6EB-4750-BEC7-C215F0AF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7575" y="1095375"/>
            <a:ext cx="1295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33333"/>
            </a:solidFill>
          </a:ln>
        </p:spPr>
      </p:sp>
      <p:sp>
        <p:nvSpPr>
          <p:cNvPr id="177" name="AI-059-173">
            <a:extLst xmlns:a="http://schemas.openxmlformats.org/drawingml/2006/main">
              <a:ext uri="{FF2B5EF4-FFF2-40B4-BE49-F238E27FC236}">
                <a16:creationId xmlns:a16="http://schemas.microsoft.com/office/drawing/2014/main" id="{F82A07A1-ECCB-4C00-8582-B9D0858A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400" y="12001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0D0"/>
          </a:solidFill>
          <a:ln xmlns:a="http://schemas.openxmlformats.org/drawingml/2006/main" w="0">
            <a:noFill/>
          </a:ln>
        </p:spPr>
      </p:sp>
      <p:sp>
        <p:nvSpPr>
          <p:cNvPr id="178" name="AI-059-174">
            <a:extLst xmlns:a="http://schemas.openxmlformats.org/drawingml/2006/main">
              <a:ext uri="{FF2B5EF4-FFF2-40B4-BE49-F238E27FC236}">
                <a16:creationId xmlns:a16="http://schemas.microsoft.com/office/drawing/2014/main" id="{DBE60681-21ED-4166-B200-DCDB499E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400" y="1457325"/>
            <a:ext cx="10001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0D0"/>
          </a:solidFill>
          <a:ln xmlns:a="http://schemas.openxmlformats.org/drawingml/2006/main" w="0">
            <a:noFill/>
          </a:ln>
        </p:spPr>
      </p:sp>
      <p:sp>
        <p:nvSpPr>
          <p:cNvPr id="179" name="AI-059-175">
            <a:extLst xmlns:a="http://schemas.openxmlformats.org/drawingml/2006/main">
              <a:ext uri="{FF2B5EF4-FFF2-40B4-BE49-F238E27FC236}">
                <a16:creationId xmlns:a16="http://schemas.microsoft.com/office/drawing/2014/main" id="{208110C9-1131-4592-8A37-7A89FFC1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1875" y="1181100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9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59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import</a:t>
            </a:r>
          </a:p>
        </p:txBody>
      </p:sp>
      <p:sp>
        <p:nvSpPr>
          <p:cNvPr id="180" name="AI-059-176">
            <a:extLst xmlns:a="http://schemas.openxmlformats.org/drawingml/2006/main">
              <a:ext uri="{FF2B5EF4-FFF2-40B4-BE49-F238E27FC236}">
                <a16:creationId xmlns:a16="http://schemas.microsoft.com/office/drawing/2014/main" id="{47741692-D779-44DD-A47E-E358317D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1875" y="1438275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9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defRPr>
            </a:pPr>
            <a:r>
              <a:rPr sz="1590" b="0" i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pylinreg</a:t>
            </a:r>
          </a:p>
        </p:txBody>
      </p:sp>
      <p:sp>
        <p:nvSpPr>
          <p:cNvPr id="181" name="AI-059-177">
            <a:extLst xmlns:a="http://schemas.openxmlformats.org/drawingml/2006/main">
              <a:ext uri="{FF2B5EF4-FFF2-40B4-BE49-F238E27FC236}">
                <a16:creationId xmlns:a16="http://schemas.microsoft.com/office/drawing/2014/main" id="{979A1295-4D8E-40DD-9E2C-050C0A0E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1800" y="2019300"/>
            <a:ext cx="990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Type B:</a:t>
            </a:r>
          </a:p>
        </p:txBody>
      </p:sp>
      <p:sp>
        <p:nvSpPr>
          <p:cNvPr id="182" name="AI-059-178">
            <a:extLst xmlns:a="http://schemas.openxmlformats.org/drawingml/2006/main">
              <a:ext uri="{FF2B5EF4-FFF2-40B4-BE49-F238E27FC236}">
                <a16:creationId xmlns:a16="http://schemas.microsoft.com/office/drawing/2014/main" id="{53E3DE3A-B54D-4CA7-905C-2D919499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5725" y="20193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9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9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Appears in</a:t>
            </a:r>
          </a:p>
        </p:txBody>
      </p:sp>
      <p:sp>
        <p:nvSpPr>
          <p:cNvPr id="183" name="AI-059-179">
            <a:extLst xmlns:a="http://schemas.openxmlformats.org/drawingml/2006/main">
              <a:ext uri="{FF2B5EF4-FFF2-40B4-BE49-F238E27FC236}">
                <a16:creationId xmlns:a16="http://schemas.microsoft.com/office/drawing/2014/main" id="{FB76E228-AC37-4D50-8617-4622EE8F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1800" y="2305050"/>
            <a:ext cx="2162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9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9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pretraining data</a:t>
            </a:r>
          </a:p>
        </p:txBody>
      </p:sp>
      <p:sp>
        <p:nvSpPr>
          <p:cNvPr id="184" name="AI-059-180">
            <a:extLst xmlns:a="http://schemas.openxmlformats.org/drawingml/2006/main">
              <a:ext uri="{FF2B5EF4-FFF2-40B4-BE49-F238E27FC236}">
                <a16:creationId xmlns:a16="http://schemas.microsoft.com/office/drawing/2014/main" id="{001B6A04-C3B1-4EF7-8ADF-577E01C1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1375" y="3276600"/>
            <a:ext cx="914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3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763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Type C:</a:t>
            </a:r>
          </a:p>
        </p:txBody>
      </p:sp>
      <p:sp>
        <p:nvSpPr>
          <p:cNvPr id="185" name="AI-059-181">
            <a:extLst xmlns:a="http://schemas.openxmlformats.org/drawingml/2006/main">
              <a:ext uri="{FF2B5EF4-FFF2-40B4-BE49-F238E27FC236}">
                <a16:creationId xmlns:a16="http://schemas.microsoft.com/office/drawing/2014/main" id="{11332A3D-1648-4294-8941-342B9A77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7200" y="3276600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9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9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86" name="AI-059-182">
            <a:extLst xmlns:a="http://schemas.openxmlformats.org/drawingml/2006/main">
              <a:ext uri="{FF2B5EF4-FFF2-40B4-BE49-F238E27FC236}">
                <a16:creationId xmlns:a16="http://schemas.microsoft.com/office/drawing/2014/main" id="{E5D50E70-2E06-4AD3-B68C-5252C9EF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1375" y="3571875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9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9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paper in</a:t>
            </a:r>
          </a:p>
          <a:p xmlns:a="http://schemas.openxmlformats.org/drawingml/2006/main">
            <a:pPr algn="l">
              <a:defRPr sz="169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9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pretraining</a:t>
            </a:r>
          </a:p>
          <a:p xmlns:a="http://schemas.openxmlformats.org/drawingml/2006/main">
            <a:pPr algn="l">
              <a:defRPr sz="169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9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1458659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2026-09-05T18:21:42.6560000Z</dcterms:created>
  <dcterms:modified xsi:type="dcterms:W3CDTF">2026-09-05T18:21:42.6560000Z</dcterms:modified>
</coreProperties>
</file>